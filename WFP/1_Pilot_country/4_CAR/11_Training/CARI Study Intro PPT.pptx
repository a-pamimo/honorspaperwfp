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5" r:id="rId4"/>
  </p:sldMasterIdLst>
  <p:notesMasterIdLst>
    <p:notesMasterId r:id="rId13"/>
  </p:notesMasterIdLst>
  <p:handoutMasterIdLst>
    <p:handoutMasterId r:id="rId14"/>
  </p:handoutMasterIdLst>
  <p:sldIdLst>
    <p:sldId id="261" r:id="rId5"/>
    <p:sldId id="293" r:id="rId6"/>
    <p:sldId id="311" r:id="rId7"/>
    <p:sldId id="304" r:id="rId8"/>
    <p:sldId id="310" r:id="rId9"/>
    <p:sldId id="287" r:id="rId10"/>
    <p:sldId id="286" r:id="rId11"/>
    <p:sldId id="306" r:id="rId1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52989B-2D3B-6FC0-BBC3-D88A3726BC0B}" name="Mohamed SALEM" initials="MS" userId="S::mohamed.salem@wfp.org::13f12703-f1ce-4b8b-924c-fe401988a08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0070BA"/>
    <a:srgbClr val="898CF5"/>
    <a:srgbClr val="FF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310" autoAdjust="0"/>
    <p:restoredTop sz="74332" autoAdjust="0"/>
  </p:normalViewPr>
  <p:slideViewPr>
    <p:cSldViewPr snapToGrid="0">
      <p:cViewPr varScale="1">
        <p:scale>
          <a:sx n="46" d="100"/>
          <a:sy n="46" d="100"/>
        </p:scale>
        <p:origin x="82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sandra WALKER" userId="7d551a76-2a3b-46ce-9612-27f9694a0380" providerId="ADAL" clId="{6AAC3E8D-2558-4C91-B425-AB719F17C52A}"/>
    <pc:docChg chg="undo custSel delSld modSld modMainMaster">
      <pc:chgData name="Cassandra WALKER" userId="7d551a76-2a3b-46ce-9612-27f9694a0380" providerId="ADAL" clId="{6AAC3E8D-2558-4C91-B425-AB719F17C52A}" dt="2023-07-13T16:22:32" v="414"/>
      <pc:docMkLst>
        <pc:docMk/>
      </pc:docMkLst>
      <pc:sldChg chg="modSp del mod">
        <pc:chgData name="Cassandra WALKER" userId="7d551a76-2a3b-46ce-9612-27f9694a0380" providerId="ADAL" clId="{6AAC3E8D-2558-4C91-B425-AB719F17C52A}" dt="2023-07-13T15:39:06.810" v="133" actId="47"/>
        <pc:sldMkLst>
          <pc:docMk/>
          <pc:sldMk cId="1261453650" sldId="277"/>
        </pc:sldMkLst>
        <pc:spChg chg="mod">
          <ac:chgData name="Cassandra WALKER" userId="7d551a76-2a3b-46ce-9612-27f9694a0380" providerId="ADAL" clId="{6AAC3E8D-2558-4C91-B425-AB719F17C52A}" dt="2023-07-13T15:32:12.320" v="1" actId="108"/>
          <ac:spMkLst>
            <pc:docMk/>
            <pc:sldMk cId="1261453650" sldId="277"/>
            <ac:spMk id="5" creationId="{AA2E673B-7418-3875-06A7-6B9E0C1DFEC1}"/>
          </ac:spMkLst>
        </pc:spChg>
      </pc:sldChg>
      <pc:sldChg chg="addSp modSp mod">
        <pc:chgData name="Cassandra WALKER" userId="7d551a76-2a3b-46ce-9612-27f9694a0380" providerId="ADAL" clId="{6AAC3E8D-2558-4C91-B425-AB719F17C52A}" dt="2023-07-13T15:44:41.120" v="210" actId="122"/>
        <pc:sldMkLst>
          <pc:docMk/>
          <pc:sldMk cId="1390366204" sldId="286"/>
        </pc:sldMkLst>
        <pc:spChg chg="mod">
          <ac:chgData name="Cassandra WALKER" userId="7d551a76-2a3b-46ce-9612-27f9694a0380" providerId="ADAL" clId="{6AAC3E8D-2558-4C91-B425-AB719F17C52A}" dt="2023-07-13T15:32:39.678" v="5" actId="108"/>
          <ac:spMkLst>
            <pc:docMk/>
            <pc:sldMk cId="1390366204" sldId="286"/>
            <ac:spMk id="5" creationId="{7E44B879-13DF-B1BE-7393-04AE90432AD3}"/>
          </ac:spMkLst>
        </pc:spChg>
        <pc:graphicFrameChg chg="add mod modGraphic">
          <ac:chgData name="Cassandra WALKER" userId="7d551a76-2a3b-46ce-9612-27f9694a0380" providerId="ADAL" clId="{6AAC3E8D-2558-4C91-B425-AB719F17C52A}" dt="2023-07-13T15:44:41.120" v="210" actId="122"/>
          <ac:graphicFrameMkLst>
            <pc:docMk/>
            <pc:sldMk cId="1390366204" sldId="286"/>
            <ac:graphicFrameMk id="2" creationId="{9A9BC643-75E5-5ECD-6793-A987E0F86FF2}"/>
          </ac:graphicFrameMkLst>
        </pc:graphicFrameChg>
      </pc:sldChg>
      <pc:sldChg chg="modSp mod">
        <pc:chgData name="Cassandra WALKER" userId="7d551a76-2a3b-46ce-9612-27f9694a0380" providerId="ADAL" clId="{6AAC3E8D-2558-4C91-B425-AB719F17C52A}" dt="2023-07-13T15:32:43.655" v="6" actId="108"/>
        <pc:sldMkLst>
          <pc:docMk/>
          <pc:sldMk cId="1042580577" sldId="287"/>
        </pc:sldMkLst>
        <pc:spChg chg="mod">
          <ac:chgData name="Cassandra WALKER" userId="7d551a76-2a3b-46ce-9612-27f9694a0380" providerId="ADAL" clId="{6AAC3E8D-2558-4C91-B425-AB719F17C52A}" dt="2023-07-13T15:32:43.655" v="6" actId="108"/>
          <ac:spMkLst>
            <pc:docMk/>
            <pc:sldMk cId="1042580577" sldId="287"/>
            <ac:spMk id="2" creationId="{F029B89D-5416-48E5-81EA-436AE51F041C}"/>
          </ac:spMkLst>
        </pc:spChg>
      </pc:sldChg>
      <pc:sldChg chg="modSp mod modNotesTx">
        <pc:chgData name="Cassandra WALKER" userId="7d551a76-2a3b-46ce-9612-27f9694a0380" providerId="ADAL" clId="{6AAC3E8D-2558-4C91-B425-AB719F17C52A}" dt="2023-07-13T16:17:23.476" v="372" actId="20577"/>
        <pc:sldMkLst>
          <pc:docMk/>
          <pc:sldMk cId="12140453" sldId="293"/>
        </pc:sldMkLst>
        <pc:spChg chg="mod">
          <ac:chgData name="Cassandra WALKER" userId="7d551a76-2a3b-46ce-9612-27f9694a0380" providerId="ADAL" clId="{6AAC3E8D-2558-4C91-B425-AB719F17C52A}" dt="2023-07-13T15:49:47.159" v="371" actId="20577"/>
          <ac:spMkLst>
            <pc:docMk/>
            <pc:sldMk cId="12140453" sldId="293"/>
            <ac:spMk id="3" creationId="{BA0B35CF-F8D9-4777-A432-1DE7A6FC16DC}"/>
          </ac:spMkLst>
        </pc:spChg>
      </pc:sldChg>
      <pc:sldChg chg="del">
        <pc:chgData name="Cassandra WALKER" userId="7d551a76-2a3b-46ce-9612-27f9694a0380" providerId="ADAL" clId="{6AAC3E8D-2558-4C91-B425-AB719F17C52A}" dt="2023-07-13T15:48:12.200" v="301" actId="47"/>
        <pc:sldMkLst>
          <pc:docMk/>
          <pc:sldMk cId="2571662685" sldId="296"/>
        </pc:sldMkLst>
      </pc:sldChg>
      <pc:sldChg chg="modSp del mod">
        <pc:chgData name="Cassandra WALKER" userId="7d551a76-2a3b-46ce-9612-27f9694a0380" providerId="ADAL" clId="{6AAC3E8D-2558-4C91-B425-AB719F17C52A}" dt="2023-07-13T16:21:45.052" v="410" actId="47"/>
        <pc:sldMkLst>
          <pc:docMk/>
          <pc:sldMk cId="667740432" sldId="301"/>
        </pc:sldMkLst>
        <pc:spChg chg="mod">
          <ac:chgData name="Cassandra WALKER" userId="7d551a76-2a3b-46ce-9612-27f9694a0380" providerId="ADAL" clId="{6AAC3E8D-2558-4C91-B425-AB719F17C52A}" dt="2023-07-13T15:32:35.527" v="4" actId="108"/>
          <ac:spMkLst>
            <pc:docMk/>
            <pc:sldMk cId="667740432" sldId="301"/>
            <ac:spMk id="2" creationId="{F029B89D-5416-48E5-81EA-436AE51F041C}"/>
          </ac:spMkLst>
        </pc:spChg>
      </pc:sldChg>
      <pc:sldChg chg="addSp delSp modSp mod">
        <pc:chgData name="Cassandra WALKER" userId="7d551a76-2a3b-46ce-9612-27f9694a0380" providerId="ADAL" clId="{6AAC3E8D-2558-4C91-B425-AB719F17C52A}" dt="2023-07-13T16:22:00.676" v="413" actId="14100"/>
        <pc:sldMkLst>
          <pc:docMk/>
          <pc:sldMk cId="309291614" sldId="304"/>
        </pc:sldMkLst>
        <pc:spChg chg="mod">
          <ac:chgData name="Cassandra WALKER" userId="7d551a76-2a3b-46ce-9612-27f9694a0380" providerId="ADAL" clId="{6AAC3E8D-2558-4C91-B425-AB719F17C52A}" dt="2023-07-13T15:42:50.189" v="189"/>
          <ac:spMkLst>
            <pc:docMk/>
            <pc:sldMk cId="309291614" sldId="304"/>
            <ac:spMk id="3" creationId="{82B10C7A-2E3F-185C-4E55-0859BF7B2776}"/>
          </ac:spMkLst>
        </pc:spChg>
        <pc:spChg chg="add mod">
          <ac:chgData name="Cassandra WALKER" userId="7d551a76-2a3b-46ce-9612-27f9694a0380" providerId="ADAL" clId="{6AAC3E8D-2558-4C91-B425-AB719F17C52A}" dt="2023-07-13T15:42:42.186" v="187" actId="1076"/>
          <ac:spMkLst>
            <pc:docMk/>
            <pc:sldMk cId="309291614" sldId="304"/>
            <ac:spMk id="4" creationId="{ACA21DB0-00E2-796F-97AE-E8B05DD20EAD}"/>
          </ac:spMkLst>
        </pc:spChg>
        <pc:spChg chg="mod">
          <ac:chgData name="Cassandra WALKER" userId="7d551a76-2a3b-46ce-9612-27f9694a0380" providerId="ADAL" clId="{6AAC3E8D-2558-4C91-B425-AB719F17C52A}" dt="2023-07-13T16:21:57.107" v="412" actId="14100"/>
          <ac:spMkLst>
            <pc:docMk/>
            <pc:sldMk cId="309291614" sldId="304"/>
            <ac:spMk id="7" creationId="{93750393-C4E8-2A3B-967F-A064AE94C8AB}"/>
          </ac:spMkLst>
        </pc:spChg>
        <pc:spChg chg="mod">
          <ac:chgData name="Cassandra WALKER" userId="7d551a76-2a3b-46ce-9612-27f9694a0380" providerId="ADAL" clId="{6AAC3E8D-2558-4C91-B425-AB719F17C52A}" dt="2023-07-13T16:22:00.676" v="413" actId="14100"/>
          <ac:spMkLst>
            <pc:docMk/>
            <pc:sldMk cId="309291614" sldId="304"/>
            <ac:spMk id="14" creationId="{CCE27503-62D8-5D32-C3BF-3FCB7E983EF2}"/>
          </ac:spMkLst>
        </pc:spChg>
        <pc:spChg chg="mod">
          <ac:chgData name="Cassandra WALKER" userId="7d551a76-2a3b-46ce-9612-27f9694a0380" providerId="ADAL" clId="{6AAC3E8D-2558-4C91-B425-AB719F17C52A}" dt="2023-07-13T15:44:19.542" v="205" actId="20577"/>
          <ac:spMkLst>
            <pc:docMk/>
            <pc:sldMk cId="309291614" sldId="304"/>
            <ac:spMk id="27" creationId="{2D0E0F6B-5083-5435-2B47-5382D68547FE}"/>
          </ac:spMkLst>
        </pc:spChg>
        <pc:cxnChg chg="del mod">
          <ac:chgData name="Cassandra WALKER" userId="7d551a76-2a3b-46ce-9612-27f9694a0380" providerId="ADAL" clId="{6AAC3E8D-2558-4C91-B425-AB719F17C52A}" dt="2023-07-13T15:39:33.552" v="140" actId="478"/>
          <ac:cxnSpMkLst>
            <pc:docMk/>
            <pc:sldMk cId="309291614" sldId="304"/>
            <ac:cxnSpMk id="5" creationId="{A14532CF-B3C2-EF49-8FEF-AFDDDBD45423}"/>
          </ac:cxnSpMkLst>
        </pc:cxnChg>
        <pc:cxnChg chg="mod">
          <ac:chgData name="Cassandra WALKER" userId="7d551a76-2a3b-46ce-9612-27f9694a0380" providerId="ADAL" clId="{6AAC3E8D-2558-4C91-B425-AB719F17C52A}" dt="2023-07-13T15:39:54.429" v="148" actId="14100"/>
          <ac:cxnSpMkLst>
            <pc:docMk/>
            <pc:sldMk cId="309291614" sldId="304"/>
            <ac:cxnSpMk id="54" creationId="{ECA74230-3527-4E4E-BBE6-8334D4626557}"/>
          </ac:cxnSpMkLst>
        </pc:cxnChg>
        <pc:cxnChg chg="mod">
          <ac:chgData name="Cassandra WALKER" userId="7d551a76-2a3b-46ce-9612-27f9694a0380" providerId="ADAL" clId="{6AAC3E8D-2558-4C91-B425-AB719F17C52A}" dt="2023-07-13T15:39:50.539" v="147" actId="14100"/>
          <ac:cxnSpMkLst>
            <pc:docMk/>
            <pc:sldMk cId="309291614" sldId="304"/>
            <ac:cxnSpMk id="58" creationId="{B60F1896-1466-4105-B802-82071799A00B}"/>
          </ac:cxnSpMkLst>
        </pc:cxnChg>
      </pc:sldChg>
      <pc:sldChg chg="modSp mod modNotesTx">
        <pc:chgData name="Cassandra WALKER" userId="7d551a76-2a3b-46ce-9612-27f9694a0380" providerId="ADAL" clId="{6AAC3E8D-2558-4C91-B425-AB719F17C52A}" dt="2023-07-13T16:22:32" v="414"/>
        <pc:sldMkLst>
          <pc:docMk/>
          <pc:sldMk cId="1860416198" sldId="306"/>
        </pc:sldMkLst>
        <pc:spChg chg="mod">
          <ac:chgData name="Cassandra WALKER" userId="7d551a76-2a3b-46ce-9612-27f9694a0380" providerId="ADAL" clId="{6AAC3E8D-2558-4C91-B425-AB719F17C52A}" dt="2023-07-13T15:44:27.408" v="207" actId="20577"/>
          <ac:spMkLst>
            <pc:docMk/>
            <pc:sldMk cId="1860416198" sldId="306"/>
            <ac:spMk id="4" creationId="{43641339-8560-7BE9-2C09-A2F73AFF18B0}"/>
          </ac:spMkLst>
        </pc:spChg>
      </pc:sldChg>
      <pc:sldChg chg="modSp mod setBg">
        <pc:chgData name="Cassandra WALKER" userId="7d551a76-2a3b-46ce-9612-27f9694a0380" providerId="ADAL" clId="{6AAC3E8D-2558-4C91-B425-AB719F17C52A}" dt="2023-07-13T16:21:50.158" v="411" actId="14100"/>
        <pc:sldMkLst>
          <pc:docMk/>
          <pc:sldMk cId="475964468" sldId="310"/>
        </pc:sldMkLst>
        <pc:spChg chg="mod">
          <ac:chgData name="Cassandra WALKER" userId="7d551a76-2a3b-46ce-9612-27f9694a0380" providerId="ADAL" clId="{6AAC3E8D-2558-4C91-B425-AB719F17C52A}" dt="2023-07-13T16:21:35.168" v="409" actId="20577"/>
          <ac:spMkLst>
            <pc:docMk/>
            <pc:sldMk cId="475964468" sldId="310"/>
            <ac:spMk id="4" creationId="{75A77ED1-5BEC-95BD-E876-FF96B3716765}"/>
          </ac:spMkLst>
        </pc:spChg>
        <pc:spChg chg="mod">
          <ac:chgData name="Cassandra WALKER" userId="7d551a76-2a3b-46ce-9612-27f9694a0380" providerId="ADAL" clId="{6AAC3E8D-2558-4C91-B425-AB719F17C52A}" dt="2023-07-13T16:20:51.632" v="379" actId="20577"/>
          <ac:spMkLst>
            <pc:docMk/>
            <pc:sldMk cId="475964468" sldId="310"/>
            <ac:spMk id="5" creationId="{974D01CA-E7C1-205C-7EDF-BEF60690F3B2}"/>
          </ac:spMkLst>
        </pc:spChg>
        <pc:spChg chg="mod">
          <ac:chgData name="Cassandra WALKER" userId="7d551a76-2a3b-46ce-9612-27f9694a0380" providerId="ADAL" clId="{6AAC3E8D-2558-4C91-B425-AB719F17C52A}" dt="2023-07-13T16:20:54.655" v="386" actId="20577"/>
          <ac:spMkLst>
            <pc:docMk/>
            <pc:sldMk cId="475964468" sldId="310"/>
            <ac:spMk id="6" creationId="{5C28ED0F-3DF9-473D-5DD5-50D48ED082FA}"/>
          </ac:spMkLst>
        </pc:spChg>
        <pc:spChg chg="mod">
          <ac:chgData name="Cassandra WALKER" userId="7d551a76-2a3b-46ce-9612-27f9694a0380" providerId="ADAL" clId="{6AAC3E8D-2558-4C91-B425-AB719F17C52A}" dt="2023-07-13T16:21:16.932" v="399" actId="20577"/>
          <ac:spMkLst>
            <pc:docMk/>
            <pc:sldMk cId="475964468" sldId="310"/>
            <ac:spMk id="9" creationId="{5C2CACA0-144C-1FA4-3B93-3821251A134B}"/>
          </ac:spMkLst>
        </pc:spChg>
        <pc:spChg chg="mod">
          <ac:chgData name="Cassandra WALKER" userId="7d551a76-2a3b-46ce-9612-27f9694a0380" providerId="ADAL" clId="{6AAC3E8D-2558-4C91-B425-AB719F17C52A}" dt="2023-07-13T16:20:59.917" v="389" actId="20577"/>
          <ac:spMkLst>
            <pc:docMk/>
            <pc:sldMk cId="475964468" sldId="310"/>
            <ac:spMk id="17" creationId="{EBE5976E-B8EE-C91A-61C7-41EE920339DA}"/>
          </ac:spMkLst>
        </pc:spChg>
        <pc:spChg chg="mod">
          <ac:chgData name="Cassandra WALKER" userId="7d551a76-2a3b-46ce-9612-27f9694a0380" providerId="ADAL" clId="{6AAC3E8D-2558-4C91-B425-AB719F17C52A}" dt="2023-07-13T16:21:02.812" v="394" actId="20577"/>
          <ac:spMkLst>
            <pc:docMk/>
            <pc:sldMk cId="475964468" sldId="310"/>
            <ac:spMk id="18" creationId="{D18ED16F-1385-C386-3999-5DBC532DC256}"/>
          </ac:spMkLst>
        </pc:spChg>
        <pc:cxnChg chg="mod">
          <ac:chgData name="Cassandra WALKER" userId="7d551a76-2a3b-46ce-9612-27f9694a0380" providerId="ADAL" clId="{6AAC3E8D-2558-4C91-B425-AB719F17C52A}" dt="2023-07-13T16:21:50.158" v="411" actId="14100"/>
          <ac:cxnSpMkLst>
            <pc:docMk/>
            <pc:sldMk cId="475964468" sldId="310"/>
            <ac:cxnSpMk id="8" creationId="{9D59422C-9108-259D-0994-4049D64FC570}"/>
          </ac:cxnSpMkLst>
        </pc:cxnChg>
      </pc:sldChg>
      <pc:sldChg chg="modSp mod">
        <pc:chgData name="Cassandra WALKER" userId="7d551a76-2a3b-46ce-9612-27f9694a0380" providerId="ADAL" clId="{6AAC3E8D-2558-4C91-B425-AB719F17C52A}" dt="2023-07-13T15:47:42.650" v="300" actId="20577"/>
        <pc:sldMkLst>
          <pc:docMk/>
          <pc:sldMk cId="721206394" sldId="311"/>
        </pc:sldMkLst>
        <pc:spChg chg="mod">
          <ac:chgData name="Cassandra WALKER" userId="7d551a76-2a3b-46ce-9612-27f9694a0380" providerId="ADAL" clId="{6AAC3E8D-2558-4C91-B425-AB719F17C52A}" dt="2023-07-13T15:47:42.650" v="300" actId="20577"/>
          <ac:spMkLst>
            <pc:docMk/>
            <pc:sldMk cId="721206394" sldId="311"/>
            <ac:spMk id="3" creationId="{00000000-0000-0000-0000-000000000000}"/>
          </ac:spMkLst>
        </pc:spChg>
      </pc:sldChg>
      <pc:sldChg chg="modSp del mod">
        <pc:chgData name="Cassandra WALKER" userId="7d551a76-2a3b-46ce-9612-27f9694a0380" providerId="ADAL" clId="{6AAC3E8D-2558-4C91-B425-AB719F17C52A}" dt="2023-07-13T15:44:03.710" v="198" actId="47"/>
        <pc:sldMkLst>
          <pc:docMk/>
          <pc:sldMk cId="358726913" sldId="312"/>
        </pc:sldMkLst>
        <pc:spChg chg="mod">
          <ac:chgData name="Cassandra WALKER" userId="7d551a76-2a3b-46ce-9612-27f9694a0380" providerId="ADAL" clId="{6AAC3E8D-2558-4C91-B425-AB719F17C52A}" dt="2023-07-13T15:43:59.521" v="195" actId="21"/>
          <ac:spMkLst>
            <pc:docMk/>
            <pc:sldMk cId="358726913" sldId="312"/>
            <ac:spMk id="3" creationId="{00000000-0000-0000-0000-000000000000}"/>
          </ac:spMkLst>
        </pc:spChg>
      </pc:sldChg>
      <pc:sldMasterChg chg="modSldLayout">
        <pc:chgData name="Cassandra WALKER" userId="7d551a76-2a3b-46ce-9612-27f9694a0380" providerId="ADAL" clId="{6AAC3E8D-2558-4C91-B425-AB719F17C52A}" dt="2023-07-13T15:45:30.539" v="213" actId="790"/>
        <pc:sldMasterMkLst>
          <pc:docMk/>
          <pc:sldMasterMk cId="818424624" sldId="2147483665"/>
        </pc:sldMasterMkLst>
        <pc:sldLayoutChg chg="modSp mod">
          <pc:chgData name="Cassandra WALKER" userId="7d551a76-2a3b-46ce-9612-27f9694a0380" providerId="ADAL" clId="{6AAC3E8D-2558-4C91-B425-AB719F17C52A}" dt="2023-07-13T15:45:30.539" v="213" actId="790"/>
          <pc:sldLayoutMkLst>
            <pc:docMk/>
            <pc:sldMasterMk cId="818424624" sldId="2147483665"/>
            <pc:sldLayoutMk cId="92110770" sldId="2147483672"/>
          </pc:sldLayoutMkLst>
          <pc:spChg chg="mod">
            <ac:chgData name="Cassandra WALKER" userId="7d551a76-2a3b-46ce-9612-27f9694a0380" providerId="ADAL" clId="{6AAC3E8D-2558-4C91-B425-AB719F17C52A}" dt="2023-07-13T15:45:30.539" v="213" actId="790"/>
            <ac:spMkLst>
              <pc:docMk/>
              <pc:sldMasterMk cId="818424624" sldId="2147483665"/>
              <pc:sldLayoutMk cId="92110770" sldId="2147483672"/>
              <ac:spMk id="7" creationId="{45E43B2A-AD48-1C47-BB21-AA2602857130}"/>
            </ac:spMkLst>
          </pc:spChg>
        </pc:sldLayoutChg>
      </pc:sldMasterChg>
    </pc:docChg>
  </pc:docChgLst>
  <pc:docChgLst>
    <pc:chgData name="Alirah WEYORI" userId="1c7cbaa8-91f0-4806-8632-e4be5028c1b4" providerId="ADAL" clId="{21D2C52A-EC1F-40F2-BE81-8036B155B52F}"/>
    <pc:docChg chg="modSld">
      <pc:chgData name="Alirah WEYORI" userId="1c7cbaa8-91f0-4806-8632-e4be5028c1b4" providerId="ADAL" clId="{21D2C52A-EC1F-40F2-BE81-8036B155B52F}" dt="2024-04-24T10:33:34.240" v="44" actId="14100"/>
      <pc:docMkLst>
        <pc:docMk/>
      </pc:docMkLst>
      <pc:sldChg chg="modSp mod">
        <pc:chgData name="Alirah WEYORI" userId="1c7cbaa8-91f0-4806-8632-e4be5028c1b4" providerId="ADAL" clId="{21D2C52A-EC1F-40F2-BE81-8036B155B52F}" dt="2024-04-24T10:33:34.240" v="44" actId="14100"/>
        <pc:sldMkLst>
          <pc:docMk/>
          <pc:sldMk cId="721206394" sldId="311"/>
        </pc:sldMkLst>
        <pc:spChg chg="mod">
          <ac:chgData name="Alirah WEYORI" userId="1c7cbaa8-91f0-4806-8632-e4be5028c1b4" providerId="ADAL" clId="{21D2C52A-EC1F-40F2-BE81-8036B155B52F}" dt="2024-04-24T10:33:34.240" v="44" actId="14100"/>
          <ac:spMkLst>
            <pc:docMk/>
            <pc:sldMk cId="721206394" sldId="311"/>
            <ac:spMk id="3" creationId="{00000000-0000-0000-0000-000000000000}"/>
          </ac:spMkLst>
        </pc:spChg>
      </pc:sldChg>
    </pc:docChg>
  </pc:docChgLst>
  <pc:docChgLst>
    <pc:chgData name="Cassandra WALKER" userId="S::cassandra.walker@wfp.org::7d551a76-2a3b-46ce-9612-27f9694a0380" providerId="AD" clId="Web-{132A0B34-5DC9-8ADB-EDCE-5F2B39A9AC77}"/>
    <pc:docChg chg="addSld delSld modSld sldOrd">
      <pc:chgData name="Cassandra WALKER" userId="S::cassandra.walker@wfp.org::7d551a76-2a3b-46ce-9612-27f9694a0380" providerId="AD" clId="Web-{132A0B34-5DC9-8ADB-EDCE-5F2B39A9AC77}" dt="2023-07-13T15:29:50.366" v="236" actId="20577"/>
      <pc:docMkLst>
        <pc:docMk/>
      </pc:docMkLst>
      <pc:sldChg chg="addSp delSp modSp modNotes">
        <pc:chgData name="Cassandra WALKER" userId="S::cassandra.walker@wfp.org::7d551a76-2a3b-46ce-9612-27f9694a0380" providerId="AD" clId="Web-{132A0B34-5DC9-8ADB-EDCE-5F2B39A9AC77}" dt="2023-07-13T15:17:08.929" v="213"/>
        <pc:sldMkLst>
          <pc:docMk/>
          <pc:sldMk cId="1472955817" sldId="261"/>
        </pc:sldMkLst>
        <pc:spChg chg="mod">
          <ac:chgData name="Cassandra WALKER" userId="S::cassandra.walker@wfp.org::7d551a76-2a3b-46ce-9612-27f9694a0380" providerId="AD" clId="Web-{132A0B34-5DC9-8ADB-EDCE-5F2B39A9AC77}" dt="2023-07-13T15:13:45.467" v="207" actId="1076"/>
          <ac:spMkLst>
            <pc:docMk/>
            <pc:sldMk cId="1472955817" sldId="261"/>
            <ac:spMk id="9" creationId="{1A015D9C-C9D3-D64F-ADA5-742B12AEEA7C}"/>
          </ac:spMkLst>
        </pc:spChg>
        <pc:picChg chg="add del mod">
          <ac:chgData name="Cassandra WALKER" userId="S::cassandra.walker@wfp.org::7d551a76-2a3b-46ce-9612-27f9694a0380" providerId="AD" clId="Web-{132A0B34-5DC9-8ADB-EDCE-5F2B39A9AC77}" dt="2023-07-13T15:13:20.826" v="198"/>
          <ac:picMkLst>
            <pc:docMk/>
            <pc:sldMk cId="1472955817" sldId="261"/>
            <ac:picMk id="2" creationId="{5113492D-7AFE-F7F4-0841-32EA86940509}"/>
          </ac:picMkLst>
        </pc:picChg>
        <pc:picChg chg="add mod">
          <ac:chgData name="Cassandra WALKER" userId="S::cassandra.walker@wfp.org::7d551a76-2a3b-46ce-9612-27f9694a0380" providerId="AD" clId="Web-{132A0B34-5DC9-8ADB-EDCE-5F2B39A9AC77}" dt="2023-07-13T15:13:32.686" v="204" actId="1076"/>
          <ac:picMkLst>
            <pc:docMk/>
            <pc:sldMk cId="1472955817" sldId="261"/>
            <ac:picMk id="3" creationId="{338928D0-70F9-C3B1-3AC0-30895A2118C3}"/>
          </ac:picMkLst>
        </pc:picChg>
      </pc:sldChg>
      <pc:sldChg chg="modSp ord">
        <pc:chgData name="Cassandra WALKER" userId="S::cassandra.walker@wfp.org::7d551a76-2a3b-46ce-9612-27f9694a0380" providerId="AD" clId="Web-{132A0B34-5DC9-8ADB-EDCE-5F2B39A9AC77}" dt="2023-07-13T15:07:02.045" v="151" actId="20577"/>
        <pc:sldMkLst>
          <pc:docMk/>
          <pc:sldMk cId="1261453650" sldId="277"/>
        </pc:sldMkLst>
        <pc:spChg chg="mod">
          <ac:chgData name="Cassandra WALKER" userId="S::cassandra.walker@wfp.org::7d551a76-2a3b-46ce-9612-27f9694a0380" providerId="AD" clId="Web-{132A0B34-5DC9-8ADB-EDCE-5F2B39A9AC77}" dt="2023-07-13T15:07:02.045" v="151" actId="20577"/>
          <ac:spMkLst>
            <pc:docMk/>
            <pc:sldMk cId="1261453650" sldId="277"/>
            <ac:spMk id="5" creationId="{AA2E673B-7418-3875-06A7-6B9E0C1DFEC1}"/>
          </ac:spMkLst>
        </pc:spChg>
      </pc:sldChg>
      <pc:sldChg chg="delSp">
        <pc:chgData name="Cassandra WALKER" userId="S::cassandra.walker@wfp.org::7d551a76-2a3b-46ce-9612-27f9694a0380" providerId="AD" clId="Web-{132A0B34-5DC9-8ADB-EDCE-5F2B39A9AC77}" dt="2023-07-13T15:07:41.234" v="154"/>
        <pc:sldMkLst>
          <pc:docMk/>
          <pc:sldMk cId="1390366204" sldId="286"/>
        </pc:sldMkLst>
        <pc:spChg chg="del">
          <ac:chgData name="Cassandra WALKER" userId="S::cassandra.walker@wfp.org::7d551a76-2a3b-46ce-9612-27f9694a0380" providerId="AD" clId="Web-{132A0B34-5DC9-8ADB-EDCE-5F2B39A9AC77}" dt="2023-07-13T15:07:41.234" v="154"/>
          <ac:spMkLst>
            <pc:docMk/>
            <pc:sldMk cId="1390366204" sldId="286"/>
            <ac:spMk id="6" creationId="{976CF346-227C-9D0A-FCA6-48B7717B8252}"/>
          </ac:spMkLst>
        </pc:spChg>
        <pc:graphicFrameChg chg="del">
          <ac:chgData name="Cassandra WALKER" userId="S::cassandra.walker@wfp.org::7d551a76-2a3b-46ce-9612-27f9694a0380" providerId="AD" clId="Web-{132A0B34-5DC9-8ADB-EDCE-5F2B39A9AC77}" dt="2023-07-13T15:07:33.515" v="153"/>
          <ac:graphicFrameMkLst>
            <pc:docMk/>
            <pc:sldMk cId="1390366204" sldId="286"/>
            <ac:graphicFrameMk id="7" creationId="{4DC19564-DA97-85B7-C134-AB5663E5E240}"/>
          </ac:graphicFrameMkLst>
        </pc:graphicFrameChg>
      </pc:sldChg>
      <pc:sldChg chg="modSp">
        <pc:chgData name="Cassandra WALKER" userId="S::cassandra.walker@wfp.org::7d551a76-2a3b-46ce-9612-27f9694a0380" providerId="AD" clId="Web-{132A0B34-5DC9-8ADB-EDCE-5F2B39A9AC77}" dt="2023-07-13T15:10:38.991" v="179" actId="20577"/>
        <pc:sldMkLst>
          <pc:docMk/>
          <pc:sldMk cId="1042580577" sldId="287"/>
        </pc:sldMkLst>
        <pc:spChg chg="mod">
          <ac:chgData name="Cassandra WALKER" userId="S::cassandra.walker@wfp.org::7d551a76-2a3b-46ce-9612-27f9694a0380" providerId="AD" clId="Web-{132A0B34-5DC9-8ADB-EDCE-5F2B39A9AC77}" dt="2023-07-13T15:07:13.483" v="152" actId="20577"/>
          <ac:spMkLst>
            <pc:docMk/>
            <pc:sldMk cId="1042580577" sldId="287"/>
            <ac:spMk id="2" creationId="{F029B89D-5416-48E5-81EA-436AE51F041C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10:38.991" v="179" actId="20577"/>
          <ac:spMkLst>
            <pc:docMk/>
            <pc:sldMk cId="1042580577" sldId="287"/>
            <ac:spMk id="3" creationId="{BA0B35CF-F8D9-4777-A432-1DE7A6FC16DC}"/>
          </ac:spMkLst>
        </pc:spChg>
      </pc:sldChg>
      <pc:sldChg chg="modSp del">
        <pc:chgData name="Cassandra WALKER" userId="S::cassandra.walker@wfp.org::7d551a76-2a3b-46ce-9612-27f9694a0380" providerId="AD" clId="Web-{132A0B34-5DC9-8ADB-EDCE-5F2B39A9AC77}" dt="2023-07-13T14:54:19.810" v="20"/>
        <pc:sldMkLst>
          <pc:docMk/>
          <pc:sldMk cId="434839054" sldId="292"/>
        </pc:sldMkLst>
        <pc:spChg chg="mod">
          <ac:chgData name="Cassandra WALKER" userId="S::cassandra.walker@wfp.org::7d551a76-2a3b-46ce-9612-27f9694a0380" providerId="AD" clId="Web-{132A0B34-5DC9-8ADB-EDCE-5F2B39A9AC77}" dt="2023-07-13T14:53:53.231" v="19" actId="20577"/>
          <ac:spMkLst>
            <pc:docMk/>
            <pc:sldMk cId="434839054" sldId="292"/>
            <ac:spMk id="2" creationId="{F029B89D-5416-48E5-81EA-436AE51F041C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01.271" v="226"/>
        <pc:sldMkLst>
          <pc:docMk/>
          <pc:sldMk cId="12140453" sldId="293"/>
        </pc:sldMkLst>
        <pc:spChg chg="mod">
          <ac:chgData name="Cassandra WALKER" userId="S::cassandra.walker@wfp.org::7d551a76-2a3b-46ce-9612-27f9694a0380" providerId="AD" clId="Web-{132A0B34-5DC9-8ADB-EDCE-5F2B39A9AC77}" dt="2023-07-13T15:29:01.271" v="226"/>
          <ac:spMkLst>
            <pc:docMk/>
            <pc:sldMk cId="12140453" sldId="293"/>
            <ac:spMk id="2" creationId="{F029B89D-5416-48E5-81EA-436AE51F041C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8:52.083" v="225" actId="20577"/>
          <ac:spMkLst>
            <pc:docMk/>
            <pc:sldMk cId="12140453" sldId="293"/>
            <ac:spMk id="3" creationId="{BA0B35CF-F8D9-4777-A432-1DE7A6FC16DC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07.099" v="227"/>
        <pc:sldMkLst>
          <pc:docMk/>
          <pc:sldMk cId="2571662685" sldId="296"/>
        </pc:sldMkLst>
        <pc:spChg chg="mod">
          <ac:chgData name="Cassandra WALKER" userId="S::cassandra.walker@wfp.org::7d551a76-2a3b-46ce-9612-27f9694a0380" providerId="AD" clId="Web-{132A0B34-5DC9-8ADB-EDCE-5F2B39A9AC77}" dt="2023-07-13T15:29:07.099" v="227"/>
          <ac:spMkLst>
            <pc:docMk/>
            <pc:sldMk cId="2571662685" sldId="296"/>
            <ac:spMk id="2" creationId="{7F999FF3-0E37-AD51-18F7-3D20C12981BD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12:09.948" v="192" actId="20577"/>
          <ac:spMkLst>
            <pc:docMk/>
            <pc:sldMk cId="2571662685" sldId="296"/>
            <ac:spMk id="3" creationId="{63505D0D-7CB2-2242-BE0E-B72CE5E5E8F7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11:10.961" v="189" actId="20577"/>
        <pc:sldMkLst>
          <pc:docMk/>
          <pc:sldMk cId="667740432" sldId="301"/>
        </pc:sldMkLst>
        <pc:spChg chg="mod">
          <ac:chgData name="Cassandra WALKER" userId="S::cassandra.walker@wfp.org::7d551a76-2a3b-46ce-9612-27f9694a0380" providerId="AD" clId="Web-{132A0B34-5DC9-8ADB-EDCE-5F2B39A9AC77}" dt="2023-07-13T15:11:10.961" v="189" actId="20577"/>
          <ac:spMkLst>
            <pc:docMk/>
            <pc:sldMk cId="667740432" sldId="301"/>
            <ac:spMk id="107" creationId="{B8E08D19-9EC5-420E-85B6-D43143E224B1}"/>
          </ac:spMkLst>
        </pc:spChg>
      </pc:sldChg>
      <pc:sldChg chg="modSp">
        <pc:chgData name="Cassandra WALKER" userId="S::cassandra.walker@wfp.org::7d551a76-2a3b-46ce-9612-27f9694a0380" providerId="AD" clId="Web-{132A0B34-5DC9-8ADB-EDCE-5F2B39A9AC77}" dt="2023-07-13T15:29:50.366" v="236" actId="20577"/>
        <pc:sldMkLst>
          <pc:docMk/>
          <pc:sldMk cId="309291614" sldId="304"/>
        </pc:sldMkLst>
        <pc:spChg chg="mod">
          <ac:chgData name="Cassandra WALKER" userId="S::cassandra.walker@wfp.org::7d551a76-2a3b-46ce-9612-27f9694a0380" providerId="AD" clId="Web-{132A0B34-5DC9-8ADB-EDCE-5F2B39A9AC77}" dt="2023-07-13T15:29:50.366" v="236" actId="20577"/>
          <ac:spMkLst>
            <pc:docMk/>
            <pc:sldMk cId="309291614" sldId="304"/>
            <ac:spMk id="3" creationId="{82B10C7A-2E3F-185C-4E55-0859BF7B2776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36.428" v="233" actId="20577"/>
          <ac:spMkLst>
            <pc:docMk/>
            <pc:sldMk cId="309291614" sldId="304"/>
            <ac:spMk id="7" creationId="{93750393-C4E8-2A3B-967F-A064AE94C8AB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42.116" v="235" actId="20577"/>
          <ac:spMkLst>
            <pc:docMk/>
            <pc:sldMk cId="309291614" sldId="304"/>
            <ac:spMk id="14" creationId="{CCE27503-62D8-5D32-C3BF-3FCB7E983EF2}"/>
          </ac:spMkLst>
        </pc:spChg>
        <pc:spChg chg="mod">
          <ac:chgData name="Cassandra WALKER" userId="S::cassandra.walker@wfp.org::7d551a76-2a3b-46ce-9612-27f9694a0380" providerId="AD" clId="Web-{132A0B34-5DC9-8ADB-EDCE-5F2B39A9AC77}" dt="2023-07-13T15:29:14.084" v="229" actId="20577"/>
          <ac:spMkLst>
            <pc:docMk/>
            <pc:sldMk cId="309291614" sldId="304"/>
            <ac:spMk id="27" creationId="{2D0E0F6B-5083-5435-2B47-5382D68547FE}"/>
          </ac:spMkLst>
        </pc:spChg>
        <pc:cxnChg chg="mod">
          <ac:chgData name="Cassandra WALKER" userId="S::cassandra.walker@wfp.org::7d551a76-2a3b-46ce-9612-27f9694a0380" providerId="AD" clId="Web-{132A0B34-5DC9-8ADB-EDCE-5F2B39A9AC77}" dt="2023-07-13T15:14:24.656" v="211" actId="1076"/>
          <ac:cxnSpMkLst>
            <pc:docMk/>
            <pc:sldMk cId="309291614" sldId="304"/>
            <ac:cxnSpMk id="58" creationId="{B60F1896-1466-4105-B802-82071799A00B}"/>
          </ac:cxnSpMkLst>
        </pc:cxnChg>
      </pc:sldChg>
      <pc:sldChg chg="modSp">
        <pc:chgData name="Cassandra WALKER" userId="S::cassandra.walker@wfp.org::7d551a76-2a3b-46ce-9612-27f9694a0380" providerId="AD" clId="Web-{132A0B34-5DC9-8ADB-EDCE-5F2B39A9AC77}" dt="2023-07-13T14:55:18.625" v="30" actId="20577"/>
        <pc:sldMkLst>
          <pc:docMk/>
          <pc:sldMk cId="1860416198" sldId="306"/>
        </pc:sldMkLst>
        <pc:spChg chg="mod">
          <ac:chgData name="Cassandra WALKER" userId="S::cassandra.walker@wfp.org::7d551a76-2a3b-46ce-9612-27f9694a0380" providerId="AD" clId="Web-{132A0B34-5DC9-8ADB-EDCE-5F2B39A9AC77}" dt="2023-07-13T14:55:18.625" v="30" actId="20577"/>
          <ac:spMkLst>
            <pc:docMk/>
            <pc:sldMk cId="1860416198" sldId="306"/>
            <ac:spMk id="4" creationId="{43641339-8560-7BE9-2C09-A2F73AFF18B0}"/>
          </ac:spMkLst>
        </pc:spChg>
      </pc:sldChg>
      <pc:sldChg chg="add modNotes">
        <pc:chgData name="Cassandra WALKER" userId="S::cassandra.walker@wfp.org::7d551a76-2a3b-46ce-9612-27f9694a0380" providerId="AD" clId="Web-{132A0B34-5DC9-8ADB-EDCE-5F2B39A9AC77}" dt="2023-07-13T15:28:22.347" v="217"/>
        <pc:sldMkLst>
          <pc:docMk/>
          <pc:sldMk cId="721206394" sldId="311"/>
        </pc:sldMkLst>
      </pc:sldChg>
      <pc:sldChg chg="del">
        <pc:chgData name="Cassandra WALKER" userId="S::cassandra.walker@wfp.org::7d551a76-2a3b-46ce-9612-27f9694a0380" providerId="AD" clId="Web-{132A0B34-5DC9-8ADB-EDCE-5F2B39A9AC77}" dt="2023-07-13T15:05:22.337" v="135"/>
        <pc:sldMkLst>
          <pc:docMk/>
          <pc:sldMk cId="2986976553" sldId="311"/>
        </pc:sldMkLst>
      </pc:sldChg>
      <pc:sldChg chg="add">
        <pc:chgData name="Cassandra WALKER" userId="S::cassandra.walker@wfp.org::7d551a76-2a3b-46ce-9612-27f9694a0380" providerId="AD" clId="Web-{132A0B34-5DC9-8ADB-EDCE-5F2B39A9AC77}" dt="2023-07-13T15:17:32.414" v="215"/>
        <pc:sldMkLst>
          <pc:docMk/>
          <pc:sldMk cId="358726913" sldId="312"/>
        </pc:sldMkLst>
      </pc:sldChg>
      <pc:sldMasterChg chg="addSldLayout">
        <pc:chgData name="Cassandra WALKER" userId="S::cassandra.walker@wfp.org::7d551a76-2a3b-46ce-9612-27f9694a0380" providerId="AD" clId="Web-{132A0B34-5DC9-8ADB-EDCE-5F2B39A9AC77}" dt="2023-07-13T15:17:19.085" v="214"/>
        <pc:sldMasterMkLst>
          <pc:docMk/>
          <pc:sldMasterMk cId="818424624" sldId="2147483665"/>
        </pc:sldMasterMkLst>
        <pc:sldLayoutChg chg="add">
          <pc:chgData name="Cassandra WALKER" userId="S::cassandra.walker@wfp.org::7d551a76-2a3b-46ce-9612-27f9694a0380" providerId="AD" clId="Web-{132A0B34-5DC9-8ADB-EDCE-5F2B39A9AC77}" dt="2023-07-13T15:17:19.085" v="214"/>
          <pc:sldLayoutMkLst>
            <pc:docMk/>
            <pc:sldMasterMk cId="818424624" sldId="2147483665"/>
            <pc:sldLayoutMk cId="1046272739" sldId="2147483675"/>
          </pc:sldLayoutMkLst>
        </pc:sldLayoutChg>
        <pc:sldLayoutChg chg="add">
          <pc:chgData name="Cassandra WALKER" userId="S::cassandra.walker@wfp.org::7d551a76-2a3b-46ce-9612-27f9694a0380" providerId="AD" clId="Web-{132A0B34-5DC9-8ADB-EDCE-5F2B39A9AC77}" dt="2023-07-13T15:17:19.085" v="214"/>
          <pc:sldLayoutMkLst>
            <pc:docMk/>
            <pc:sldMasterMk cId="818424624" sldId="2147483665"/>
            <pc:sldLayoutMk cId="2145421068" sldId="214748367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FAB1A-079C-564C-A3B2-E630BC843578}" type="datetimeFigureOut">
              <a:rPr lang="it-IT" smtClean="0"/>
              <a:t>24/04/2024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00685-03CC-EF47-A6B6-8CB07CAC109C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66613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21A65-5E85-7243-A45D-5622BE4ACE07}" type="datetimeFigureOut">
              <a:rPr lang="it-IT" smtClean="0"/>
              <a:t>24/04/2024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7884D-8063-894A-9B96-2E8B250142EB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342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fp.org/publications/consolidated-approach-reporting-indicators-food-security-cari-guidelines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CARI </a:t>
            </a:r>
            <a:r>
              <a:rPr lang="en-GB" dirty="0" err="1"/>
              <a:t>est</a:t>
            </a:r>
            <a:r>
              <a:rPr lang="en-GB" dirty="0"/>
              <a:t> </a:t>
            </a:r>
            <a:r>
              <a:rPr lang="en-GB" dirty="0" err="1"/>
              <a:t>l'abréviation</a:t>
            </a:r>
            <a:r>
              <a:rPr lang="en-GB" dirty="0"/>
              <a:t> de Consolidated Approach for Reporting Indicators of Food Security (</a:t>
            </a:r>
            <a:r>
              <a:rPr lang="en-GB" dirty="0" err="1"/>
              <a:t>approche</a:t>
            </a:r>
            <a:r>
              <a:rPr lang="en-GB" dirty="0"/>
              <a:t> </a:t>
            </a:r>
            <a:r>
              <a:rPr lang="en-GB" dirty="0" err="1"/>
              <a:t>consolidée</a:t>
            </a:r>
            <a:r>
              <a:rPr lang="en-GB" dirty="0"/>
              <a:t> pour </a:t>
            </a:r>
            <a:r>
              <a:rPr lang="en-GB" dirty="0" err="1"/>
              <a:t>l'établissement</a:t>
            </a:r>
            <a:r>
              <a:rPr lang="en-GB" dirty="0"/>
              <a:t> de rapports sur les </a:t>
            </a:r>
            <a:r>
              <a:rPr lang="en-GB" dirty="0" err="1"/>
              <a:t>indicateurs</a:t>
            </a:r>
            <a:r>
              <a:rPr lang="en-GB" dirty="0"/>
              <a:t> de </a:t>
            </a:r>
            <a:r>
              <a:rPr lang="en-GB" dirty="0" err="1"/>
              <a:t>sécurité</a:t>
            </a:r>
            <a:r>
              <a:rPr lang="en-GB" dirty="0"/>
              <a:t> </a:t>
            </a:r>
            <a:r>
              <a:rPr lang="en-GB" dirty="0" err="1"/>
              <a:t>alimentaire</a:t>
            </a:r>
            <a:r>
              <a:rPr lang="en-GB" dirty="0"/>
              <a:t>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06720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1" indent="-342900">
              <a:spcBef>
                <a:spcPts val="1000"/>
              </a:spcBef>
            </a:pPr>
            <a:endParaRPr lang="en-US" sz="1200" dirty="0">
              <a:solidFill>
                <a:schemeClr val="tx1">
                  <a:lumMod val="50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950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l'</a:t>
            </a:r>
            <a:r>
              <a:rPr lang="fr-FR" u="sng" dirty="0">
                <a:hlinkClick r:id="rId3"/>
              </a:rPr>
              <a:t>Approche consolidée pour le Compte rendu des indicateurs de sécurité alimentaire (CARI)</a:t>
            </a:r>
            <a:r>
              <a:rPr lang="fr-FR" dirty="0"/>
              <a:t> 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70222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7977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5245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442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3884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votre rôle dans cette étude est très important et nous apprécions beaucoup votre engagement !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7884D-8063-894A-9B96-2E8B250142EB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2289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763591BB-DB01-D043-A519-067963333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80232" y="643259"/>
            <a:ext cx="991329" cy="264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96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46311" y="664870"/>
            <a:ext cx="10542124" cy="115200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="1" i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title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846312" y="1919941"/>
            <a:ext cx="10542124" cy="4100053"/>
          </a:xfrm>
        </p:spPr>
        <p:txBody>
          <a:bodyPr>
            <a:noAutofit/>
          </a:bodyPr>
          <a:lstStyle>
            <a:lvl1pPr marL="342900" indent="-3429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1pPr>
            <a:lvl2pPr marL="7429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2pPr>
            <a:lvl3pPr marL="12001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baseline="0"/>
            </a:lvl3pPr>
            <a:lvl4pPr marL="16573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114550" indent="-28575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93736" y="5969757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2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099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078019" y="1795071"/>
            <a:ext cx="5513982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423F2EF9-E3A7-7C43-99DB-3D909AA2C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C72777E0-737A-CE4D-97A6-44B3AB1E52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45E43B2A-AD48-1C47-BB21-AA2602857130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fr-FR" sz="3600" b="0" kern="1400" spc="230" noProof="0" dirty="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fr-FR" sz="3600" b="0" kern="1400" spc="230" noProof="0" dirty="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1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539999" y="1795071"/>
            <a:ext cx="5460945" cy="4100053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800" spc="60" baseline="0"/>
            </a:lvl1pPr>
            <a:lvl2pPr marL="6858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600" spc="60" baseline="0"/>
            </a:lvl2pPr>
            <a:lvl3pPr marL="11430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400" spc="60" baseline="0"/>
            </a:lvl3pPr>
            <a:lvl4pPr marL="16002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4pPr>
            <a:lvl5pPr marL="2057400" indent="-228600">
              <a:lnSpc>
                <a:spcPct val="100000"/>
              </a:lnSpc>
              <a:buClr>
                <a:srgbClr val="0070BA"/>
              </a:buClr>
              <a:buFont typeface="Arial" charset="0"/>
              <a:buChar char="•"/>
              <a:defRPr sz="1200" spc="60" baseline="0"/>
            </a:lvl5pPr>
          </a:lstStyle>
          <a:p>
            <a:pPr lvl="0"/>
            <a:r>
              <a:rPr lang="it-IT"/>
              <a:t>Click to </a:t>
            </a: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tex</a:t>
            </a:r>
            <a:endParaRPr lang="it-IT"/>
          </a:p>
          <a:p>
            <a:pPr lvl="1"/>
            <a:r>
              <a:rPr lang="it-IT"/>
              <a:t>Second </a:t>
            </a:r>
            <a:r>
              <a:rPr lang="it-IT" err="1"/>
              <a:t>level</a:t>
            </a:r>
            <a:endParaRPr lang="it-IT"/>
          </a:p>
          <a:p>
            <a:pPr lvl="2"/>
            <a:r>
              <a:rPr lang="it-IT"/>
              <a:t>Third </a:t>
            </a:r>
            <a:r>
              <a:rPr lang="it-IT" err="1"/>
              <a:t>level</a:t>
            </a:r>
            <a:endParaRPr lang="it-IT"/>
          </a:p>
          <a:p>
            <a:pPr lvl="3"/>
            <a:r>
              <a:rPr lang="it-IT" err="1"/>
              <a:t>Fourth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  <a:p>
            <a:pPr lvl="4"/>
            <a:r>
              <a:rPr lang="it-IT" err="1"/>
              <a:t>Fifth</a:t>
            </a:r>
            <a:r>
              <a:rPr lang="it-IT"/>
              <a:t> </a:t>
            </a:r>
            <a:r>
              <a:rPr lang="it-IT" err="1"/>
              <a:t>level</a:t>
            </a:r>
            <a:endParaRPr lang="it-IT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29D93D5-8F53-3444-8F3E-BBF377575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94425" y="1795463"/>
            <a:ext cx="5397500" cy="4098925"/>
          </a:xfrm>
        </p:spPr>
        <p:txBody>
          <a:bodyPr/>
          <a:lstStyle/>
          <a:p>
            <a:r>
              <a:rPr lang="en-GB"/>
              <a:t>Click icon to add picture</a:t>
            </a:r>
            <a:endParaRPr lang="it-IT"/>
          </a:p>
        </p:txBody>
      </p:sp>
      <p:sp>
        <p:nvSpPr>
          <p:cNvPr id="8" name="Segnaposto numero diapositiva 5">
            <a:extLst>
              <a:ext uri="{FF2B5EF4-FFF2-40B4-BE49-F238E27FC236}">
                <a16:creationId xmlns:a16="http://schemas.microsoft.com/office/drawing/2014/main" id="{592D85CC-EB0C-D645-85D6-3DB77E029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98482" y="6055012"/>
            <a:ext cx="1027267" cy="365125"/>
          </a:xfrm>
        </p:spPr>
        <p:txBody>
          <a:bodyPr/>
          <a:lstStyle/>
          <a:p>
            <a:fld id="{2026EB2A-1F26-4143-92A6-3B752CD465DB}" type="slidenum">
              <a:rPr lang="it-IT" smtClean="0"/>
              <a:t>‹#›</a:t>
            </a:fld>
            <a:endParaRPr lang="it-IT"/>
          </a:p>
        </p:txBody>
      </p:sp>
      <p:pic>
        <p:nvPicPr>
          <p:cNvPr id="10" name="Immagine 6">
            <a:extLst>
              <a:ext uri="{FF2B5EF4-FFF2-40B4-BE49-F238E27FC236}">
                <a16:creationId xmlns:a16="http://schemas.microsoft.com/office/drawing/2014/main" id="{EE9D2174-1656-564C-9C34-210AF0606E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03066" y="5663048"/>
            <a:ext cx="1625642" cy="797675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622D786E-D5DB-B346-B2FA-981C681ADAA2}"/>
              </a:ext>
            </a:extLst>
          </p:cNvPr>
          <p:cNvSpPr txBox="1">
            <a:spLocks/>
          </p:cNvSpPr>
          <p:nvPr userDrawn="1"/>
        </p:nvSpPr>
        <p:spPr>
          <a:xfrm>
            <a:off x="717181" y="716415"/>
            <a:ext cx="11052002" cy="66255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spc="60" baseline="0">
                <a:solidFill>
                  <a:srgbClr val="0070BA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en-GB" sz="3600" b="0" kern="1400" spc="230">
                <a:solidFill>
                  <a:schemeClr val="tx1"/>
                </a:solidFill>
                <a:latin typeface="HALDEN SOLID" pitchFamily="2" charset="0"/>
              </a:rPr>
              <a:t>Slide title lorem ipsum </a:t>
            </a:r>
            <a:r>
              <a:rPr lang="en-GB" sz="3600" b="0" kern="1400" spc="230" err="1">
                <a:solidFill>
                  <a:schemeClr val="tx1"/>
                </a:solidFill>
                <a:latin typeface="HALDEN SOLID" pitchFamily="2" charset="0"/>
              </a:rPr>
              <a:t>dolor</a:t>
            </a:r>
            <a:endParaRPr lang="en-GB" sz="3600" b="0" kern="1400" spc="230">
              <a:solidFill>
                <a:schemeClr val="tx1"/>
              </a:solidFill>
              <a:latin typeface="HALDEN SOLI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574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B77846-8601-48E4-B89B-2B11151D9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A339C-1C9A-4719-9198-FC0E1830A65C}" type="datetimeFigureOut">
              <a:rPr lang="en-GB" smtClean="0"/>
              <a:t>24/04/2024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14E1F6-E7F2-4ACD-8AE1-0E0BE0424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19103-B875-4677-8A2A-A98FD148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216C4-AC6E-4F9C-A6C7-90E42668D5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272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73394" y="1732935"/>
            <a:ext cx="10667744" cy="4444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37761" y="62279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0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r>
              <a:rPr lang="it-IT"/>
              <a:t>Year Month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711542" y="6227991"/>
            <a:ext cx="102726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fld id="{2026EB2A-1F26-4143-92A6-3B752CD465DB}" type="slidenum">
              <a:rPr lang="it-IT" smtClean="0"/>
              <a:pPr/>
              <a:t>‹#›</a:t>
            </a:fld>
            <a:endParaRPr lang="it-IT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2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6" r:id="rId2"/>
    <p:sldLayoutId id="2147483671" r:id="rId3"/>
    <p:sldLayoutId id="2147483674" r:id="rId4"/>
    <p:sldLayoutId id="2147483672" r:id="rId5"/>
    <p:sldLayoutId id="2147483673" r:id="rId6"/>
    <p:sldLayoutId id="2147483675" r:id="rId7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rgbClr val="0070BA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0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b="0" i="0" kern="12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74">
          <p15:clr>
            <a:srgbClr val="F26B43"/>
          </p15:clr>
        </p15:guide>
        <p15:guide id="2" pos="7333">
          <p15:clr>
            <a:srgbClr val="F26B43"/>
          </p15:clr>
        </p15:guide>
        <p15:guide id="3" pos="688">
          <p15:clr>
            <a:srgbClr val="F26B43"/>
          </p15:clr>
        </p15:guide>
        <p15:guide id="4" orient="horz" pos="334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olo 1">
            <a:extLst>
              <a:ext uri="{FF2B5EF4-FFF2-40B4-BE49-F238E27FC236}">
                <a16:creationId xmlns:a16="http://schemas.microsoft.com/office/drawing/2014/main" id="{1A015D9C-C9D3-D64F-ADA5-742B12AEEA7C}"/>
              </a:ext>
            </a:extLst>
          </p:cNvPr>
          <p:cNvSpPr txBox="1">
            <a:spLocks/>
          </p:cNvSpPr>
          <p:nvPr/>
        </p:nvSpPr>
        <p:spPr>
          <a:xfrm>
            <a:off x="1559697" y="5431057"/>
            <a:ext cx="9072605" cy="16419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rgbClr val="0070BA"/>
                </a:solidFill>
                <a:latin typeface="Open Sans" charset="0"/>
                <a:ea typeface="Open Sans" charset="0"/>
                <a:cs typeface="Open Sans" charset="0"/>
              </a:defRPr>
            </a:lvl1pPr>
          </a:lstStyle>
          <a:p>
            <a:pPr algn="ctr"/>
            <a:endParaRPr lang="en-GB" b="0" dirty="0">
              <a:solidFill>
                <a:schemeClr val="tx1"/>
              </a:solidFill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  <a:p>
            <a:pPr algn="ctr"/>
            <a:r>
              <a:rPr lang="en-GB" b="0" dirty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Validation du CARI a distance (</a:t>
            </a:r>
            <a:r>
              <a:rPr lang="en-GB" b="0" dirty="0" err="1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rCARI</a:t>
            </a:r>
            <a:r>
              <a:rPr lang="en-GB" b="0" dirty="0">
                <a:solidFill>
                  <a:schemeClr val="tx1"/>
                </a:solidFill>
                <a:latin typeface="Open Sans Extrabold"/>
                <a:ea typeface="Open Sans Extrabold"/>
                <a:cs typeface="Open Sans Extrabold"/>
              </a:rPr>
              <a:t>)</a:t>
            </a:r>
          </a:p>
          <a:p>
            <a:pPr algn="ctr"/>
            <a:endParaRPr lang="en-GB" b="0" dirty="0">
              <a:solidFill>
                <a:schemeClr val="tx1"/>
              </a:solidFill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52D83F10-A12A-DC43-92D2-9708578359F6}"/>
              </a:ext>
            </a:extLst>
          </p:cNvPr>
          <p:cNvSpPr txBox="1">
            <a:spLocks/>
          </p:cNvSpPr>
          <p:nvPr/>
        </p:nvSpPr>
        <p:spPr>
          <a:xfrm>
            <a:off x="773530" y="1078869"/>
            <a:ext cx="5151019" cy="423827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3" name="Picture 3" descr="A person holding a basket full of grains&#10;&#10;Description automatically generated">
            <a:extLst>
              <a:ext uri="{FF2B5EF4-FFF2-40B4-BE49-F238E27FC236}">
                <a16:creationId xmlns:a16="http://schemas.microsoft.com/office/drawing/2014/main" id="{338928D0-70F9-C3B1-3AC0-30895A211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30" y="-1402"/>
            <a:ext cx="8895230" cy="552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5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38" y="519907"/>
            <a:ext cx="10542124" cy="115200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Context</a:t>
            </a:r>
            <a:r>
              <a:rPr lang="en-GB" dirty="0">
                <a:latin typeface="Open Sans Extrabold"/>
                <a:ea typeface="Open Sans Extrabold"/>
                <a:cs typeface="Open Sans Extrabold"/>
              </a:rPr>
              <a:t> 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206" y="1293384"/>
            <a:ext cx="10327588" cy="453623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CARI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utilisé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depuis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2012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Le début de la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pandémie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COVID-19 a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limité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l'utilisation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des CARI et des IPC.</a:t>
            </a: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Le PAM a developpe le CARI à distance (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rCARI</a:t>
            </a: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)</a:t>
            </a:r>
          </a:p>
          <a:p>
            <a:pPr lvl="1"/>
            <a:r>
              <a:rPr lang="en-US" sz="2200" dirty="0">
                <a:latin typeface="Open Sans"/>
                <a:ea typeface="Open Sans"/>
                <a:cs typeface="Open Sans"/>
              </a:rPr>
              <a:t>Utile pour les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décisions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opérationnelles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rapides</a:t>
            </a:r>
            <a:endParaRPr lang="en-US" sz="2200" dirty="0">
              <a:latin typeface="Open Sans"/>
              <a:ea typeface="Open Sans"/>
              <a:cs typeface="Open Sans"/>
            </a:endParaRPr>
          </a:p>
          <a:p>
            <a:pPr lvl="1"/>
            <a:r>
              <a:rPr lang="en-US" sz="2200" dirty="0" err="1">
                <a:latin typeface="Open Sans"/>
                <a:ea typeface="Open Sans"/>
                <a:cs typeface="Open Sans"/>
              </a:rPr>
              <a:t>S'appuie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sur des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centres</a:t>
            </a:r>
            <a:r>
              <a:rPr lang="en-US" sz="2200" dirty="0">
                <a:latin typeface="Open Sans"/>
                <a:ea typeface="Open Sans"/>
                <a:cs typeface="Open Sans"/>
              </a:rPr>
              <a:t> 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d'appel</a:t>
            </a:r>
            <a:r>
              <a:rPr lang="en-US" sz="2200" dirty="0">
                <a:latin typeface="Open Sans"/>
                <a:ea typeface="Open Sans"/>
                <a:cs typeface="Open Sans"/>
              </a:rPr>
              <a:t> </a:t>
            </a:r>
            <a:r>
              <a:rPr lang="en-US" sz="2200" dirty="0" err="1">
                <a:latin typeface="Open Sans"/>
                <a:ea typeface="Open Sans"/>
                <a:cs typeface="Open Sans"/>
              </a:rPr>
              <a:t>ou</a:t>
            </a:r>
            <a:r>
              <a:rPr lang="en-US" sz="2200" dirty="0">
                <a:latin typeface="Open Sans"/>
                <a:ea typeface="Open Sans"/>
                <a:cs typeface="Times New Roman"/>
              </a:rPr>
              <a:t> Computerized Assisted Telephone Interviews (CATI)</a:t>
            </a:r>
          </a:p>
          <a:p>
            <a:pPr marL="285750" lvl="1"/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Objectif principal de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cet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etude: Comparer les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résultats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rCARI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avec </a:t>
            </a:r>
            <a:r>
              <a:rPr lang="en-GB" sz="2400" dirty="0" err="1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ceux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Open Sans"/>
                <a:ea typeface="Open Sans"/>
                <a:cs typeface="Times New Roman"/>
              </a:rPr>
              <a:t> de CARI standard</a:t>
            </a:r>
            <a:endParaRPr lang="en-US" sz="24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  <a:p>
            <a:pPr marL="285750" lvl="1"/>
            <a:endParaRPr lang="en-US" sz="20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  <a:p>
            <a:pPr marL="285750" lvl="1"/>
            <a:endParaRPr lang="en-US" sz="2000" dirty="0">
              <a:solidFill>
                <a:schemeClr val="tx1">
                  <a:lumMod val="50000"/>
                </a:schemeClr>
              </a:solidFill>
              <a:latin typeface="Open Sans"/>
              <a:ea typeface="Open Sans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40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35" y="1176997"/>
            <a:ext cx="10935194" cy="419856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endParaRPr lang="en-US" spc="60" dirty="0">
              <a:latin typeface="Open Sans"/>
              <a:ea typeface="Open Sans"/>
              <a:cs typeface="Open Sans"/>
            </a:endParaRPr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/>
              <a:t>CARI est l'acronyme de </a:t>
            </a:r>
            <a:r>
              <a:rPr lang="fr-FR" dirty="0" err="1"/>
              <a:t>Consolidated</a:t>
            </a:r>
            <a:r>
              <a:rPr lang="fr-FR" dirty="0"/>
              <a:t> </a:t>
            </a:r>
            <a:r>
              <a:rPr lang="fr-FR" dirty="0" err="1"/>
              <a:t>Approach</a:t>
            </a:r>
            <a:r>
              <a:rPr lang="fr-FR" dirty="0"/>
              <a:t> for </a:t>
            </a:r>
            <a:r>
              <a:rPr lang="fr-FR" dirty="0" err="1"/>
              <a:t>Reporting</a:t>
            </a:r>
            <a:r>
              <a:rPr lang="fr-FR" dirty="0"/>
              <a:t> </a:t>
            </a:r>
            <a:r>
              <a:rPr lang="fr-FR" dirty="0" err="1"/>
              <a:t>food</a:t>
            </a:r>
            <a:r>
              <a:rPr lang="fr-FR" dirty="0"/>
              <a:t> </a:t>
            </a:r>
            <a:r>
              <a:rPr lang="fr-FR" dirty="0" err="1"/>
              <a:t>Insecurity</a:t>
            </a:r>
            <a:r>
              <a:rPr lang="fr-FR" dirty="0"/>
              <a:t> (Approche consolidée pour le Compte rendu des indicateurs de sécurité alimentaire).</a:t>
            </a:r>
            <a:br>
              <a:rPr lang="fr-FR" dirty="0"/>
            </a:br>
            <a:endParaRPr lang="fr-FR" dirty="0"/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/>
              <a:t>Le CARI est une approche utilisée pour agréger différents indicateurs de sécurité alimentaire en un seul indice afin de rendre compte de l'état général de la sécurité alimentaire d'une population.</a:t>
            </a:r>
            <a:br>
              <a:rPr lang="fr-FR" dirty="0"/>
            </a:br>
            <a:endParaRPr lang="fr-FR" dirty="0"/>
          </a:p>
          <a:p>
            <a:pPr>
              <a:lnSpc>
                <a:spcPts val="2700"/>
              </a:lnSpc>
              <a:buFont typeface="Wingdings" panose="05000000000000000000" pitchFamily="2" charset="2"/>
              <a:buChar char="v"/>
            </a:pPr>
            <a:r>
              <a:rPr lang="fr-FR" dirty="0"/>
              <a:t>Le CARI classe les populations en quatre groupes, allant de la sécurité alimentaire à l'insécurité alimentaire sévère.</a:t>
            </a:r>
            <a:endParaRPr lang="en-US" spc="6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B642E77-5AC9-D346-BC1E-D93A00D96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181" y="716415"/>
            <a:ext cx="11052002" cy="662558"/>
          </a:xfrm>
        </p:spPr>
        <p:txBody>
          <a:bodyPr anchor="t" anchorCtr="0"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CARI: What is it? </a:t>
            </a:r>
          </a:p>
        </p:txBody>
      </p:sp>
    </p:spTree>
    <p:extLst>
      <p:ext uri="{BB962C8B-B14F-4D97-AF65-F5344CB8AC3E}">
        <p14:creationId xmlns:p14="http://schemas.microsoft.com/office/powerpoint/2010/main" val="721206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</p:cNvCxnSpPr>
          <p:nvPr/>
        </p:nvCxnSpPr>
        <p:spPr>
          <a:xfrm>
            <a:off x="3719399" y="3653482"/>
            <a:ext cx="1231741" cy="86625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</p:cNvCxnSpPr>
          <p:nvPr/>
        </p:nvCxnSpPr>
        <p:spPr>
          <a:xfrm flipV="1">
            <a:off x="3719400" y="2366649"/>
            <a:ext cx="1231741" cy="106235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4960855" y="1543104"/>
            <a:ext cx="3031239" cy="1792146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400" b="1" dirty="0">
                <a:latin typeface="Open Sans"/>
                <a:ea typeface="Open Sans"/>
                <a:cs typeface="Open Sans"/>
              </a:rPr>
              <a:t>Treated (Remote)</a:t>
            </a:r>
          </a:p>
          <a:p>
            <a:pPr algn="ctr"/>
            <a:r>
              <a:rPr lang="en-US" sz="2400" b="1" dirty="0">
                <a:latin typeface="Open Sans"/>
                <a:ea typeface="Open Sans"/>
                <a:cs typeface="Open Sans"/>
              </a:rPr>
              <a:t>600 HH</a:t>
            </a:r>
          </a:p>
          <a:p>
            <a:pPr algn="ctr"/>
            <a:r>
              <a:rPr lang="en-US" sz="2000" b="1" dirty="0">
                <a:latin typeface="Open Sans"/>
                <a:ea typeface="Open Sans"/>
                <a:cs typeface="Open Sans"/>
              </a:rPr>
              <a:t>(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Entretiens</a:t>
            </a:r>
            <a:r>
              <a:rPr lang="en-US" sz="2000" dirty="0">
                <a:latin typeface="Open Sans"/>
                <a:ea typeface="+mn-lt"/>
                <a:cs typeface="+mn-lt"/>
              </a:rPr>
              <a:t> 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réalisés</a:t>
            </a:r>
            <a:r>
              <a:rPr lang="en-US" sz="2000" b="1" dirty="0">
                <a:latin typeface="Open Sans"/>
                <a:ea typeface="Open Sans"/>
                <a:cs typeface="Open Sans"/>
              </a:rPr>
              <a:t>)</a:t>
            </a:r>
            <a:endParaRPr lang="en-GB" sz="2000" dirty="0">
              <a:latin typeface="Open Sans"/>
              <a:ea typeface="Open Sans"/>
              <a:cs typeface="Open Sans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4960855" y="3653482"/>
            <a:ext cx="3031239" cy="1899589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latin typeface="Open Sans"/>
                <a:ea typeface="Open Sans"/>
                <a:cs typeface="Open Sans"/>
              </a:rPr>
              <a:t>Control (F2F)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 </a:t>
            </a:r>
            <a:endParaRPr lang="en-US" sz="28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/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latin typeface="Open Sans"/>
                <a:ea typeface="Open Sans"/>
                <a:cs typeface="Open Sans"/>
              </a:rPr>
              <a:t>600 ménages</a:t>
            </a:r>
          </a:p>
          <a:p>
            <a:pPr algn="ctr"/>
            <a:r>
              <a:rPr lang="en-US" sz="2000" b="1" dirty="0">
                <a:latin typeface="Open Sans"/>
                <a:ea typeface="Open Sans"/>
                <a:cs typeface="Open Sans"/>
              </a:rPr>
              <a:t>(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Entretiens</a:t>
            </a:r>
            <a:r>
              <a:rPr lang="en-US" sz="2000" dirty="0">
                <a:latin typeface="Open Sans"/>
                <a:ea typeface="+mn-lt"/>
                <a:cs typeface="+mn-lt"/>
              </a:rPr>
              <a:t> </a:t>
            </a:r>
            <a:r>
              <a:rPr lang="en-US" sz="2000" dirty="0" err="1">
                <a:latin typeface="Open Sans"/>
                <a:ea typeface="+mn-lt"/>
                <a:cs typeface="+mn-lt"/>
              </a:rPr>
              <a:t>réalisés</a:t>
            </a:r>
            <a:r>
              <a:rPr lang="en-US" sz="2000" b="1" dirty="0">
                <a:latin typeface="Open Sans"/>
                <a:ea typeface="Open Sans"/>
                <a:cs typeface="Open Sans"/>
              </a:rPr>
              <a:t>)</a:t>
            </a:r>
            <a:endParaRPr lang="en-US" sz="2000" b="1" dirty="0">
              <a:solidFill>
                <a:schemeClr val="accent3">
                  <a:lumMod val="50000"/>
                </a:schemeClr>
              </a:solidFill>
              <a:effectLst/>
              <a:latin typeface="Open Sans"/>
              <a:ea typeface="Open Sans"/>
              <a:cs typeface="Open Sans"/>
            </a:endParaRPr>
          </a:p>
          <a:p>
            <a:pPr algn="ctr"/>
            <a:endParaRPr lang="en-GB" sz="36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D0E0F6B-5083-5435-2B47-5382D685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la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Methode</a:t>
            </a:r>
            <a:endParaRPr lang="en-US" sz="3600" b="0" kern="1400" spc="230" dirty="0">
              <a:solidFill>
                <a:schemeClr val="tx1"/>
              </a:solidFill>
              <a:latin typeface="HALDEN SOLID"/>
              <a:ea typeface="Open Sans Extrabold"/>
              <a:cs typeface="Open Sans Extrabold"/>
            </a:endParaRP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82B10C7A-2E3F-185C-4E55-0859BF7B2776}"/>
              </a:ext>
            </a:extLst>
          </p:cNvPr>
          <p:cNvSpPr/>
          <p:nvPr/>
        </p:nvSpPr>
        <p:spPr>
          <a:xfrm>
            <a:off x="334785" y="2900524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000" b="1" dirty="0">
                <a:latin typeface="Open Sans"/>
                <a:ea typeface="Open Sans"/>
                <a:cs typeface="Times New Roman"/>
              </a:rPr>
              <a:t>Ménages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échantillionné</a:t>
            </a:r>
            <a:r>
              <a:rPr lang="fr-FR" sz="2000" dirty="0">
                <a:latin typeface="Open Sans"/>
                <a:ea typeface="Calibri"/>
                <a:cs typeface="Calibri"/>
              </a:rPr>
              <a:t> </a:t>
            </a:r>
            <a:r>
              <a:rPr lang="fr-FR" sz="2000" b="1" dirty="0">
                <a:latin typeface="Open Sans"/>
                <a:ea typeface="Open Sans"/>
                <a:cs typeface="Times New Roman"/>
              </a:rPr>
              <a:t>1200 + (xx%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non-response</a:t>
            </a:r>
            <a:r>
              <a:rPr lang="fr-FR" sz="2000" b="1" dirty="0">
                <a:latin typeface="Open Sans"/>
                <a:ea typeface="Open Sans"/>
                <a:cs typeface="Times New Roman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A21DB0-00E2-796F-97AE-E8B05DD20EAD}"/>
              </a:ext>
            </a:extLst>
          </p:cNvPr>
          <p:cNvSpPr txBox="1"/>
          <p:nvPr/>
        </p:nvSpPr>
        <p:spPr>
          <a:xfrm>
            <a:off x="8484438" y="1489821"/>
            <a:ext cx="3707562" cy="4154984"/>
          </a:xfrm>
          <a:prstGeom prst="rect">
            <a:avLst/>
          </a:prstGeom>
          <a:solidFill>
            <a:schemeClr val="accent5"/>
          </a:solidFill>
        </p:spPr>
        <p:txBody>
          <a:bodyPr wrap="square">
            <a:spAutoFit/>
          </a:bodyPr>
          <a:lstStyle/>
          <a:p>
            <a:pPr lvl="1"/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Deux groupes - assignés de manière aléatoire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1) Face à face (contrôle)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2) à distance (traité)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Open Sans" charset="0"/>
                <a:ea typeface="Open Sans" charset="0"/>
                <a:cs typeface="Open Sans" charset="0"/>
              </a:rPr>
              <a:t>Les deux entretiens se dérouleront simultanément</a:t>
            </a:r>
            <a:endParaRPr lang="en-GB" sz="2000" dirty="0">
              <a:latin typeface="Open Sans" charset="0"/>
              <a:ea typeface="Open Sans" charset="0"/>
              <a:cs typeface="Ope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91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CA74230-3527-4E4E-BBE6-8334D4626557}"/>
              </a:ext>
            </a:extLst>
          </p:cNvPr>
          <p:cNvCxnSpPr>
            <a:cxnSpLocks/>
            <a:endCxn id="14" idx="19"/>
          </p:cNvCxnSpPr>
          <p:nvPr/>
        </p:nvCxnSpPr>
        <p:spPr>
          <a:xfrm>
            <a:off x="3953575" y="4295876"/>
            <a:ext cx="1685915" cy="138090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60F1896-1466-4105-B802-82071799A00B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3912935" y="2427407"/>
            <a:ext cx="1726555" cy="1463873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3750393-C4E8-2A3B-967F-A064AE94C8AB}"/>
              </a:ext>
            </a:extLst>
          </p:cNvPr>
          <p:cNvSpPr/>
          <p:nvPr/>
        </p:nvSpPr>
        <p:spPr>
          <a:xfrm>
            <a:off x="5639490" y="1489821"/>
            <a:ext cx="3330774" cy="1875171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ea typeface="Open Sans" panose="020B0606030504020204" pitchFamily="34" charset="0"/>
                <a:cs typeface="Open Sans" panose="020B0606030504020204" pitchFamily="34" charset="0"/>
              </a:rPr>
              <a:t>Remote Interviews</a:t>
            </a:r>
            <a:endParaRPr lang="en-GB" sz="2000" dirty="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Speech Bubble: Rectangle with Corners Rounded 49">
            <a:extLst>
              <a:ext uri="{FF2B5EF4-FFF2-40B4-BE49-F238E27FC236}">
                <a16:creationId xmlns:a16="http://schemas.microsoft.com/office/drawing/2014/main" id="{CCE27503-62D8-5D32-C3BF-3FCB7E983EF2}"/>
              </a:ext>
            </a:extLst>
          </p:cNvPr>
          <p:cNvSpPr/>
          <p:nvPr/>
        </p:nvSpPr>
        <p:spPr>
          <a:xfrm>
            <a:off x="5639490" y="4513848"/>
            <a:ext cx="3330774" cy="1942253"/>
          </a:xfrm>
          <a:custGeom>
            <a:avLst/>
            <a:gdLst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69959 h 634215"/>
              <a:gd name="connsiteX20" fmla="*/ 0 w 855640"/>
              <a:gd name="connsiteY20" fmla="*/ 105705 h 634215"/>
              <a:gd name="connsiteX0" fmla="*/ 0 w 855640"/>
              <a:gd name="connsiteY0" fmla="*/ 105705 h 634215"/>
              <a:gd name="connsiteX1" fmla="*/ 105705 w 855640"/>
              <a:gd name="connsiteY1" fmla="*/ 0 h 634215"/>
              <a:gd name="connsiteX2" fmla="*/ 142607 w 855640"/>
              <a:gd name="connsiteY2" fmla="*/ 0 h 634215"/>
              <a:gd name="connsiteX3" fmla="*/ 142607 w 855640"/>
              <a:gd name="connsiteY3" fmla="*/ 0 h 634215"/>
              <a:gd name="connsiteX4" fmla="*/ 356517 w 855640"/>
              <a:gd name="connsiteY4" fmla="*/ 0 h 634215"/>
              <a:gd name="connsiteX5" fmla="*/ 749935 w 855640"/>
              <a:gd name="connsiteY5" fmla="*/ 0 h 634215"/>
              <a:gd name="connsiteX6" fmla="*/ 855640 w 855640"/>
              <a:gd name="connsiteY6" fmla="*/ 105705 h 634215"/>
              <a:gd name="connsiteX7" fmla="*/ 855640 w 855640"/>
              <a:gd name="connsiteY7" fmla="*/ 369959 h 634215"/>
              <a:gd name="connsiteX8" fmla="*/ 855640 w 855640"/>
              <a:gd name="connsiteY8" fmla="*/ 369959 h 634215"/>
              <a:gd name="connsiteX9" fmla="*/ 855640 w 855640"/>
              <a:gd name="connsiteY9" fmla="*/ 528513 h 634215"/>
              <a:gd name="connsiteX10" fmla="*/ 855640 w 855640"/>
              <a:gd name="connsiteY10" fmla="*/ 528510 h 634215"/>
              <a:gd name="connsiteX11" fmla="*/ 749935 w 855640"/>
              <a:gd name="connsiteY11" fmla="*/ 634215 h 634215"/>
              <a:gd name="connsiteX12" fmla="*/ 356517 w 855640"/>
              <a:gd name="connsiteY12" fmla="*/ 634215 h 634215"/>
              <a:gd name="connsiteX13" fmla="*/ 251464 w 855640"/>
              <a:gd name="connsiteY13" fmla="*/ 634215 h 634215"/>
              <a:gd name="connsiteX14" fmla="*/ 142607 w 855640"/>
              <a:gd name="connsiteY14" fmla="*/ 634215 h 634215"/>
              <a:gd name="connsiteX15" fmla="*/ 105705 w 855640"/>
              <a:gd name="connsiteY15" fmla="*/ 634215 h 634215"/>
              <a:gd name="connsiteX16" fmla="*/ 0 w 855640"/>
              <a:gd name="connsiteY16" fmla="*/ 528510 h 634215"/>
              <a:gd name="connsiteX17" fmla="*/ 0 w 855640"/>
              <a:gd name="connsiteY17" fmla="*/ 528513 h 634215"/>
              <a:gd name="connsiteX18" fmla="*/ 0 w 855640"/>
              <a:gd name="connsiteY18" fmla="*/ 369959 h 634215"/>
              <a:gd name="connsiteX19" fmla="*/ 0 w 855640"/>
              <a:gd name="connsiteY19" fmla="*/ 379739 h 634215"/>
              <a:gd name="connsiteX20" fmla="*/ 0 w 855640"/>
              <a:gd name="connsiteY20" fmla="*/ 105705 h 634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855640" h="634215">
                <a:moveTo>
                  <a:pt x="0" y="105705"/>
                </a:moveTo>
                <a:cubicBezTo>
                  <a:pt x="0" y="47326"/>
                  <a:pt x="47326" y="0"/>
                  <a:pt x="105705" y="0"/>
                </a:cubicBezTo>
                <a:lnTo>
                  <a:pt x="142607" y="0"/>
                </a:lnTo>
                <a:lnTo>
                  <a:pt x="142607" y="0"/>
                </a:lnTo>
                <a:lnTo>
                  <a:pt x="356517" y="0"/>
                </a:lnTo>
                <a:lnTo>
                  <a:pt x="749935" y="0"/>
                </a:lnTo>
                <a:cubicBezTo>
                  <a:pt x="808314" y="0"/>
                  <a:pt x="855640" y="47326"/>
                  <a:pt x="855640" y="105705"/>
                </a:cubicBezTo>
                <a:lnTo>
                  <a:pt x="855640" y="369959"/>
                </a:lnTo>
                <a:lnTo>
                  <a:pt x="855640" y="369959"/>
                </a:lnTo>
                <a:lnTo>
                  <a:pt x="855640" y="528513"/>
                </a:lnTo>
                <a:lnTo>
                  <a:pt x="855640" y="528510"/>
                </a:lnTo>
                <a:cubicBezTo>
                  <a:pt x="855640" y="586889"/>
                  <a:pt x="808314" y="634215"/>
                  <a:pt x="749935" y="634215"/>
                </a:cubicBezTo>
                <a:lnTo>
                  <a:pt x="356517" y="634215"/>
                </a:lnTo>
                <a:lnTo>
                  <a:pt x="251464" y="634215"/>
                </a:lnTo>
                <a:lnTo>
                  <a:pt x="142607" y="634215"/>
                </a:lnTo>
                <a:lnTo>
                  <a:pt x="105705" y="634215"/>
                </a:lnTo>
                <a:cubicBezTo>
                  <a:pt x="47326" y="634215"/>
                  <a:pt x="0" y="586889"/>
                  <a:pt x="0" y="528510"/>
                </a:cubicBezTo>
                <a:lnTo>
                  <a:pt x="0" y="528513"/>
                </a:lnTo>
                <a:lnTo>
                  <a:pt x="0" y="369959"/>
                </a:lnTo>
                <a:lnTo>
                  <a:pt x="0" y="379739"/>
                </a:lnTo>
                <a:lnTo>
                  <a:pt x="0" y="105705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effectLst/>
                <a:ea typeface="Open Sans" panose="020B0606030504020204" pitchFamily="34" charset="0"/>
                <a:cs typeface="Open Sans" panose="020B0606030504020204" pitchFamily="34" charset="0"/>
              </a:rPr>
              <a:t>Face-2-Face</a:t>
            </a:r>
          </a:p>
          <a:p>
            <a:pPr algn="ctr"/>
            <a:endParaRPr lang="en-GB" sz="3600" dirty="0">
              <a:effectLst/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E5976E-B8EE-C91A-61C7-41EE920339DA}"/>
              </a:ext>
            </a:extLst>
          </p:cNvPr>
          <p:cNvSpPr/>
          <p:nvPr/>
        </p:nvSpPr>
        <p:spPr>
          <a:xfrm>
            <a:off x="5861304" y="5012821"/>
            <a:ext cx="2953510" cy="4721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375 HH Longue -modules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8ED16F-1385-C386-3999-5DBC532DC256}"/>
              </a:ext>
            </a:extLst>
          </p:cNvPr>
          <p:cNvSpPr/>
          <p:nvPr/>
        </p:nvSpPr>
        <p:spPr>
          <a:xfrm>
            <a:off x="5861304" y="5762847"/>
            <a:ext cx="2953511" cy="4963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375 HH Court Modules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5A77ED1-5BEC-95BD-E876-FF96B3716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23" y="664869"/>
            <a:ext cx="10542124" cy="824952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la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Methode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 (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Cont</a:t>
            </a:r>
            <a:r>
              <a:rPr lang="en-GB" sz="3600" b="0" kern="1400" spc="230" dirty="0">
                <a:solidFill>
                  <a:schemeClr val="tx1"/>
                </a:solidFill>
                <a:latin typeface="HALDEN SOLID"/>
                <a:ea typeface="Open Sans Extrabold"/>
                <a:cs typeface="Open Sans Extrabold"/>
              </a:rPr>
              <a:t>)</a:t>
            </a:r>
            <a:endParaRPr lang="en-GB" sz="3600" b="0" kern="1400" spc="230" dirty="0">
              <a:solidFill>
                <a:schemeClr val="tx1"/>
              </a:solidFill>
              <a:latin typeface="HALDEN SOLID" pitchFamily="2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59422C-9108-259D-0994-4049D64FC570}"/>
              </a:ext>
            </a:extLst>
          </p:cNvPr>
          <p:cNvCxnSpPr>
            <a:cxnSpLocks/>
          </p:cNvCxnSpPr>
          <p:nvPr/>
        </p:nvCxnSpPr>
        <p:spPr>
          <a:xfrm>
            <a:off x="3953575" y="4135862"/>
            <a:ext cx="7441472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74D01CA-E7C1-205C-7EDF-BEF60690F3B2}"/>
              </a:ext>
            </a:extLst>
          </p:cNvPr>
          <p:cNvSpPr/>
          <p:nvPr/>
        </p:nvSpPr>
        <p:spPr>
          <a:xfrm>
            <a:off x="5889290" y="2022959"/>
            <a:ext cx="2953510" cy="472154"/>
          </a:xfrm>
          <a:prstGeom prst="rect">
            <a:avLst/>
          </a:prstGeom>
          <a:solidFill>
            <a:schemeClr val="bg1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375 HH Longue-modules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28ED0F-3DF9-473D-5DD5-50D48ED082FA}"/>
              </a:ext>
            </a:extLst>
          </p:cNvPr>
          <p:cNvSpPr/>
          <p:nvPr/>
        </p:nvSpPr>
        <p:spPr>
          <a:xfrm>
            <a:off x="5889290" y="2711395"/>
            <a:ext cx="2953511" cy="49636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375 HH Court Modules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5C2CACA0-144C-1FA4-3B93-3821251A134B}"/>
              </a:ext>
            </a:extLst>
          </p:cNvPr>
          <p:cNvSpPr/>
          <p:nvPr/>
        </p:nvSpPr>
        <p:spPr>
          <a:xfrm>
            <a:off x="568960" y="3520401"/>
            <a:ext cx="3384615" cy="1230922"/>
          </a:xfrm>
          <a:prstGeom prst="wedgeRoundRectCallout">
            <a:avLst>
              <a:gd name="adj1" fmla="val -20611"/>
              <a:gd name="adj2" fmla="val 49015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000" b="1" dirty="0">
                <a:latin typeface="Open Sans"/>
                <a:ea typeface="Open Sans"/>
                <a:cs typeface="Times New Roman"/>
              </a:rPr>
              <a:t>Ménages </a:t>
            </a:r>
            <a:r>
              <a:rPr lang="fr-FR" sz="2000" b="1" dirty="0" err="1">
                <a:latin typeface="Open Sans"/>
                <a:ea typeface="Open Sans"/>
                <a:cs typeface="Times New Roman"/>
              </a:rPr>
              <a:t>échantillionné</a:t>
            </a:r>
            <a:r>
              <a:rPr lang="fr-FR" sz="2000" dirty="0">
                <a:latin typeface="Open Sans"/>
                <a:ea typeface="Calibri"/>
                <a:cs typeface="Calibri"/>
              </a:rPr>
              <a:t> </a:t>
            </a:r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1200 </a:t>
            </a:r>
            <a:endParaRPr lang="en-GB" sz="2000" b="1" dirty="0">
              <a:ea typeface="Open Sans" panose="020B06060305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964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B89D-5416-48E5-81EA-436AE51F0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1375" y="583590"/>
            <a:ext cx="10542124" cy="115200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Pays </a:t>
            </a:r>
            <a:r>
              <a:rPr lang="en-GB" sz="3600" b="0" kern="1400" spc="230" dirty="0" err="1">
                <a:solidFill>
                  <a:schemeClr val="tx1"/>
                </a:solidFill>
                <a:latin typeface="HALDEN SOLID" pitchFamily="2" charset="0"/>
              </a:rPr>
              <a:t>d'étude</a:t>
            </a:r>
            <a:endParaRPr lang="en-US" sz="3600" b="0" kern="1400" spc="230" dirty="0" err="1">
              <a:solidFill>
                <a:schemeClr val="tx1"/>
              </a:solidFill>
              <a:latin typeface="HALDEN SOLID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B35CF-F8D9-4777-A432-1DE7A6FC1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375" y="1526728"/>
            <a:ext cx="9557777" cy="48802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 err="1">
                <a:latin typeface="Open Sans"/>
                <a:ea typeface="Open Sans"/>
                <a:cs typeface="Open Sans"/>
              </a:rPr>
              <a:t>Sélection</a:t>
            </a:r>
            <a:r>
              <a:rPr lang="en-GB" dirty="0">
                <a:latin typeface="Open Sans"/>
                <a:ea typeface="Open Sans"/>
                <a:cs typeface="Open Sans"/>
              </a:rPr>
              <a:t> des pays sur la base de trois </a:t>
            </a:r>
            <a:r>
              <a:rPr lang="en-GB" dirty="0" err="1">
                <a:latin typeface="Open Sans"/>
                <a:ea typeface="Open Sans"/>
                <a:cs typeface="Open Sans"/>
              </a:rPr>
              <a:t>indicateurs</a:t>
            </a:r>
            <a:r>
              <a:rPr lang="en-GB" dirty="0">
                <a:latin typeface="Open Sans"/>
                <a:ea typeface="Open Sans"/>
                <a:cs typeface="Open Sans"/>
              </a:rPr>
              <a:t> </a:t>
            </a:r>
            <a:r>
              <a:rPr lang="en-GB" dirty="0" err="1">
                <a:latin typeface="Open Sans"/>
                <a:ea typeface="Open Sans"/>
                <a:cs typeface="Open Sans"/>
              </a:rPr>
              <a:t>clés</a:t>
            </a:r>
            <a:endParaRPr lang="en-GB" dirty="0" err="1"/>
          </a:p>
          <a:p>
            <a:pPr lvl="1"/>
            <a:r>
              <a:rPr lang="en-GB" dirty="0" err="1">
                <a:latin typeface="Open Sans"/>
                <a:ea typeface="Open Sans"/>
                <a:cs typeface="Open Sans"/>
              </a:rPr>
              <a:t>Représentation</a:t>
            </a:r>
            <a:r>
              <a:rPr lang="en-GB" dirty="0">
                <a:latin typeface="Open Sans"/>
                <a:ea typeface="Open Sans"/>
                <a:cs typeface="Open Sans"/>
              </a:rPr>
              <a:t> </a:t>
            </a:r>
            <a:r>
              <a:rPr lang="en-GB" dirty="0" err="1">
                <a:latin typeface="Open Sans"/>
                <a:ea typeface="Open Sans"/>
                <a:cs typeface="Open Sans"/>
              </a:rPr>
              <a:t>mondiale</a:t>
            </a:r>
          </a:p>
          <a:p>
            <a:pPr lvl="1"/>
            <a:r>
              <a:rPr lang="en-GB" dirty="0">
                <a:latin typeface="Open Sans"/>
                <a:ea typeface="Open Sans"/>
                <a:cs typeface="Open Sans"/>
              </a:rPr>
              <a:t>Pertinence de </a:t>
            </a:r>
            <a:r>
              <a:rPr lang="en-GB" dirty="0" err="1">
                <a:latin typeface="Open Sans"/>
                <a:ea typeface="Open Sans"/>
                <a:cs typeface="Open Sans"/>
              </a:rPr>
              <a:t>rCARI</a:t>
            </a:r>
          </a:p>
          <a:p>
            <a:pPr lvl="1"/>
            <a:r>
              <a:rPr lang="en-GB" dirty="0" err="1">
                <a:latin typeface="Open Sans"/>
                <a:ea typeface="Open Sans"/>
                <a:cs typeface="Open Sans"/>
              </a:rPr>
              <a:t>Pénétration</a:t>
            </a:r>
            <a:r>
              <a:rPr lang="en-GB" dirty="0">
                <a:latin typeface="Open Sans"/>
                <a:ea typeface="Open Sans"/>
                <a:cs typeface="Open Sans"/>
              </a:rPr>
              <a:t> des </a:t>
            </a:r>
            <a:r>
              <a:rPr lang="en-GB" dirty="0" err="1">
                <a:latin typeface="Open Sans"/>
                <a:ea typeface="Open Sans"/>
                <a:cs typeface="Open Sans"/>
              </a:rPr>
              <a:t>réseaux</a:t>
            </a:r>
            <a:r>
              <a:rPr lang="en-GB" dirty="0">
                <a:latin typeface="Open Sans"/>
                <a:ea typeface="Open Sans"/>
                <a:cs typeface="Open Sans"/>
              </a:rPr>
              <a:t> mobiles</a:t>
            </a:r>
            <a:endParaRPr lang="en-GB" dirty="0"/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South-East Asia [RBB]</a:t>
            </a:r>
          </a:p>
          <a:p>
            <a:pPr lvl="2"/>
            <a:r>
              <a:rPr lang="en-GB" dirty="0"/>
              <a:t>Myanmar</a:t>
            </a:r>
            <a:endParaRPr lang="en-GB" b="1" dirty="0"/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Afrique de </a:t>
            </a:r>
            <a:r>
              <a:rPr lang="en-GB" b="1" dirty="0" err="1">
                <a:latin typeface="Open Sans"/>
                <a:ea typeface="Open Sans"/>
                <a:cs typeface="Open Sans"/>
              </a:rPr>
              <a:t>l'Ouest</a:t>
            </a:r>
            <a:r>
              <a:rPr lang="en-GB" b="1" dirty="0">
                <a:latin typeface="Open Sans"/>
                <a:ea typeface="Open Sans"/>
                <a:cs typeface="Open Sans"/>
              </a:rPr>
              <a:t> [RBD]</a:t>
            </a:r>
          </a:p>
          <a:p>
            <a:pPr lvl="2"/>
            <a:r>
              <a:rPr lang="en-GB" dirty="0">
                <a:latin typeface="Open Sans"/>
                <a:ea typeface="Open Sans"/>
                <a:cs typeface="Open Sans"/>
              </a:rPr>
              <a:t>République </a:t>
            </a:r>
            <a:r>
              <a:rPr lang="en-GB" dirty="0" err="1">
                <a:latin typeface="Open Sans"/>
                <a:ea typeface="Open Sans"/>
                <a:cs typeface="Open Sans"/>
              </a:rPr>
              <a:t>centrafricaine</a:t>
            </a:r>
            <a:endParaRPr lang="en-GB" dirty="0">
              <a:latin typeface="Open Sans"/>
              <a:ea typeface="Open Sans"/>
              <a:cs typeface="Open Sans"/>
            </a:endParaRPr>
          </a:p>
          <a:p>
            <a:pPr lvl="2"/>
            <a:r>
              <a:rPr lang="en-GB" dirty="0"/>
              <a:t>Burkina Faso</a:t>
            </a:r>
          </a:p>
          <a:p>
            <a:pPr lvl="2"/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Mauritania?</a:t>
            </a:r>
          </a:p>
          <a:p>
            <a:pPr marL="355600" lvl="1" indent="-355600"/>
            <a:r>
              <a:rPr lang="en-GB" b="1" dirty="0"/>
              <a:t>Panama [RBP]</a:t>
            </a:r>
          </a:p>
          <a:p>
            <a:pPr lvl="2"/>
            <a:r>
              <a:rPr lang="en-GB" dirty="0" err="1">
                <a:latin typeface="Open Sans"/>
                <a:ea typeface="Open Sans"/>
                <a:cs typeface="Open Sans"/>
              </a:rPr>
              <a:t>Équateur</a:t>
            </a:r>
          </a:p>
          <a:p>
            <a:pPr lvl="2"/>
            <a:r>
              <a:rPr lang="en-GB" dirty="0"/>
              <a:t>Guatemala </a:t>
            </a:r>
          </a:p>
          <a:p>
            <a:pPr marL="355600" lvl="1" indent="-355600"/>
            <a:r>
              <a:rPr lang="en-GB" b="1" dirty="0">
                <a:latin typeface="Open Sans"/>
                <a:ea typeface="Open Sans"/>
                <a:cs typeface="Open Sans"/>
              </a:rPr>
              <a:t>Moyen-Orient [RBC]</a:t>
            </a:r>
          </a:p>
          <a:p>
            <a:pPr lvl="2"/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Lebanon </a:t>
            </a:r>
            <a:r>
              <a:rPr lang="en-GB" i="1" dirty="0" err="1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ou</a:t>
            </a:r>
            <a:r>
              <a:rPr lang="en-GB" i="1" dirty="0">
                <a:solidFill>
                  <a:srgbClr val="FF0000"/>
                </a:solidFill>
                <a:latin typeface="Open Sans"/>
                <a:ea typeface="Open Sans"/>
                <a:cs typeface="Open Sans"/>
              </a:rPr>
              <a:t> Iraq?</a:t>
            </a:r>
          </a:p>
        </p:txBody>
      </p:sp>
    </p:spTree>
    <p:extLst>
      <p:ext uri="{BB962C8B-B14F-4D97-AF65-F5344CB8AC3E}">
        <p14:creationId xmlns:p14="http://schemas.microsoft.com/office/powerpoint/2010/main" val="1042580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44B879-13DF-B1BE-7393-04AE904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23" y="723004"/>
            <a:ext cx="10542124" cy="655930"/>
          </a:xfrm>
        </p:spPr>
        <p:txBody>
          <a:bodyPr/>
          <a:lstStyle/>
          <a:p>
            <a:r>
              <a:rPr lang="en-GB" sz="3600" b="0" kern="1400" spc="230" dirty="0">
                <a:solidFill>
                  <a:schemeClr val="tx1"/>
                </a:solidFill>
                <a:latin typeface="HALDEN SOLID" pitchFamily="2" charset="0"/>
              </a:rPr>
              <a:t>Tentative workplan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A9BC643-75E5-5ECD-6793-A987E0F86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282752"/>
              </p:ext>
            </p:extLst>
          </p:nvPr>
        </p:nvGraphicFramePr>
        <p:xfrm>
          <a:off x="1195391" y="1666728"/>
          <a:ext cx="9110330" cy="3967524"/>
        </p:xfrm>
        <a:graphic>
          <a:graphicData uri="http://schemas.openxmlformats.org/drawingml/2006/table">
            <a:tbl>
              <a:tblPr/>
              <a:tblGrid>
                <a:gridCol w="4268475">
                  <a:extLst>
                    <a:ext uri="{9D8B030D-6E8A-4147-A177-3AD203B41FA5}">
                      <a16:colId xmlns:a16="http://schemas.microsoft.com/office/drawing/2014/main" val="2259787709"/>
                    </a:ext>
                  </a:extLst>
                </a:gridCol>
                <a:gridCol w="764504">
                  <a:extLst>
                    <a:ext uri="{9D8B030D-6E8A-4147-A177-3AD203B41FA5}">
                      <a16:colId xmlns:a16="http://schemas.microsoft.com/office/drawing/2014/main" val="2686476805"/>
                    </a:ext>
                  </a:extLst>
                </a:gridCol>
                <a:gridCol w="748577">
                  <a:extLst>
                    <a:ext uri="{9D8B030D-6E8A-4147-A177-3AD203B41FA5}">
                      <a16:colId xmlns:a16="http://schemas.microsoft.com/office/drawing/2014/main" val="1835563327"/>
                    </a:ext>
                  </a:extLst>
                </a:gridCol>
                <a:gridCol w="748577">
                  <a:extLst>
                    <a:ext uri="{9D8B030D-6E8A-4147-A177-3AD203B41FA5}">
                      <a16:colId xmlns:a16="http://schemas.microsoft.com/office/drawing/2014/main" val="3483347013"/>
                    </a:ext>
                  </a:extLst>
                </a:gridCol>
                <a:gridCol w="828211">
                  <a:extLst>
                    <a:ext uri="{9D8B030D-6E8A-4147-A177-3AD203B41FA5}">
                      <a16:colId xmlns:a16="http://schemas.microsoft.com/office/drawing/2014/main" val="987929696"/>
                    </a:ext>
                  </a:extLst>
                </a:gridCol>
                <a:gridCol w="875993">
                  <a:extLst>
                    <a:ext uri="{9D8B030D-6E8A-4147-A177-3AD203B41FA5}">
                      <a16:colId xmlns:a16="http://schemas.microsoft.com/office/drawing/2014/main" val="2600085185"/>
                    </a:ext>
                  </a:extLst>
                </a:gridCol>
                <a:gridCol w="875993">
                  <a:extLst>
                    <a:ext uri="{9D8B030D-6E8A-4147-A177-3AD203B41FA5}">
                      <a16:colId xmlns:a16="http://schemas.microsoft.com/office/drawing/2014/main" val="96498359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r" rtl="0" fontAlgn="base"/>
                      <a:endParaRPr lang="en-GB" sz="3600" b="0" i="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800" b="1" i="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Activité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40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base"/>
                      <a:r>
                        <a:rPr lang="en-GB" sz="1400" b="1" i="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Juillet</a:t>
                      </a:r>
                      <a:r>
                        <a:rPr lang="en-GB" sz="14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2023</a:t>
                      </a: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3200" b="0" i="0" dirty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n-GB" sz="1400" b="1" i="0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Aout</a:t>
                      </a:r>
                      <a:r>
                        <a:rPr lang="en-GB" sz="140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2023</a:t>
                      </a:r>
                      <a:r>
                        <a:rPr lang="en-GB" sz="14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3200" b="0" i="0" dirty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485184"/>
                  </a:ext>
                </a:extLst>
              </a:tr>
              <a:tr h="524532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S1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S2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S3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S4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S1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050" b="1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S2</a:t>
                      </a:r>
                      <a:r>
                        <a:rPr lang="en-GB" sz="105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4623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fr-FR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Préparation </a:t>
                      </a:r>
                      <a:endParaRPr lang="fr-FR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9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fr-FR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Établissement d'une liste de ménages et de contacts</a:t>
                      </a:r>
                      <a:r>
                        <a:rPr lang="fr-FR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fr-FR" sz="1800" b="0" i="0" dirty="0">
                        <a:effectLst/>
                        <a:latin typeface="Open Sans" panose="020B0606030504020204" pitchFamily="34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6899188"/>
                  </a:ext>
                </a:extLst>
              </a:tr>
              <a:tr h="473699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Formation des </a:t>
                      </a:r>
                      <a:r>
                        <a:rPr lang="en-GB" sz="1800" b="0" i="1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enquêteurs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2151380"/>
                  </a:ext>
                </a:extLst>
              </a:tr>
              <a:tr h="366041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Test du questionnaire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2213126"/>
                  </a:ext>
                </a:extLst>
              </a:tr>
              <a:tr h="366041"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GB" sz="1800" b="0" i="1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Collecte</a:t>
                      </a:r>
                      <a:r>
                        <a:rPr lang="en-GB" sz="1800" b="0" i="1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 de </a:t>
                      </a:r>
                      <a:r>
                        <a:rPr lang="en-GB" sz="1800" b="0" i="1" dirty="0" err="1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données</a:t>
                      </a:r>
                      <a:r>
                        <a:rPr lang="en-GB" sz="18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18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endParaRPr lang="en-GB" sz="2400" dirty="0">
                        <a:effectLst/>
                      </a:endParaRPr>
                    </a:p>
                    <a:p>
                      <a:pPr algn="l" rtl="0" fontAlgn="base"/>
                      <a:r>
                        <a:rPr lang="en-GB" sz="1100" b="0" i="0" dirty="0">
                          <a:solidFill>
                            <a:srgbClr val="000000"/>
                          </a:solidFill>
                          <a:effectLst/>
                          <a:latin typeface="Open Sans" panose="020B0606030504020204" pitchFamily="34" charset="0"/>
                        </a:rPr>
                        <a:t> </a:t>
                      </a:r>
                      <a:endParaRPr lang="en-GB" sz="2400" b="0" i="0" dirty="0">
                        <a:effectLst/>
                      </a:endParaRPr>
                    </a:p>
                  </a:txBody>
                  <a:tcPr marL="77053" marR="77053" marT="38527" marB="38527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59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791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366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641339-8560-7BE9-2C09-A2F73AFF1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101" y="2558883"/>
            <a:ext cx="9257798" cy="1068237"/>
          </a:xfrm>
        </p:spPr>
        <p:txBody>
          <a:bodyPr/>
          <a:lstStyle/>
          <a:p>
            <a:pPr algn="ctr"/>
            <a:r>
              <a:rPr lang="en-GB" sz="6000" dirty="0"/>
              <a:t>Merci! </a:t>
            </a:r>
          </a:p>
        </p:txBody>
      </p:sp>
    </p:spTree>
    <p:extLst>
      <p:ext uri="{BB962C8B-B14F-4D97-AF65-F5344CB8AC3E}">
        <p14:creationId xmlns:p14="http://schemas.microsoft.com/office/powerpoint/2010/main" val="18604161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WFP COLOUR PALETTE">
      <a:dk1>
        <a:srgbClr val="007DBC"/>
      </a:dk1>
      <a:lt1>
        <a:srgbClr val="36B5C5"/>
      </a:lt1>
      <a:dk2>
        <a:srgbClr val="00B385"/>
      </a:dk2>
      <a:lt2>
        <a:srgbClr val="008868"/>
      </a:lt2>
      <a:accent1>
        <a:srgbClr val="1A4161"/>
      </a:accent1>
      <a:accent2>
        <a:srgbClr val="982B56"/>
      </a:accent2>
      <a:accent3>
        <a:srgbClr val="EF404C"/>
      </a:accent3>
      <a:accent4>
        <a:srgbClr val="B79F8D"/>
      </a:accent4>
      <a:accent5>
        <a:srgbClr val="ECDFBB"/>
      </a:accent5>
      <a:accent6>
        <a:srgbClr val="F37847"/>
      </a:accent6>
      <a:hlink>
        <a:srgbClr val="FFFFFF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CEABC6C1-02E8-6E4D-9B35-02EDBE627B8A}" vid="{F8040699-0E4C-D043-8EE2-4232DCF6EB18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FP COLOUR PALETTE">
    <a:dk1>
      <a:srgbClr val="007DBC"/>
    </a:dk1>
    <a:lt1>
      <a:srgbClr val="36B5C5"/>
    </a:lt1>
    <a:dk2>
      <a:srgbClr val="00B385"/>
    </a:dk2>
    <a:lt2>
      <a:srgbClr val="008868"/>
    </a:lt2>
    <a:accent1>
      <a:srgbClr val="1A4161"/>
    </a:accent1>
    <a:accent2>
      <a:srgbClr val="982B56"/>
    </a:accent2>
    <a:accent3>
      <a:srgbClr val="EF404C"/>
    </a:accent3>
    <a:accent4>
      <a:srgbClr val="B79F8D"/>
    </a:accent4>
    <a:accent5>
      <a:srgbClr val="ECDFBB"/>
    </a:accent5>
    <a:accent6>
      <a:srgbClr val="F37847"/>
    </a:accent6>
    <a:hlink>
      <a:srgbClr val="FFFFFF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EC5AEA005F3944B5281CE0F7F3B6DF" ma:contentTypeVersion="19" ma:contentTypeDescription="Create a new document." ma:contentTypeScope="" ma:versionID="43cac7850c215b99b189dd42ff5381b4">
  <xsd:schema xmlns:xsd="http://www.w3.org/2001/XMLSchema" xmlns:xs="http://www.w3.org/2001/XMLSchema" xmlns:p="http://schemas.microsoft.com/office/2006/metadata/properties" xmlns:ns2="49256dcf-74b5-4e0f-b2ab-e17546be8a80" xmlns:ns3="3940b711-dc1d-4235-b0a5-48d487f0d3b9" targetNamespace="http://schemas.microsoft.com/office/2006/metadata/properties" ma:root="true" ma:fieldsID="7f3b09dd81f609e653ddad0159f4af65" ns2:_="" ns3:_="">
    <xsd:import namespace="49256dcf-74b5-4e0f-b2ab-e17546be8a80"/>
    <xsd:import namespace="3940b711-dc1d-4235-b0a5-48d487f0d3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56dcf-74b5-4e0f-b2ab-e17546be8a8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5acc4dc2-1d7d-4ba2-9bc5-748c4ad50a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6" nillable="true" ma:displayName="Notes" ma:description="Describe what this folder should contain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40b711-dc1d-4235-b0a5-48d487f0d3b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17c2faf-511a-483c-a677-1ab92e51de83}" ma:internalName="TaxCatchAll" ma:showField="CatchAllData" ma:web="3940b711-dc1d-4235-b0a5-48d487f0d3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256dcf-74b5-4e0f-b2ab-e17546be8a80">
      <Terms xmlns="http://schemas.microsoft.com/office/infopath/2007/PartnerControls"/>
    </lcf76f155ced4ddcb4097134ff3c332f>
    <TaxCatchAll xmlns="3940b711-dc1d-4235-b0a5-48d487f0d3b9" xsi:nil="true"/>
    <Notes xmlns="49256dcf-74b5-4e0f-b2ab-e17546be8a80" xsi:nil="true"/>
  </documentManagement>
</p:properties>
</file>

<file path=customXml/itemProps1.xml><?xml version="1.0" encoding="utf-8"?>
<ds:datastoreItem xmlns:ds="http://schemas.openxmlformats.org/officeDocument/2006/customXml" ds:itemID="{D2C8538E-530A-445D-9A15-7CC7F4A16C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1AB43B-5BC4-4A77-B3F3-9D94DEAA97BA}"/>
</file>

<file path=customXml/itemProps3.xml><?xml version="1.0" encoding="utf-8"?>
<ds:datastoreItem xmlns:ds="http://schemas.openxmlformats.org/officeDocument/2006/customXml" ds:itemID="{FF2CF057-9F0A-4CCB-B937-805ED701A0E8}">
  <ds:schemaRefs>
    <ds:schemaRef ds:uri="3940b711-dc1d-4235-b0a5-48d487f0d3b9"/>
    <ds:schemaRef ds:uri="49256dcf-74b5-4e0f-b2ab-e17546be8a80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4271</TotalTime>
  <Words>421</Words>
  <Application>Microsoft Office PowerPoint</Application>
  <PresentationFormat>Widescreen</PresentationFormat>
  <Paragraphs>140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HALDEN SOLID</vt:lpstr>
      <vt:lpstr>Open Sans</vt:lpstr>
      <vt:lpstr>Open Sans Extrabold</vt:lpstr>
      <vt:lpstr>Times New Roman</vt:lpstr>
      <vt:lpstr>Wingdings</vt:lpstr>
      <vt:lpstr>Theme2</vt:lpstr>
      <vt:lpstr>PowerPoint Presentation</vt:lpstr>
      <vt:lpstr>Context </vt:lpstr>
      <vt:lpstr>CARI: What is it? </vt:lpstr>
      <vt:lpstr>la Methode</vt:lpstr>
      <vt:lpstr>la Methode (Cont)</vt:lpstr>
      <vt:lpstr>Pays d'étude</vt:lpstr>
      <vt:lpstr>Tentative workplan</vt:lpstr>
      <vt:lpstr>Merci!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slide Useful tips to correctly edit this powerpoint template</dc:title>
  <dc:creator>Helen CLARKE</dc:creator>
  <cp:lastModifiedBy>Alirah WEYORI</cp:lastModifiedBy>
  <cp:revision>111</cp:revision>
  <dcterms:created xsi:type="dcterms:W3CDTF">2018-08-20T09:35:59Z</dcterms:created>
  <dcterms:modified xsi:type="dcterms:W3CDTF">2024-04-24T10:33:36Z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0x01010007EC5AEA005F3944B5281CE0F7F3B6DF</vt:lpwstr>
  </property>
  <property fmtid="{D5CDD505-2E9C-101B-9397-08002B2CF9AE}" pid="3" name="MediaServiceImageTags">
    <vt:lpwstr/>
  </property>
</Properties>
</file>