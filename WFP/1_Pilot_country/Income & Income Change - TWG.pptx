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34"/>
  </p:notesMasterIdLst>
  <p:handoutMasterIdLst>
    <p:handoutMasterId r:id="rId35"/>
  </p:handoutMasterIdLst>
  <p:sldIdLst>
    <p:sldId id="283" r:id="rId5"/>
    <p:sldId id="450" r:id="rId6"/>
    <p:sldId id="447" r:id="rId7"/>
    <p:sldId id="477" r:id="rId8"/>
    <p:sldId id="465" r:id="rId9"/>
    <p:sldId id="473" r:id="rId10"/>
    <p:sldId id="295" r:id="rId11"/>
    <p:sldId id="475" r:id="rId12"/>
    <p:sldId id="454" r:id="rId13"/>
    <p:sldId id="476" r:id="rId14"/>
    <p:sldId id="466" r:id="rId15"/>
    <p:sldId id="470" r:id="rId16"/>
    <p:sldId id="469" r:id="rId17"/>
    <p:sldId id="468" r:id="rId18"/>
    <p:sldId id="471" r:id="rId19"/>
    <p:sldId id="467" r:id="rId20"/>
    <p:sldId id="474" r:id="rId21"/>
    <p:sldId id="455" r:id="rId22"/>
    <p:sldId id="313" r:id="rId23"/>
    <p:sldId id="452" r:id="rId24"/>
    <p:sldId id="472" r:id="rId25"/>
    <p:sldId id="311" r:id="rId26"/>
    <p:sldId id="457" r:id="rId27"/>
    <p:sldId id="462" r:id="rId28"/>
    <p:sldId id="461" r:id="rId29"/>
    <p:sldId id="458" r:id="rId30"/>
    <p:sldId id="286" r:id="rId31"/>
    <p:sldId id="463" r:id="rId32"/>
    <p:sldId id="429" r:id="rId3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450"/>
            <p14:sldId id="447"/>
            <p14:sldId id="477"/>
            <p14:sldId id="465"/>
            <p14:sldId id="473"/>
            <p14:sldId id="295"/>
            <p14:sldId id="475"/>
            <p14:sldId id="454"/>
            <p14:sldId id="476"/>
            <p14:sldId id="466"/>
            <p14:sldId id="470"/>
            <p14:sldId id="469"/>
            <p14:sldId id="468"/>
            <p14:sldId id="471"/>
            <p14:sldId id="467"/>
            <p14:sldId id="474"/>
            <p14:sldId id="455"/>
            <p14:sldId id="313"/>
            <p14:sldId id="452"/>
            <p14:sldId id="472"/>
            <p14:sldId id="311"/>
            <p14:sldId id="457"/>
            <p14:sldId id="462"/>
            <p14:sldId id="461"/>
            <p14:sldId id="458"/>
            <p14:sldId id="286"/>
            <p14:sldId id="463"/>
          </p14:sldIdLst>
        </p14:section>
        <p14:section name="Results" id="{2C4D1EE9-A3E0-4084-9198-0FB1A973D7CA}">
          <p14:sldIdLst>
            <p14:sldId id="4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E16"/>
    <a:srgbClr val="CFD6EA"/>
    <a:srgbClr val="0070BA"/>
    <a:srgbClr val="FFFFFF"/>
    <a:srgbClr val="FFFFFE"/>
    <a:srgbClr val="F5B183"/>
    <a:srgbClr val="A9D18E"/>
    <a:srgbClr val="D4E6F2"/>
    <a:srgbClr val="59CAFF"/>
    <a:srgbClr val="57C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549360-2C06-4825-BC7E-20F85306C91A}" v="59" dt="2025-01-21T09:20:39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B2549360-2C06-4825-BC7E-20F85306C91A}"/>
    <pc:docChg chg="undo custSel addSld delSld modSld sldOrd modSection">
      <pc:chgData name="Alirah WEYORI" userId="1c7cbaa8-91f0-4806-8632-e4be5028c1b4" providerId="ADAL" clId="{B2549360-2C06-4825-BC7E-20F85306C91A}" dt="2025-01-21T14:46:28.127" v="1547" actId="207"/>
      <pc:docMkLst>
        <pc:docMk/>
      </pc:docMkLst>
      <pc:sldChg chg="modSp mod">
        <pc:chgData name="Alirah WEYORI" userId="1c7cbaa8-91f0-4806-8632-e4be5028c1b4" providerId="ADAL" clId="{B2549360-2C06-4825-BC7E-20F85306C91A}" dt="2025-01-21T09:35:15.709" v="1463" actId="2711"/>
        <pc:sldMkLst>
          <pc:docMk/>
          <pc:sldMk cId="3545166311" sldId="283"/>
        </pc:sldMkLst>
        <pc:spChg chg="mod">
          <ac:chgData name="Alirah WEYORI" userId="1c7cbaa8-91f0-4806-8632-e4be5028c1b4" providerId="ADAL" clId="{B2549360-2C06-4825-BC7E-20F85306C91A}" dt="2025-01-21T09:35:08.255" v="1462" actId="14100"/>
          <ac:spMkLst>
            <pc:docMk/>
            <pc:sldMk cId="3545166311" sldId="283"/>
            <ac:spMk id="3" creationId="{BBC1E3E4-892A-F28B-0D49-C3E8A088909C}"/>
          </ac:spMkLst>
        </pc:spChg>
        <pc:spChg chg="mod">
          <ac:chgData name="Alirah WEYORI" userId="1c7cbaa8-91f0-4806-8632-e4be5028c1b4" providerId="ADAL" clId="{B2549360-2C06-4825-BC7E-20F85306C91A}" dt="2025-01-21T09:35:15.709" v="1463" actId="2711"/>
          <ac:spMkLst>
            <pc:docMk/>
            <pc:sldMk cId="3545166311" sldId="283"/>
            <ac:spMk id="6" creationId="{53CD270A-9458-E7A9-9B9B-7F70A19E11F1}"/>
          </ac:spMkLst>
        </pc:spChg>
      </pc:sldChg>
      <pc:sldChg chg="modSp mod">
        <pc:chgData name="Alirah WEYORI" userId="1c7cbaa8-91f0-4806-8632-e4be5028c1b4" providerId="ADAL" clId="{B2549360-2C06-4825-BC7E-20F85306C91A}" dt="2025-01-21T09:31:01.045" v="1453" actId="5793"/>
        <pc:sldMkLst>
          <pc:docMk/>
          <pc:sldMk cId="702693994" sldId="295"/>
        </pc:sldMkLst>
        <pc:spChg chg="mod">
          <ac:chgData name="Alirah WEYORI" userId="1c7cbaa8-91f0-4806-8632-e4be5028c1b4" providerId="ADAL" clId="{B2549360-2C06-4825-BC7E-20F85306C91A}" dt="2025-01-21T09:08:18.078" v="783" actId="108"/>
          <ac:spMkLst>
            <pc:docMk/>
            <pc:sldMk cId="702693994" sldId="295"/>
            <ac:spMk id="5" creationId="{FD4F6699-E9CC-2B5F-8C7D-025B4F2CF831}"/>
          </ac:spMkLst>
        </pc:spChg>
        <pc:spChg chg="mod">
          <ac:chgData name="Alirah WEYORI" userId="1c7cbaa8-91f0-4806-8632-e4be5028c1b4" providerId="ADAL" clId="{B2549360-2C06-4825-BC7E-20F85306C91A}" dt="2025-01-21T09:31:01.045" v="1453" actId="5793"/>
          <ac:spMkLst>
            <pc:docMk/>
            <pc:sldMk cId="702693994" sldId="295"/>
            <ac:spMk id="9" creationId="{793C5C8A-5E0E-0DF6-1DCC-1D55F37B897C}"/>
          </ac:spMkLst>
        </pc:spChg>
      </pc:sldChg>
      <pc:sldChg chg="modSp mod">
        <pc:chgData name="Alirah WEYORI" userId="1c7cbaa8-91f0-4806-8632-e4be5028c1b4" providerId="ADAL" clId="{B2549360-2C06-4825-BC7E-20F85306C91A}" dt="2024-11-19T06:16:13.153" v="18" actId="6549"/>
        <pc:sldMkLst>
          <pc:docMk/>
          <pc:sldMk cId="625576628" sldId="429"/>
        </pc:sldMkLst>
        <pc:spChg chg="mod">
          <ac:chgData name="Alirah WEYORI" userId="1c7cbaa8-91f0-4806-8632-e4be5028c1b4" providerId="ADAL" clId="{B2549360-2C06-4825-BC7E-20F85306C91A}" dt="2024-11-19T06:16:13.153" v="18" actId="6549"/>
          <ac:spMkLst>
            <pc:docMk/>
            <pc:sldMk cId="625576628" sldId="429"/>
            <ac:spMk id="3" creationId="{BB310342-74D1-A202-46B3-5A0934966D09}"/>
          </ac:spMkLst>
        </pc:spChg>
      </pc:sldChg>
      <pc:sldChg chg="modSp mod ord">
        <pc:chgData name="Alirah WEYORI" userId="1c7cbaa8-91f0-4806-8632-e4be5028c1b4" providerId="ADAL" clId="{B2549360-2C06-4825-BC7E-20F85306C91A}" dt="2025-01-21T13:29:36.965" v="1536"/>
        <pc:sldMkLst>
          <pc:docMk/>
          <pc:sldMk cId="1812431407" sldId="447"/>
        </pc:sldMkLst>
        <pc:spChg chg="mod">
          <ac:chgData name="Alirah WEYORI" userId="1c7cbaa8-91f0-4806-8632-e4be5028c1b4" providerId="ADAL" clId="{B2549360-2C06-4825-BC7E-20F85306C91A}" dt="2025-01-21T09:07:54.598" v="780" actId="255"/>
          <ac:spMkLst>
            <pc:docMk/>
            <pc:sldMk cId="1812431407" sldId="447"/>
            <ac:spMk id="2" creationId="{AC3B6A56-8344-1914-1DF9-CA216F7153E9}"/>
          </ac:spMkLst>
        </pc:spChg>
        <pc:spChg chg="mod">
          <ac:chgData name="Alirah WEYORI" userId="1c7cbaa8-91f0-4806-8632-e4be5028c1b4" providerId="ADAL" clId="{B2549360-2C06-4825-BC7E-20F85306C91A}" dt="2025-01-21T09:36:03.164" v="1465" actId="2085"/>
          <ac:spMkLst>
            <pc:docMk/>
            <pc:sldMk cId="1812431407" sldId="447"/>
            <ac:spMk id="6" creationId="{C77D6C2F-AC0C-CDE5-6C26-DEC4BD426D97}"/>
          </ac:spMkLst>
        </pc:spChg>
      </pc:sldChg>
      <pc:sldChg chg="addSp delSp modSp mod modAnim">
        <pc:chgData name="Alirah WEYORI" userId="1c7cbaa8-91f0-4806-8632-e4be5028c1b4" providerId="ADAL" clId="{B2549360-2C06-4825-BC7E-20F85306C91A}" dt="2025-01-21T09:35:43.651" v="1464" actId="207"/>
        <pc:sldMkLst>
          <pc:docMk/>
          <pc:sldMk cId="3928136028" sldId="450"/>
        </pc:sldMkLst>
        <pc:spChg chg="mod">
          <ac:chgData name="Alirah WEYORI" userId="1c7cbaa8-91f0-4806-8632-e4be5028c1b4" providerId="ADAL" clId="{B2549360-2C06-4825-BC7E-20F85306C91A}" dt="2025-01-21T09:07:41.402" v="778" actId="255"/>
          <ac:spMkLst>
            <pc:docMk/>
            <pc:sldMk cId="3928136028" sldId="450"/>
            <ac:spMk id="2" creationId="{4176CE19-6525-07B7-6E9C-E9F0F8C0712D}"/>
          </ac:spMkLst>
        </pc:spChg>
        <pc:spChg chg="add mod">
          <ac:chgData name="Alirah WEYORI" userId="1c7cbaa8-91f0-4806-8632-e4be5028c1b4" providerId="ADAL" clId="{B2549360-2C06-4825-BC7E-20F85306C91A}" dt="2025-01-21T09:35:43.651" v="1464" actId="207"/>
          <ac:spMkLst>
            <pc:docMk/>
            <pc:sldMk cId="3928136028" sldId="450"/>
            <ac:spMk id="3" creationId="{44637EB1-9DA0-D159-FC7F-F991A2F0466A}"/>
          </ac:spMkLst>
        </pc:spChg>
        <pc:spChg chg="del">
          <ac:chgData name="Alirah WEYORI" userId="1c7cbaa8-91f0-4806-8632-e4be5028c1b4" providerId="ADAL" clId="{B2549360-2C06-4825-BC7E-20F85306C91A}" dt="2025-01-21T09:19:22.683" v="1113" actId="478"/>
          <ac:spMkLst>
            <pc:docMk/>
            <pc:sldMk cId="3928136028" sldId="450"/>
            <ac:spMk id="5" creationId="{FB384112-3E0F-D1FC-81BB-BC0A0B1AE36C}"/>
          </ac:spMkLst>
        </pc:spChg>
        <pc:picChg chg="add mod">
          <ac:chgData name="Alirah WEYORI" userId="1c7cbaa8-91f0-4806-8632-e4be5028c1b4" providerId="ADAL" clId="{B2549360-2C06-4825-BC7E-20F85306C91A}" dt="2025-01-21T09:20:39.246" v="1119" actId="14100"/>
          <ac:picMkLst>
            <pc:docMk/>
            <pc:sldMk cId="3928136028" sldId="450"/>
            <ac:picMk id="4" creationId="{BAE682CA-2A6C-ABAC-823F-137EA989AA15}"/>
          </ac:picMkLst>
        </pc:picChg>
      </pc:sldChg>
      <pc:sldChg chg="del">
        <pc:chgData name="Alirah WEYORI" userId="1c7cbaa8-91f0-4806-8632-e4be5028c1b4" providerId="ADAL" clId="{B2549360-2C06-4825-BC7E-20F85306C91A}" dt="2024-11-04T17:17:09.774" v="0" actId="47"/>
        <pc:sldMkLst>
          <pc:docMk/>
          <pc:sldMk cId="2453371213" sldId="453"/>
        </pc:sldMkLst>
      </pc:sldChg>
      <pc:sldChg chg="modSp mod modShow">
        <pc:chgData name="Alirah WEYORI" userId="1c7cbaa8-91f0-4806-8632-e4be5028c1b4" providerId="ADAL" clId="{B2549360-2C06-4825-BC7E-20F85306C91A}" dt="2025-01-21T09:37:02.301" v="1467" actId="729"/>
        <pc:sldMkLst>
          <pc:docMk/>
          <pc:sldMk cId="3308853178" sldId="454"/>
        </pc:sldMkLst>
        <pc:spChg chg="mod">
          <ac:chgData name="Alirah WEYORI" userId="1c7cbaa8-91f0-4806-8632-e4be5028c1b4" providerId="ADAL" clId="{B2549360-2C06-4825-BC7E-20F85306C91A}" dt="2025-01-21T09:10:55.127" v="808" actId="404"/>
          <ac:spMkLst>
            <pc:docMk/>
            <pc:sldMk cId="3308853178" sldId="454"/>
            <ac:spMk id="6" creationId="{0A7A1DC8-BF39-D8EA-76A9-D6ABF9A7A05D}"/>
          </ac:spMkLst>
        </pc:spChg>
      </pc:sldChg>
      <pc:sldChg chg="del">
        <pc:chgData name="Alirah WEYORI" userId="1c7cbaa8-91f0-4806-8632-e4be5028c1b4" providerId="ADAL" clId="{B2549360-2C06-4825-BC7E-20F85306C91A}" dt="2024-11-04T17:17:38.680" v="5" actId="47"/>
        <pc:sldMkLst>
          <pc:docMk/>
          <pc:sldMk cId="1456274780" sldId="460"/>
        </pc:sldMkLst>
      </pc:sldChg>
      <pc:sldChg chg="ord">
        <pc:chgData name="Alirah WEYORI" userId="1c7cbaa8-91f0-4806-8632-e4be5028c1b4" providerId="ADAL" clId="{B2549360-2C06-4825-BC7E-20F85306C91A}" dt="2024-11-04T17:17:24.647" v="4"/>
        <pc:sldMkLst>
          <pc:docMk/>
          <pc:sldMk cId="2780985664" sldId="461"/>
        </pc:sldMkLst>
      </pc:sldChg>
      <pc:sldChg chg="addSp delSp modSp mod">
        <pc:chgData name="Alirah WEYORI" userId="1c7cbaa8-91f0-4806-8632-e4be5028c1b4" providerId="ADAL" clId="{B2549360-2C06-4825-BC7E-20F85306C91A}" dt="2025-01-21T14:42:27.488" v="1544" actId="20577"/>
        <pc:sldMkLst>
          <pc:docMk/>
          <pc:sldMk cId="478183933" sldId="465"/>
        </pc:sldMkLst>
        <pc:spChg chg="add mod">
          <ac:chgData name="Alirah WEYORI" userId="1c7cbaa8-91f0-4806-8632-e4be5028c1b4" providerId="ADAL" clId="{B2549360-2C06-4825-BC7E-20F85306C91A}" dt="2025-01-21T14:42:27.488" v="1544" actId="20577"/>
          <ac:spMkLst>
            <pc:docMk/>
            <pc:sldMk cId="478183933" sldId="465"/>
            <ac:spMk id="3" creationId="{1F2887B5-ADEA-A467-07AC-8FBBE379D61A}"/>
          </ac:spMkLst>
        </pc:spChg>
        <pc:spChg chg="mod">
          <ac:chgData name="Alirah WEYORI" userId="1c7cbaa8-91f0-4806-8632-e4be5028c1b4" providerId="ADAL" clId="{B2549360-2C06-4825-BC7E-20F85306C91A}" dt="2025-01-21T09:13:12.059" v="880" actId="1076"/>
          <ac:spMkLst>
            <pc:docMk/>
            <pc:sldMk cId="478183933" sldId="465"/>
            <ac:spMk id="7" creationId="{90863FE8-7792-2038-81DB-54A15076DF6D}"/>
          </ac:spMkLst>
        </pc:spChg>
        <pc:graphicFrameChg chg="del">
          <ac:chgData name="Alirah WEYORI" userId="1c7cbaa8-91f0-4806-8632-e4be5028c1b4" providerId="ADAL" clId="{B2549360-2C06-4825-BC7E-20F85306C91A}" dt="2025-01-21T08:14:15.041" v="20" actId="478"/>
          <ac:graphicFrameMkLst>
            <pc:docMk/>
            <pc:sldMk cId="478183933" sldId="465"/>
            <ac:graphicFrameMk id="6" creationId="{5389E768-859D-8112-35FE-1FE1083C0D19}"/>
          </ac:graphicFrameMkLst>
        </pc:graphicFrameChg>
      </pc:sldChg>
      <pc:sldChg chg="modSp mod">
        <pc:chgData name="Alirah WEYORI" userId="1c7cbaa8-91f0-4806-8632-e4be5028c1b4" providerId="ADAL" clId="{B2549360-2C06-4825-BC7E-20F85306C91A}" dt="2025-01-21T09:10:40.380" v="805" actId="108"/>
        <pc:sldMkLst>
          <pc:docMk/>
          <pc:sldMk cId="145972216" sldId="466"/>
        </pc:sldMkLst>
        <pc:spChg chg="mod">
          <ac:chgData name="Alirah WEYORI" userId="1c7cbaa8-91f0-4806-8632-e4be5028c1b4" providerId="ADAL" clId="{B2549360-2C06-4825-BC7E-20F85306C91A}" dt="2025-01-21T09:10:40.380" v="805" actId="108"/>
          <ac:spMkLst>
            <pc:docMk/>
            <pc:sldMk cId="145972216" sldId="466"/>
            <ac:spMk id="6" creationId="{E5A10EB8-485A-DABC-C0E1-54E707DBFBBE}"/>
          </ac:spMkLst>
        </pc:spChg>
      </pc:sldChg>
      <pc:sldChg chg="modSp mod">
        <pc:chgData name="Alirah WEYORI" userId="1c7cbaa8-91f0-4806-8632-e4be5028c1b4" providerId="ADAL" clId="{B2549360-2C06-4825-BC7E-20F85306C91A}" dt="2025-01-21T09:38:58.448" v="1534" actId="2711"/>
        <pc:sldMkLst>
          <pc:docMk/>
          <pc:sldMk cId="4079498699" sldId="467"/>
        </pc:sldMkLst>
        <pc:spChg chg="mod">
          <ac:chgData name="Alirah WEYORI" userId="1c7cbaa8-91f0-4806-8632-e4be5028c1b4" providerId="ADAL" clId="{B2549360-2C06-4825-BC7E-20F85306C91A}" dt="2025-01-21T09:38:58.448" v="1534" actId="2711"/>
          <ac:spMkLst>
            <pc:docMk/>
            <pc:sldMk cId="4079498699" sldId="467"/>
            <ac:spMk id="4" creationId="{66BDF050-4CE1-D543-B4F1-218321BFE06C}"/>
          </ac:spMkLst>
        </pc:spChg>
      </pc:sldChg>
      <pc:sldChg chg="modSp mod">
        <pc:chgData name="Alirah WEYORI" userId="1c7cbaa8-91f0-4806-8632-e4be5028c1b4" providerId="ADAL" clId="{B2549360-2C06-4825-BC7E-20F85306C91A}" dt="2025-01-21T09:37:35.686" v="1470" actId="2711"/>
        <pc:sldMkLst>
          <pc:docMk/>
          <pc:sldMk cId="2884853098" sldId="468"/>
        </pc:sldMkLst>
        <pc:spChg chg="mod">
          <ac:chgData name="Alirah WEYORI" userId="1c7cbaa8-91f0-4806-8632-e4be5028c1b4" providerId="ADAL" clId="{B2549360-2C06-4825-BC7E-20F85306C91A}" dt="2025-01-21T09:10:09.473" v="803" actId="27636"/>
          <ac:spMkLst>
            <pc:docMk/>
            <pc:sldMk cId="2884853098" sldId="468"/>
            <ac:spMk id="4" creationId="{F1381AC6-54AC-7FDC-3BFB-D72DC4945498}"/>
          </ac:spMkLst>
        </pc:spChg>
        <pc:spChg chg="mod">
          <ac:chgData name="Alirah WEYORI" userId="1c7cbaa8-91f0-4806-8632-e4be5028c1b4" providerId="ADAL" clId="{B2549360-2C06-4825-BC7E-20F85306C91A}" dt="2025-01-21T09:37:35.686" v="1470" actId="2711"/>
          <ac:spMkLst>
            <pc:docMk/>
            <pc:sldMk cId="2884853098" sldId="468"/>
            <ac:spMk id="5" creationId="{E69E811A-6D1F-5FE6-50EE-83F37823155D}"/>
          </ac:spMkLst>
        </pc:spChg>
        <pc:spChg chg="mod">
          <ac:chgData name="Alirah WEYORI" userId="1c7cbaa8-91f0-4806-8632-e4be5028c1b4" providerId="ADAL" clId="{B2549360-2C06-4825-BC7E-20F85306C91A}" dt="2025-01-21T09:37:35.686" v="1470" actId="2711"/>
          <ac:spMkLst>
            <pc:docMk/>
            <pc:sldMk cId="2884853098" sldId="468"/>
            <ac:spMk id="6" creationId="{CD0F972A-89E5-CA10-E958-2E5835390855}"/>
          </ac:spMkLst>
        </pc:spChg>
      </pc:sldChg>
      <pc:sldChg chg="modSp mod">
        <pc:chgData name="Alirah WEYORI" userId="1c7cbaa8-91f0-4806-8632-e4be5028c1b4" providerId="ADAL" clId="{B2549360-2C06-4825-BC7E-20F85306C91A}" dt="2025-01-21T09:37:15.086" v="1468" actId="2711"/>
        <pc:sldMkLst>
          <pc:docMk/>
          <pc:sldMk cId="493240128" sldId="469"/>
        </pc:sldMkLst>
        <pc:spChg chg="mod">
          <ac:chgData name="Alirah WEYORI" userId="1c7cbaa8-91f0-4806-8632-e4be5028c1b4" providerId="ADAL" clId="{B2549360-2C06-4825-BC7E-20F85306C91A}" dt="2025-01-21T09:09:56.405" v="799" actId="27636"/>
          <ac:spMkLst>
            <pc:docMk/>
            <pc:sldMk cId="493240128" sldId="469"/>
            <ac:spMk id="4" creationId="{4AF8A323-7157-E365-080A-386BA91F8965}"/>
          </ac:spMkLst>
        </pc:spChg>
        <pc:spChg chg="mod">
          <ac:chgData name="Alirah WEYORI" userId="1c7cbaa8-91f0-4806-8632-e4be5028c1b4" providerId="ADAL" clId="{B2549360-2C06-4825-BC7E-20F85306C91A}" dt="2025-01-21T09:37:15.086" v="1468" actId="2711"/>
          <ac:spMkLst>
            <pc:docMk/>
            <pc:sldMk cId="493240128" sldId="469"/>
            <ac:spMk id="7" creationId="{AF051E0E-D32E-A9FB-1008-CE6AB615BB29}"/>
          </ac:spMkLst>
        </pc:spChg>
        <pc:spChg chg="mod">
          <ac:chgData name="Alirah WEYORI" userId="1c7cbaa8-91f0-4806-8632-e4be5028c1b4" providerId="ADAL" clId="{B2549360-2C06-4825-BC7E-20F85306C91A}" dt="2025-01-21T09:37:15.086" v="1468" actId="2711"/>
          <ac:spMkLst>
            <pc:docMk/>
            <pc:sldMk cId="493240128" sldId="469"/>
            <ac:spMk id="8" creationId="{558C1D46-0270-E564-7815-8DD2FA43CC36}"/>
          </ac:spMkLst>
        </pc:spChg>
      </pc:sldChg>
      <pc:sldChg chg="modSp mod">
        <pc:chgData name="Alirah WEYORI" userId="1c7cbaa8-91f0-4806-8632-e4be5028c1b4" providerId="ADAL" clId="{B2549360-2C06-4825-BC7E-20F85306C91A}" dt="2025-01-21T09:37:27.800" v="1469" actId="2711"/>
        <pc:sldMkLst>
          <pc:docMk/>
          <pc:sldMk cId="2246642877" sldId="470"/>
        </pc:sldMkLst>
        <pc:spChg chg="mod">
          <ac:chgData name="Alirah WEYORI" userId="1c7cbaa8-91f0-4806-8632-e4be5028c1b4" providerId="ADAL" clId="{B2549360-2C06-4825-BC7E-20F85306C91A}" dt="2025-01-21T09:09:46.010" v="794" actId="255"/>
          <ac:spMkLst>
            <pc:docMk/>
            <pc:sldMk cId="2246642877" sldId="470"/>
            <ac:spMk id="4" creationId="{E7AFA0D0-12F4-DE2F-6963-31B7DDABA231}"/>
          </ac:spMkLst>
        </pc:spChg>
        <pc:spChg chg="mod">
          <ac:chgData name="Alirah WEYORI" userId="1c7cbaa8-91f0-4806-8632-e4be5028c1b4" providerId="ADAL" clId="{B2549360-2C06-4825-BC7E-20F85306C91A}" dt="2025-01-21T09:37:27.800" v="1469" actId="2711"/>
          <ac:spMkLst>
            <pc:docMk/>
            <pc:sldMk cId="2246642877" sldId="470"/>
            <ac:spMk id="7" creationId="{97505D13-991F-C1D9-A184-EBD1BC31D011}"/>
          </ac:spMkLst>
        </pc:spChg>
        <pc:spChg chg="mod">
          <ac:chgData name="Alirah WEYORI" userId="1c7cbaa8-91f0-4806-8632-e4be5028c1b4" providerId="ADAL" clId="{B2549360-2C06-4825-BC7E-20F85306C91A}" dt="2025-01-21T09:37:27.800" v="1469" actId="2711"/>
          <ac:spMkLst>
            <pc:docMk/>
            <pc:sldMk cId="2246642877" sldId="470"/>
            <ac:spMk id="8" creationId="{0E9E70C4-C5CC-79A3-AC0F-AF3EAEF7805E}"/>
          </ac:spMkLst>
        </pc:spChg>
      </pc:sldChg>
      <pc:sldChg chg="modSp mod">
        <pc:chgData name="Alirah WEYORI" userId="1c7cbaa8-91f0-4806-8632-e4be5028c1b4" providerId="ADAL" clId="{B2549360-2C06-4825-BC7E-20F85306C91A}" dt="2025-01-21T09:38:44.190" v="1533" actId="1076"/>
        <pc:sldMkLst>
          <pc:docMk/>
          <pc:sldMk cId="1611561826" sldId="471"/>
        </pc:sldMkLst>
        <pc:spChg chg="mod">
          <ac:chgData name="Alirah WEYORI" userId="1c7cbaa8-91f0-4806-8632-e4be5028c1b4" providerId="ADAL" clId="{B2549360-2C06-4825-BC7E-20F85306C91A}" dt="2025-01-21T09:10:24.955" v="804" actId="108"/>
          <ac:spMkLst>
            <pc:docMk/>
            <pc:sldMk cId="1611561826" sldId="471"/>
            <ac:spMk id="5" creationId="{44AA8AE8-43CA-33B6-D442-42914FFB2929}"/>
          </ac:spMkLst>
        </pc:spChg>
        <pc:spChg chg="mod">
          <ac:chgData name="Alirah WEYORI" userId="1c7cbaa8-91f0-4806-8632-e4be5028c1b4" providerId="ADAL" clId="{B2549360-2C06-4825-BC7E-20F85306C91A}" dt="2025-01-21T09:38:26.522" v="1530" actId="20577"/>
          <ac:spMkLst>
            <pc:docMk/>
            <pc:sldMk cId="1611561826" sldId="471"/>
            <ac:spMk id="6" creationId="{7DBE9A06-EBCB-B87B-B549-B4101E779804}"/>
          </ac:spMkLst>
        </pc:spChg>
        <pc:spChg chg="mod">
          <ac:chgData name="Alirah WEYORI" userId="1c7cbaa8-91f0-4806-8632-e4be5028c1b4" providerId="ADAL" clId="{B2549360-2C06-4825-BC7E-20F85306C91A}" dt="2025-01-21T09:38:44.190" v="1533" actId="1076"/>
          <ac:spMkLst>
            <pc:docMk/>
            <pc:sldMk cId="1611561826" sldId="471"/>
            <ac:spMk id="7" creationId="{F269ABC0-6FFC-9426-A6F8-0C0C4CD888DC}"/>
          </ac:spMkLst>
        </pc:spChg>
        <pc:spChg chg="mod">
          <ac:chgData name="Alirah WEYORI" userId="1c7cbaa8-91f0-4806-8632-e4be5028c1b4" providerId="ADAL" clId="{B2549360-2C06-4825-BC7E-20F85306C91A}" dt="2025-01-21T09:38:32.700" v="1531" actId="1076"/>
          <ac:spMkLst>
            <pc:docMk/>
            <pc:sldMk cId="1611561826" sldId="471"/>
            <ac:spMk id="8" creationId="{2572D591-A94F-3D60-9D13-F554B27922DD}"/>
          </ac:spMkLst>
        </pc:spChg>
      </pc:sldChg>
      <pc:sldChg chg="modSp add mod">
        <pc:chgData name="Alirah WEYORI" userId="1c7cbaa8-91f0-4806-8632-e4be5028c1b4" providerId="ADAL" clId="{B2549360-2C06-4825-BC7E-20F85306C91A}" dt="2025-01-21T14:44:00.251" v="1545" actId="13926"/>
        <pc:sldMkLst>
          <pc:docMk/>
          <pc:sldMk cId="3477035860" sldId="473"/>
        </pc:sldMkLst>
        <pc:spChg chg="mod">
          <ac:chgData name="Alirah WEYORI" userId="1c7cbaa8-91f0-4806-8632-e4be5028c1b4" providerId="ADAL" clId="{B2549360-2C06-4825-BC7E-20F85306C91A}" dt="2025-01-21T09:27:48.730" v="1447" actId="20577"/>
          <ac:spMkLst>
            <pc:docMk/>
            <pc:sldMk cId="3477035860" sldId="473"/>
            <ac:spMk id="7" creationId="{90863FE8-7792-2038-81DB-54A15076DF6D}"/>
          </ac:spMkLst>
        </pc:spChg>
        <pc:graphicFrameChg chg="mod modGraphic">
          <ac:chgData name="Alirah WEYORI" userId="1c7cbaa8-91f0-4806-8632-e4be5028c1b4" providerId="ADAL" clId="{B2549360-2C06-4825-BC7E-20F85306C91A}" dt="2025-01-21T14:44:00.251" v="1545" actId="13926"/>
          <ac:graphicFrameMkLst>
            <pc:docMk/>
            <pc:sldMk cId="3477035860" sldId="473"/>
            <ac:graphicFrameMk id="6" creationId="{5389E768-859D-8112-35FE-1FE1083C0D19}"/>
          </ac:graphicFrameMkLst>
        </pc:graphicFrameChg>
      </pc:sldChg>
      <pc:sldChg chg="delSp new mod">
        <pc:chgData name="Alirah WEYORI" userId="1c7cbaa8-91f0-4806-8632-e4be5028c1b4" providerId="ADAL" clId="{B2549360-2C06-4825-BC7E-20F85306C91A}" dt="2025-01-21T08:18:55.139" v="74" actId="478"/>
        <pc:sldMkLst>
          <pc:docMk/>
          <pc:sldMk cId="65687100" sldId="474"/>
        </pc:sldMkLst>
        <pc:spChg chg="del">
          <ac:chgData name="Alirah WEYORI" userId="1c7cbaa8-91f0-4806-8632-e4be5028c1b4" providerId="ADAL" clId="{B2549360-2C06-4825-BC7E-20F85306C91A}" dt="2025-01-21T08:18:53.056" v="73" actId="478"/>
          <ac:spMkLst>
            <pc:docMk/>
            <pc:sldMk cId="65687100" sldId="474"/>
            <ac:spMk id="2" creationId="{A1780B9F-988E-BF3D-83BA-450982510645}"/>
          </ac:spMkLst>
        </pc:spChg>
        <pc:spChg chg="del">
          <ac:chgData name="Alirah WEYORI" userId="1c7cbaa8-91f0-4806-8632-e4be5028c1b4" providerId="ADAL" clId="{B2549360-2C06-4825-BC7E-20F85306C91A}" dt="2025-01-21T08:18:55.139" v="74" actId="478"/>
          <ac:spMkLst>
            <pc:docMk/>
            <pc:sldMk cId="65687100" sldId="474"/>
            <ac:spMk id="3" creationId="{819D9DCB-BA93-0700-D533-9430DC5BD863}"/>
          </ac:spMkLst>
        </pc:spChg>
      </pc:sldChg>
      <pc:sldChg chg="modSp add mod">
        <pc:chgData name="Alirah WEYORI" userId="1c7cbaa8-91f0-4806-8632-e4be5028c1b4" providerId="ADAL" clId="{B2549360-2C06-4825-BC7E-20F85306C91A}" dt="2025-01-21T14:46:28.127" v="1547" actId="207"/>
        <pc:sldMkLst>
          <pc:docMk/>
          <pc:sldMk cId="3691523572" sldId="475"/>
        </pc:sldMkLst>
        <pc:spChg chg="mod">
          <ac:chgData name="Alirah WEYORI" userId="1c7cbaa8-91f0-4806-8632-e4be5028c1b4" providerId="ADAL" clId="{B2549360-2C06-4825-BC7E-20F85306C91A}" dt="2025-01-21T09:08:25.506" v="784" actId="108"/>
          <ac:spMkLst>
            <pc:docMk/>
            <pc:sldMk cId="3691523572" sldId="475"/>
            <ac:spMk id="5" creationId="{FD4F6699-E9CC-2B5F-8C7D-025B4F2CF831}"/>
          </ac:spMkLst>
        </pc:spChg>
        <pc:spChg chg="mod">
          <ac:chgData name="Alirah WEYORI" userId="1c7cbaa8-91f0-4806-8632-e4be5028c1b4" providerId="ADAL" clId="{B2549360-2C06-4825-BC7E-20F85306C91A}" dt="2025-01-21T14:46:28.127" v="1547" actId="207"/>
          <ac:spMkLst>
            <pc:docMk/>
            <pc:sldMk cId="3691523572" sldId="475"/>
            <ac:spMk id="9" creationId="{793C5C8A-5E0E-0DF6-1DCC-1D55F37B897C}"/>
          </ac:spMkLst>
        </pc:spChg>
      </pc:sldChg>
      <pc:sldChg chg="addSp delSp modSp add mod">
        <pc:chgData name="Alirah WEYORI" userId="1c7cbaa8-91f0-4806-8632-e4be5028c1b4" providerId="ADAL" clId="{B2549360-2C06-4825-BC7E-20F85306C91A}" dt="2025-01-21T09:10:50.818" v="807" actId="403"/>
        <pc:sldMkLst>
          <pc:docMk/>
          <pc:sldMk cId="4055197401" sldId="476"/>
        </pc:sldMkLst>
        <pc:spChg chg="mod">
          <ac:chgData name="Alirah WEYORI" userId="1c7cbaa8-91f0-4806-8632-e4be5028c1b4" providerId="ADAL" clId="{B2549360-2C06-4825-BC7E-20F85306C91A}" dt="2025-01-21T09:10:50.818" v="807" actId="403"/>
          <ac:spMkLst>
            <pc:docMk/>
            <pc:sldMk cId="4055197401" sldId="476"/>
            <ac:spMk id="6" creationId="{0A7A1DC8-BF39-D8EA-76A9-D6ABF9A7A05D}"/>
          </ac:spMkLst>
        </pc:spChg>
        <pc:graphicFrameChg chg="add mod modGraphic">
          <ac:chgData name="Alirah WEYORI" userId="1c7cbaa8-91f0-4806-8632-e4be5028c1b4" providerId="ADAL" clId="{B2549360-2C06-4825-BC7E-20F85306C91A}" dt="2025-01-21T09:06:26.312" v="775" actId="20577"/>
          <ac:graphicFrameMkLst>
            <pc:docMk/>
            <pc:sldMk cId="4055197401" sldId="476"/>
            <ac:graphicFrameMk id="2" creationId="{C1048F33-0EDF-FCDC-0D27-302C6F79DBB7}"/>
          </ac:graphicFrameMkLst>
        </pc:graphicFrameChg>
        <pc:graphicFrameChg chg="add del mod">
          <ac:chgData name="Alirah WEYORI" userId="1c7cbaa8-91f0-4806-8632-e4be5028c1b4" providerId="ADAL" clId="{B2549360-2C06-4825-BC7E-20F85306C91A}" dt="2025-01-21T09:05:44.869" v="749" actId="478"/>
          <ac:graphicFrameMkLst>
            <pc:docMk/>
            <pc:sldMk cId="4055197401" sldId="476"/>
            <ac:graphicFrameMk id="3" creationId="{4E20F710-3541-955C-15B7-BD55AD8464C9}"/>
          </ac:graphicFrameMkLst>
        </pc:graphicFrameChg>
        <pc:picChg chg="del">
          <ac:chgData name="Alirah WEYORI" userId="1c7cbaa8-91f0-4806-8632-e4be5028c1b4" providerId="ADAL" clId="{B2549360-2C06-4825-BC7E-20F85306C91A}" dt="2025-01-21T08:47:57.266" v="322" actId="478"/>
          <ac:picMkLst>
            <pc:docMk/>
            <pc:sldMk cId="4055197401" sldId="476"/>
            <ac:picMk id="9" creationId="{7134C6F2-CF90-D5D0-4F1A-EF38ED8AB1D5}"/>
          </ac:picMkLst>
        </pc:picChg>
      </pc:sldChg>
      <pc:sldChg chg="delSp modSp add mod delAnim">
        <pc:chgData name="Alirah WEYORI" userId="1c7cbaa8-91f0-4806-8632-e4be5028c1b4" providerId="ADAL" clId="{B2549360-2C06-4825-BC7E-20F85306C91A}" dt="2025-01-21T09:31:46.122" v="1457" actId="12"/>
        <pc:sldMkLst>
          <pc:docMk/>
          <pc:sldMk cId="4037190676" sldId="477"/>
        </pc:sldMkLst>
        <pc:spChg chg="del">
          <ac:chgData name="Alirah WEYORI" userId="1c7cbaa8-91f0-4806-8632-e4be5028c1b4" providerId="ADAL" clId="{B2549360-2C06-4825-BC7E-20F85306C91A}" dt="2025-01-21T09:20:56.472" v="1120" actId="478"/>
          <ac:spMkLst>
            <pc:docMk/>
            <pc:sldMk cId="4037190676" sldId="477"/>
            <ac:spMk id="3" creationId="{44637EB1-9DA0-D159-FC7F-F991A2F0466A}"/>
          </ac:spMkLst>
        </pc:spChg>
        <pc:spChg chg="mod">
          <ac:chgData name="Alirah WEYORI" userId="1c7cbaa8-91f0-4806-8632-e4be5028c1b4" providerId="ADAL" clId="{B2549360-2C06-4825-BC7E-20F85306C91A}" dt="2025-01-21T09:31:46.122" v="1457" actId="12"/>
          <ac:spMkLst>
            <pc:docMk/>
            <pc:sldMk cId="4037190676" sldId="477"/>
            <ac:spMk id="5" creationId="{FB384112-3E0F-D1FC-81BB-BC0A0B1AE36C}"/>
          </ac:spMkLst>
        </pc:spChg>
      </pc:sldChg>
    </pc:docChg>
  </pc:docChgLst>
  <pc:docChgLst>
    <pc:chgData name="Alirah WEYORI" userId="S::alirah.weyori@wfp.org::1c7cbaa8-91f0-4806-8632-e4be5028c1b4" providerId="AD" clId="Web-{EEFF2432-BEF3-444D-840D-1E49C0FEF733}"/>
    <pc:docChg chg="mod">
      <pc:chgData name="Alirah WEYORI" userId="S::alirah.weyori@wfp.org::1c7cbaa8-91f0-4806-8632-e4be5028c1b4" providerId="AD" clId="Web-{EEFF2432-BEF3-444D-840D-1E49C0FEF733}" dt="2025-01-13T14:53:14.044" v="0" actId="33475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AD62F7-8322-4B7D-A1AC-ED027380C57A}" type="doc">
      <dgm:prSet loTypeId="urn:microsoft.com/office/officeart/2005/8/layout/chevron2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E4E874FA-CDC9-4DD2-AE5E-C205AD83443B}">
      <dgm:prSet phldrT="[Text]"/>
      <dgm:spPr/>
      <dgm:t>
        <a:bodyPr/>
        <a:lstStyle/>
        <a:p>
          <a:r>
            <a: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APP-FA</a:t>
          </a:r>
        </a:p>
        <a:p>
          <a:r>
            <a: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rCARI Team</a:t>
          </a:r>
        </a:p>
      </dgm:t>
    </dgm:pt>
    <dgm:pt modelId="{DAB10750-37A3-4821-887C-90F9436757F0}" type="parTrans" cxnId="{6F725462-3469-4B6F-B48D-3414773E13D0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F1AE30B-10DE-4CFA-A21C-C0297B9A14D2}" type="sibTrans" cxnId="{6F725462-3469-4B6F-B48D-3414773E13D0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33970024-742F-45D7-8CD3-A87FF5BA5EB8}">
      <dgm:prSet phldrT="[Text]"/>
      <dgm:spPr/>
      <dgm:t>
        <a:bodyPr/>
        <a:lstStyle/>
        <a:p>
          <a:r>
            <a: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of VAM </a:t>
          </a:r>
          <a:r>
            <a:rPr lang="en-GB" err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RBx</a:t>
          </a:r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6CAD6C30-078B-4A85-80DB-BF91DC4B24A1}" type="parTrans" cxnId="{816D4CE4-703F-4E99-B483-E8FA505035E9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9827B303-5188-4F6D-A4AB-A645217BE5C8}" type="sibTrans" cxnId="{816D4CE4-703F-4E99-B483-E8FA505035E9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FF68756-E57F-4DD7-9683-B466940658B5}">
      <dgm:prSet phldrT="[Text]"/>
      <dgm:spPr>
        <a:ln>
          <a:noFill/>
        </a:ln>
      </dgm:spPr>
      <dgm:t>
        <a:bodyPr/>
        <a:lstStyle/>
        <a:p>
          <a:r>
            <a:rPr lang="en-GB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Facilitates communication with COs &amp; supporting training</a:t>
          </a:r>
        </a:p>
      </dgm:t>
    </dgm:pt>
    <dgm:pt modelId="{F4B14DE7-82B1-4DD2-A46B-47C79D634ECF}" type="parTrans" cxnId="{77D0F059-F215-4C40-9AED-A7E09E1BB8DF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16E04810-CB76-4521-81D8-5E33D51D6ABD}" type="sibTrans" cxnId="{77D0F059-F215-4C40-9AED-A7E09E1BB8DF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D0C06CBD-9E27-48A2-A968-92DEC64304D9}">
      <dgm:prSet phldrT="[Text]"/>
      <dgm:spPr/>
      <dgm:t>
        <a:bodyPr/>
        <a:lstStyle/>
        <a:p>
          <a:r>
            <a: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VAM</a:t>
          </a:r>
        </a:p>
        <a:p>
          <a:r>
            <a: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COs</a:t>
          </a:r>
        </a:p>
      </dgm:t>
    </dgm:pt>
    <dgm:pt modelId="{CF686B69-5C19-4947-A1E0-6D589F66F5C7}" type="parTrans" cxnId="{471DA5CB-F78C-4FC0-A58B-66B50CCC1AF2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3B1CE79A-1BF5-44CF-BA39-94CAB574C2FA}" type="sibTrans" cxnId="{471DA5CB-F78C-4FC0-A58B-66B50CCC1AF2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5B0A2F43-F37F-4FEC-AC6E-E5FE4F8251FD}">
      <dgm:prSet phldrT="[Text]"/>
      <dgm:spPr>
        <a:ln>
          <a:noFill/>
        </a:ln>
      </dgm:spPr>
      <dgm:t>
        <a:bodyPr/>
        <a:lstStyle/>
        <a:p>
          <a:r>
            <a:rPr lang="en-GB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in identifying the study areas together with the APP-FA team</a:t>
          </a:r>
        </a:p>
      </dgm:t>
    </dgm:pt>
    <dgm:pt modelId="{F6AD8858-FEEF-43CE-AD19-EE13CB909261}" type="parTrans" cxnId="{51980314-24E1-42CA-B825-6B28DB884B45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BF2A592F-1B27-4B35-B4CE-D114BFFED589}" type="sibTrans" cxnId="{51980314-24E1-42CA-B825-6B28DB884B45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669750C-190D-4E8E-A819-3C7DCFAC68D4}">
      <dgm:prSet phldrT="[Text]"/>
      <dgm:spPr>
        <a:ln>
          <a:noFill/>
        </a:ln>
      </dgm:spPr>
      <dgm:t>
        <a:bodyPr/>
        <a:lstStyle/>
        <a:p>
          <a:r>
            <a:rPr lang="en-GB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with admin work for training</a:t>
          </a:r>
        </a:p>
      </dgm:t>
    </dgm:pt>
    <dgm:pt modelId="{B6ABCB51-FFFD-4301-AF4A-3CEB4F523777}" type="parTrans" cxnId="{ACCC2201-8CC1-4DB9-AC2D-A95CFBD8FFED}">
      <dgm:prSet/>
      <dgm:spPr/>
      <dgm:t>
        <a:bodyPr/>
        <a:lstStyle/>
        <a:p>
          <a:endParaRPr lang="en-GB"/>
        </a:p>
      </dgm:t>
    </dgm:pt>
    <dgm:pt modelId="{5488EE05-80C5-4697-B07D-3EEB0FCAD455}" type="sibTrans" cxnId="{ACCC2201-8CC1-4DB9-AC2D-A95CFBD8FFED}">
      <dgm:prSet/>
      <dgm:spPr/>
      <dgm:t>
        <a:bodyPr/>
        <a:lstStyle/>
        <a:p>
          <a:endParaRPr lang="en-GB"/>
        </a:p>
      </dgm:t>
    </dgm:pt>
    <dgm:pt modelId="{BDF31C0B-B6F9-4538-BF71-38ABF9DFE60C}">
      <dgm:prSet phldrT="[Text]"/>
      <dgm:spPr>
        <a:ln>
          <a:noFill/>
        </a:ln>
      </dgm:spPr>
      <dgm:t>
        <a:bodyPr/>
        <a:lstStyle/>
        <a:p>
          <a:r>
            <a:rPr lang="en-GB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Budgeting and logistics</a:t>
          </a:r>
        </a:p>
      </dgm:t>
    </dgm:pt>
    <dgm:pt modelId="{AA7F3447-A311-4C69-9CA1-D26B42096D69}" type="parTrans" cxnId="{848ADF6B-4098-46A9-978C-1E588A833B5F}">
      <dgm:prSet/>
      <dgm:spPr/>
      <dgm:t>
        <a:bodyPr/>
        <a:lstStyle/>
        <a:p>
          <a:endParaRPr lang="en-GB"/>
        </a:p>
      </dgm:t>
    </dgm:pt>
    <dgm:pt modelId="{90C1B6EF-C0F7-43A5-8F4C-0A2C77E01EB4}" type="sibTrans" cxnId="{848ADF6B-4098-46A9-978C-1E588A833B5F}">
      <dgm:prSet/>
      <dgm:spPr/>
      <dgm:t>
        <a:bodyPr/>
        <a:lstStyle/>
        <a:p>
          <a:endParaRPr lang="en-GB"/>
        </a:p>
      </dgm:t>
    </dgm:pt>
    <dgm:pt modelId="{BF757D6B-2E1C-48F5-8594-4A1D490D55CD}">
      <dgm:prSet phldrT="[Text]"/>
      <dgm:spPr>
        <a:ln>
          <a:noFill/>
        </a:ln>
      </dgm:spPr>
      <dgm:t>
        <a:bodyPr/>
        <a:lstStyle/>
        <a:p>
          <a:pPr marL="228600" lvl="1" indent="-228600" defTabSz="889000">
            <a:spcBef>
              <a:spcPct val="0"/>
            </a:spcBef>
            <a:spcAft>
              <a:spcPct val="15000"/>
            </a:spcAft>
          </a:pPr>
          <a:r>
            <a:rPr lang="en-GB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Provides technical support for COs</a:t>
          </a:r>
        </a:p>
      </dgm:t>
    </dgm:pt>
    <dgm:pt modelId="{CF88D6C8-47F9-4398-B397-62A721752EDF}" type="parTrans" cxnId="{6BC67C67-6080-4275-A55C-E1C1BCD10F79}">
      <dgm:prSet/>
      <dgm:spPr/>
      <dgm:t>
        <a:bodyPr/>
        <a:lstStyle/>
        <a:p>
          <a:endParaRPr lang="en-GB"/>
        </a:p>
      </dgm:t>
    </dgm:pt>
    <dgm:pt modelId="{79682B60-7B3A-4C35-A50E-0885980B9112}" type="sibTrans" cxnId="{6BC67C67-6080-4275-A55C-E1C1BCD10F79}">
      <dgm:prSet/>
      <dgm:spPr/>
      <dgm:t>
        <a:bodyPr/>
        <a:lstStyle/>
        <a:p>
          <a:endParaRPr lang="en-GB"/>
        </a:p>
      </dgm:t>
    </dgm:pt>
    <dgm:pt modelId="{7DD9D9F4-70EC-4FE7-A141-F056DACAAFBB}">
      <dgm:prSet phldrT="[Text]"/>
      <dgm:spPr>
        <a:ln>
          <a:noFill/>
        </a:ln>
      </dgm:spPr>
      <dgm:t>
        <a:bodyPr/>
        <a:lstStyle/>
        <a:p>
          <a:pPr marL="228600" lvl="1" indent="-228600" defTabSz="889000">
            <a:spcBef>
              <a:spcPct val="0"/>
            </a:spcBef>
            <a:spcAft>
              <a:spcPct val="15000"/>
            </a:spcAft>
            <a:buChar char="•"/>
          </a:pPr>
          <a:r>
            <a:rPr lang="en-GB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Leads in field work (implementation)</a:t>
          </a:r>
        </a:p>
      </dgm:t>
    </dgm:pt>
    <dgm:pt modelId="{4F84A963-8B7D-4998-9AC0-1715A605EFA5}" type="parTrans" cxnId="{5CBCB5D1-5CD8-4BA5-A020-7ED2747A737D}">
      <dgm:prSet/>
      <dgm:spPr/>
      <dgm:t>
        <a:bodyPr/>
        <a:lstStyle/>
        <a:p>
          <a:endParaRPr lang="en-GB"/>
        </a:p>
      </dgm:t>
    </dgm:pt>
    <dgm:pt modelId="{A77D5B0D-2BE0-439B-9D43-E48E4F9538D4}" type="sibTrans" cxnId="{5CBCB5D1-5CD8-4BA5-A020-7ED2747A737D}">
      <dgm:prSet/>
      <dgm:spPr/>
      <dgm:t>
        <a:bodyPr/>
        <a:lstStyle/>
        <a:p>
          <a:endParaRPr lang="en-GB"/>
        </a:p>
      </dgm:t>
    </dgm:pt>
    <dgm:pt modelId="{47225CB3-0F3D-466F-9CE5-313579787D82}">
      <dgm:prSet phldrT="[Text]"/>
      <dgm:spPr>
        <a:ln>
          <a:noFill/>
        </a:ln>
      </dgm:spPr>
      <dgm:t>
        <a:bodyPr/>
        <a:lstStyle/>
        <a:p>
          <a:pPr marL="228600" lvl="1" indent="-228600" defTabSz="889000">
            <a:spcBef>
              <a:spcPct val="0"/>
            </a:spcBef>
            <a:spcAft>
              <a:spcPct val="15000"/>
            </a:spcAft>
            <a:buChar char="•"/>
          </a:pPr>
          <a:r>
            <a:rPr lang="en-GB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Data analysis and report writing</a:t>
          </a:r>
        </a:p>
      </dgm:t>
    </dgm:pt>
    <dgm:pt modelId="{9353368B-4B78-452F-B639-3F3E5FBBD2FC}" type="parTrans" cxnId="{34123FD8-A975-413B-969C-58B13CCCF878}">
      <dgm:prSet/>
      <dgm:spPr/>
      <dgm:t>
        <a:bodyPr/>
        <a:lstStyle/>
        <a:p>
          <a:endParaRPr lang="en-GB"/>
        </a:p>
      </dgm:t>
    </dgm:pt>
    <dgm:pt modelId="{358DEE93-61F7-49C5-96C8-934EBCA8A0E3}" type="sibTrans" cxnId="{34123FD8-A975-413B-969C-58B13CCCF878}">
      <dgm:prSet/>
      <dgm:spPr/>
      <dgm:t>
        <a:bodyPr/>
        <a:lstStyle/>
        <a:p>
          <a:endParaRPr lang="en-GB"/>
        </a:p>
      </dgm:t>
    </dgm:pt>
    <dgm:pt modelId="{2E5F8C83-EF99-4C92-AF2B-FD7801F12247}">
      <dgm:prSet phldrT="[Text]"/>
      <dgm:spPr>
        <a:ln>
          <a:noFill/>
        </a:ln>
      </dgm:spPr>
      <dgm:t>
        <a:bodyPr/>
        <a:lstStyle/>
        <a:p>
          <a:pPr marL="228600" lvl="1" indent="-228600" defTabSz="889000">
            <a:spcBef>
              <a:spcPct val="0"/>
            </a:spcBef>
            <a:spcAft>
              <a:spcPct val="15000"/>
            </a:spcAft>
          </a:pPr>
          <a:r>
            <a:rPr lang="en-GB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Designs the study methodology</a:t>
          </a:r>
        </a:p>
      </dgm:t>
    </dgm:pt>
    <dgm:pt modelId="{95A85946-FEA2-4F2E-8F78-68A73382431F}" type="parTrans" cxnId="{9AFD8E55-D168-48AC-ACE7-B60D14AEAAFF}">
      <dgm:prSet/>
      <dgm:spPr/>
      <dgm:t>
        <a:bodyPr/>
        <a:lstStyle/>
        <a:p>
          <a:endParaRPr lang="en-GB"/>
        </a:p>
      </dgm:t>
    </dgm:pt>
    <dgm:pt modelId="{40C2775F-7163-4E9C-8F3E-7EC967272D2E}" type="sibTrans" cxnId="{9AFD8E55-D168-48AC-ACE7-B60D14AEAAFF}">
      <dgm:prSet/>
      <dgm:spPr/>
      <dgm:t>
        <a:bodyPr/>
        <a:lstStyle/>
        <a:p>
          <a:endParaRPr lang="en-GB"/>
        </a:p>
      </dgm:t>
    </dgm:pt>
    <dgm:pt modelId="{5422EFE1-AB12-4F93-9CF1-54572B18D5DE}" type="pres">
      <dgm:prSet presAssocID="{BEAD62F7-8322-4B7D-A1AC-ED027380C57A}" presName="linearFlow" presStyleCnt="0">
        <dgm:presLayoutVars>
          <dgm:dir/>
          <dgm:animLvl val="lvl"/>
          <dgm:resizeHandles val="exact"/>
        </dgm:presLayoutVars>
      </dgm:prSet>
      <dgm:spPr/>
    </dgm:pt>
    <dgm:pt modelId="{27A4A740-BD56-4A87-B1B8-9E1D23A2B6FA}" type="pres">
      <dgm:prSet presAssocID="{E4E874FA-CDC9-4DD2-AE5E-C205AD83443B}" presName="composite" presStyleCnt="0"/>
      <dgm:spPr/>
    </dgm:pt>
    <dgm:pt modelId="{67B7DC7C-67C7-48C9-84E8-2CD454857C06}" type="pres">
      <dgm:prSet presAssocID="{E4E874FA-CDC9-4DD2-AE5E-C205AD83443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AE51A52D-4086-4980-9DF4-551BE1DB7799}" type="pres">
      <dgm:prSet presAssocID="{E4E874FA-CDC9-4DD2-AE5E-C205AD83443B}" presName="descendantText" presStyleLbl="alignAcc1" presStyleIdx="0" presStyleCnt="3" custLinFactNeighborX="116">
        <dgm:presLayoutVars>
          <dgm:bulletEnabled val="1"/>
        </dgm:presLayoutVars>
      </dgm:prSet>
      <dgm:spPr/>
    </dgm:pt>
    <dgm:pt modelId="{C814AE68-0777-4263-A7AF-48C6990B7FF5}" type="pres">
      <dgm:prSet presAssocID="{4F1AE30B-10DE-4CFA-A21C-C0297B9A14D2}" presName="sp" presStyleCnt="0"/>
      <dgm:spPr/>
    </dgm:pt>
    <dgm:pt modelId="{A658AC44-CB45-4F85-8531-8C06DE2C035D}" type="pres">
      <dgm:prSet presAssocID="{33970024-742F-45D7-8CD3-A87FF5BA5EB8}" presName="composite" presStyleCnt="0"/>
      <dgm:spPr/>
    </dgm:pt>
    <dgm:pt modelId="{0D21E47E-9CB2-4DD6-829B-9059E9F95DBB}" type="pres">
      <dgm:prSet presAssocID="{33970024-742F-45D7-8CD3-A87FF5BA5EB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4FEACAF-6781-488E-A1D9-B4CDCF24C908}" type="pres">
      <dgm:prSet presAssocID="{33970024-742F-45D7-8CD3-A87FF5BA5EB8}" presName="descendantText" presStyleLbl="alignAcc1" presStyleIdx="1" presStyleCnt="3" custLinFactNeighborX="0" custLinFactNeighborY="2267">
        <dgm:presLayoutVars>
          <dgm:bulletEnabled val="1"/>
        </dgm:presLayoutVars>
      </dgm:prSet>
      <dgm:spPr/>
    </dgm:pt>
    <dgm:pt modelId="{7E96D789-5192-419E-B043-346610CBC796}" type="pres">
      <dgm:prSet presAssocID="{9827B303-5188-4F6D-A4AB-A645217BE5C8}" presName="sp" presStyleCnt="0"/>
      <dgm:spPr/>
    </dgm:pt>
    <dgm:pt modelId="{29699D3F-BF89-4840-9AB1-44EF72BCC905}" type="pres">
      <dgm:prSet presAssocID="{D0C06CBD-9E27-48A2-A968-92DEC64304D9}" presName="composite" presStyleCnt="0"/>
      <dgm:spPr/>
    </dgm:pt>
    <dgm:pt modelId="{E38C8E1A-690E-4395-85D9-9A2BAB0A42C1}" type="pres">
      <dgm:prSet presAssocID="{D0C06CBD-9E27-48A2-A968-92DEC64304D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3228A5D-44F9-4D9B-9F7E-12B0863F5DD2}" type="pres">
      <dgm:prSet presAssocID="{D0C06CBD-9E27-48A2-A968-92DEC64304D9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ACCC2201-8CC1-4DB9-AC2D-A95CFBD8FFED}" srcId="{D0C06CBD-9E27-48A2-A968-92DEC64304D9}" destId="{4669750C-190D-4E8E-A819-3C7DCFAC68D4}" srcOrd="2" destOrd="0" parTransId="{B6ABCB51-FFFD-4301-AF4A-3CEB4F523777}" sibTransId="{5488EE05-80C5-4697-B07D-3EEB0FCAD455}"/>
    <dgm:cxn modelId="{51980314-24E1-42CA-B825-6B28DB884B45}" srcId="{D0C06CBD-9E27-48A2-A968-92DEC64304D9}" destId="{5B0A2F43-F37F-4FEC-AC6E-E5FE4F8251FD}" srcOrd="0" destOrd="0" parTransId="{F6AD8858-FEEF-43CE-AD19-EE13CB909261}" sibTransId="{BF2A592F-1B27-4B35-B4CE-D114BFFED589}"/>
    <dgm:cxn modelId="{12C4A825-3D3B-4B8D-B141-5C8F2059890F}" type="presOf" srcId="{47225CB3-0F3D-466F-9CE5-313579787D82}" destId="{AE51A52D-4086-4980-9DF4-551BE1DB7799}" srcOrd="0" destOrd="3" presId="urn:microsoft.com/office/officeart/2005/8/layout/chevron2"/>
    <dgm:cxn modelId="{67A6D326-ADD2-43FB-878D-B8972A5EB492}" type="presOf" srcId="{2E5F8C83-EF99-4C92-AF2B-FD7801F12247}" destId="{AE51A52D-4086-4980-9DF4-551BE1DB7799}" srcOrd="0" destOrd="0" presId="urn:microsoft.com/office/officeart/2005/8/layout/chevron2"/>
    <dgm:cxn modelId="{19BE4B3C-73C1-4E59-968A-737980DBCA86}" type="presOf" srcId="{BEAD62F7-8322-4B7D-A1AC-ED027380C57A}" destId="{5422EFE1-AB12-4F93-9CF1-54572B18D5DE}" srcOrd="0" destOrd="0" presId="urn:microsoft.com/office/officeart/2005/8/layout/chevron2"/>
    <dgm:cxn modelId="{79F5C35C-BE8E-420F-8AE7-84D62D894F41}" type="presOf" srcId="{BDF31C0B-B6F9-4538-BF71-38ABF9DFE60C}" destId="{83228A5D-44F9-4D9B-9F7E-12B0863F5DD2}" srcOrd="0" destOrd="1" presId="urn:microsoft.com/office/officeart/2005/8/layout/chevron2"/>
    <dgm:cxn modelId="{54F1355E-A1B0-4D95-979C-F1BB189F815A}" type="presOf" srcId="{7DD9D9F4-70EC-4FE7-A141-F056DACAAFBB}" destId="{AE51A52D-4086-4980-9DF4-551BE1DB7799}" srcOrd="0" destOrd="2" presId="urn:microsoft.com/office/officeart/2005/8/layout/chevron2"/>
    <dgm:cxn modelId="{6F725462-3469-4B6F-B48D-3414773E13D0}" srcId="{BEAD62F7-8322-4B7D-A1AC-ED027380C57A}" destId="{E4E874FA-CDC9-4DD2-AE5E-C205AD83443B}" srcOrd="0" destOrd="0" parTransId="{DAB10750-37A3-4821-887C-90F9436757F0}" sibTransId="{4F1AE30B-10DE-4CFA-A21C-C0297B9A14D2}"/>
    <dgm:cxn modelId="{BE9A2465-9990-4ABD-881B-601A16631D9B}" type="presOf" srcId="{D0C06CBD-9E27-48A2-A968-92DEC64304D9}" destId="{E38C8E1A-690E-4395-85D9-9A2BAB0A42C1}" srcOrd="0" destOrd="0" presId="urn:microsoft.com/office/officeart/2005/8/layout/chevron2"/>
    <dgm:cxn modelId="{6BC67C67-6080-4275-A55C-E1C1BCD10F79}" srcId="{E4E874FA-CDC9-4DD2-AE5E-C205AD83443B}" destId="{BF757D6B-2E1C-48F5-8594-4A1D490D55CD}" srcOrd="1" destOrd="0" parTransId="{CF88D6C8-47F9-4398-B397-62A721752EDF}" sibTransId="{79682B60-7B3A-4C35-A50E-0885980B9112}"/>
    <dgm:cxn modelId="{848ADF6B-4098-46A9-978C-1E588A833B5F}" srcId="{D0C06CBD-9E27-48A2-A968-92DEC64304D9}" destId="{BDF31C0B-B6F9-4538-BF71-38ABF9DFE60C}" srcOrd="1" destOrd="0" parTransId="{AA7F3447-A311-4C69-9CA1-D26B42096D69}" sibTransId="{90C1B6EF-C0F7-43A5-8F4C-0A2C77E01EB4}"/>
    <dgm:cxn modelId="{9AFD8E55-D168-48AC-ACE7-B60D14AEAAFF}" srcId="{E4E874FA-CDC9-4DD2-AE5E-C205AD83443B}" destId="{2E5F8C83-EF99-4C92-AF2B-FD7801F12247}" srcOrd="0" destOrd="0" parTransId="{95A85946-FEA2-4F2E-8F78-68A73382431F}" sibTransId="{40C2775F-7163-4E9C-8F3E-7EC967272D2E}"/>
    <dgm:cxn modelId="{77D0F059-F215-4C40-9AED-A7E09E1BB8DF}" srcId="{33970024-742F-45D7-8CD3-A87FF5BA5EB8}" destId="{4FF68756-E57F-4DD7-9683-B466940658B5}" srcOrd="0" destOrd="0" parTransId="{F4B14DE7-82B1-4DD2-A46B-47C79D634ECF}" sibTransId="{16E04810-CB76-4521-81D8-5E33D51D6ABD}"/>
    <dgm:cxn modelId="{74623A84-F507-4379-B2F1-36BD72B55B79}" type="presOf" srcId="{4FF68756-E57F-4DD7-9683-B466940658B5}" destId="{74FEACAF-6781-488E-A1D9-B4CDCF24C908}" srcOrd="0" destOrd="0" presId="urn:microsoft.com/office/officeart/2005/8/layout/chevron2"/>
    <dgm:cxn modelId="{DC8C99C2-1C88-4D05-A0B4-7632200D15EB}" type="presOf" srcId="{E4E874FA-CDC9-4DD2-AE5E-C205AD83443B}" destId="{67B7DC7C-67C7-48C9-84E8-2CD454857C06}" srcOrd="0" destOrd="0" presId="urn:microsoft.com/office/officeart/2005/8/layout/chevron2"/>
    <dgm:cxn modelId="{471DA5CB-F78C-4FC0-A58B-66B50CCC1AF2}" srcId="{BEAD62F7-8322-4B7D-A1AC-ED027380C57A}" destId="{D0C06CBD-9E27-48A2-A968-92DEC64304D9}" srcOrd="2" destOrd="0" parTransId="{CF686B69-5C19-4947-A1E0-6D589F66F5C7}" sibTransId="{3B1CE79A-1BF5-44CF-BA39-94CAB574C2FA}"/>
    <dgm:cxn modelId="{F1C22ECF-02F8-43FE-AAB7-6DF399804E36}" type="presOf" srcId="{33970024-742F-45D7-8CD3-A87FF5BA5EB8}" destId="{0D21E47E-9CB2-4DD6-829B-9059E9F95DBB}" srcOrd="0" destOrd="0" presId="urn:microsoft.com/office/officeart/2005/8/layout/chevron2"/>
    <dgm:cxn modelId="{5CBCB5D1-5CD8-4BA5-A020-7ED2747A737D}" srcId="{E4E874FA-CDC9-4DD2-AE5E-C205AD83443B}" destId="{7DD9D9F4-70EC-4FE7-A141-F056DACAAFBB}" srcOrd="2" destOrd="0" parTransId="{4F84A963-8B7D-4998-9AC0-1715A605EFA5}" sibTransId="{A77D5B0D-2BE0-439B-9D43-E48E4F9538D4}"/>
    <dgm:cxn modelId="{34123FD8-A975-413B-969C-58B13CCCF878}" srcId="{E4E874FA-CDC9-4DD2-AE5E-C205AD83443B}" destId="{47225CB3-0F3D-466F-9CE5-313579787D82}" srcOrd="3" destOrd="0" parTransId="{9353368B-4B78-452F-B639-3F3E5FBBD2FC}" sibTransId="{358DEE93-61F7-49C5-96C8-934EBCA8A0E3}"/>
    <dgm:cxn modelId="{B32523E3-C10C-4C8A-B05B-DEBA5368B7BA}" type="presOf" srcId="{4669750C-190D-4E8E-A819-3C7DCFAC68D4}" destId="{83228A5D-44F9-4D9B-9F7E-12B0863F5DD2}" srcOrd="0" destOrd="2" presId="urn:microsoft.com/office/officeart/2005/8/layout/chevron2"/>
    <dgm:cxn modelId="{816D4CE4-703F-4E99-B483-E8FA505035E9}" srcId="{BEAD62F7-8322-4B7D-A1AC-ED027380C57A}" destId="{33970024-742F-45D7-8CD3-A87FF5BA5EB8}" srcOrd="1" destOrd="0" parTransId="{6CAD6C30-078B-4A85-80DB-BF91DC4B24A1}" sibTransId="{9827B303-5188-4F6D-A4AB-A645217BE5C8}"/>
    <dgm:cxn modelId="{BE3C12E7-5807-42CA-BB87-D4C796454133}" type="presOf" srcId="{BF757D6B-2E1C-48F5-8594-4A1D490D55CD}" destId="{AE51A52D-4086-4980-9DF4-551BE1DB7799}" srcOrd="0" destOrd="1" presId="urn:microsoft.com/office/officeart/2005/8/layout/chevron2"/>
    <dgm:cxn modelId="{C78AC0F9-A127-4577-B168-23BDC864BF32}" type="presOf" srcId="{5B0A2F43-F37F-4FEC-AC6E-E5FE4F8251FD}" destId="{83228A5D-44F9-4D9B-9F7E-12B0863F5DD2}" srcOrd="0" destOrd="0" presId="urn:microsoft.com/office/officeart/2005/8/layout/chevron2"/>
    <dgm:cxn modelId="{318CD918-0D6F-46C9-B39E-FA1D2827ABAE}" type="presParOf" srcId="{5422EFE1-AB12-4F93-9CF1-54572B18D5DE}" destId="{27A4A740-BD56-4A87-B1B8-9E1D23A2B6FA}" srcOrd="0" destOrd="0" presId="urn:microsoft.com/office/officeart/2005/8/layout/chevron2"/>
    <dgm:cxn modelId="{B11D6C5C-D590-4F8B-9715-825DF99E471F}" type="presParOf" srcId="{27A4A740-BD56-4A87-B1B8-9E1D23A2B6FA}" destId="{67B7DC7C-67C7-48C9-84E8-2CD454857C06}" srcOrd="0" destOrd="0" presId="urn:microsoft.com/office/officeart/2005/8/layout/chevron2"/>
    <dgm:cxn modelId="{8A4382E8-193A-47E9-9492-8B3A1A93534D}" type="presParOf" srcId="{27A4A740-BD56-4A87-B1B8-9E1D23A2B6FA}" destId="{AE51A52D-4086-4980-9DF4-551BE1DB7799}" srcOrd="1" destOrd="0" presId="urn:microsoft.com/office/officeart/2005/8/layout/chevron2"/>
    <dgm:cxn modelId="{9C29CE70-31DF-499E-9176-B1EECFEC3446}" type="presParOf" srcId="{5422EFE1-AB12-4F93-9CF1-54572B18D5DE}" destId="{C814AE68-0777-4263-A7AF-48C6990B7FF5}" srcOrd="1" destOrd="0" presId="urn:microsoft.com/office/officeart/2005/8/layout/chevron2"/>
    <dgm:cxn modelId="{59C08A4E-3A7A-45DD-A6C4-741F08BF54DF}" type="presParOf" srcId="{5422EFE1-AB12-4F93-9CF1-54572B18D5DE}" destId="{A658AC44-CB45-4F85-8531-8C06DE2C035D}" srcOrd="2" destOrd="0" presId="urn:microsoft.com/office/officeart/2005/8/layout/chevron2"/>
    <dgm:cxn modelId="{1EAAD8E6-79CF-4893-8399-6FDE0E4E2A4E}" type="presParOf" srcId="{A658AC44-CB45-4F85-8531-8C06DE2C035D}" destId="{0D21E47E-9CB2-4DD6-829B-9059E9F95DBB}" srcOrd="0" destOrd="0" presId="urn:microsoft.com/office/officeart/2005/8/layout/chevron2"/>
    <dgm:cxn modelId="{8C9E18D6-42D9-4AFE-AFB7-E5675CA382F0}" type="presParOf" srcId="{A658AC44-CB45-4F85-8531-8C06DE2C035D}" destId="{74FEACAF-6781-488E-A1D9-B4CDCF24C908}" srcOrd="1" destOrd="0" presId="urn:microsoft.com/office/officeart/2005/8/layout/chevron2"/>
    <dgm:cxn modelId="{DEE50D72-7A9C-4CC7-86AA-A1C630BD8B70}" type="presParOf" srcId="{5422EFE1-AB12-4F93-9CF1-54572B18D5DE}" destId="{7E96D789-5192-419E-B043-346610CBC796}" srcOrd="3" destOrd="0" presId="urn:microsoft.com/office/officeart/2005/8/layout/chevron2"/>
    <dgm:cxn modelId="{A60B4257-2C11-43C5-9AF0-6CFC6132C0EF}" type="presParOf" srcId="{5422EFE1-AB12-4F93-9CF1-54572B18D5DE}" destId="{29699D3F-BF89-4840-9AB1-44EF72BCC905}" srcOrd="4" destOrd="0" presId="urn:microsoft.com/office/officeart/2005/8/layout/chevron2"/>
    <dgm:cxn modelId="{2BE62713-A9C5-42E8-9879-A022DAA28EA8}" type="presParOf" srcId="{29699D3F-BF89-4840-9AB1-44EF72BCC905}" destId="{E38C8E1A-690E-4395-85D9-9A2BAB0A42C1}" srcOrd="0" destOrd="0" presId="urn:microsoft.com/office/officeart/2005/8/layout/chevron2"/>
    <dgm:cxn modelId="{19117BE8-3D3E-43ED-BCFB-EADCDFBE1825}" type="presParOf" srcId="{29699D3F-BF89-4840-9AB1-44EF72BCC905}" destId="{83228A5D-44F9-4D9B-9F7E-12B0863F5DD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7DC7C-67C7-48C9-84E8-2CD454857C06}">
      <dsp:nvSpPr>
        <dsp:cNvPr id="0" name=""/>
        <dsp:cNvSpPr/>
      </dsp:nvSpPr>
      <dsp:spPr>
        <a:xfrm rot="5400000">
          <a:off x="-224321" y="226517"/>
          <a:ext cx="1495478" cy="104683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APP-FA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rCARI Team</a:t>
          </a:r>
        </a:p>
      </dsp:txBody>
      <dsp:txXfrm rot="-5400000">
        <a:off x="1" y="525612"/>
        <a:ext cx="1046834" cy="448644"/>
      </dsp:txXfrm>
    </dsp:sp>
    <dsp:sp modelId="{AE51A52D-4086-4980-9DF4-551BE1DB7799}">
      <dsp:nvSpPr>
        <dsp:cNvPr id="0" name=""/>
        <dsp:cNvSpPr/>
      </dsp:nvSpPr>
      <dsp:spPr>
        <a:xfrm rot="5400000">
          <a:off x="4516735" y="-3467704"/>
          <a:ext cx="972060" cy="7911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Designs the study methodology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Provides technical support for COs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Leads in field work (implementation)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Data analysis and report writing</a:t>
          </a:r>
        </a:p>
      </dsp:txBody>
      <dsp:txXfrm rot="-5400000">
        <a:off x="1046834" y="49649"/>
        <a:ext cx="7864411" cy="877156"/>
      </dsp:txXfrm>
    </dsp:sp>
    <dsp:sp modelId="{0D21E47E-9CB2-4DD6-829B-9059E9F95DBB}">
      <dsp:nvSpPr>
        <dsp:cNvPr id="0" name=""/>
        <dsp:cNvSpPr/>
      </dsp:nvSpPr>
      <dsp:spPr>
        <a:xfrm rot="5400000">
          <a:off x="-224321" y="1526609"/>
          <a:ext cx="1495478" cy="104683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of VAM </a:t>
          </a:r>
          <a:r>
            <a:rPr lang="en-GB" sz="1200" kern="1200" err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RBx</a:t>
          </a:r>
          <a:endParaRPr lang="en-GB" sz="1200" kern="120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 rot="-5400000">
        <a:off x="1" y="1825704"/>
        <a:ext cx="1046834" cy="448644"/>
      </dsp:txXfrm>
    </dsp:sp>
    <dsp:sp modelId="{74FEACAF-6781-488E-A1D9-B4CDCF24C908}">
      <dsp:nvSpPr>
        <dsp:cNvPr id="0" name=""/>
        <dsp:cNvSpPr/>
      </dsp:nvSpPr>
      <dsp:spPr>
        <a:xfrm rot="5400000">
          <a:off x="4516735" y="-2145577"/>
          <a:ext cx="972060" cy="7911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Facilitates communication with COs &amp; supporting training</a:t>
          </a:r>
        </a:p>
      </dsp:txBody>
      <dsp:txXfrm rot="-5400000">
        <a:off x="1046834" y="1371776"/>
        <a:ext cx="7864411" cy="877156"/>
      </dsp:txXfrm>
    </dsp:sp>
    <dsp:sp modelId="{E38C8E1A-690E-4395-85D9-9A2BAB0A42C1}">
      <dsp:nvSpPr>
        <dsp:cNvPr id="0" name=""/>
        <dsp:cNvSpPr/>
      </dsp:nvSpPr>
      <dsp:spPr>
        <a:xfrm rot="5400000">
          <a:off x="-224321" y="2826700"/>
          <a:ext cx="1495478" cy="104683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VAM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COs</a:t>
          </a:r>
        </a:p>
      </dsp:txBody>
      <dsp:txXfrm rot="-5400000">
        <a:off x="1" y="3125795"/>
        <a:ext cx="1046834" cy="448644"/>
      </dsp:txXfrm>
    </dsp:sp>
    <dsp:sp modelId="{83228A5D-44F9-4D9B-9F7E-12B0863F5DD2}">
      <dsp:nvSpPr>
        <dsp:cNvPr id="0" name=""/>
        <dsp:cNvSpPr/>
      </dsp:nvSpPr>
      <dsp:spPr>
        <a:xfrm rot="5400000">
          <a:off x="4516735" y="-867522"/>
          <a:ext cx="972060" cy="7911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in identifying the study areas together with the APP-FA team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Budgeting and logistics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with admin work for training</a:t>
          </a:r>
        </a:p>
      </dsp:txBody>
      <dsp:txXfrm rot="-5400000">
        <a:off x="1046834" y="2649831"/>
        <a:ext cx="7864411" cy="8771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21/01/2025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21/01/2025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Consolidate Approach for Reporting food Insecurity (CARI)</a:t>
            </a: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t</a:t>
            </a: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hough easily available, results are not globally accepted because</a:t>
            </a: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methodology is not been empirically validated against other standard methods- CARI</a:t>
            </a: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&amp; income changes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685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145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9009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8449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  <p:pic>
        <p:nvPicPr>
          <p:cNvPr id="2" name="Immagine 6">
            <a:extLst>
              <a:ext uri="{FF2B5EF4-FFF2-40B4-BE49-F238E27FC236}">
                <a16:creationId xmlns:a16="http://schemas.microsoft.com/office/drawing/2014/main" id="{C4DA0CF2-7FE2-439E-38AF-CAB7D61A28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RAM-N – rCARI Team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BC1E3E4-892A-F28B-0D49-C3E8A088909C}"/>
              </a:ext>
            </a:extLst>
          </p:cNvPr>
          <p:cNvSpPr txBox="1">
            <a:spLocks/>
          </p:cNvSpPr>
          <p:nvPr/>
        </p:nvSpPr>
        <p:spPr>
          <a:xfrm>
            <a:off x="2809778" y="2633031"/>
            <a:ext cx="8178994" cy="7959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algn="ctr"/>
            <a:r>
              <a:rPr lang="en-GB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Income Source &amp; Income Change Indicator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CE19-6525-07B7-6E9C-E9F0F8C0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</a:p>
        </p:txBody>
      </p:sp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44637EB1-9DA0-D159-FC7F-F991A2F0466A}"/>
              </a:ext>
            </a:extLst>
          </p:cNvPr>
          <p:cNvSpPr/>
          <p:nvPr/>
        </p:nvSpPr>
        <p:spPr>
          <a:xfrm rot="858260">
            <a:off x="4705412" y="1120940"/>
            <a:ext cx="6401297" cy="2737733"/>
          </a:xfrm>
          <a:prstGeom prst="wedgeEllipseCallout">
            <a:avLst>
              <a:gd name="adj1" fmla="val -56526"/>
              <a:gd name="adj2" fmla="val 46463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3200" dirty="0">
                <a:solidFill>
                  <a:srgbClr val="FFFFFE"/>
                </a:solidFill>
                <a:latin typeface="HALDEN SOLID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Why a new indicator for economic vulnerability?</a:t>
            </a:r>
            <a:endParaRPr lang="en-US" sz="3200" b="1" dirty="0">
              <a:solidFill>
                <a:srgbClr val="FFFFFE"/>
              </a:solidFill>
              <a:latin typeface="HALDEN SOLID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AE682CA-2A6C-ABAC-823F-137EA989A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45970" y="3429000"/>
            <a:ext cx="4305384" cy="318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13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72" y="2209742"/>
            <a:ext cx="5958811" cy="3652660"/>
          </a:xfrm>
          <a:ln w="19050">
            <a:noFill/>
          </a:ln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CARI &amp; rCARI (remote CARI) aggregate AFI indicators in a similar way </a:t>
            </a:r>
          </a:p>
          <a:p>
            <a:pPr marL="800100" lvl="2" indent="-342900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Differs in the Economic Vulnerability indicators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9F548F5E-1645-A988-92FC-24A524438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8423" y="1846527"/>
            <a:ext cx="5329131" cy="4256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3B6A56-8344-1914-1DF9-CA216F715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1812431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CE19-6525-07B7-6E9C-E9F0F8C0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84112-3E0F-D1FC-81BB-BC0A0B1AE36C}"/>
              </a:ext>
            </a:extLst>
          </p:cNvPr>
          <p:cNvSpPr txBox="1"/>
          <p:nvPr/>
        </p:nvSpPr>
        <p:spPr>
          <a:xfrm>
            <a:off x="991518" y="1837991"/>
            <a:ext cx="10396917" cy="394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Challenge with </a:t>
            </a:r>
            <a:r>
              <a:rPr lang="en-US" sz="2400" u="sng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Expenditure data </a:t>
            </a:r>
          </a:p>
          <a:p>
            <a:pPr marL="800100" lvl="2" indent="-3429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 consuming/effort</a:t>
            </a:r>
          </a:p>
          <a:p>
            <a:pPr marL="800100" lvl="2" indent="-3429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quality concerns</a:t>
            </a:r>
          </a:p>
          <a:p>
            <a:pPr marL="800100" lvl="2" indent="-3429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Difficult/absence of standard module for </a:t>
            </a:r>
            <a:r>
              <a:rPr lang="en-US" sz="2400" u="sng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Remote Interviews</a:t>
            </a:r>
          </a:p>
          <a:p>
            <a:pPr marL="342900" lvl="1" indent="-3429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Onset of Covid-19 &amp; need for food security analysis</a:t>
            </a:r>
          </a:p>
          <a:p>
            <a:pPr marL="1257300" lvl="3" indent="-3429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WFP developed the income choice &amp; income change indicator</a:t>
            </a:r>
          </a:p>
          <a:p>
            <a:pPr marL="1257300" lvl="3" indent="-3429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Proxy for Economic vulnerability</a:t>
            </a:r>
          </a:p>
          <a:p>
            <a:pPr marL="1714500" lvl="4" indent="-3429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Current coping capacity – CARI (rCARI)</a:t>
            </a:r>
          </a:p>
        </p:txBody>
      </p:sp>
    </p:spTree>
    <p:extLst>
      <p:ext uri="{BB962C8B-B14F-4D97-AF65-F5344CB8AC3E}">
        <p14:creationId xmlns:p14="http://schemas.microsoft.com/office/powerpoint/2010/main" val="4037190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0863FE8-7792-2038-81DB-54A15076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637541"/>
            <a:ext cx="10542124" cy="1152000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indicator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887B5-ADEA-A467-07AC-8FBBE379D61A}"/>
              </a:ext>
            </a:extLst>
          </p:cNvPr>
          <p:cNvSpPr txBox="1"/>
          <p:nvPr/>
        </p:nvSpPr>
        <p:spPr>
          <a:xfrm>
            <a:off x="1270708" y="2253261"/>
            <a:ext cx="9427772" cy="2351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full name is “INCOME SOURCE &amp; INCOME CHANGE INDICATOR”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matrix of 3 levels of questions (covering the last 12 months)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 occupation of the HHH or respondent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 source of income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Income change in the last </a:t>
            </a:r>
          </a:p>
        </p:txBody>
      </p:sp>
    </p:spTree>
    <p:extLst>
      <p:ext uri="{BB962C8B-B14F-4D97-AF65-F5344CB8AC3E}">
        <p14:creationId xmlns:p14="http://schemas.microsoft.com/office/powerpoint/2010/main" val="47818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389E768-859D-8112-35FE-1FE1083C0D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8178641"/>
              </p:ext>
            </p:extLst>
          </p:nvPr>
        </p:nvGraphicFramePr>
        <p:xfrm>
          <a:off x="960120" y="1423781"/>
          <a:ext cx="10406941" cy="4572000"/>
        </p:xfrm>
        <a:graphic>
          <a:graphicData uri="http://schemas.openxmlformats.org/drawingml/2006/table">
            <a:tbl>
              <a:tblPr firstRow="1" bandRow="1"/>
              <a:tblGrid>
                <a:gridCol w="1752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5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sz="12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Variable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sz="12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Question</a:t>
                      </a:r>
                      <a:r>
                        <a:rPr lang="en-US" sz="12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 in Income Module</a:t>
                      </a:r>
                      <a:endParaRPr sz="1200" b="1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sz="12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Choice List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 err="1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HHHOccupation</a:t>
                      </a:r>
                      <a:endParaRPr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occupation of the household head?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Open Ended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err="1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HHInc_PCT</a:t>
                      </a:r>
                      <a:endParaRPr sz="105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How many household members are contributing to the household income?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Number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48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err="1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HHIncFirst</a:t>
                      </a:r>
                      <a:endParaRPr sz="105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Main source of income for the household.](Hint: This is the most stable income source for the household)Relevance: </a:t>
                      </a:r>
                      <a:r>
                        <a:rPr sz="1050" dirty="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HHIncNb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&gt; 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 Wage Labor </a:t>
                      </a:r>
                      <a:r>
                        <a:rPr lang="en-US"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–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Professional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 Wage Labor </a:t>
                      </a:r>
                      <a:r>
                        <a:rPr lang="en-US"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–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Skilled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 Wage Labor - Unskilled/Casual/Agriculture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 Wage Labor - Unskilled/Casual/non-agriculture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 Pension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 Remittances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 Aid/gifts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 Borrowing money/Living off debt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9 High risk activity (e.g. begging, scavenging)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 Saving/selling assets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11 Petty trade/selling on streets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12 Small trade (own business)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13 Medium/large trade (own business)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14 Small Agriculture production including livestock (own land/livestock)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15 Medium/large agriculture production including livestock (own land/livestock)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999 Other (specify)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err="1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HHIncFirst_Oth</a:t>
                      </a:r>
                      <a:endParaRPr sz="105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err="1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SpecifyRelevance</a:t>
                      </a:r>
                      <a:r>
                        <a:rPr sz="105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: </a:t>
                      </a:r>
                      <a:r>
                        <a:rPr sz="1050" err="1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HHIncFirst_SRi</a:t>
                      </a:r>
                      <a:r>
                        <a:rPr sz="105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= ‘999’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err="1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HHIncChg</a:t>
                      </a:r>
                      <a:endParaRPr sz="105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Was there a change in income over the last year?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(Please do not take into account the currency devaluation.)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 No change</a:t>
                      </a:r>
                      <a:r>
                        <a:rPr lang="en-US"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                        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 Increased</a:t>
                      </a:r>
                      <a:r>
                        <a:rPr lang="en-US"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               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 Reduced by less than 25%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 Reduced by more than 25% and less than 50%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 Reduced by more than 50%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0863FE8-7792-2038-81DB-54A15076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271781"/>
            <a:ext cx="10542124" cy="1152000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MODULE</a:t>
            </a:r>
          </a:p>
        </p:txBody>
      </p:sp>
    </p:spTree>
    <p:extLst>
      <p:ext uri="{BB962C8B-B14F-4D97-AF65-F5344CB8AC3E}">
        <p14:creationId xmlns:p14="http://schemas.microsoft.com/office/powerpoint/2010/main" val="3477035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D4F6699-E9CC-2B5F-8C7D-025B4F2C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271781"/>
            <a:ext cx="10542124" cy="1152000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indicator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93C5C8A-5E0E-0DF6-1DCC-1D55F37B897C}"/>
              </a:ext>
            </a:extLst>
          </p:cNvPr>
          <p:cNvSpPr txBox="1">
            <a:spLocks/>
          </p:cNvSpPr>
          <p:nvPr/>
        </p:nvSpPr>
        <p:spPr>
          <a:xfrm>
            <a:off x="1213558" y="1300535"/>
            <a:ext cx="9564932" cy="458591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Classification of Income Sources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16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Regular employment/income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Wage Labor – Professional/skilled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highlight>
                  <a:srgbClr val="FFFF0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Small/Medium/large trade (own business)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highlight>
                  <a:srgbClr val="FFFF0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Small/Medium/Large agriculture production including livestock (own or rented land/owned livestock)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16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Irregular employment/income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Wage Labor - Unskilled/casual/agriculture/unskilled/casual/non-agriculture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Remittances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Petty trade/selling on streets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16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income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Aid/gifts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Borrowing money/Living off debt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risk activity (e.g. begging, scavenging)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Saving/selling assets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income source</a:t>
            </a:r>
            <a:endParaRPr lang="en-GB" sz="1200" i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693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D4F6699-E9CC-2B5F-8C7D-025B4F2C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271781"/>
            <a:ext cx="10542124" cy="1152000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indicator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93C5C8A-5E0E-0DF6-1DCC-1D55F37B897C}"/>
              </a:ext>
            </a:extLst>
          </p:cNvPr>
          <p:cNvSpPr txBox="1">
            <a:spLocks/>
          </p:cNvSpPr>
          <p:nvPr/>
        </p:nvSpPr>
        <p:spPr>
          <a:xfrm>
            <a:off x="993416" y="1423781"/>
            <a:ext cx="9465034" cy="424549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solidFill>
                  <a:schemeClr val="accent1"/>
                </a:solidFill>
                <a:latin typeface="Abadi" panose="020B0604020104020204" pitchFamily="34" charset="0"/>
              </a:rPr>
              <a:t>Categorization of Income Change</a:t>
            </a:r>
          </a:p>
          <a:p>
            <a:pPr marL="879475" indent="-342900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92D050"/>
                </a:solidFill>
                <a:latin typeface="Abadi" panose="020B0604020104020204" pitchFamily="34" charset="0"/>
              </a:rPr>
              <a:t>No Change</a:t>
            </a:r>
          </a:p>
          <a:p>
            <a:pPr marL="1336675" lvl="1" indent="-342900"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accent1"/>
                </a:solidFill>
                <a:latin typeface="Abadi" panose="020B0604020104020204" pitchFamily="34" charset="0"/>
              </a:rPr>
              <a:t>The income has flow from the main source has not changed in the last </a:t>
            </a:r>
          </a:p>
          <a:p>
            <a:pPr marL="879475" indent="-342900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92D050"/>
                </a:solidFill>
                <a:latin typeface="Abadi" panose="020B0604020104020204" pitchFamily="34" charset="0"/>
              </a:rPr>
              <a:t>Increased</a:t>
            </a:r>
          </a:p>
          <a:p>
            <a:pPr marL="1336675" lvl="1" indent="-342900"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accent1"/>
                </a:solidFill>
                <a:latin typeface="Abadi" panose="020B0604020104020204" pitchFamily="34" charset="0"/>
              </a:rPr>
              <a:t>Respondent’s main income has increased in the period</a:t>
            </a:r>
          </a:p>
          <a:p>
            <a:pPr marL="879475" indent="-342900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C000"/>
                </a:solidFill>
                <a:latin typeface="Abadi" panose="020B0604020104020204" pitchFamily="34" charset="0"/>
              </a:rPr>
              <a:t>Reduced less than 25%</a:t>
            </a:r>
          </a:p>
          <a:p>
            <a:pPr marL="1336675" lvl="1" indent="-342900"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accent1"/>
                </a:solidFill>
                <a:latin typeface="Abadi" panose="020B0604020104020204" pitchFamily="34" charset="0"/>
              </a:rPr>
              <a:t>Main income source reduced but the overall impact is less than 25%</a:t>
            </a:r>
          </a:p>
          <a:p>
            <a:pPr marL="879475" indent="-342900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Decreased  between 25% &amp; 50%</a:t>
            </a:r>
          </a:p>
          <a:p>
            <a:pPr marL="1336675" lvl="1" indent="-342900"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accent1"/>
                </a:solidFill>
                <a:latin typeface="Abadi" panose="020B0604020104020204" pitchFamily="34" charset="0"/>
              </a:rPr>
              <a:t>The decrease is more up to half of the income </a:t>
            </a:r>
          </a:p>
          <a:p>
            <a:pPr marL="879475" indent="-342900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C00000"/>
                </a:solidFill>
                <a:latin typeface="Abadi" panose="020B0604020104020204" pitchFamily="34" charset="0"/>
              </a:rPr>
              <a:t>Decreased &gt; 50%</a:t>
            </a:r>
          </a:p>
          <a:p>
            <a:pPr marL="1336675" lvl="1" indent="-342900"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chemeClr val="accent1"/>
                </a:solidFill>
                <a:latin typeface="Abadi" panose="020B0604020104020204" pitchFamily="34" charset="0"/>
              </a:rPr>
              <a:t>More than half of the income is lost</a:t>
            </a:r>
          </a:p>
        </p:txBody>
      </p:sp>
    </p:spTree>
    <p:extLst>
      <p:ext uri="{BB962C8B-B14F-4D97-AF65-F5344CB8AC3E}">
        <p14:creationId xmlns:p14="http://schemas.microsoft.com/office/powerpoint/2010/main" val="3691523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7A1DC8-BF39-D8EA-76A9-D6ABF9A7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sz="3600" u="sng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indicator</a:t>
            </a:r>
          </a:p>
        </p:txBody>
      </p:sp>
      <p:pic>
        <p:nvPicPr>
          <p:cNvPr id="9" name="Picture 8" descr="Income.png">
            <a:extLst>
              <a:ext uri="{FF2B5EF4-FFF2-40B4-BE49-F238E27FC236}">
                <a16:creationId xmlns:a16="http://schemas.microsoft.com/office/drawing/2014/main" id="{7134C6F2-CF90-D5D0-4F1A-EF38ED8AB1D5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/>
          <a:srcRect l="25034"/>
          <a:stretch/>
        </p:blipFill>
        <p:spPr bwMode="auto">
          <a:xfrm>
            <a:off x="846312" y="1816870"/>
            <a:ext cx="10542124" cy="40670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08853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7A1DC8-BF39-D8EA-76A9-D6ABF9A7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sz="3600" u="sng" dirty="0">
                <a:latin typeface="HALDEN SOLID" pitchFamily="2" charset="0"/>
              </a:rPr>
              <a:t>The income indicator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048F33-0EDF-FCDC-0D27-302C6F79D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806468"/>
              </p:ext>
            </p:extLst>
          </p:nvPr>
        </p:nvGraphicFramePr>
        <p:xfrm>
          <a:off x="708660" y="2171449"/>
          <a:ext cx="11109960" cy="2869181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18884187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4245391682"/>
                    </a:ext>
                  </a:extLst>
                </a:gridCol>
                <a:gridCol w="1737130">
                  <a:extLst>
                    <a:ext uri="{9D8B030D-6E8A-4147-A177-3AD203B41FA5}">
                      <a16:colId xmlns:a16="http://schemas.microsoft.com/office/drawing/2014/main" val="3615789696"/>
                    </a:ext>
                  </a:extLst>
                </a:gridCol>
                <a:gridCol w="1406120">
                  <a:extLst>
                    <a:ext uri="{9D8B030D-6E8A-4147-A177-3AD203B41FA5}">
                      <a16:colId xmlns:a16="http://schemas.microsoft.com/office/drawing/2014/main" val="2882288531"/>
                    </a:ext>
                  </a:extLst>
                </a:gridCol>
                <a:gridCol w="1650544">
                  <a:extLst>
                    <a:ext uri="{9D8B030D-6E8A-4147-A177-3AD203B41FA5}">
                      <a16:colId xmlns:a16="http://schemas.microsoft.com/office/drawing/2014/main" val="2199582485"/>
                    </a:ext>
                  </a:extLst>
                </a:gridCol>
                <a:gridCol w="1721306">
                  <a:extLst>
                    <a:ext uri="{9D8B030D-6E8A-4147-A177-3AD203B41FA5}">
                      <a16:colId xmlns:a16="http://schemas.microsoft.com/office/drawing/2014/main" val="219228086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688621896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4145224308"/>
                    </a:ext>
                  </a:extLst>
                </a:gridCol>
              </a:tblGrid>
              <a:tr h="71787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Domain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8850" marR="118850" marT="59425" marB="594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Indicator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Food Secure 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Marginally Food Secure 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8850" marR="118850" marT="59425" marB="594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Moderately Insecure </a:t>
                      </a:r>
                      <a:endParaRPr lang="en-GB" sz="1400" b="0" i="0" u="none" strike="noStrike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Severely Insecure </a:t>
                      </a:r>
                      <a:endParaRPr lang="en-GB" sz="1400" b="0" i="0" u="none" strike="noStrike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141399"/>
                  </a:ext>
                </a:extLst>
              </a:tr>
              <a:tr h="89646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Current Coping Capacity 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8850" marR="118850" marT="59425" marB="59425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Economic vulnerability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8850" marR="118850" marT="59425" marB="59425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Main income source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Regular employment or income</a:t>
                      </a:r>
                      <a:endParaRPr lang="en-GB" sz="1400" b="0" i="0" u="none" strike="noStrike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Regular employment or income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Irregular employment or income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Irregular employment or income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 income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8850" marR="118850" marT="59425" marB="594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031745"/>
                  </a:ext>
                </a:extLst>
              </a:tr>
              <a:tr h="125483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Income Change</a:t>
                      </a:r>
                      <a:endParaRPr lang="en-GB" sz="1400" b="0" i="0" u="none" strike="noStrike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Increased income and no change</a:t>
                      </a:r>
                      <a:endParaRPr lang="en-GB" sz="1400" b="0" i="0" u="none" strike="noStrike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Reduced income</a:t>
                      </a:r>
                      <a:endParaRPr lang="en-GB" sz="1400" b="0" i="0" u="none" strike="noStrike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Increased income and no change</a:t>
                      </a:r>
                      <a:endParaRPr lang="en-GB" sz="1400" b="0" i="0" u="none" strike="noStrike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Reduced income</a:t>
                      </a:r>
                      <a:endParaRPr lang="en-GB" sz="1400" b="0" i="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253" marR="8253" marT="82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701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197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315D6B-A620-0D33-3DE3-7F41E6F0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554" y="1608462"/>
            <a:ext cx="9196252" cy="506751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5A10EB8-485A-DABC-C0E1-54E707DB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821030"/>
          </a:xfrm>
        </p:spPr>
        <p:txBody>
          <a:bodyPr anchor="ctr">
            <a:normAutofit/>
          </a:bodyPr>
          <a:lstStyle/>
          <a:p>
            <a:pPr>
              <a:lnSpc>
                <a:spcPct val="130000"/>
              </a:lnSpc>
            </a:pPr>
            <a:r>
              <a:rPr lang="en-GB" sz="3600" u="sng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vs. FES</a:t>
            </a:r>
          </a:p>
        </p:txBody>
      </p:sp>
    </p:spTree>
    <p:extLst>
      <p:ext uri="{BB962C8B-B14F-4D97-AF65-F5344CB8AC3E}">
        <p14:creationId xmlns:p14="http://schemas.microsoft.com/office/powerpoint/2010/main" val="145972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AFA0D0-12F4-DE2F-6963-31B7DDABA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410" y="1011054"/>
            <a:ext cx="9795510" cy="1023485"/>
          </a:xfrm>
        </p:spPr>
        <p:txBody>
          <a:bodyPr>
            <a:normAutofit/>
          </a:bodyPr>
          <a:lstStyle/>
          <a:p>
            <a:pPr marL="0" lvl="0" indent="0">
              <a:spcBef>
                <a:spcPct val="0"/>
              </a:spcBef>
              <a:buClrTx/>
              <a:buNone/>
            </a:pPr>
            <a:r>
              <a:rPr lang="en-US" sz="3600" b="1" u="sng" dirty="0">
                <a:solidFill>
                  <a:srgbClr val="0070BA"/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 vs. After Recategorization - Myanmar</a:t>
            </a:r>
            <a:endParaRPr sz="3600" b="1" u="sng" dirty="0">
              <a:solidFill>
                <a:srgbClr val="0070BA"/>
              </a:solidFill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BACF9C5-7701-0C5E-D6E3-A84E0C0C4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693" y="2712847"/>
            <a:ext cx="4174216" cy="3134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E94ED91-4AA6-F94D-A9DB-77B3ADA70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83" y="2712846"/>
            <a:ext cx="4174216" cy="3134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505D13-991F-C1D9-A184-EBD1BC31D011}"/>
              </a:ext>
            </a:extLst>
          </p:cNvPr>
          <p:cNvSpPr txBox="1"/>
          <p:nvPr/>
        </p:nvSpPr>
        <p:spPr>
          <a:xfrm>
            <a:off x="1695056" y="2207047"/>
            <a:ext cx="4156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E70C4-C5CC-79A3-AC0F-AF3EAEF7805E}"/>
              </a:ext>
            </a:extLst>
          </p:cNvPr>
          <p:cNvSpPr txBox="1"/>
          <p:nvPr/>
        </p:nvSpPr>
        <p:spPr>
          <a:xfrm>
            <a:off x="6105771" y="2207047"/>
            <a:ext cx="4156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246642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F8A323-7157-E365-080A-386BA91F8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878" y="1011054"/>
            <a:ext cx="8732882" cy="86346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sz="3600" b="1" u="sng" dirty="0">
                <a:solidFill>
                  <a:srgbClr val="0070BA"/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 vs. After Recategorization - Ecuador</a:t>
            </a:r>
            <a:endParaRPr sz="3600" b="1" u="sng" dirty="0">
              <a:solidFill>
                <a:srgbClr val="0070BA"/>
              </a:solidFill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60E6C41-B6D1-A407-8516-3B06D0D8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922" y="2624439"/>
            <a:ext cx="4371272" cy="322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499C82A3-6982-75B4-E8BF-2A52DF8F2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735" y="2624439"/>
            <a:ext cx="4371272" cy="322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051E0E-D32E-A9FB-1008-CE6AB615BB29}"/>
              </a:ext>
            </a:extLst>
          </p:cNvPr>
          <p:cNvSpPr txBox="1"/>
          <p:nvPr/>
        </p:nvSpPr>
        <p:spPr>
          <a:xfrm>
            <a:off x="1673020" y="2140945"/>
            <a:ext cx="4352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C1D46-0270-E564-7815-8DD2FA43CC36}"/>
              </a:ext>
            </a:extLst>
          </p:cNvPr>
          <p:cNvSpPr txBox="1"/>
          <p:nvPr/>
        </p:nvSpPr>
        <p:spPr>
          <a:xfrm>
            <a:off x="6083735" y="2140945"/>
            <a:ext cx="4352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49324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381AC6-54AC-7FDC-3BFB-D72DC4945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878" y="1011054"/>
            <a:ext cx="8229600" cy="909185"/>
          </a:xfrm>
        </p:spPr>
        <p:txBody>
          <a:bodyPr>
            <a:normAutofit/>
          </a:bodyPr>
          <a:lstStyle/>
          <a:p>
            <a:pPr marL="0" lvl="0" indent="0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sz="3600" b="1" u="sng" dirty="0">
                <a:solidFill>
                  <a:srgbClr val="0070BA"/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 vs. After Recategorization - CAR</a:t>
            </a:r>
            <a:endParaRPr sz="3600" b="1" u="sng" dirty="0">
              <a:solidFill>
                <a:srgbClr val="0070BA"/>
              </a:solidFill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E811A-6D1F-5FE6-50EE-83F37823155D}"/>
              </a:ext>
            </a:extLst>
          </p:cNvPr>
          <p:cNvSpPr txBox="1"/>
          <p:nvPr/>
        </p:nvSpPr>
        <p:spPr>
          <a:xfrm>
            <a:off x="1838274" y="2052810"/>
            <a:ext cx="4254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F972A-89E5-CA10-E958-2E5835390855}"/>
              </a:ext>
            </a:extLst>
          </p:cNvPr>
          <p:cNvSpPr txBox="1"/>
          <p:nvPr/>
        </p:nvSpPr>
        <p:spPr>
          <a:xfrm>
            <a:off x="6248989" y="2052810"/>
            <a:ext cx="4254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After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FBF0EFC-1C3A-BD2B-BD30-501429445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657" y="2493212"/>
            <a:ext cx="4327204" cy="335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B6D57CFF-EB67-73ED-24DF-B5AC103DB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989" y="2484745"/>
            <a:ext cx="4327203" cy="335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85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4AA8AE8-43CA-33B6-D442-42914FFB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pPr>
              <a:lnSpc>
                <a:spcPct val="130000"/>
              </a:lnSpc>
            </a:pPr>
            <a:r>
              <a:rPr lang="en-GB" sz="3600" u="sng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Next steps…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BE9A06-EBCB-B87B-B549-B4101E779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373" y="2070726"/>
            <a:ext cx="10281694" cy="3702113"/>
          </a:xfrm>
        </p:spPr>
        <p:txBody>
          <a:bodyPr>
            <a:noAutofit/>
          </a:bodyPr>
          <a:lstStyle/>
          <a:p>
            <a:pPr lvl="0">
              <a:lnSpc>
                <a:spcPct val="160000"/>
              </a:lnSpc>
            </a:pPr>
            <a:r>
              <a:rPr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Expand the </a:t>
            </a:r>
            <a:r>
              <a:rPr lang="en-US"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testing</a:t>
            </a:r>
            <a:r>
              <a:rPr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</a:t>
            </a:r>
            <a:r>
              <a:rPr lang="en-US"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additional </a:t>
            </a:r>
            <a:r>
              <a:rPr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available dataset</a:t>
            </a:r>
            <a:endParaRPr lang="en-US" sz="240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>
              <a:lnSpc>
                <a:spcPct val="160000"/>
              </a:lnSpc>
            </a:pPr>
            <a:r>
              <a:rPr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Possible reclassification of the income types based on the standardized income categorization </a:t>
            </a:r>
            <a:endParaRPr lang="en-GB" sz="240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>
              <a:lnSpc>
                <a:spcPct val="160000"/>
              </a:lnSpc>
            </a:pPr>
            <a:r>
              <a:rPr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Sensitivity analysis of the individual income sources [</a:t>
            </a:r>
            <a:r>
              <a:rPr sz="2400" dirty="0" err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HHIncFirst</a:t>
            </a:r>
            <a:r>
              <a:rPr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endParaRPr lang="en-GB" sz="240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>
              <a:lnSpc>
                <a:spcPct val="160000"/>
              </a:lnSpc>
            </a:pPr>
            <a:r>
              <a:rPr lang="en-US" sz="24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Expand the study to more countries</a:t>
            </a:r>
            <a:endParaRPr sz="240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69ABC0-6FFC-9426-A6F8-0C0C4CD888DC}"/>
              </a:ext>
            </a:extLst>
          </p:cNvPr>
          <p:cNvSpPr/>
          <p:nvPr/>
        </p:nvSpPr>
        <p:spPr>
          <a:xfrm>
            <a:off x="856358" y="2108119"/>
            <a:ext cx="672029" cy="6720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72D591-A94F-3D60-9D13-F554B27922DD}"/>
              </a:ext>
            </a:extLst>
          </p:cNvPr>
          <p:cNvSpPr/>
          <p:nvPr/>
        </p:nvSpPr>
        <p:spPr>
          <a:xfrm>
            <a:off x="856358" y="2874959"/>
            <a:ext cx="672029" cy="6720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1022E0-5226-0A49-FAF4-3B79A9E8564C}"/>
              </a:ext>
            </a:extLst>
          </p:cNvPr>
          <p:cNvSpPr/>
          <p:nvPr/>
        </p:nvSpPr>
        <p:spPr>
          <a:xfrm>
            <a:off x="846311" y="4101949"/>
            <a:ext cx="672029" cy="6720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79F71D-4EB5-8810-487F-AC923164CF54}"/>
              </a:ext>
            </a:extLst>
          </p:cNvPr>
          <p:cNvSpPr/>
          <p:nvPr/>
        </p:nvSpPr>
        <p:spPr>
          <a:xfrm>
            <a:off x="860848" y="4868789"/>
            <a:ext cx="672029" cy="6720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1561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BDF050-4CE1-D543-B4F1-218321BFE06C}"/>
              </a:ext>
            </a:extLst>
          </p:cNvPr>
          <p:cNvSpPr txBox="1">
            <a:spLocks/>
          </p:cNvSpPr>
          <p:nvPr/>
        </p:nvSpPr>
        <p:spPr>
          <a:xfrm>
            <a:off x="627960" y="2537294"/>
            <a:ext cx="11024859" cy="11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sz="40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Questions/Comments…</a:t>
            </a:r>
            <a:endParaRPr lang="en-GB" sz="4000" dirty="0"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498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8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1" y="2875401"/>
            <a:ext cx="9483725" cy="9805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Updates on research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APP-FA – rCARI Study Team</a:t>
            </a:r>
          </a:p>
        </p:txBody>
      </p:sp>
    </p:spTree>
    <p:extLst>
      <p:ext uri="{BB962C8B-B14F-4D97-AF65-F5344CB8AC3E}">
        <p14:creationId xmlns:p14="http://schemas.microsoft.com/office/powerpoint/2010/main" val="2861413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61E0-28F0-CFFA-0625-0E871B96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720" y="686904"/>
            <a:ext cx="10243342" cy="1152000"/>
          </a:xfrm>
        </p:spPr>
        <p:txBody>
          <a:bodyPr/>
          <a:lstStyle/>
          <a:p>
            <a:r>
              <a:rPr lang="en-GB" sz="4000" u="sng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Technical Advisory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26B3-ECBE-8631-E9BD-3091A92A0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720" y="1849477"/>
            <a:ext cx="10091450" cy="4275459"/>
          </a:xfrm>
        </p:spPr>
        <p:txBody>
          <a:bodyPr/>
          <a:lstStyle/>
          <a:p>
            <a:pPr marL="0" indent="0">
              <a:buNone/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Technical Advisory Board is made of 5 Professionals Across Academia, IPC, FSIN, BHA, and WFP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Prof. Maxwell Daniel </a:t>
            </a:r>
            <a:r>
              <a:rPr lang="en-GB" sz="2200" i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(Tufts University, USA)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Prof. Sebastian Vollmer </a:t>
            </a:r>
            <a:r>
              <a:rPr lang="en-GB" sz="2200" i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(University of Gottingen, Germany)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Korpi</a:t>
            </a: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Kaija</a:t>
            </a: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i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(IPC)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Federica </a:t>
            </a:r>
            <a:r>
              <a:rPr lang="en-GB" sz="220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Carfagna</a:t>
            </a: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i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(FSIN)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Michael </a:t>
            </a:r>
            <a:r>
              <a:rPr lang="en-GB" sz="220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Schenkmann</a:t>
            </a: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(BHA)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Sidd</a:t>
            </a: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Krishnaswamy </a:t>
            </a:r>
            <a:r>
              <a:rPr lang="en-GB" sz="2200" i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(WFP)</a:t>
            </a:r>
            <a:endParaRPr lang="en-GB" sz="2200" i="1">
              <a:solidFill>
                <a:schemeClr val="accent6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1B0696-06C9-B61E-174D-0A46F30B2D4F}"/>
              </a:ext>
            </a:extLst>
          </p:cNvPr>
          <p:cNvSpPr/>
          <p:nvPr/>
        </p:nvSpPr>
        <p:spPr>
          <a:xfrm>
            <a:off x="1499010" y="2709129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3956F2-4FDF-AE21-375E-425DEB4E3DAF}"/>
              </a:ext>
            </a:extLst>
          </p:cNvPr>
          <p:cNvSpPr/>
          <p:nvPr/>
        </p:nvSpPr>
        <p:spPr>
          <a:xfrm>
            <a:off x="1499010" y="3286930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1935BC-00BF-86A5-3313-E39AF1D3CCC6}"/>
              </a:ext>
            </a:extLst>
          </p:cNvPr>
          <p:cNvSpPr/>
          <p:nvPr/>
        </p:nvSpPr>
        <p:spPr>
          <a:xfrm>
            <a:off x="1499010" y="3875247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00D8E7-B259-C1E7-B878-92C1E47C3D2C}"/>
              </a:ext>
            </a:extLst>
          </p:cNvPr>
          <p:cNvSpPr/>
          <p:nvPr/>
        </p:nvSpPr>
        <p:spPr>
          <a:xfrm>
            <a:off x="1499010" y="4404783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9B26D4-DB84-BB0B-5DF9-C71753565D41}"/>
              </a:ext>
            </a:extLst>
          </p:cNvPr>
          <p:cNvSpPr/>
          <p:nvPr/>
        </p:nvSpPr>
        <p:spPr>
          <a:xfrm>
            <a:off x="1499010" y="5550703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F574EA-28FC-3405-4260-B7D4A13F7F61}"/>
              </a:ext>
            </a:extLst>
          </p:cNvPr>
          <p:cNvSpPr/>
          <p:nvPr/>
        </p:nvSpPr>
        <p:spPr>
          <a:xfrm>
            <a:off x="1499010" y="4946573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71589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A092-0CB8-AD47-6B5A-19723EC8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899" y="533195"/>
            <a:ext cx="10025350" cy="1152000"/>
          </a:xfrm>
        </p:spPr>
        <p:txBody>
          <a:bodyPr/>
          <a:lstStyle/>
          <a:p>
            <a:r>
              <a:rPr lang="en-GB" sz="4000" u="sng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IPC vs CARI study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429C3A-59D6-DE18-A179-CD54894EA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899" y="1497907"/>
            <a:ext cx="10025350" cy="4726621"/>
          </a:xfrm>
        </p:spPr>
        <p:txBody>
          <a:bodyPr/>
          <a:lstStyle/>
          <a:p>
            <a:pPr marL="0" indent="0">
              <a:buNone/>
            </a:pPr>
            <a:r>
              <a:rPr lang="en-US" sz="24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 APP-FA started this component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preparation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Initial analysis and presentation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aggregation</a:t>
            </a:r>
          </a:p>
          <a:p>
            <a:pPr marL="0" lvl="3" indent="0">
              <a:spcBef>
                <a:spcPts val="1000"/>
              </a:spcBef>
              <a:buNone/>
            </a:pPr>
            <a:r>
              <a:rPr lang="en-US" sz="24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 Transferred to an independent consultant - </a:t>
            </a:r>
            <a:r>
              <a:rPr lang="en-US" sz="2400" u="sng">
                <a:highlight>
                  <a:srgbClr val="FFFF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Prof. Diego Rose (Tulane University, U.S.A)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Supported by the APP-FA Team</a:t>
            </a:r>
          </a:p>
          <a:p>
            <a:pPr marL="0" lvl="3" indent="0">
              <a:spcBef>
                <a:spcPts val="1000"/>
              </a:spcBef>
              <a:buNone/>
            </a:pPr>
            <a:r>
              <a:rPr lang="en-US" sz="24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c. Initial analysis of complete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Results yet to be shared with the TAB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Qualitative interviews with stakeholders currently ongoing</a:t>
            </a:r>
          </a:p>
          <a:p>
            <a:pPr marL="1771650" lvl="3" indent="-457200">
              <a:buFont typeface="+mj-lt"/>
              <a:buAutoNum type="arabicParenR"/>
            </a:pPr>
            <a:endParaRPr lang="en-US" sz="20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47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1" y="1957395"/>
            <a:ext cx="9483725" cy="1898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rCARI validation &amp; IPC/CARI compatibility studies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APP-FA – rCARI Study Team</a:t>
            </a:r>
          </a:p>
        </p:txBody>
      </p:sp>
    </p:spTree>
    <p:extLst>
      <p:ext uri="{BB962C8B-B14F-4D97-AF65-F5344CB8AC3E}">
        <p14:creationId xmlns:p14="http://schemas.microsoft.com/office/powerpoint/2010/main" val="4156490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41" y="803148"/>
            <a:ext cx="11009542" cy="1288256"/>
          </a:xfrm>
        </p:spPr>
        <p:txBody>
          <a:bodyPr/>
          <a:lstStyle/>
          <a:p>
            <a:r>
              <a:rPr lang="en-GB" sz="4000" u="sng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41" y="2007703"/>
            <a:ext cx="11336725" cy="4172760"/>
          </a:xfrm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8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Primary:</a:t>
            </a:r>
          </a:p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28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Validate the remote Consolidated Approach for Reporting Indicators of Food Insecurity (rCARI) – Using a survey experiment with stratified sample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8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Secondary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Validate income choice and income change indicator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 and validate different expenditure modules (shorter versions)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4A08-C20C-2BC2-1480-DD4278A7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u="sng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Pilot Countries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B926BC-1244-8DD7-3976-1DCC3DF9C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433" y="2033916"/>
            <a:ext cx="9992299" cy="4003327"/>
          </a:xfrm>
        </p:spPr>
        <p:txBody>
          <a:bodyPr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Global representation (In at least 4 </a:t>
            </a:r>
            <a:r>
              <a:rPr lang="en-GB" sz="240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RBx</a:t>
            </a: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Relevance of rCARI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network penetration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West Africa [RBD] </a:t>
            </a:r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Burkina Faso &amp; Central African Republic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Panama [RBP] </a:t>
            </a:r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Ecuador &amp; Guatemala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Middle East [RBC] </a:t>
            </a:r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Iraq?? (Access is only limited to camps (refugees and IDPs))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Southeast Asia [RBB] </a:t>
            </a:r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Myanmar</a:t>
            </a:r>
          </a:p>
        </p:txBody>
      </p:sp>
    </p:spTree>
    <p:extLst>
      <p:ext uri="{BB962C8B-B14F-4D97-AF65-F5344CB8AC3E}">
        <p14:creationId xmlns:p14="http://schemas.microsoft.com/office/powerpoint/2010/main" val="3087780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4E40-2BD0-3140-3458-9B9F7283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u="sng"/>
              <a:t>Study organogram…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A8BA3E-99B7-6885-5568-A4E2A386E7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437445"/>
              </p:ext>
            </p:extLst>
          </p:nvPr>
        </p:nvGraphicFramePr>
        <p:xfrm>
          <a:off x="978517" y="1749856"/>
          <a:ext cx="8958698" cy="4100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9012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7655-963F-8137-739D-7DCE3F08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923" y="653853"/>
            <a:ext cx="10542124" cy="1152000"/>
          </a:xfrm>
        </p:spPr>
        <p:txBody>
          <a:bodyPr/>
          <a:lstStyle/>
          <a:p>
            <a:r>
              <a:rPr lang="en-GB" sz="3200" u="sng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survey experiment…</a:t>
            </a:r>
          </a:p>
        </p:txBody>
      </p:sp>
      <p:pic>
        <p:nvPicPr>
          <p:cNvPr id="4" name="Picture 3" descr="A diagram of a sample">
            <a:extLst>
              <a:ext uri="{FF2B5EF4-FFF2-40B4-BE49-F238E27FC236}">
                <a16:creationId xmlns:a16="http://schemas.microsoft.com/office/drawing/2014/main" id="{5F5B2978-6A59-3CA3-D6DD-E8F17FD3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066" y="1707137"/>
            <a:ext cx="6114154" cy="492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85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EE1F-3598-CC4E-6499-390BDB36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/>
              <a:t>Work done…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FDB2-FDD1-4060-FD7E-A0F8F744C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674" y="1816870"/>
            <a:ext cx="9243151" cy="3405388"/>
          </a:xfrm>
        </p:spPr>
        <p:txBody>
          <a:bodyPr/>
          <a:lstStyle/>
          <a:p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Conducted two training of trainers’ (ToT) workshops in for RBP &amp; RBD</a:t>
            </a:r>
          </a:p>
          <a:p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 pilots completed so far</a:t>
            </a:r>
          </a:p>
          <a:p>
            <a:pPr lvl="1"/>
            <a:r>
              <a:rPr lang="en-GB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Myanmar</a:t>
            </a:r>
          </a:p>
          <a:p>
            <a:pPr lvl="1"/>
            <a:r>
              <a:rPr lang="en-GB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Ecuador</a:t>
            </a:r>
          </a:p>
          <a:p>
            <a:pPr lvl="1"/>
            <a:r>
              <a:rPr lang="en-GB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 –Two separate analysis produced</a:t>
            </a:r>
          </a:p>
          <a:p>
            <a:pPr lvl="1"/>
            <a:r>
              <a:rPr lang="en-GB" sz="2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BKF – yet to be analysed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 Reports produced and presented to BHA (Draft reports)</a:t>
            </a:r>
          </a:p>
        </p:txBody>
      </p:sp>
    </p:spTree>
    <p:extLst>
      <p:ext uri="{BB962C8B-B14F-4D97-AF65-F5344CB8AC3E}">
        <p14:creationId xmlns:p14="http://schemas.microsoft.com/office/powerpoint/2010/main" val="9187739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493" y="723004"/>
            <a:ext cx="10326654" cy="655930"/>
          </a:xfrm>
        </p:spPr>
        <p:txBody>
          <a:bodyPr/>
          <a:lstStyle/>
          <a:p>
            <a:r>
              <a:rPr lang="en-GB" u="sng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 completed and Workplan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E3A3C271-2BA7-44D2-9004-3A3B46657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96572"/>
              </p:ext>
            </p:extLst>
          </p:nvPr>
        </p:nvGraphicFramePr>
        <p:xfrm>
          <a:off x="849493" y="1566221"/>
          <a:ext cx="10493014" cy="4169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9689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255923">
                  <a:extLst>
                    <a:ext uri="{9D8B030D-6E8A-4147-A177-3AD203B41FA5}">
                      <a16:colId xmlns:a16="http://schemas.microsoft.com/office/drawing/2014/main" val="209505532"/>
                    </a:ext>
                  </a:extLst>
                </a:gridCol>
                <a:gridCol w="1344058">
                  <a:extLst>
                    <a:ext uri="{9D8B030D-6E8A-4147-A177-3AD203B41FA5}">
                      <a16:colId xmlns:a16="http://schemas.microsoft.com/office/drawing/2014/main" val="2766482773"/>
                    </a:ext>
                  </a:extLst>
                </a:gridCol>
                <a:gridCol w="1399142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476260">
                  <a:extLst>
                    <a:ext uri="{9D8B030D-6E8A-4147-A177-3AD203B41FA5}">
                      <a16:colId xmlns:a16="http://schemas.microsoft.com/office/drawing/2014/main" val="2478887055"/>
                    </a:ext>
                  </a:extLst>
                </a:gridCol>
                <a:gridCol w="1806766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</a:tblGrid>
              <a:tr h="535110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              Status</a:t>
                      </a:r>
                    </a:p>
                    <a:p>
                      <a:r>
                        <a:rPr lang="en-GB" sz="1600" b="1">
                          <a:solidFill>
                            <a:srgbClr val="0070BA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Activity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In-progress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In preparation phases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3547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Pilot testing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535557"/>
                  </a:ext>
                </a:extLst>
              </a:tr>
              <a:tr h="3602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Myanmar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5A9E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363913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Ecuador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5A9E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highlight>
                          <a:srgbClr val="0000FF"/>
                        </a:highlight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highlight>
                          <a:srgbClr val="0000FF"/>
                        </a:highlight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367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5A9E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Burkina Faso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195471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Iraq</a:t>
                      </a:r>
                      <a:endParaRPr lang="en-GB" sz="1600" b="1">
                        <a:solidFill>
                          <a:srgbClr val="FF000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514939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Guatemala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448847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Mauritania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53556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On going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330662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Report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On going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3208C37F-52F9-7945-A874-663013F3D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149145"/>
              </p:ext>
            </p:extLst>
          </p:nvPr>
        </p:nvGraphicFramePr>
        <p:xfrm>
          <a:off x="466257" y="1762252"/>
          <a:ext cx="11523894" cy="34322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8302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145754">
                  <a:extLst>
                    <a:ext uri="{9D8B030D-6E8A-4147-A177-3AD203B41FA5}">
                      <a16:colId xmlns:a16="http://schemas.microsoft.com/office/drawing/2014/main" val="209505532"/>
                    </a:ext>
                  </a:extLst>
                </a:gridCol>
                <a:gridCol w="1057620">
                  <a:extLst>
                    <a:ext uri="{9D8B030D-6E8A-4147-A177-3AD203B41FA5}">
                      <a16:colId xmlns:a16="http://schemas.microsoft.com/office/drawing/2014/main" val="1189111347"/>
                    </a:ext>
                  </a:extLst>
                </a:gridCol>
                <a:gridCol w="936433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211856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209069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3745430968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1812068250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1713016819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2254663835"/>
                    </a:ext>
                  </a:extLst>
                </a:gridCol>
              </a:tblGrid>
              <a:tr h="632720"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               Time</a:t>
                      </a:r>
                    </a:p>
                    <a:p>
                      <a:endParaRPr lang="en-GB" sz="1400" b="1">
                        <a:solidFill>
                          <a:schemeClr val="accent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r>
                        <a:rPr lang="en-GB" sz="1400" b="1">
                          <a:solidFill>
                            <a:srgbClr val="0070BA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Countries</a:t>
                      </a:r>
                    </a:p>
                  </a:txBody>
                  <a:tcPr anchor="b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Nov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Dec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Jan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Feb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Mar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Apr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May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Jun 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Jul-Aug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3634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(1) Iraq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collection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>
                        <a:solidFill>
                          <a:srgbClr val="00206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>
                        <a:solidFill>
                          <a:srgbClr val="00206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187876">
                <a:tc>
                  <a:txBody>
                    <a:bodyPr/>
                    <a:lstStyle/>
                    <a:p>
                      <a:r>
                        <a:rPr lang="en-GB" sz="14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(2) Mauritania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4252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(3) Guatemala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3634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(4) Burkina Faso</a:t>
                      </a:r>
                      <a:endParaRPr lang="en-US" sz="14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40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Analysis Ongoing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093728"/>
                  </a:ext>
                </a:extLst>
              </a:tr>
              <a:tr h="419343"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kern="120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363477"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Report writing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E8D96ED-F331-D820-3C17-E1C0D43E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57" y="965375"/>
            <a:ext cx="10326654" cy="655930"/>
          </a:xfrm>
        </p:spPr>
        <p:txBody>
          <a:bodyPr/>
          <a:lstStyle/>
          <a:p>
            <a:r>
              <a: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Tentative work for remaining pilot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9A8F9-CBA8-B36C-3F51-8EF645C3205B}"/>
              </a:ext>
            </a:extLst>
          </p:cNvPr>
          <p:cNvSpPr txBox="1"/>
          <p:nvPr/>
        </p:nvSpPr>
        <p:spPr>
          <a:xfrm>
            <a:off x="466257" y="5335495"/>
            <a:ext cx="10671796" cy="37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2" indent="-628650">
              <a:spcBef>
                <a:spcPts val="1000"/>
              </a:spcBef>
            </a:pPr>
            <a:r>
              <a:rPr lang="en-GB" sz="180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Note: There would be intermittent presentation to the </a:t>
            </a:r>
            <a:r>
              <a:rPr lang="en-GB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TAB and BHA after each pilot country</a:t>
            </a:r>
            <a:endParaRPr lang="en-GB" sz="180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08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BB310342-74D1-A202-46B3-5A0934966D09}"/>
              </a:ext>
            </a:extLst>
          </p:cNvPr>
          <p:cNvSpPr txBox="1">
            <a:spLocks/>
          </p:cNvSpPr>
          <p:nvPr/>
        </p:nvSpPr>
        <p:spPr>
          <a:xfrm>
            <a:off x="292020" y="2537294"/>
            <a:ext cx="11360800" cy="11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sz="44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Questions</a:t>
            </a:r>
            <a:endParaRPr lang="en-GB" sz="44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" name="Immagine 6">
            <a:extLst>
              <a:ext uri="{FF2B5EF4-FFF2-40B4-BE49-F238E27FC236}">
                <a16:creationId xmlns:a16="http://schemas.microsoft.com/office/drawing/2014/main" id="{DC16B594-0A50-1C52-8040-76D0CE0C7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37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7662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Props1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288940-92B6-450F-87E2-0A93CA0A1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256dcf-74b5-4e0f-b2ab-e17546be8a80"/>
    <ds:schemaRef ds:uri="3940b711-dc1d-4235-b0a5-48d487f0d3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2CF057-9F0A-4CCB-B937-805ED701A0E8}">
  <ds:schemaRefs>
    <ds:schemaRef ds:uri="3940b711-dc1d-4235-b0a5-48d487f0d3b9"/>
    <ds:schemaRef ds:uri="49256dcf-74b5-4e0f-b2ab-e17546be8a8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1402</Words>
  <Application>Microsoft Office PowerPoint</Application>
  <PresentationFormat>Widescreen</PresentationFormat>
  <Paragraphs>294</Paragraphs>
  <Slides>29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Abadi</vt:lpstr>
      <vt:lpstr>ADLaM Display</vt:lpstr>
      <vt:lpstr>Arial</vt:lpstr>
      <vt:lpstr>Calibri</vt:lpstr>
      <vt:lpstr>HALDEN SOLID</vt:lpstr>
      <vt:lpstr>Open Sans</vt:lpstr>
      <vt:lpstr>Open Sans Extrabold</vt:lpstr>
      <vt:lpstr>Wingdings</vt:lpstr>
      <vt:lpstr>Theme2</vt:lpstr>
      <vt:lpstr>PowerPoint Presentation</vt:lpstr>
      <vt:lpstr>Background</vt:lpstr>
      <vt:lpstr>Background</vt:lpstr>
      <vt:lpstr>Background</vt:lpstr>
      <vt:lpstr>The income indicator</vt:lpstr>
      <vt:lpstr>The income MODULE</vt:lpstr>
      <vt:lpstr>The income indicator</vt:lpstr>
      <vt:lpstr>The income indicator</vt:lpstr>
      <vt:lpstr>The income indicator</vt:lpstr>
      <vt:lpstr>The income indicator</vt:lpstr>
      <vt:lpstr>The income vs. FES</vt:lpstr>
      <vt:lpstr>PowerPoint Presentation</vt:lpstr>
      <vt:lpstr>PowerPoint Presentation</vt:lpstr>
      <vt:lpstr>PowerPoint Presentation</vt:lpstr>
      <vt:lpstr>Next steps…</vt:lpstr>
      <vt:lpstr>PowerPoint Presentation</vt:lpstr>
      <vt:lpstr>PowerPoint Presentation</vt:lpstr>
      <vt:lpstr>Updates on research components</vt:lpstr>
      <vt:lpstr>The Technical Advisory Board</vt:lpstr>
      <vt:lpstr>IPC vs CARI study</vt:lpstr>
      <vt:lpstr>The rCARI validation &amp; IPC/CARI compatibility studies</vt:lpstr>
      <vt:lpstr>Objective</vt:lpstr>
      <vt:lpstr>Pilot Countries</vt:lpstr>
      <vt:lpstr>Study organogram…</vt:lpstr>
      <vt:lpstr>The survey experiment…</vt:lpstr>
      <vt:lpstr>Work done…</vt:lpstr>
      <vt:lpstr>Work completed and Workplan</vt:lpstr>
      <vt:lpstr>Tentative work for remaining pilot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1</cp:revision>
  <dcterms:created xsi:type="dcterms:W3CDTF">2018-08-20T09:35:59Z</dcterms:created>
  <dcterms:modified xsi:type="dcterms:W3CDTF">2025-01-21T14:46:33Z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  <property fmtid="{D5CDD505-2E9C-101B-9397-08002B2CF9AE}" pid="4" name="MSIP_Label_2a3a108f-898d-4589-9ebc-7ee3b46df9b8_Enabled">
    <vt:lpwstr>true</vt:lpwstr>
  </property>
  <property fmtid="{D5CDD505-2E9C-101B-9397-08002B2CF9AE}" pid="5" name="MSIP_Label_2a3a108f-898d-4589-9ebc-7ee3b46df9b8_SetDate">
    <vt:lpwstr>2025-01-13T14:53:14Z</vt:lpwstr>
  </property>
  <property fmtid="{D5CDD505-2E9C-101B-9397-08002B2CF9AE}" pid="6" name="MSIP_Label_2a3a108f-898d-4589-9ebc-7ee3b46df9b8_Method">
    <vt:lpwstr>Standard</vt:lpwstr>
  </property>
  <property fmtid="{D5CDD505-2E9C-101B-9397-08002B2CF9AE}" pid="7" name="MSIP_Label_2a3a108f-898d-4589-9ebc-7ee3b46df9b8_Name">
    <vt:lpwstr>Official use only</vt:lpwstr>
  </property>
  <property fmtid="{D5CDD505-2E9C-101B-9397-08002B2CF9AE}" pid="8" name="MSIP_Label_2a3a108f-898d-4589-9ebc-7ee3b46df9b8_SiteId">
    <vt:lpwstr>462ad9ae-d7d9-4206-b874-71b1e079776f</vt:lpwstr>
  </property>
  <property fmtid="{D5CDD505-2E9C-101B-9397-08002B2CF9AE}" pid="9" name="MSIP_Label_2a3a108f-898d-4589-9ebc-7ee3b46df9b8_ActionId">
    <vt:lpwstr>6fef18fc-16c0-4ef5-bfe5-7c75f2c146bd</vt:lpwstr>
  </property>
  <property fmtid="{D5CDD505-2E9C-101B-9397-08002B2CF9AE}" pid="10" name="MSIP_Label_2a3a108f-898d-4589-9ebc-7ee3b46df9b8_ContentBits">
    <vt:lpwstr>0</vt:lpwstr>
  </property>
</Properties>
</file>