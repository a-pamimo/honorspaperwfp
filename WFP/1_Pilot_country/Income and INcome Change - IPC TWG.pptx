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31"/>
  </p:notesMasterIdLst>
  <p:handoutMasterIdLst>
    <p:handoutMasterId r:id="rId32"/>
  </p:handoutMasterIdLst>
  <p:sldIdLst>
    <p:sldId id="283" r:id="rId5"/>
    <p:sldId id="450" r:id="rId6"/>
    <p:sldId id="447" r:id="rId7"/>
    <p:sldId id="465" r:id="rId8"/>
    <p:sldId id="295" r:id="rId9"/>
    <p:sldId id="454" r:id="rId10"/>
    <p:sldId id="466" r:id="rId11"/>
    <p:sldId id="470" r:id="rId12"/>
    <p:sldId id="469" r:id="rId13"/>
    <p:sldId id="468" r:id="rId14"/>
    <p:sldId id="471" r:id="rId15"/>
    <p:sldId id="467" r:id="rId16"/>
    <p:sldId id="455" r:id="rId17"/>
    <p:sldId id="313" r:id="rId18"/>
    <p:sldId id="452" r:id="rId19"/>
    <p:sldId id="472" r:id="rId20"/>
    <p:sldId id="311" r:id="rId21"/>
    <p:sldId id="457" r:id="rId22"/>
    <p:sldId id="453" r:id="rId23"/>
    <p:sldId id="462" r:id="rId24"/>
    <p:sldId id="458" r:id="rId25"/>
    <p:sldId id="286" r:id="rId26"/>
    <p:sldId id="461" r:id="rId27"/>
    <p:sldId id="460" r:id="rId28"/>
    <p:sldId id="463" r:id="rId29"/>
    <p:sldId id="429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450"/>
            <p14:sldId id="447"/>
            <p14:sldId id="465"/>
            <p14:sldId id="295"/>
            <p14:sldId id="454"/>
            <p14:sldId id="466"/>
            <p14:sldId id="470"/>
            <p14:sldId id="469"/>
            <p14:sldId id="468"/>
            <p14:sldId id="471"/>
            <p14:sldId id="467"/>
            <p14:sldId id="455"/>
            <p14:sldId id="313"/>
            <p14:sldId id="452"/>
            <p14:sldId id="472"/>
            <p14:sldId id="311"/>
            <p14:sldId id="457"/>
            <p14:sldId id="453"/>
            <p14:sldId id="462"/>
            <p14:sldId id="458"/>
            <p14:sldId id="286"/>
            <p14:sldId id="461"/>
            <p14:sldId id="460"/>
            <p14:sldId id="463"/>
          </p14:sldIdLst>
        </p14:section>
        <p14:section name="Results" id="{2C4D1EE9-A3E0-4084-9198-0FB1A973D7CA}">
          <p14:sldIdLst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E16"/>
    <a:srgbClr val="CFD6EA"/>
    <a:srgbClr val="0070BA"/>
    <a:srgbClr val="FFFFFF"/>
    <a:srgbClr val="FFFFFE"/>
    <a:srgbClr val="F5B183"/>
    <a:srgbClr val="A9D18E"/>
    <a:srgbClr val="D4E6F2"/>
    <a:srgbClr val="59CAFF"/>
    <a:srgbClr val="57C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6D181-8760-4D70-BF97-A5537290FBDA}" v="91" dt="2024-10-31T14:37:51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30" autoAdjust="0"/>
    <p:restoredTop sz="94660"/>
  </p:normalViewPr>
  <p:slideViewPr>
    <p:cSldViewPr snapToGrid="0">
      <p:cViewPr varScale="1">
        <p:scale>
          <a:sx n="58" d="100"/>
          <a:sy n="58" d="100"/>
        </p:scale>
        <p:origin x="30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F426D181-8760-4D70-BF97-A5537290FBDA}"/>
    <pc:docChg chg="undo custSel addSld delSld modSld sldOrd modMainMaster modSection">
      <pc:chgData name="Alirah WEYORI" userId="1c7cbaa8-91f0-4806-8632-e4be5028c1b4" providerId="ADAL" clId="{F426D181-8760-4D70-BF97-A5537290FBDA}" dt="2024-10-31T14:39:15.184" v="1455" actId="47"/>
      <pc:docMkLst>
        <pc:docMk/>
      </pc:docMkLst>
      <pc:sldChg chg="delSp modSp mod">
        <pc:chgData name="Alirah WEYORI" userId="1c7cbaa8-91f0-4806-8632-e4be5028c1b4" providerId="ADAL" clId="{F426D181-8760-4D70-BF97-A5537290FBDA}" dt="2024-10-31T13:52:28.642" v="866" actId="1076"/>
        <pc:sldMkLst>
          <pc:docMk/>
          <pc:sldMk cId="3545166311" sldId="283"/>
        </pc:sldMkLst>
        <pc:spChg chg="mod">
          <ac:chgData name="Alirah WEYORI" userId="1c7cbaa8-91f0-4806-8632-e4be5028c1b4" providerId="ADAL" clId="{F426D181-8760-4D70-BF97-A5537290FBDA}" dt="2024-10-31T13:52:28.642" v="866" actId="1076"/>
          <ac:spMkLst>
            <pc:docMk/>
            <pc:sldMk cId="3545166311" sldId="283"/>
            <ac:spMk id="3" creationId="{BBC1E3E4-892A-F28B-0D49-C3E8A088909C}"/>
          </ac:spMkLst>
        </pc:spChg>
        <pc:spChg chg="del">
          <ac:chgData name="Alirah WEYORI" userId="1c7cbaa8-91f0-4806-8632-e4be5028c1b4" providerId="ADAL" clId="{F426D181-8760-4D70-BF97-A5537290FBDA}" dt="2024-10-31T09:27:22.198" v="0" actId="478"/>
          <ac:spMkLst>
            <pc:docMk/>
            <pc:sldMk cId="3545166311" sldId="283"/>
            <ac:spMk id="7" creationId="{C66E3EF5-E297-E1E6-00D8-D1B3AAFFBA71}"/>
          </ac:spMkLst>
        </pc:spChg>
      </pc:sldChg>
      <pc:sldChg chg="modSp mod">
        <pc:chgData name="Alirah WEYORI" userId="1c7cbaa8-91f0-4806-8632-e4be5028c1b4" providerId="ADAL" clId="{F426D181-8760-4D70-BF97-A5537290FBDA}" dt="2024-10-31T13:59:17.282" v="1153" actId="115"/>
        <pc:sldMkLst>
          <pc:docMk/>
          <pc:sldMk cId="1390366204" sldId="286"/>
        </pc:sldMkLst>
        <pc:spChg chg="mod">
          <ac:chgData name="Alirah WEYORI" userId="1c7cbaa8-91f0-4806-8632-e4be5028c1b4" providerId="ADAL" clId="{F426D181-8760-4D70-BF97-A5537290FBDA}" dt="2024-10-31T13:59:17.282" v="1153" actId="115"/>
          <ac:spMkLst>
            <pc:docMk/>
            <pc:sldMk cId="1390366204" sldId="286"/>
            <ac:spMk id="2" creationId="{F029B89D-5416-48E5-81EA-436AE51F041C}"/>
          </ac:spMkLst>
        </pc:spChg>
      </pc:sldChg>
      <pc:sldChg chg="addSp delSp modSp mod">
        <pc:chgData name="Alirah WEYORI" userId="1c7cbaa8-91f0-4806-8632-e4be5028c1b4" providerId="ADAL" clId="{F426D181-8760-4D70-BF97-A5537290FBDA}" dt="2024-10-31T14:00:29.481" v="1165" actId="108"/>
        <pc:sldMkLst>
          <pc:docMk/>
          <pc:sldMk cId="702693994" sldId="295"/>
        </pc:sldMkLst>
        <pc:spChg chg="del">
          <ac:chgData name="Alirah WEYORI" userId="1c7cbaa8-91f0-4806-8632-e4be5028c1b4" providerId="ADAL" clId="{F426D181-8760-4D70-BF97-A5537290FBDA}" dt="2024-10-31T10:10:37.847" v="457" actId="478"/>
          <ac:spMkLst>
            <pc:docMk/>
            <pc:sldMk cId="702693994" sldId="295"/>
            <ac:spMk id="3" creationId="{BA0B35CF-F8D9-4777-A432-1DE7A6FC16DC}"/>
          </ac:spMkLst>
        </pc:spChg>
        <pc:spChg chg="add del mod">
          <ac:chgData name="Alirah WEYORI" userId="1c7cbaa8-91f0-4806-8632-e4be5028c1b4" providerId="ADAL" clId="{F426D181-8760-4D70-BF97-A5537290FBDA}" dt="2024-10-31T10:10:20.959" v="455" actId="478"/>
          <ac:spMkLst>
            <pc:docMk/>
            <pc:sldMk cId="702693994" sldId="295"/>
            <ac:spMk id="4" creationId="{44D2BA00-3EE9-239D-F206-16C4E738E947}"/>
          </ac:spMkLst>
        </pc:spChg>
        <pc:spChg chg="add mod">
          <ac:chgData name="Alirah WEYORI" userId="1c7cbaa8-91f0-4806-8632-e4be5028c1b4" providerId="ADAL" clId="{F426D181-8760-4D70-BF97-A5537290FBDA}" dt="2024-10-31T14:00:29.481" v="1165" actId="108"/>
          <ac:spMkLst>
            <pc:docMk/>
            <pc:sldMk cId="702693994" sldId="295"/>
            <ac:spMk id="5" creationId="{FD4F6699-E9CC-2B5F-8C7D-025B4F2CF831}"/>
          </ac:spMkLst>
        </pc:spChg>
        <pc:spChg chg="add del mod">
          <ac:chgData name="Alirah WEYORI" userId="1c7cbaa8-91f0-4806-8632-e4be5028c1b4" providerId="ADAL" clId="{F426D181-8760-4D70-BF97-A5537290FBDA}" dt="2024-10-31T10:10:42.532" v="458" actId="478"/>
          <ac:spMkLst>
            <pc:docMk/>
            <pc:sldMk cId="702693994" sldId="295"/>
            <ac:spMk id="7" creationId="{0371BE64-9D11-6152-BF35-39312CBF1734}"/>
          </ac:spMkLst>
        </pc:spChg>
        <pc:spChg chg="del">
          <ac:chgData name="Alirah WEYORI" userId="1c7cbaa8-91f0-4806-8632-e4be5028c1b4" providerId="ADAL" clId="{F426D181-8760-4D70-BF97-A5537290FBDA}" dt="2024-10-31T10:10:18.103" v="454" actId="478"/>
          <ac:spMkLst>
            <pc:docMk/>
            <pc:sldMk cId="702693994" sldId="295"/>
            <ac:spMk id="8" creationId="{CEB4DA37-9F06-AC85-E730-12D879CFB404}"/>
          </ac:spMkLst>
        </pc:spChg>
        <pc:spChg chg="add mod">
          <ac:chgData name="Alirah WEYORI" userId="1c7cbaa8-91f0-4806-8632-e4be5028c1b4" providerId="ADAL" clId="{F426D181-8760-4D70-BF97-A5537290FBDA}" dt="2024-10-31T10:11:08.849" v="467" actId="14100"/>
          <ac:spMkLst>
            <pc:docMk/>
            <pc:sldMk cId="702693994" sldId="295"/>
            <ac:spMk id="9" creationId="{793C5C8A-5E0E-0DF6-1DCC-1D55F37B897C}"/>
          </ac:spMkLst>
        </pc:spChg>
      </pc:sldChg>
      <pc:sldChg chg="modSp del mod">
        <pc:chgData name="Alirah WEYORI" userId="1c7cbaa8-91f0-4806-8632-e4be5028c1b4" providerId="ADAL" clId="{F426D181-8760-4D70-BF97-A5537290FBDA}" dt="2024-10-31T14:39:15.184" v="1455" actId="47"/>
        <pc:sldMkLst>
          <pc:docMk/>
          <pc:sldMk cId="2173694172" sldId="297"/>
        </pc:sldMkLst>
        <pc:spChg chg="mod">
          <ac:chgData name="Alirah WEYORI" userId="1c7cbaa8-91f0-4806-8632-e4be5028c1b4" providerId="ADAL" clId="{F426D181-8760-4D70-BF97-A5537290FBDA}" dt="2024-10-31T13:59:29.762" v="1156" actId="115"/>
          <ac:spMkLst>
            <pc:docMk/>
            <pc:sldMk cId="2173694172" sldId="297"/>
            <ac:spMk id="26" creationId="{79048B77-C14A-3FA8-694A-A6A6E5121966}"/>
          </ac:spMkLst>
        </pc:spChg>
      </pc:sldChg>
      <pc:sldChg chg="del">
        <pc:chgData name="Alirah WEYORI" userId="1c7cbaa8-91f0-4806-8632-e4be5028c1b4" providerId="ADAL" clId="{F426D181-8760-4D70-BF97-A5537290FBDA}" dt="2024-10-31T10:43:36.911" v="486" actId="47"/>
        <pc:sldMkLst>
          <pc:docMk/>
          <pc:sldMk cId="1011331389" sldId="298"/>
        </pc:sldMkLst>
      </pc:sldChg>
      <pc:sldChg chg="del">
        <pc:chgData name="Alirah WEYORI" userId="1c7cbaa8-91f0-4806-8632-e4be5028c1b4" providerId="ADAL" clId="{F426D181-8760-4D70-BF97-A5537290FBDA}" dt="2024-10-31T10:43:31.060" v="484" actId="47"/>
        <pc:sldMkLst>
          <pc:docMk/>
          <pc:sldMk cId="4138756212" sldId="301"/>
        </pc:sldMkLst>
      </pc:sldChg>
      <pc:sldChg chg="del">
        <pc:chgData name="Alirah WEYORI" userId="1c7cbaa8-91f0-4806-8632-e4be5028c1b4" providerId="ADAL" clId="{F426D181-8760-4D70-BF97-A5537290FBDA}" dt="2024-10-31T10:43:29.219" v="483" actId="47"/>
        <pc:sldMkLst>
          <pc:docMk/>
          <pc:sldMk cId="309291614" sldId="304"/>
        </pc:sldMkLst>
      </pc:sldChg>
      <pc:sldChg chg="del">
        <pc:chgData name="Alirah WEYORI" userId="1c7cbaa8-91f0-4806-8632-e4be5028c1b4" providerId="ADAL" clId="{F426D181-8760-4D70-BF97-A5537290FBDA}" dt="2024-10-31T10:43:35.242" v="485" actId="47"/>
        <pc:sldMkLst>
          <pc:docMk/>
          <pc:sldMk cId="1229945867" sldId="305"/>
        </pc:sldMkLst>
      </pc:sldChg>
      <pc:sldChg chg="del">
        <pc:chgData name="Alirah WEYORI" userId="1c7cbaa8-91f0-4806-8632-e4be5028c1b4" providerId="ADAL" clId="{F426D181-8760-4D70-BF97-A5537290FBDA}" dt="2024-10-31T10:43:38.756" v="487" actId="47"/>
        <pc:sldMkLst>
          <pc:docMk/>
          <pc:sldMk cId="771630286" sldId="307"/>
        </pc:sldMkLst>
      </pc:sldChg>
      <pc:sldChg chg="del">
        <pc:chgData name="Alirah WEYORI" userId="1c7cbaa8-91f0-4806-8632-e4be5028c1b4" providerId="ADAL" clId="{F426D181-8760-4D70-BF97-A5537290FBDA}" dt="2024-10-31T10:43:26.734" v="482" actId="47"/>
        <pc:sldMkLst>
          <pc:docMk/>
          <pc:sldMk cId="1532872460" sldId="310"/>
        </pc:sldMkLst>
      </pc:sldChg>
      <pc:sldChg chg="modSp mod">
        <pc:chgData name="Alirah WEYORI" userId="1c7cbaa8-91f0-4806-8632-e4be5028c1b4" providerId="ADAL" clId="{F426D181-8760-4D70-BF97-A5537290FBDA}" dt="2024-10-31T13:54:31.487" v="904" actId="115"/>
        <pc:sldMkLst>
          <pc:docMk/>
          <pc:sldMk cId="2986976553" sldId="311"/>
        </pc:sldMkLst>
        <pc:spChg chg="mod">
          <ac:chgData name="Alirah WEYORI" userId="1c7cbaa8-91f0-4806-8632-e4be5028c1b4" providerId="ADAL" clId="{F426D181-8760-4D70-BF97-A5537290FBDA}" dt="2024-10-31T13:54:31.487" v="904" actId="115"/>
          <ac:spMkLst>
            <pc:docMk/>
            <pc:sldMk cId="2986976553" sldId="311"/>
            <ac:spMk id="2" creationId="{F029B89D-5416-48E5-81EA-436AE51F041C}"/>
          </ac:spMkLst>
        </pc:spChg>
      </pc:sldChg>
      <pc:sldChg chg="del">
        <pc:chgData name="Alirah WEYORI" userId="1c7cbaa8-91f0-4806-8632-e4be5028c1b4" providerId="ADAL" clId="{F426D181-8760-4D70-BF97-A5537290FBDA}" dt="2024-10-31T10:43:39.865" v="488" actId="47"/>
        <pc:sldMkLst>
          <pc:docMk/>
          <pc:sldMk cId="2882215064" sldId="312"/>
        </pc:sldMkLst>
      </pc:sldChg>
      <pc:sldChg chg="addSp delSp modSp mod">
        <pc:chgData name="Alirah WEYORI" userId="1c7cbaa8-91f0-4806-8632-e4be5028c1b4" providerId="ADAL" clId="{F426D181-8760-4D70-BF97-A5537290FBDA}" dt="2024-10-31T14:22:38.823" v="1412" actId="478"/>
        <pc:sldMkLst>
          <pc:docMk/>
          <pc:sldMk cId="3471589215" sldId="313"/>
        </pc:sldMkLst>
        <pc:spChg chg="mod">
          <ac:chgData name="Alirah WEYORI" userId="1c7cbaa8-91f0-4806-8632-e4be5028c1b4" providerId="ADAL" clId="{F426D181-8760-4D70-BF97-A5537290FBDA}" dt="2024-10-31T14:01:22.363" v="1172" actId="108"/>
          <ac:spMkLst>
            <pc:docMk/>
            <pc:sldMk cId="3471589215" sldId="313"/>
            <ac:spMk id="2" creationId="{C15C61E0-28F0-CFFA-0625-0E871B964104}"/>
          </ac:spMkLst>
        </pc:spChg>
        <pc:spChg chg="mod">
          <ac:chgData name="Alirah WEYORI" userId="1c7cbaa8-91f0-4806-8632-e4be5028c1b4" providerId="ADAL" clId="{F426D181-8760-4D70-BF97-A5537290FBDA}" dt="2024-10-31T14:20:45.932" v="1389" actId="1076"/>
          <ac:spMkLst>
            <pc:docMk/>
            <pc:sldMk cId="3471589215" sldId="313"/>
            <ac:spMk id="3" creationId="{2DEC26B3-ECBE-8631-E9BD-3091A92A0C33}"/>
          </ac:spMkLst>
        </pc:spChg>
        <pc:spChg chg="add del mod">
          <ac:chgData name="Alirah WEYORI" userId="1c7cbaa8-91f0-4806-8632-e4be5028c1b4" providerId="ADAL" clId="{F426D181-8760-4D70-BF97-A5537290FBDA}" dt="2024-10-31T14:22:38.823" v="1412" actId="478"/>
          <ac:spMkLst>
            <pc:docMk/>
            <pc:sldMk cId="3471589215" sldId="313"/>
            <ac:spMk id="4" creationId="{3569C78D-39D6-3B2E-C2F7-73D1AE2E53E1}"/>
          </ac:spMkLst>
        </pc:spChg>
        <pc:spChg chg="add mod">
          <ac:chgData name="Alirah WEYORI" userId="1c7cbaa8-91f0-4806-8632-e4be5028c1b4" providerId="ADAL" clId="{F426D181-8760-4D70-BF97-A5537290FBDA}" dt="2024-10-31T14:22:29.453" v="1411" actId="113"/>
          <ac:spMkLst>
            <pc:docMk/>
            <pc:sldMk cId="3471589215" sldId="313"/>
            <ac:spMk id="5" creationId="{6F1B0696-06C9-B61E-174D-0A46F30B2D4F}"/>
          </ac:spMkLst>
        </pc:spChg>
        <pc:spChg chg="add mod">
          <ac:chgData name="Alirah WEYORI" userId="1c7cbaa8-91f0-4806-8632-e4be5028c1b4" providerId="ADAL" clId="{F426D181-8760-4D70-BF97-A5537290FBDA}" dt="2024-10-31T14:22:29.453" v="1411" actId="113"/>
          <ac:spMkLst>
            <pc:docMk/>
            <pc:sldMk cId="3471589215" sldId="313"/>
            <ac:spMk id="6" creationId="{F53956F2-4FDF-AE21-375E-425DEB4E3DAF}"/>
          </ac:spMkLst>
        </pc:spChg>
        <pc:spChg chg="add mod">
          <ac:chgData name="Alirah WEYORI" userId="1c7cbaa8-91f0-4806-8632-e4be5028c1b4" providerId="ADAL" clId="{F426D181-8760-4D70-BF97-A5537290FBDA}" dt="2024-10-31T14:22:29.453" v="1411" actId="113"/>
          <ac:spMkLst>
            <pc:docMk/>
            <pc:sldMk cId="3471589215" sldId="313"/>
            <ac:spMk id="7" creationId="{581935BC-00BF-86A5-3313-E39AF1D3CCC6}"/>
          </ac:spMkLst>
        </pc:spChg>
        <pc:spChg chg="add mod">
          <ac:chgData name="Alirah WEYORI" userId="1c7cbaa8-91f0-4806-8632-e4be5028c1b4" providerId="ADAL" clId="{F426D181-8760-4D70-BF97-A5537290FBDA}" dt="2024-10-31T14:22:29.453" v="1411" actId="113"/>
          <ac:spMkLst>
            <pc:docMk/>
            <pc:sldMk cId="3471589215" sldId="313"/>
            <ac:spMk id="8" creationId="{E100D8E7-B259-C1E7-B878-92C1E47C3D2C}"/>
          </ac:spMkLst>
        </pc:spChg>
        <pc:spChg chg="add mod">
          <ac:chgData name="Alirah WEYORI" userId="1c7cbaa8-91f0-4806-8632-e4be5028c1b4" providerId="ADAL" clId="{F426D181-8760-4D70-BF97-A5537290FBDA}" dt="2024-10-31T14:22:29.453" v="1411" actId="113"/>
          <ac:spMkLst>
            <pc:docMk/>
            <pc:sldMk cId="3471589215" sldId="313"/>
            <ac:spMk id="9" creationId="{1E9B26D4-DB84-BB0B-5DF9-C71753565D41}"/>
          </ac:spMkLst>
        </pc:spChg>
        <pc:spChg chg="add mod">
          <ac:chgData name="Alirah WEYORI" userId="1c7cbaa8-91f0-4806-8632-e4be5028c1b4" providerId="ADAL" clId="{F426D181-8760-4D70-BF97-A5537290FBDA}" dt="2024-10-31T14:22:29.453" v="1411" actId="113"/>
          <ac:spMkLst>
            <pc:docMk/>
            <pc:sldMk cId="3471589215" sldId="313"/>
            <ac:spMk id="10" creationId="{1BF574EA-28FC-3405-4260-B7D4A13F7F61}"/>
          </ac:spMkLst>
        </pc:spChg>
      </pc:sldChg>
      <pc:sldChg chg="del">
        <pc:chgData name="Alirah WEYORI" userId="1c7cbaa8-91f0-4806-8632-e4be5028c1b4" providerId="ADAL" clId="{F426D181-8760-4D70-BF97-A5537290FBDA}" dt="2024-10-31T10:43:25.599" v="481" actId="47"/>
        <pc:sldMkLst>
          <pc:docMk/>
          <pc:sldMk cId="4248539513" sldId="314"/>
        </pc:sldMkLst>
      </pc:sldChg>
      <pc:sldChg chg="del">
        <pc:chgData name="Alirah WEYORI" userId="1c7cbaa8-91f0-4806-8632-e4be5028c1b4" providerId="ADAL" clId="{F426D181-8760-4D70-BF97-A5537290FBDA}" dt="2024-10-31T10:43:23.045" v="480" actId="47"/>
        <pc:sldMkLst>
          <pc:docMk/>
          <pc:sldMk cId="83693828" sldId="377"/>
        </pc:sldMkLst>
      </pc:sldChg>
      <pc:sldChg chg="addSp modSp mod ord">
        <pc:chgData name="Alirah WEYORI" userId="1c7cbaa8-91f0-4806-8632-e4be5028c1b4" providerId="ADAL" clId="{F426D181-8760-4D70-BF97-A5537290FBDA}" dt="2024-10-31T14:26:12.940" v="1425" actId="14100"/>
        <pc:sldMkLst>
          <pc:docMk/>
          <pc:sldMk cId="625576628" sldId="429"/>
        </pc:sldMkLst>
        <pc:spChg chg="mod">
          <ac:chgData name="Alirah WEYORI" userId="1c7cbaa8-91f0-4806-8632-e4be5028c1b4" providerId="ADAL" clId="{F426D181-8760-4D70-BF97-A5537290FBDA}" dt="2024-10-31T13:58:18.933" v="1150" actId="20577"/>
          <ac:spMkLst>
            <pc:docMk/>
            <pc:sldMk cId="625576628" sldId="429"/>
            <ac:spMk id="3" creationId="{BB310342-74D1-A202-46B3-5A0934966D09}"/>
          </ac:spMkLst>
        </pc:spChg>
        <pc:picChg chg="add mod">
          <ac:chgData name="Alirah WEYORI" userId="1c7cbaa8-91f0-4806-8632-e4be5028c1b4" providerId="ADAL" clId="{F426D181-8760-4D70-BF97-A5537290FBDA}" dt="2024-10-31T14:26:12.940" v="1425" actId="14100"/>
          <ac:picMkLst>
            <pc:docMk/>
            <pc:sldMk cId="625576628" sldId="429"/>
            <ac:picMk id="2" creationId="{DC16B594-0A50-1C52-8040-76D0CE0C7A90}"/>
          </ac:picMkLst>
        </pc:picChg>
      </pc:sldChg>
      <pc:sldChg chg="del">
        <pc:chgData name="Alirah WEYORI" userId="1c7cbaa8-91f0-4806-8632-e4be5028c1b4" providerId="ADAL" clId="{F426D181-8760-4D70-BF97-A5537290FBDA}" dt="2024-10-31T10:49:00.720" v="566" actId="47"/>
        <pc:sldMkLst>
          <pc:docMk/>
          <pc:sldMk cId="294376039" sldId="438"/>
        </pc:sldMkLst>
      </pc:sldChg>
      <pc:sldChg chg="addSp delSp modSp mod ord">
        <pc:chgData name="Alirah WEYORI" userId="1c7cbaa8-91f0-4806-8632-e4be5028c1b4" providerId="ADAL" clId="{F426D181-8760-4D70-BF97-A5537290FBDA}" dt="2024-10-31T09:40:51.640" v="415"/>
        <pc:sldMkLst>
          <pc:docMk/>
          <pc:sldMk cId="1812431407" sldId="447"/>
        </pc:sldMkLst>
        <pc:spChg chg="add mod">
          <ac:chgData name="Alirah WEYORI" userId="1c7cbaa8-91f0-4806-8632-e4be5028c1b4" providerId="ADAL" clId="{F426D181-8760-4D70-BF97-A5537290FBDA}" dt="2024-10-31T09:40:51.640" v="415"/>
          <ac:spMkLst>
            <pc:docMk/>
            <pc:sldMk cId="1812431407" sldId="447"/>
            <ac:spMk id="2" creationId="{AC3B6A56-8344-1914-1DF9-CA216F7153E9}"/>
          </ac:spMkLst>
        </pc:spChg>
        <pc:spChg chg="mod">
          <ac:chgData name="Alirah WEYORI" userId="1c7cbaa8-91f0-4806-8632-e4be5028c1b4" providerId="ADAL" clId="{F426D181-8760-4D70-BF97-A5537290FBDA}" dt="2024-10-31T09:40:35.519" v="413" actId="14100"/>
          <ac:spMkLst>
            <pc:docMk/>
            <pc:sldMk cId="1812431407" sldId="447"/>
            <ac:spMk id="6" creationId="{C77D6C2F-AC0C-CDE5-6C26-DEC4BD426D97}"/>
          </ac:spMkLst>
        </pc:spChg>
        <pc:spChg chg="del">
          <ac:chgData name="Alirah WEYORI" userId="1c7cbaa8-91f0-4806-8632-e4be5028c1b4" providerId="ADAL" clId="{F426D181-8760-4D70-BF97-A5537290FBDA}" dt="2024-10-31T09:40:50.407" v="414" actId="478"/>
          <ac:spMkLst>
            <pc:docMk/>
            <pc:sldMk cId="1812431407" sldId="447"/>
            <ac:spMk id="7" creationId="{87E6C3B0-D7B5-825E-0344-D159C183F725}"/>
          </ac:spMkLst>
        </pc:spChg>
      </pc:sldChg>
      <pc:sldChg chg="modSp mod">
        <pc:chgData name="Alirah WEYORI" userId="1c7cbaa8-91f0-4806-8632-e4be5028c1b4" providerId="ADAL" clId="{F426D181-8760-4D70-BF97-A5537290FBDA}" dt="2024-10-31T09:39:14.615" v="358" actId="20577"/>
        <pc:sldMkLst>
          <pc:docMk/>
          <pc:sldMk cId="3928136028" sldId="450"/>
        </pc:sldMkLst>
        <pc:spChg chg="mod">
          <ac:chgData name="Alirah WEYORI" userId="1c7cbaa8-91f0-4806-8632-e4be5028c1b4" providerId="ADAL" clId="{F426D181-8760-4D70-BF97-A5537290FBDA}" dt="2024-10-31T09:39:14.615" v="358" actId="20577"/>
          <ac:spMkLst>
            <pc:docMk/>
            <pc:sldMk cId="3928136028" sldId="450"/>
            <ac:spMk id="5" creationId="{FB384112-3E0F-D1FC-81BB-BC0A0B1AE36C}"/>
          </ac:spMkLst>
        </pc:spChg>
      </pc:sldChg>
      <pc:sldChg chg="del">
        <pc:chgData name="Alirah WEYORI" userId="1c7cbaa8-91f0-4806-8632-e4be5028c1b4" providerId="ADAL" clId="{F426D181-8760-4D70-BF97-A5537290FBDA}" dt="2024-10-31T09:41:06.385" v="416" actId="47"/>
        <pc:sldMkLst>
          <pc:docMk/>
          <pc:sldMk cId="979671836" sldId="451"/>
        </pc:sldMkLst>
      </pc:sldChg>
      <pc:sldChg chg="modSp mod ord">
        <pc:chgData name="Alirah WEYORI" userId="1c7cbaa8-91f0-4806-8632-e4be5028c1b4" providerId="ADAL" clId="{F426D181-8760-4D70-BF97-A5537290FBDA}" dt="2024-10-31T13:59:39.450" v="1157" actId="115"/>
        <pc:sldMkLst>
          <pc:docMk/>
          <pc:sldMk cId="149547495" sldId="452"/>
        </pc:sldMkLst>
        <pc:spChg chg="mod">
          <ac:chgData name="Alirah WEYORI" userId="1c7cbaa8-91f0-4806-8632-e4be5028c1b4" providerId="ADAL" clId="{F426D181-8760-4D70-BF97-A5537290FBDA}" dt="2024-10-31T13:59:39.450" v="1157" actId="115"/>
          <ac:spMkLst>
            <pc:docMk/>
            <pc:sldMk cId="149547495" sldId="452"/>
            <ac:spMk id="2" creationId="{BE6EA092-0CB8-AD47-6B5A-19723EC8D11D}"/>
          </ac:spMkLst>
        </pc:spChg>
        <pc:spChg chg="mod">
          <ac:chgData name="Alirah WEYORI" userId="1c7cbaa8-91f0-4806-8632-e4be5028c1b4" providerId="ADAL" clId="{F426D181-8760-4D70-BF97-A5537290FBDA}" dt="2024-10-31T13:49:21.371" v="808" actId="13926"/>
          <ac:spMkLst>
            <pc:docMk/>
            <pc:sldMk cId="149547495" sldId="452"/>
            <ac:spMk id="4" creationId="{28429C3A-59D6-DE18-A179-CD54894EAA50}"/>
          </ac:spMkLst>
        </pc:spChg>
      </pc:sldChg>
      <pc:sldChg chg="addSp delSp modSp mod">
        <pc:chgData name="Alirah WEYORI" userId="1c7cbaa8-91f0-4806-8632-e4be5028c1b4" providerId="ADAL" clId="{F426D181-8760-4D70-BF97-A5537290FBDA}" dt="2024-10-31T14:38:56.274" v="1454" actId="20577"/>
        <pc:sldMkLst>
          <pc:docMk/>
          <pc:sldMk cId="2453371213" sldId="453"/>
        </pc:sldMkLst>
        <pc:spChg chg="del mod">
          <ac:chgData name="Alirah WEYORI" userId="1c7cbaa8-91f0-4806-8632-e4be5028c1b4" providerId="ADAL" clId="{F426D181-8760-4D70-BF97-A5537290FBDA}" dt="2024-10-31T13:57:41.765" v="1135" actId="478"/>
          <ac:spMkLst>
            <pc:docMk/>
            <pc:sldMk cId="2453371213" sldId="453"/>
            <ac:spMk id="2" creationId="{F029B89D-5416-48E5-81EA-436AE51F041C}"/>
          </ac:spMkLst>
        </pc:spChg>
        <pc:spChg chg="add mod">
          <ac:chgData name="Alirah WEYORI" userId="1c7cbaa8-91f0-4806-8632-e4be5028c1b4" providerId="ADAL" clId="{F426D181-8760-4D70-BF97-A5537290FBDA}" dt="2024-10-31T13:57:37.188" v="1134" actId="115"/>
          <ac:spMkLst>
            <pc:docMk/>
            <pc:sldMk cId="2453371213" sldId="453"/>
            <ac:spMk id="3" creationId="{FC03ADE4-28A8-2A39-B643-361C19631AAA}"/>
          </ac:spMkLst>
        </pc:spChg>
        <pc:spChg chg="mod">
          <ac:chgData name="Alirah WEYORI" userId="1c7cbaa8-91f0-4806-8632-e4be5028c1b4" providerId="ADAL" clId="{F426D181-8760-4D70-BF97-A5537290FBDA}" dt="2024-10-31T14:38:56.274" v="1454" actId="20577"/>
          <ac:spMkLst>
            <pc:docMk/>
            <pc:sldMk cId="2453371213" sldId="453"/>
            <ac:spMk id="6" creationId="{C77D6C2F-AC0C-CDE5-6C26-DEC4BD426D97}"/>
          </ac:spMkLst>
        </pc:spChg>
      </pc:sldChg>
      <pc:sldChg chg="addSp delSp modSp mod">
        <pc:chgData name="Alirah WEYORI" userId="1c7cbaa8-91f0-4806-8632-e4be5028c1b4" providerId="ADAL" clId="{F426D181-8760-4D70-BF97-A5537290FBDA}" dt="2024-10-31T14:00:51.093" v="1168" actId="115"/>
        <pc:sldMkLst>
          <pc:docMk/>
          <pc:sldMk cId="3308853178" sldId="454"/>
        </pc:sldMkLst>
        <pc:spChg chg="del">
          <ac:chgData name="Alirah WEYORI" userId="1c7cbaa8-91f0-4806-8632-e4be5028c1b4" providerId="ADAL" clId="{F426D181-8760-4D70-BF97-A5537290FBDA}" dt="2024-10-31T10:11:53.605" v="468" actId="478"/>
          <ac:spMkLst>
            <pc:docMk/>
            <pc:sldMk cId="3308853178" sldId="454"/>
            <ac:spMk id="2" creationId="{2BE930E6-2C3D-6FCC-6890-73164B345D63}"/>
          </ac:spMkLst>
        </pc:spChg>
        <pc:spChg chg="del">
          <ac:chgData name="Alirah WEYORI" userId="1c7cbaa8-91f0-4806-8632-e4be5028c1b4" providerId="ADAL" clId="{F426D181-8760-4D70-BF97-A5537290FBDA}" dt="2024-10-31T10:12:00.650" v="472" actId="478"/>
          <ac:spMkLst>
            <pc:docMk/>
            <pc:sldMk cId="3308853178" sldId="454"/>
            <ac:spMk id="3" creationId="{8C787EEA-AB8B-2F48-D8C4-22CA011593D6}"/>
          </ac:spMkLst>
        </pc:spChg>
        <pc:spChg chg="add del mod">
          <ac:chgData name="Alirah WEYORI" userId="1c7cbaa8-91f0-4806-8632-e4be5028c1b4" providerId="ADAL" clId="{F426D181-8760-4D70-BF97-A5537290FBDA}" dt="2024-10-31T10:11:56.533" v="470" actId="478"/>
          <ac:spMkLst>
            <pc:docMk/>
            <pc:sldMk cId="3308853178" sldId="454"/>
            <ac:spMk id="5" creationId="{83C61D2D-4A42-550D-A8CC-65ACC4D510F0}"/>
          </ac:spMkLst>
        </pc:spChg>
        <pc:spChg chg="add mod">
          <ac:chgData name="Alirah WEYORI" userId="1c7cbaa8-91f0-4806-8632-e4be5028c1b4" providerId="ADAL" clId="{F426D181-8760-4D70-BF97-A5537290FBDA}" dt="2024-10-31T14:00:51.093" v="1168" actId="115"/>
          <ac:spMkLst>
            <pc:docMk/>
            <pc:sldMk cId="3308853178" sldId="454"/>
            <ac:spMk id="6" creationId="{0A7A1DC8-BF39-D8EA-76A9-D6ABF9A7A05D}"/>
          </ac:spMkLst>
        </pc:spChg>
        <pc:spChg chg="add del mod">
          <ac:chgData name="Alirah WEYORI" userId="1c7cbaa8-91f0-4806-8632-e4be5028c1b4" providerId="ADAL" clId="{F426D181-8760-4D70-BF97-A5537290FBDA}" dt="2024-10-31T10:12:03.589" v="473" actId="478"/>
          <ac:spMkLst>
            <pc:docMk/>
            <pc:sldMk cId="3308853178" sldId="454"/>
            <ac:spMk id="8" creationId="{2DCC6BA3-51D7-2356-FCF4-AC8D7944296B}"/>
          </ac:spMkLst>
        </pc:spChg>
        <pc:picChg chg="add mod">
          <ac:chgData name="Alirah WEYORI" userId="1c7cbaa8-91f0-4806-8632-e4be5028c1b4" providerId="ADAL" clId="{F426D181-8760-4D70-BF97-A5537290FBDA}" dt="2024-10-31T10:40:23.566" v="479" actId="14100"/>
          <ac:picMkLst>
            <pc:docMk/>
            <pc:sldMk cId="3308853178" sldId="454"/>
            <ac:picMk id="9" creationId="{7134C6F2-CF90-D5D0-4F1A-EF38ED8AB1D5}"/>
          </ac:picMkLst>
        </pc:picChg>
      </pc:sldChg>
      <pc:sldChg chg="modSp mod ord">
        <pc:chgData name="Alirah WEYORI" userId="1c7cbaa8-91f0-4806-8632-e4be5028c1b4" providerId="ADAL" clId="{F426D181-8760-4D70-BF97-A5537290FBDA}" dt="2024-10-31T14:19:14.390" v="1369" actId="14100"/>
        <pc:sldMkLst>
          <pc:docMk/>
          <pc:sldMk cId="2861413473" sldId="455"/>
        </pc:sldMkLst>
        <pc:spChg chg="mod">
          <ac:chgData name="Alirah WEYORI" userId="1c7cbaa8-91f0-4806-8632-e4be5028c1b4" providerId="ADAL" clId="{F426D181-8760-4D70-BF97-A5537290FBDA}" dt="2024-10-31T14:19:14.390" v="1369" actId="14100"/>
          <ac:spMkLst>
            <pc:docMk/>
            <pc:sldMk cId="2861413473" sldId="455"/>
            <ac:spMk id="2" creationId="{00000000-0000-0000-0000-000000000000}"/>
          </ac:spMkLst>
        </pc:spChg>
        <pc:spChg chg="mod">
          <ac:chgData name="Alirah WEYORI" userId="1c7cbaa8-91f0-4806-8632-e4be5028c1b4" providerId="ADAL" clId="{F426D181-8760-4D70-BF97-A5537290FBDA}" dt="2024-10-31T13:54:20.081" v="903" actId="115"/>
          <ac:spMkLst>
            <pc:docMk/>
            <pc:sldMk cId="2861413473" sldId="455"/>
            <ac:spMk id="6" creationId="{53CD270A-9458-E7A9-9B9B-7F70A19E11F1}"/>
          </ac:spMkLst>
        </pc:spChg>
      </pc:sldChg>
      <pc:sldChg chg="modSp mod">
        <pc:chgData name="Alirah WEYORI" userId="1c7cbaa8-91f0-4806-8632-e4be5028c1b4" providerId="ADAL" clId="{F426D181-8760-4D70-BF97-A5537290FBDA}" dt="2024-10-31T13:54:44.365" v="905" actId="115"/>
        <pc:sldMkLst>
          <pc:docMk/>
          <pc:sldMk cId="3087780856" sldId="457"/>
        </pc:sldMkLst>
        <pc:spChg chg="mod">
          <ac:chgData name="Alirah WEYORI" userId="1c7cbaa8-91f0-4806-8632-e4be5028c1b4" providerId="ADAL" clId="{F426D181-8760-4D70-BF97-A5537290FBDA}" dt="2024-10-31T13:54:44.365" v="905" actId="115"/>
          <ac:spMkLst>
            <pc:docMk/>
            <pc:sldMk cId="3087780856" sldId="457"/>
            <ac:spMk id="2" creationId="{49AC4A08-C20C-2BC2-1480-DD4278A7ED3E}"/>
          </ac:spMkLst>
        </pc:spChg>
      </pc:sldChg>
      <pc:sldChg chg="modSp mod">
        <pc:chgData name="Alirah WEYORI" userId="1c7cbaa8-91f0-4806-8632-e4be5028c1b4" providerId="ADAL" clId="{F426D181-8760-4D70-BF97-A5537290FBDA}" dt="2024-10-31T13:59:21.043" v="1154" actId="115"/>
        <pc:sldMkLst>
          <pc:docMk/>
          <pc:sldMk cId="918773958" sldId="458"/>
        </pc:sldMkLst>
        <pc:spChg chg="mod">
          <ac:chgData name="Alirah WEYORI" userId="1c7cbaa8-91f0-4806-8632-e4be5028c1b4" providerId="ADAL" clId="{F426D181-8760-4D70-BF97-A5537290FBDA}" dt="2024-10-31T13:59:21.043" v="1154" actId="115"/>
          <ac:spMkLst>
            <pc:docMk/>
            <pc:sldMk cId="918773958" sldId="458"/>
            <ac:spMk id="2" creationId="{E3BBEE1F-3598-CC4E-6499-390BDB365475}"/>
          </ac:spMkLst>
        </pc:spChg>
        <pc:spChg chg="mod">
          <ac:chgData name="Alirah WEYORI" userId="1c7cbaa8-91f0-4806-8632-e4be5028c1b4" providerId="ADAL" clId="{F426D181-8760-4D70-BF97-A5537290FBDA}" dt="2024-10-31T10:48:37.719" v="562" actId="1076"/>
          <ac:spMkLst>
            <pc:docMk/>
            <pc:sldMk cId="918773958" sldId="458"/>
            <ac:spMk id="3" creationId="{E7E1FDB2-FDD1-4060-FD7E-A0F8F744C9FF}"/>
          </ac:spMkLst>
        </pc:spChg>
      </pc:sldChg>
      <pc:sldChg chg="del">
        <pc:chgData name="Alirah WEYORI" userId="1c7cbaa8-91f0-4806-8632-e4be5028c1b4" providerId="ADAL" clId="{F426D181-8760-4D70-BF97-A5537290FBDA}" dt="2024-10-31T10:48:49.844" v="563" actId="47"/>
        <pc:sldMkLst>
          <pc:docMk/>
          <pc:sldMk cId="945363643" sldId="459"/>
        </pc:sldMkLst>
      </pc:sldChg>
      <pc:sldChg chg="modSp mod">
        <pc:chgData name="Alirah WEYORI" userId="1c7cbaa8-91f0-4806-8632-e4be5028c1b4" providerId="ADAL" clId="{F426D181-8760-4D70-BF97-A5537290FBDA}" dt="2024-10-31T14:35:49.420" v="1437" actId="14100"/>
        <pc:sldMkLst>
          <pc:docMk/>
          <pc:sldMk cId="1456274780" sldId="460"/>
        </pc:sldMkLst>
        <pc:spChg chg="mod">
          <ac:chgData name="Alirah WEYORI" userId="1c7cbaa8-91f0-4806-8632-e4be5028c1b4" providerId="ADAL" clId="{F426D181-8760-4D70-BF97-A5537290FBDA}" dt="2024-10-31T13:59:04.025" v="1151" actId="115"/>
          <ac:spMkLst>
            <pc:docMk/>
            <pc:sldMk cId="1456274780" sldId="460"/>
            <ac:spMk id="2" creationId="{179FA78F-744D-6860-161C-3F53C72AF8AD}"/>
          </ac:spMkLst>
        </pc:spChg>
        <pc:spChg chg="mod">
          <ac:chgData name="Alirah WEYORI" userId="1c7cbaa8-91f0-4806-8632-e4be5028c1b4" providerId="ADAL" clId="{F426D181-8760-4D70-BF97-A5537290FBDA}" dt="2024-10-31T14:35:49.420" v="1437" actId="14100"/>
          <ac:spMkLst>
            <pc:docMk/>
            <pc:sldMk cId="1456274780" sldId="460"/>
            <ac:spMk id="3" creationId="{8002A1B9-BD00-31E0-1DA7-2D7017556D21}"/>
          </ac:spMkLst>
        </pc:spChg>
      </pc:sldChg>
      <pc:sldChg chg="modSp add del mod">
        <pc:chgData name="Alirah WEYORI" userId="1c7cbaa8-91f0-4806-8632-e4be5028c1b4" providerId="ADAL" clId="{F426D181-8760-4D70-BF97-A5537290FBDA}" dt="2024-10-31T13:59:11.452" v="1152" actId="115"/>
        <pc:sldMkLst>
          <pc:docMk/>
          <pc:sldMk cId="2780985664" sldId="461"/>
        </pc:sldMkLst>
        <pc:spChg chg="mod">
          <ac:chgData name="Alirah WEYORI" userId="1c7cbaa8-91f0-4806-8632-e4be5028c1b4" providerId="ADAL" clId="{F426D181-8760-4D70-BF97-A5537290FBDA}" dt="2024-10-31T13:59:11.452" v="1152" actId="115"/>
          <ac:spMkLst>
            <pc:docMk/>
            <pc:sldMk cId="2780985664" sldId="461"/>
            <ac:spMk id="2" creationId="{D71E7655-963F-8137-739D-7DCE3F086034}"/>
          </ac:spMkLst>
        </pc:spChg>
      </pc:sldChg>
      <pc:sldChg chg="modSp mod">
        <pc:chgData name="Alirah WEYORI" userId="1c7cbaa8-91f0-4806-8632-e4be5028c1b4" providerId="ADAL" clId="{F426D181-8760-4D70-BF97-A5537290FBDA}" dt="2024-10-31T14:37:56.140" v="1453" actId="1076"/>
        <pc:sldMkLst>
          <pc:docMk/>
          <pc:sldMk cId="3149012219" sldId="462"/>
        </pc:sldMkLst>
        <pc:spChg chg="mod">
          <ac:chgData name="Alirah WEYORI" userId="1c7cbaa8-91f0-4806-8632-e4be5028c1b4" providerId="ADAL" clId="{F426D181-8760-4D70-BF97-A5537290FBDA}" dt="2024-10-31T14:36:11.699" v="1438" actId="26606"/>
          <ac:spMkLst>
            <pc:docMk/>
            <pc:sldMk cId="3149012219" sldId="462"/>
            <ac:spMk id="2" creationId="{F3D04E40-2BD0-3140-3458-9B9F72830847}"/>
          </ac:spMkLst>
        </pc:spChg>
        <pc:graphicFrameChg chg="mod modGraphic">
          <ac:chgData name="Alirah WEYORI" userId="1c7cbaa8-91f0-4806-8632-e4be5028c1b4" providerId="ADAL" clId="{F426D181-8760-4D70-BF97-A5537290FBDA}" dt="2024-10-31T14:37:56.140" v="1453" actId="1076"/>
          <ac:graphicFrameMkLst>
            <pc:docMk/>
            <pc:sldMk cId="3149012219" sldId="462"/>
            <ac:graphicFrameMk id="4" creationId="{C8A8BA3E-99B7-6885-5568-A4E2A386E793}"/>
          </ac:graphicFrameMkLst>
        </pc:graphicFrameChg>
      </pc:sldChg>
      <pc:sldChg chg="del">
        <pc:chgData name="Alirah WEYORI" userId="1c7cbaa8-91f0-4806-8632-e4be5028c1b4" providerId="ADAL" clId="{F426D181-8760-4D70-BF97-A5537290FBDA}" dt="2024-10-31T10:49:05.002" v="567" actId="47"/>
        <pc:sldMkLst>
          <pc:docMk/>
          <pc:sldMk cId="4128059420" sldId="464"/>
        </pc:sldMkLst>
      </pc:sldChg>
      <pc:sldChg chg="addSp delSp modSp new mod ord">
        <pc:chgData name="Alirah WEYORI" userId="1c7cbaa8-91f0-4806-8632-e4be5028c1b4" providerId="ADAL" clId="{F426D181-8760-4D70-BF97-A5537290FBDA}" dt="2024-10-31T14:00:22.304" v="1164" actId="108"/>
        <pc:sldMkLst>
          <pc:docMk/>
          <pc:sldMk cId="478183933" sldId="465"/>
        </pc:sldMkLst>
        <pc:spChg chg="del">
          <ac:chgData name="Alirah WEYORI" userId="1c7cbaa8-91f0-4806-8632-e4be5028c1b4" providerId="ADAL" clId="{F426D181-8760-4D70-BF97-A5537290FBDA}" dt="2024-10-31T09:41:30.009" v="421" actId="478"/>
          <ac:spMkLst>
            <pc:docMk/>
            <pc:sldMk cId="478183933" sldId="465"/>
            <ac:spMk id="2" creationId="{27E4F8CC-D782-594E-D199-CDE1CF5D350C}"/>
          </ac:spMkLst>
        </pc:spChg>
        <pc:spChg chg="del">
          <ac:chgData name="Alirah WEYORI" userId="1c7cbaa8-91f0-4806-8632-e4be5028c1b4" providerId="ADAL" clId="{F426D181-8760-4D70-BF97-A5537290FBDA}" dt="2024-10-31T09:41:28.409" v="420" actId="478"/>
          <ac:spMkLst>
            <pc:docMk/>
            <pc:sldMk cId="478183933" sldId="465"/>
            <ac:spMk id="3" creationId="{6EC4547F-A4A1-001D-E574-5B9B8E55A079}"/>
          </ac:spMkLst>
        </pc:spChg>
        <pc:spChg chg="add mod">
          <ac:chgData name="Alirah WEYORI" userId="1c7cbaa8-91f0-4806-8632-e4be5028c1b4" providerId="ADAL" clId="{F426D181-8760-4D70-BF97-A5537290FBDA}" dt="2024-10-31T14:00:22.304" v="1164" actId="108"/>
          <ac:spMkLst>
            <pc:docMk/>
            <pc:sldMk cId="478183933" sldId="465"/>
            <ac:spMk id="7" creationId="{90863FE8-7792-2038-81DB-54A15076DF6D}"/>
          </ac:spMkLst>
        </pc:spChg>
        <pc:graphicFrameChg chg="add mod">
          <ac:chgData name="Alirah WEYORI" userId="1c7cbaa8-91f0-4806-8632-e4be5028c1b4" providerId="ADAL" clId="{F426D181-8760-4D70-BF97-A5537290FBDA}" dt="2024-10-31T09:41:46.173" v="424" actId="1076"/>
          <ac:graphicFrameMkLst>
            <pc:docMk/>
            <pc:sldMk cId="478183933" sldId="465"/>
            <ac:graphicFrameMk id="4" creationId="{8916EC2F-D90C-8CF9-B46A-F87581FF694B}"/>
          </ac:graphicFrameMkLst>
        </pc:graphicFrameChg>
        <pc:graphicFrameChg chg="add mod">
          <ac:chgData name="Alirah WEYORI" userId="1c7cbaa8-91f0-4806-8632-e4be5028c1b4" providerId="ADAL" clId="{F426D181-8760-4D70-BF97-A5537290FBDA}" dt="2024-10-31T09:41:48.297" v="425"/>
          <ac:graphicFrameMkLst>
            <pc:docMk/>
            <pc:sldMk cId="478183933" sldId="465"/>
            <ac:graphicFrameMk id="5" creationId="{115949AC-E29F-90C7-7F7B-A3FC39819660}"/>
          </ac:graphicFrameMkLst>
        </pc:graphicFrameChg>
        <pc:graphicFrameChg chg="add mod modGraphic">
          <ac:chgData name="Alirah WEYORI" userId="1c7cbaa8-91f0-4806-8632-e4be5028c1b4" providerId="ADAL" clId="{F426D181-8760-4D70-BF97-A5537290FBDA}" dt="2024-10-31T10:49:38.730" v="570" actId="13926"/>
          <ac:graphicFrameMkLst>
            <pc:docMk/>
            <pc:sldMk cId="478183933" sldId="465"/>
            <ac:graphicFrameMk id="6" creationId="{5389E768-859D-8112-35FE-1FE1083C0D19}"/>
          </ac:graphicFrameMkLst>
        </pc:graphicFrameChg>
      </pc:sldChg>
      <pc:sldChg chg="addSp delSp modSp new mod">
        <pc:chgData name="Alirah WEYORI" userId="1c7cbaa8-91f0-4806-8632-e4be5028c1b4" providerId="ADAL" clId="{F426D181-8760-4D70-BF97-A5537290FBDA}" dt="2024-10-31T14:01:02.097" v="1170" actId="14100"/>
        <pc:sldMkLst>
          <pc:docMk/>
          <pc:sldMk cId="145972216" sldId="466"/>
        </pc:sldMkLst>
        <pc:spChg chg="del">
          <ac:chgData name="Alirah WEYORI" userId="1c7cbaa8-91f0-4806-8632-e4be5028c1b4" providerId="ADAL" clId="{F426D181-8760-4D70-BF97-A5537290FBDA}" dt="2024-10-31T13:44:27.303" v="593" actId="478"/>
          <ac:spMkLst>
            <pc:docMk/>
            <pc:sldMk cId="145972216" sldId="466"/>
            <ac:spMk id="2" creationId="{DC80F92F-C092-88CB-EB0C-0B468995DAC8}"/>
          </ac:spMkLst>
        </pc:spChg>
        <pc:spChg chg="del">
          <ac:chgData name="Alirah WEYORI" userId="1c7cbaa8-91f0-4806-8632-e4be5028c1b4" providerId="ADAL" clId="{F426D181-8760-4D70-BF97-A5537290FBDA}" dt="2024-10-31T13:44:25.503" v="592" actId="478"/>
          <ac:spMkLst>
            <pc:docMk/>
            <pc:sldMk cId="145972216" sldId="466"/>
            <ac:spMk id="3" creationId="{4F5394D0-C4E1-B80B-BC04-0CA396893BCA}"/>
          </ac:spMkLst>
        </pc:spChg>
        <pc:spChg chg="add mod">
          <ac:chgData name="Alirah WEYORI" userId="1c7cbaa8-91f0-4806-8632-e4be5028c1b4" providerId="ADAL" clId="{F426D181-8760-4D70-BF97-A5537290FBDA}" dt="2024-10-31T14:00:56.362" v="1169" actId="108"/>
          <ac:spMkLst>
            <pc:docMk/>
            <pc:sldMk cId="145972216" sldId="466"/>
            <ac:spMk id="6" creationId="{E5A10EB8-485A-DABC-C0E1-54E707DBFBBE}"/>
          </ac:spMkLst>
        </pc:spChg>
        <pc:picChg chg="add mod">
          <ac:chgData name="Alirah WEYORI" userId="1c7cbaa8-91f0-4806-8632-e4be5028c1b4" providerId="ADAL" clId="{F426D181-8760-4D70-BF97-A5537290FBDA}" dt="2024-10-31T14:01:02.097" v="1170" actId="14100"/>
          <ac:picMkLst>
            <pc:docMk/>
            <pc:sldMk cId="145972216" sldId="466"/>
            <ac:picMk id="5" creationId="{9B315D6B-A620-0D33-3DE3-7F41E6F0BF68}"/>
          </ac:picMkLst>
        </pc:picChg>
      </pc:sldChg>
      <pc:sldChg chg="addSp delSp modSp new mod ord">
        <pc:chgData name="Alirah WEYORI" userId="1c7cbaa8-91f0-4806-8632-e4be5028c1b4" providerId="ADAL" clId="{F426D181-8760-4D70-BF97-A5537290FBDA}" dt="2024-10-31T14:01:43.427" v="1176"/>
        <pc:sldMkLst>
          <pc:docMk/>
          <pc:sldMk cId="4079498699" sldId="467"/>
        </pc:sldMkLst>
        <pc:spChg chg="del">
          <ac:chgData name="Alirah WEYORI" userId="1c7cbaa8-91f0-4806-8632-e4be5028c1b4" providerId="ADAL" clId="{F426D181-8760-4D70-BF97-A5537290FBDA}" dt="2024-10-31T13:52:53.057" v="870" actId="478"/>
          <ac:spMkLst>
            <pc:docMk/>
            <pc:sldMk cId="4079498699" sldId="467"/>
            <ac:spMk id="2" creationId="{D743B031-BAC7-265E-B4C7-20252D4F5C58}"/>
          </ac:spMkLst>
        </pc:spChg>
        <pc:spChg chg="del">
          <ac:chgData name="Alirah WEYORI" userId="1c7cbaa8-91f0-4806-8632-e4be5028c1b4" providerId="ADAL" clId="{F426D181-8760-4D70-BF97-A5537290FBDA}" dt="2024-10-31T13:52:51.116" v="869" actId="478"/>
          <ac:spMkLst>
            <pc:docMk/>
            <pc:sldMk cId="4079498699" sldId="467"/>
            <ac:spMk id="3" creationId="{B340836C-5730-BE80-E811-8BDA9A3DFF2A}"/>
          </ac:spMkLst>
        </pc:spChg>
        <pc:spChg chg="add mod">
          <ac:chgData name="Alirah WEYORI" userId="1c7cbaa8-91f0-4806-8632-e4be5028c1b4" providerId="ADAL" clId="{F426D181-8760-4D70-BF97-A5537290FBDA}" dt="2024-10-31T13:53:30.094" v="889" actId="404"/>
          <ac:spMkLst>
            <pc:docMk/>
            <pc:sldMk cId="4079498699" sldId="467"/>
            <ac:spMk id="4" creationId="{66BDF050-4CE1-D543-B4F1-218321BFE06C}"/>
          </ac:spMkLst>
        </pc:spChg>
      </pc:sldChg>
      <pc:sldChg chg="addSp delSp modSp new mod">
        <pc:chgData name="Alirah WEYORI" userId="1c7cbaa8-91f0-4806-8632-e4be5028c1b4" providerId="ADAL" clId="{F426D181-8760-4D70-BF97-A5537290FBDA}" dt="2024-10-31T14:12:43.619" v="1269" actId="207"/>
        <pc:sldMkLst>
          <pc:docMk/>
          <pc:sldMk cId="2884853098" sldId="468"/>
        </pc:sldMkLst>
        <pc:spChg chg="del">
          <ac:chgData name="Alirah WEYORI" userId="1c7cbaa8-91f0-4806-8632-e4be5028c1b4" providerId="ADAL" clId="{F426D181-8760-4D70-BF97-A5537290FBDA}" dt="2024-10-31T14:02:00.492" v="1179" actId="478"/>
          <ac:spMkLst>
            <pc:docMk/>
            <pc:sldMk cId="2884853098" sldId="468"/>
            <ac:spMk id="2" creationId="{076E4B96-77BE-DB8A-F4AC-0729672CB89F}"/>
          </ac:spMkLst>
        </pc:spChg>
        <pc:spChg chg="del">
          <ac:chgData name="Alirah WEYORI" userId="1c7cbaa8-91f0-4806-8632-e4be5028c1b4" providerId="ADAL" clId="{F426D181-8760-4D70-BF97-A5537290FBDA}" dt="2024-10-31T14:01:58.960" v="1178" actId="478"/>
          <ac:spMkLst>
            <pc:docMk/>
            <pc:sldMk cId="2884853098" sldId="468"/>
            <ac:spMk id="3" creationId="{CE066266-0A4D-E3C5-69FE-57A69C70586D}"/>
          </ac:spMkLst>
        </pc:spChg>
        <pc:spChg chg="add mod">
          <ac:chgData name="Alirah WEYORI" userId="1c7cbaa8-91f0-4806-8632-e4be5028c1b4" providerId="ADAL" clId="{F426D181-8760-4D70-BF97-A5537290FBDA}" dt="2024-10-31T14:11:28.063" v="1246" actId="14100"/>
          <ac:spMkLst>
            <pc:docMk/>
            <pc:sldMk cId="2884853098" sldId="468"/>
            <ac:spMk id="4" creationId="{F1381AC6-54AC-7FDC-3BFB-D72DC4945498}"/>
          </ac:spMkLst>
        </pc:spChg>
        <pc:spChg chg="add mod">
          <ac:chgData name="Alirah WEYORI" userId="1c7cbaa8-91f0-4806-8632-e4be5028c1b4" providerId="ADAL" clId="{F426D181-8760-4D70-BF97-A5537290FBDA}" dt="2024-10-31T14:12:43.619" v="1269" actId="207"/>
          <ac:spMkLst>
            <pc:docMk/>
            <pc:sldMk cId="2884853098" sldId="468"/>
            <ac:spMk id="5" creationId="{E69E811A-6D1F-5FE6-50EE-83F37823155D}"/>
          </ac:spMkLst>
        </pc:spChg>
        <pc:spChg chg="add mod">
          <ac:chgData name="Alirah WEYORI" userId="1c7cbaa8-91f0-4806-8632-e4be5028c1b4" providerId="ADAL" clId="{F426D181-8760-4D70-BF97-A5537290FBDA}" dt="2024-10-31T14:08:50.507" v="1237" actId="14100"/>
          <ac:spMkLst>
            <pc:docMk/>
            <pc:sldMk cId="2884853098" sldId="468"/>
            <ac:spMk id="6" creationId="{CD0F972A-89E5-CA10-E958-2E5835390855}"/>
          </ac:spMkLst>
        </pc:spChg>
        <pc:picChg chg="add mod">
          <ac:chgData name="Alirah WEYORI" userId="1c7cbaa8-91f0-4806-8632-e4be5028c1b4" providerId="ADAL" clId="{F426D181-8760-4D70-BF97-A5537290FBDA}" dt="2024-10-31T14:08:50.507" v="1237" actId="14100"/>
          <ac:picMkLst>
            <pc:docMk/>
            <pc:sldMk cId="2884853098" sldId="468"/>
            <ac:picMk id="7" creationId="{4FBF0EFC-1C3A-BD2B-BD30-501429445E6C}"/>
          </ac:picMkLst>
        </pc:picChg>
        <pc:picChg chg="add mod">
          <ac:chgData name="Alirah WEYORI" userId="1c7cbaa8-91f0-4806-8632-e4be5028c1b4" providerId="ADAL" clId="{F426D181-8760-4D70-BF97-A5537290FBDA}" dt="2024-10-31T14:08:50.507" v="1237" actId="14100"/>
          <ac:picMkLst>
            <pc:docMk/>
            <pc:sldMk cId="2884853098" sldId="468"/>
            <ac:picMk id="8" creationId="{B6D57CFF-EB67-73ED-24DF-B5AC103DB9AA}"/>
          </ac:picMkLst>
        </pc:picChg>
      </pc:sldChg>
      <pc:sldChg chg="addSp delSp modSp new mod">
        <pc:chgData name="Alirah WEYORI" userId="1c7cbaa8-91f0-4806-8632-e4be5028c1b4" providerId="ADAL" clId="{F426D181-8760-4D70-BF97-A5537290FBDA}" dt="2024-10-31T14:12:34.682" v="1267" actId="207"/>
        <pc:sldMkLst>
          <pc:docMk/>
          <pc:sldMk cId="493240128" sldId="469"/>
        </pc:sldMkLst>
        <pc:spChg chg="del">
          <ac:chgData name="Alirah WEYORI" userId="1c7cbaa8-91f0-4806-8632-e4be5028c1b4" providerId="ADAL" clId="{F426D181-8760-4D70-BF97-A5537290FBDA}" dt="2024-10-31T14:05:32.434" v="1190" actId="478"/>
          <ac:spMkLst>
            <pc:docMk/>
            <pc:sldMk cId="493240128" sldId="469"/>
            <ac:spMk id="2" creationId="{74A742C2-4A82-4E76-33F2-D32C104BAEE6}"/>
          </ac:spMkLst>
        </pc:spChg>
        <pc:spChg chg="del">
          <ac:chgData name="Alirah WEYORI" userId="1c7cbaa8-91f0-4806-8632-e4be5028c1b4" providerId="ADAL" clId="{F426D181-8760-4D70-BF97-A5537290FBDA}" dt="2024-10-31T14:05:34.478" v="1191" actId="478"/>
          <ac:spMkLst>
            <pc:docMk/>
            <pc:sldMk cId="493240128" sldId="469"/>
            <ac:spMk id="3" creationId="{41CB67F7-3556-FC10-1CBB-D28B5DF73D2F}"/>
          </ac:spMkLst>
        </pc:spChg>
        <pc:spChg chg="add mod">
          <ac:chgData name="Alirah WEYORI" userId="1c7cbaa8-91f0-4806-8632-e4be5028c1b4" providerId="ADAL" clId="{F426D181-8760-4D70-BF97-A5537290FBDA}" dt="2024-10-31T14:12:09.044" v="1266" actId="20577"/>
          <ac:spMkLst>
            <pc:docMk/>
            <pc:sldMk cId="493240128" sldId="469"/>
            <ac:spMk id="4" creationId="{4AF8A323-7157-E365-080A-386BA91F8965}"/>
          </ac:spMkLst>
        </pc:spChg>
        <pc:spChg chg="add mod">
          <ac:chgData name="Alirah WEYORI" userId="1c7cbaa8-91f0-4806-8632-e4be5028c1b4" providerId="ADAL" clId="{F426D181-8760-4D70-BF97-A5537290FBDA}" dt="2024-10-31T14:12:34.682" v="1267" actId="207"/>
          <ac:spMkLst>
            <pc:docMk/>
            <pc:sldMk cId="493240128" sldId="469"/>
            <ac:spMk id="7" creationId="{AF051E0E-D32E-A9FB-1008-CE6AB615BB29}"/>
          </ac:spMkLst>
        </pc:spChg>
        <pc:spChg chg="add mod">
          <ac:chgData name="Alirah WEYORI" userId="1c7cbaa8-91f0-4806-8632-e4be5028c1b4" providerId="ADAL" clId="{F426D181-8760-4D70-BF97-A5537290FBDA}" dt="2024-10-31T14:11:48.347" v="1247" actId="14100"/>
          <ac:spMkLst>
            <pc:docMk/>
            <pc:sldMk cId="493240128" sldId="469"/>
            <ac:spMk id="8" creationId="{558C1D46-0270-E564-7815-8DD2FA43CC36}"/>
          </ac:spMkLst>
        </pc:spChg>
        <pc:picChg chg="add mod">
          <ac:chgData name="Alirah WEYORI" userId="1c7cbaa8-91f0-4806-8632-e4be5028c1b4" providerId="ADAL" clId="{F426D181-8760-4D70-BF97-A5537290FBDA}" dt="2024-10-31T14:11:48.347" v="1247" actId="14100"/>
          <ac:picMkLst>
            <pc:docMk/>
            <pc:sldMk cId="493240128" sldId="469"/>
            <ac:picMk id="5" creationId="{860E6C41-B6D1-A407-8516-3B06D0D82EDB}"/>
          </ac:picMkLst>
        </pc:picChg>
        <pc:picChg chg="add mod">
          <ac:chgData name="Alirah WEYORI" userId="1c7cbaa8-91f0-4806-8632-e4be5028c1b4" providerId="ADAL" clId="{F426D181-8760-4D70-BF97-A5537290FBDA}" dt="2024-10-31T14:11:48.347" v="1247" actId="14100"/>
          <ac:picMkLst>
            <pc:docMk/>
            <pc:sldMk cId="493240128" sldId="469"/>
            <ac:picMk id="6" creationId="{499C82A3-6982-75B4-E8BF-2A52DF8F26B7}"/>
          </ac:picMkLst>
        </pc:picChg>
      </pc:sldChg>
      <pc:sldChg chg="addSp delSp modSp new mod">
        <pc:chgData name="Alirah WEYORI" userId="1c7cbaa8-91f0-4806-8632-e4be5028c1b4" providerId="ADAL" clId="{F426D181-8760-4D70-BF97-A5537290FBDA}" dt="2024-10-31T14:12:39.091" v="1268" actId="207"/>
        <pc:sldMkLst>
          <pc:docMk/>
          <pc:sldMk cId="2246642877" sldId="470"/>
        </pc:sldMkLst>
        <pc:spChg chg="del">
          <ac:chgData name="Alirah WEYORI" userId="1c7cbaa8-91f0-4806-8632-e4be5028c1b4" providerId="ADAL" clId="{F426D181-8760-4D70-BF97-A5537290FBDA}" dt="2024-10-31T14:05:42.168" v="1193" actId="478"/>
          <ac:spMkLst>
            <pc:docMk/>
            <pc:sldMk cId="2246642877" sldId="470"/>
            <ac:spMk id="2" creationId="{06E6B308-5A2F-B210-3EDB-BB9BB5E5D726}"/>
          </ac:spMkLst>
        </pc:spChg>
        <pc:spChg chg="del">
          <ac:chgData name="Alirah WEYORI" userId="1c7cbaa8-91f0-4806-8632-e4be5028c1b4" providerId="ADAL" clId="{F426D181-8760-4D70-BF97-A5537290FBDA}" dt="2024-10-31T14:05:42.168" v="1193" actId="478"/>
          <ac:spMkLst>
            <pc:docMk/>
            <pc:sldMk cId="2246642877" sldId="470"/>
            <ac:spMk id="3" creationId="{CD721624-43D8-E36F-045B-5601028C2D5C}"/>
          </ac:spMkLst>
        </pc:spChg>
        <pc:spChg chg="add mod">
          <ac:chgData name="Alirah WEYORI" userId="1c7cbaa8-91f0-4806-8632-e4be5028c1b4" providerId="ADAL" clId="{F426D181-8760-4D70-BF97-A5537290FBDA}" dt="2024-10-31T14:12:01.892" v="1256" actId="20577"/>
          <ac:spMkLst>
            <pc:docMk/>
            <pc:sldMk cId="2246642877" sldId="470"/>
            <ac:spMk id="4" creationId="{E7AFA0D0-12F4-DE2F-6963-31B7DDABA231}"/>
          </ac:spMkLst>
        </pc:spChg>
        <pc:spChg chg="add mod">
          <ac:chgData name="Alirah WEYORI" userId="1c7cbaa8-91f0-4806-8632-e4be5028c1b4" providerId="ADAL" clId="{F426D181-8760-4D70-BF97-A5537290FBDA}" dt="2024-10-31T14:12:39.091" v="1268" actId="207"/>
          <ac:spMkLst>
            <pc:docMk/>
            <pc:sldMk cId="2246642877" sldId="470"/>
            <ac:spMk id="7" creationId="{97505D13-991F-C1D9-A184-EBD1BC31D011}"/>
          </ac:spMkLst>
        </pc:spChg>
        <pc:spChg chg="add mod">
          <ac:chgData name="Alirah WEYORI" userId="1c7cbaa8-91f0-4806-8632-e4be5028c1b4" providerId="ADAL" clId="{F426D181-8760-4D70-BF97-A5537290FBDA}" dt="2024-10-31T14:08:09.255" v="1220" actId="14100"/>
          <ac:spMkLst>
            <pc:docMk/>
            <pc:sldMk cId="2246642877" sldId="470"/>
            <ac:spMk id="8" creationId="{0E9E70C4-C5CC-79A3-AC0F-AF3EAEF7805E}"/>
          </ac:spMkLst>
        </pc:spChg>
        <pc:picChg chg="add mod">
          <ac:chgData name="Alirah WEYORI" userId="1c7cbaa8-91f0-4806-8632-e4be5028c1b4" providerId="ADAL" clId="{F426D181-8760-4D70-BF97-A5537290FBDA}" dt="2024-10-31T14:08:09.255" v="1220" actId="14100"/>
          <ac:picMkLst>
            <pc:docMk/>
            <pc:sldMk cId="2246642877" sldId="470"/>
            <ac:picMk id="5" creationId="{4BACF9C5-7701-0C5E-D6E3-A84E0C0C4FA2}"/>
          </ac:picMkLst>
        </pc:picChg>
        <pc:picChg chg="add mod">
          <ac:chgData name="Alirah WEYORI" userId="1c7cbaa8-91f0-4806-8632-e4be5028c1b4" providerId="ADAL" clId="{F426D181-8760-4D70-BF97-A5537290FBDA}" dt="2024-10-31T14:08:09.255" v="1220" actId="14100"/>
          <ac:picMkLst>
            <pc:docMk/>
            <pc:sldMk cId="2246642877" sldId="470"/>
            <ac:picMk id="6" creationId="{7E94ED91-4AA6-F94D-A9DB-77B3ADA701C1}"/>
          </ac:picMkLst>
        </pc:picChg>
      </pc:sldChg>
      <pc:sldChg chg="addSp delSp modSp new mod">
        <pc:chgData name="Alirah WEYORI" userId="1c7cbaa8-91f0-4806-8632-e4be5028c1b4" providerId="ADAL" clId="{F426D181-8760-4D70-BF97-A5537290FBDA}" dt="2024-10-31T14:22:59.435" v="1422" actId="1036"/>
        <pc:sldMkLst>
          <pc:docMk/>
          <pc:sldMk cId="1611561826" sldId="471"/>
        </pc:sldMkLst>
        <pc:spChg chg="del">
          <ac:chgData name="Alirah WEYORI" userId="1c7cbaa8-91f0-4806-8632-e4be5028c1b4" providerId="ADAL" clId="{F426D181-8760-4D70-BF97-A5537290FBDA}" dt="2024-10-31T14:09:04.608" v="1239" actId="478"/>
          <ac:spMkLst>
            <pc:docMk/>
            <pc:sldMk cId="1611561826" sldId="471"/>
            <ac:spMk id="2" creationId="{D2256A8D-389B-0DA9-D513-398427C2D77A}"/>
          </ac:spMkLst>
        </pc:spChg>
        <pc:spChg chg="del">
          <ac:chgData name="Alirah WEYORI" userId="1c7cbaa8-91f0-4806-8632-e4be5028c1b4" providerId="ADAL" clId="{F426D181-8760-4D70-BF97-A5537290FBDA}" dt="2024-10-31T14:09:06.446" v="1240" actId="478"/>
          <ac:spMkLst>
            <pc:docMk/>
            <pc:sldMk cId="1611561826" sldId="471"/>
            <ac:spMk id="3" creationId="{C870EA33-3244-C4DC-6FAC-DA5F6EE14C4E}"/>
          </ac:spMkLst>
        </pc:spChg>
        <pc:spChg chg="add mod">
          <ac:chgData name="Alirah WEYORI" userId="1c7cbaa8-91f0-4806-8632-e4be5028c1b4" providerId="ADAL" clId="{F426D181-8760-4D70-BF97-A5537290FBDA}" dt="2024-10-31T14:13:35.542" v="1286" actId="5793"/>
          <ac:spMkLst>
            <pc:docMk/>
            <pc:sldMk cId="1611561826" sldId="471"/>
            <ac:spMk id="5" creationId="{44AA8AE8-43CA-33B6-D442-42914FFB2929}"/>
          </ac:spMkLst>
        </pc:spChg>
        <pc:spChg chg="add mod">
          <ac:chgData name="Alirah WEYORI" userId="1c7cbaa8-91f0-4806-8632-e4be5028c1b4" providerId="ADAL" clId="{F426D181-8760-4D70-BF97-A5537290FBDA}" dt="2024-10-31T14:17:15.162" v="1324" actId="1076"/>
          <ac:spMkLst>
            <pc:docMk/>
            <pc:sldMk cId="1611561826" sldId="471"/>
            <ac:spMk id="6" creationId="{7DBE9A06-EBCB-B87B-B549-B4101E779804}"/>
          </ac:spMkLst>
        </pc:spChg>
        <pc:spChg chg="add mod">
          <ac:chgData name="Alirah WEYORI" userId="1c7cbaa8-91f0-4806-8632-e4be5028c1b4" providerId="ADAL" clId="{F426D181-8760-4D70-BF97-A5537290FBDA}" dt="2024-10-31T14:22:56.396" v="1418" actId="1036"/>
          <ac:spMkLst>
            <pc:docMk/>
            <pc:sldMk cId="1611561826" sldId="471"/>
            <ac:spMk id="7" creationId="{F269ABC0-6FFC-9426-A6F8-0C0C4CD888DC}"/>
          </ac:spMkLst>
        </pc:spChg>
        <pc:spChg chg="add mod">
          <ac:chgData name="Alirah WEYORI" userId="1c7cbaa8-91f0-4806-8632-e4be5028c1b4" providerId="ADAL" clId="{F426D181-8760-4D70-BF97-A5537290FBDA}" dt="2024-10-31T14:22:59.435" v="1422" actId="1036"/>
          <ac:spMkLst>
            <pc:docMk/>
            <pc:sldMk cId="1611561826" sldId="471"/>
            <ac:spMk id="8" creationId="{2572D591-A94F-3D60-9D13-F554B27922DD}"/>
          </ac:spMkLst>
        </pc:spChg>
        <pc:spChg chg="add mod">
          <ac:chgData name="Alirah WEYORI" userId="1c7cbaa8-91f0-4806-8632-e4be5028c1b4" providerId="ADAL" clId="{F426D181-8760-4D70-BF97-A5537290FBDA}" dt="2024-10-31T14:17:35.002" v="1325" actId="1035"/>
          <ac:spMkLst>
            <pc:docMk/>
            <pc:sldMk cId="1611561826" sldId="471"/>
            <ac:spMk id="9" creationId="{1E1022E0-5226-0A49-FAF4-3B79A9E8564C}"/>
          </ac:spMkLst>
        </pc:spChg>
        <pc:spChg chg="add mod">
          <ac:chgData name="Alirah WEYORI" userId="1c7cbaa8-91f0-4806-8632-e4be5028c1b4" providerId="ADAL" clId="{F426D181-8760-4D70-BF97-A5537290FBDA}" dt="2024-10-31T14:17:15.162" v="1324" actId="1076"/>
          <ac:spMkLst>
            <pc:docMk/>
            <pc:sldMk cId="1611561826" sldId="471"/>
            <ac:spMk id="10" creationId="{DD79F71D-4EB5-8810-487F-AC923164CF54}"/>
          </ac:spMkLst>
        </pc:spChg>
        <pc:graphicFrameChg chg="add del mod modGraphic">
          <ac:chgData name="Alirah WEYORI" userId="1c7cbaa8-91f0-4806-8632-e4be5028c1b4" providerId="ADAL" clId="{F426D181-8760-4D70-BF97-A5537290FBDA}" dt="2024-10-31T14:11:19.177" v="1245" actId="478"/>
          <ac:graphicFrameMkLst>
            <pc:docMk/>
            <pc:sldMk cId="1611561826" sldId="471"/>
            <ac:graphicFrameMk id="4" creationId="{B5350352-07FF-98C1-66C2-3D087AB29FDC}"/>
          </ac:graphicFrameMkLst>
        </pc:graphicFrameChg>
      </pc:sldChg>
      <pc:sldChg chg="add">
        <pc:chgData name="Alirah WEYORI" userId="1c7cbaa8-91f0-4806-8632-e4be5028c1b4" providerId="ADAL" clId="{F426D181-8760-4D70-BF97-A5537290FBDA}" dt="2024-10-31T14:18:16.945" v="1326" actId="2890"/>
        <pc:sldMkLst>
          <pc:docMk/>
          <pc:sldMk cId="4156490862" sldId="472"/>
        </pc:sldMkLst>
      </pc:sldChg>
      <pc:sldMasterChg chg="modSldLayout">
        <pc:chgData name="Alirah WEYORI" userId="1c7cbaa8-91f0-4806-8632-e4be5028c1b4" providerId="ADAL" clId="{F426D181-8760-4D70-BF97-A5537290FBDA}" dt="2024-10-31T14:25:45.754" v="1423"/>
        <pc:sldMasterMkLst>
          <pc:docMk/>
          <pc:sldMasterMk cId="818424624" sldId="2147483665"/>
        </pc:sldMasterMkLst>
        <pc:sldLayoutChg chg="addSp modSp">
          <pc:chgData name="Alirah WEYORI" userId="1c7cbaa8-91f0-4806-8632-e4be5028c1b4" providerId="ADAL" clId="{F426D181-8760-4D70-BF97-A5537290FBDA}" dt="2024-10-31T14:25:45.754" v="1423"/>
          <pc:sldLayoutMkLst>
            <pc:docMk/>
            <pc:sldMasterMk cId="818424624" sldId="2147483665"/>
            <pc:sldLayoutMk cId="3135742723" sldId="2147483673"/>
          </pc:sldLayoutMkLst>
          <pc:picChg chg="add mod">
            <ac:chgData name="Alirah WEYORI" userId="1c7cbaa8-91f0-4806-8632-e4be5028c1b4" providerId="ADAL" clId="{F426D181-8760-4D70-BF97-A5537290FBDA}" dt="2024-10-31T14:25:45.754" v="1423"/>
            <ac:picMkLst>
              <pc:docMk/>
              <pc:sldMasterMk cId="818424624" sldId="2147483665"/>
              <pc:sldLayoutMk cId="3135742723" sldId="2147483673"/>
              <ac:picMk id="2" creationId="{C4DA0CF2-7FE2-439E-38AF-CAB7D61A28AA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AD62F7-8322-4B7D-A1AC-ED027380C57A}" type="doc">
      <dgm:prSet loTypeId="urn:microsoft.com/office/officeart/2005/8/layout/chevron2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E4E874FA-CDC9-4DD2-AE5E-C205AD83443B}">
      <dgm:prSet phldrT="[Text]"/>
      <dgm:spPr/>
      <dgm:t>
        <a:bodyPr/>
        <a:lstStyle/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APP-FA</a:t>
          </a:r>
        </a:p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rCARI Team</a:t>
          </a:r>
        </a:p>
      </dgm:t>
    </dgm:pt>
    <dgm:pt modelId="{DAB10750-37A3-4821-887C-90F9436757F0}" type="parTrans" cxnId="{6F725462-3469-4B6F-B48D-3414773E13D0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F1AE30B-10DE-4CFA-A21C-C0297B9A14D2}" type="sibTrans" cxnId="{6F725462-3469-4B6F-B48D-3414773E13D0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3970024-742F-45D7-8CD3-A87FF5BA5EB8}">
      <dgm:prSet phldrT="[Text]"/>
      <dgm:spPr/>
      <dgm:t>
        <a:bodyPr/>
        <a:lstStyle/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of VAM </a:t>
          </a:r>
          <a:r>
            <a:rPr lang="en-GB" dirty="0" err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RBx</a:t>
          </a:r>
          <a:endParaRPr lang="en-GB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6CAD6C30-078B-4A85-80DB-BF91DC4B24A1}" type="parTrans" cxnId="{816D4CE4-703F-4E99-B483-E8FA505035E9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9827B303-5188-4F6D-A4AB-A645217BE5C8}" type="sibTrans" cxnId="{816D4CE4-703F-4E99-B483-E8FA505035E9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FF68756-E57F-4DD7-9683-B466940658B5}">
      <dgm:prSet phldrT="[Text]"/>
      <dgm:spPr>
        <a:ln>
          <a:noFill/>
        </a:ln>
      </dgm:spPr>
      <dgm:t>
        <a:bodyPr/>
        <a:lstStyle/>
        <a:p>
          <a:r>
            <a:rPr lang="en-GB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Facilitates communication with COs &amp; supporting training</a:t>
          </a:r>
        </a:p>
      </dgm:t>
    </dgm:pt>
    <dgm:pt modelId="{F4B14DE7-82B1-4DD2-A46B-47C79D634ECF}" type="parTrans" cxnId="{77D0F059-F215-4C40-9AED-A7E09E1BB8DF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16E04810-CB76-4521-81D8-5E33D51D6ABD}" type="sibTrans" cxnId="{77D0F059-F215-4C40-9AED-A7E09E1BB8DF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D0C06CBD-9E27-48A2-A968-92DEC64304D9}">
      <dgm:prSet phldrT="[Text]"/>
      <dgm:spPr/>
      <dgm:t>
        <a:bodyPr/>
        <a:lstStyle/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VAM</a:t>
          </a:r>
        </a:p>
        <a:p>
          <a:r>
            <a: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COs</a:t>
          </a:r>
        </a:p>
      </dgm:t>
    </dgm:pt>
    <dgm:pt modelId="{CF686B69-5C19-4947-A1E0-6D589F66F5C7}" type="parTrans" cxnId="{471DA5CB-F78C-4FC0-A58B-66B50CCC1AF2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3B1CE79A-1BF5-44CF-BA39-94CAB574C2FA}" type="sibTrans" cxnId="{471DA5CB-F78C-4FC0-A58B-66B50CCC1AF2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5B0A2F43-F37F-4FEC-AC6E-E5FE4F8251FD}">
      <dgm:prSet phldrT="[Text]"/>
      <dgm:spPr>
        <a:ln>
          <a:noFill/>
        </a:ln>
      </dgm:spPr>
      <dgm:t>
        <a:bodyPr/>
        <a:lstStyle/>
        <a:p>
          <a:r>
            <a:rPr lang="en-GB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in identifying the study areas together with the APP-FA team</a:t>
          </a:r>
        </a:p>
      </dgm:t>
    </dgm:pt>
    <dgm:pt modelId="{F6AD8858-FEEF-43CE-AD19-EE13CB909261}" type="parTrans" cxnId="{51980314-24E1-42CA-B825-6B28DB884B45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BF2A592F-1B27-4B35-B4CE-D114BFFED589}" type="sibTrans" cxnId="{51980314-24E1-42CA-B825-6B28DB884B45}">
      <dgm:prSet/>
      <dgm:spPr/>
      <dgm:t>
        <a:bodyPr/>
        <a:lstStyle/>
        <a:p>
          <a:endParaRPr lang="en-GB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4669750C-190D-4E8E-A819-3C7DCFAC68D4}">
      <dgm:prSet phldrT="[Text]"/>
      <dgm:spPr>
        <a:ln>
          <a:noFill/>
        </a:ln>
      </dgm:spPr>
      <dgm:t>
        <a:bodyPr/>
        <a:lstStyle/>
        <a:p>
          <a:r>
            <a:rPr lang="en-GB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with admin work for training</a:t>
          </a:r>
        </a:p>
      </dgm:t>
    </dgm:pt>
    <dgm:pt modelId="{B6ABCB51-FFFD-4301-AF4A-3CEB4F523777}" type="parTrans" cxnId="{ACCC2201-8CC1-4DB9-AC2D-A95CFBD8FFED}">
      <dgm:prSet/>
      <dgm:spPr/>
      <dgm:t>
        <a:bodyPr/>
        <a:lstStyle/>
        <a:p>
          <a:endParaRPr lang="en-GB"/>
        </a:p>
      </dgm:t>
    </dgm:pt>
    <dgm:pt modelId="{5488EE05-80C5-4697-B07D-3EEB0FCAD455}" type="sibTrans" cxnId="{ACCC2201-8CC1-4DB9-AC2D-A95CFBD8FFED}">
      <dgm:prSet/>
      <dgm:spPr/>
      <dgm:t>
        <a:bodyPr/>
        <a:lstStyle/>
        <a:p>
          <a:endParaRPr lang="en-GB"/>
        </a:p>
      </dgm:t>
    </dgm:pt>
    <dgm:pt modelId="{BDF31C0B-B6F9-4538-BF71-38ABF9DFE60C}">
      <dgm:prSet phldrT="[Text]"/>
      <dgm:spPr>
        <a:ln>
          <a:noFill/>
        </a:ln>
      </dgm:spPr>
      <dgm:t>
        <a:bodyPr/>
        <a:lstStyle/>
        <a:p>
          <a:r>
            <a:rPr lang="en-GB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Budgeting and logistics</a:t>
          </a:r>
        </a:p>
      </dgm:t>
    </dgm:pt>
    <dgm:pt modelId="{AA7F3447-A311-4C69-9CA1-D26B42096D69}" type="parTrans" cxnId="{848ADF6B-4098-46A9-978C-1E588A833B5F}">
      <dgm:prSet/>
      <dgm:spPr/>
      <dgm:t>
        <a:bodyPr/>
        <a:lstStyle/>
        <a:p>
          <a:endParaRPr lang="en-GB"/>
        </a:p>
      </dgm:t>
    </dgm:pt>
    <dgm:pt modelId="{90C1B6EF-C0F7-43A5-8F4C-0A2C77E01EB4}" type="sibTrans" cxnId="{848ADF6B-4098-46A9-978C-1E588A833B5F}">
      <dgm:prSet/>
      <dgm:spPr/>
      <dgm:t>
        <a:bodyPr/>
        <a:lstStyle/>
        <a:p>
          <a:endParaRPr lang="en-GB"/>
        </a:p>
      </dgm:t>
    </dgm:pt>
    <dgm:pt modelId="{BF757D6B-2E1C-48F5-8594-4A1D490D55CD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</a:pPr>
          <a:r>
            <a:rPr lang="en-GB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Provides technical support for COs</a:t>
          </a:r>
        </a:p>
      </dgm:t>
    </dgm:pt>
    <dgm:pt modelId="{CF88D6C8-47F9-4398-B397-62A721752EDF}" type="parTrans" cxnId="{6BC67C67-6080-4275-A55C-E1C1BCD10F79}">
      <dgm:prSet/>
      <dgm:spPr/>
      <dgm:t>
        <a:bodyPr/>
        <a:lstStyle/>
        <a:p>
          <a:endParaRPr lang="en-GB"/>
        </a:p>
      </dgm:t>
    </dgm:pt>
    <dgm:pt modelId="{79682B60-7B3A-4C35-A50E-0885980B9112}" type="sibTrans" cxnId="{6BC67C67-6080-4275-A55C-E1C1BCD10F79}">
      <dgm:prSet/>
      <dgm:spPr/>
      <dgm:t>
        <a:bodyPr/>
        <a:lstStyle/>
        <a:p>
          <a:endParaRPr lang="en-GB"/>
        </a:p>
      </dgm:t>
    </dgm:pt>
    <dgm:pt modelId="{7DD9D9F4-70EC-4FE7-A141-F056DACAAFBB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  <a:buChar char="•"/>
          </a:pPr>
          <a:r>
            <a:rPr lang="en-GB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Leads in field work (implementation)</a:t>
          </a:r>
        </a:p>
      </dgm:t>
    </dgm:pt>
    <dgm:pt modelId="{4F84A963-8B7D-4998-9AC0-1715A605EFA5}" type="parTrans" cxnId="{5CBCB5D1-5CD8-4BA5-A020-7ED2747A737D}">
      <dgm:prSet/>
      <dgm:spPr/>
      <dgm:t>
        <a:bodyPr/>
        <a:lstStyle/>
        <a:p>
          <a:endParaRPr lang="en-GB"/>
        </a:p>
      </dgm:t>
    </dgm:pt>
    <dgm:pt modelId="{A77D5B0D-2BE0-439B-9D43-E48E4F9538D4}" type="sibTrans" cxnId="{5CBCB5D1-5CD8-4BA5-A020-7ED2747A737D}">
      <dgm:prSet/>
      <dgm:spPr/>
      <dgm:t>
        <a:bodyPr/>
        <a:lstStyle/>
        <a:p>
          <a:endParaRPr lang="en-GB"/>
        </a:p>
      </dgm:t>
    </dgm:pt>
    <dgm:pt modelId="{47225CB3-0F3D-466F-9CE5-313579787D82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  <a:buChar char="•"/>
          </a:pPr>
          <a:r>
            <a:rPr lang="en-GB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Data analysis and report writing</a:t>
          </a:r>
        </a:p>
      </dgm:t>
    </dgm:pt>
    <dgm:pt modelId="{9353368B-4B78-452F-B639-3F3E5FBBD2FC}" type="parTrans" cxnId="{34123FD8-A975-413B-969C-58B13CCCF878}">
      <dgm:prSet/>
      <dgm:spPr/>
      <dgm:t>
        <a:bodyPr/>
        <a:lstStyle/>
        <a:p>
          <a:endParaRPr lang="en-GB"/>
        </a:p>
      </dgm:t>
    </dgm:pt>
    <dgm:pt modelId="{358DEE93-61F7-49C5-96C8-934EBCA8A0E3}" type="sibTrans" cxnId="{34123FD8-A975-413B-969C-58B13CCCF878}">
      <dgm:prSet/>
      <dgm:spPr/>
      <dgm:t>
        <a:bodyPr/>
        <a:lstStyle/>
        <a:p>
          <a:endParaRPr lang="en-GB"/>
        </a:p>
      </dgm:t>
    </dgm:pt>
    <dgm:pt modelId="{2E5F8C83-EF99-4C92-AF2B-FD7801F12247}">
      <dgm:prSet phldrT="[Text]"/>
      <dgm:spPr>
        <a:ln>
          <a:noFill/>
        </a:ln>
      </dgm:spPr>
      <dgm:t>
        <a:bodyPr/>
        <a:lstStyle/>
        <a:p>
          <a:pPr marL="228600" lvl="1" indent="-228600" defTabSz="889000">
            <a:spcBef>
              <a:spcPct val="0"/>
            </a:spcBef>
            <a:spcAft>
              <a:spcPct val="15000"/>
            </a:spcAft>
          </a:pPr>
          <a:r>
            <a:rPr lang="en-GB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Designs the study methodology</a:t>
          </a:r>
        </a:p>
      </dgm:t>
    </dgm:pt>
    <dgm:pt modelId="{95A85946-FEA2-4F2E-8F78-68A73382431F}" type="parTrans" cxnId="{9AFD8E55-D168-48AC-ACE7-B60D14AEAAFF}">
      <dgm:prSet/>
      <dgm:spPr/>
      <dgm:t>
        <a:bodyPr/>
        <a:lstStyle/>
        <a:p>
          <a:endParaRPr lang="en-GB"/>
        </a:p>
      </dgm:t>
    </dgm:pt>
    <dgm:pt modelId="{40C2775F-7163-4E9C-8F3E-7EC967272D2E}" type="sibTrans" cxnId="{9AFD8E55-D168-48AC-ACE7-B60D14AEAAFF}">
      <dgm:prSet/>
      <dgm:spPr/>
      <dgm:t>
        <a:bodyPr/>
        <a:lstStyle/>
        <a:p>
          <a:endParaRPr lang="en-GB"/>
        </a:p>
      </dgm:t>
    </dgm:pt>
    <dgm:pt modelId="{5422EFE1-AB12-4F93-9CF1-54572B18D5DE}" type="pres">
      <dgm:prSet presAssocID="{BEAD62F7-8322-4B7D-A1AC-ED027380C57A}" presName="linearFlow" presStyleCnt="0">
        <dgm:presLayoutVars>
          <dgm:dir/>
          <dgm:animLvl val="lvl"/>
          <dgm:resizeHandles val="exact"/>
        </dgm:presLayoutVars>
      </dgm:prSet>
      <dgm:spPr/>
    </dgm:pt>
    <dgm:pt modelId="{27A4A740-BD56-4A87-B1B8-9E1D23A2B6FA}" type="pres">
      <dgm:prSet presAssocID="{E4E874FA-CDC9-4DD2-AE5E-C205AD83443B}" presName="composite" presStyleCnt="0"/>
      <dgm:spPr/>
    </dgm:pt>
    <dgm:pt modelId="{67B7DC7C-67C7-48C9-84E8-2CD454857C06}" type="pres">
      <dgm:prSet presAssocID="{E4E874FA-CDC9-4DD2-AE5E-C205AD83443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E51A52D-4086-4980-9DF4-551BE1DB7799}" type="pres">
      <dgm:prSet presAssocID="{E4E874FA-CDC9-4DD2-AE5E-C205AD83443B}" presName="descendantText" presStyleLbl="alignAcc1" presStyleIdx="0" presStyleCnt="3" custLinFactNeighborX="116">
        <dgm:presLayoutVars>
          <dgm:bulletEnabled val="1"/>
        </dgm:presLayoutVars>
      </dgm:prSet>
      <dgm:spPr/>
    </dgm:pt>
    <dgm:pt modelId="{C814AE68-0777-4263-A7AF-48C6990B7FF5}" type="pres">
      <dgm:prSet presAssocID="{4F1AE30B-10DE-4CFA-A21C-C0297B9A14D2}" presName="sp" presStyleCnt="0"/>
      <dgm:spPr/>
    </dgm:pt>
    <dgm:pt modelId="{A658AC44-CB45-4F85-8531-8C06DE2C035D}" type="pres">
      <dgm:prSet presAssocID="{33970024-742F-45D7-8CD3-A87FF5BA5EB8}" presName="composite" presStyleCnt="0"/>
      <dgm:spPr/>
    </dgm:pt>
    <dgm:pt modelId="{0D21E47E-9CB2-4DD6-829B-9059E9F95DBB}" type="pres">
      <dgm:prSet presAssocID="{33970024-742F-45D7-8CD3-A87FF5BA5EB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4FEACAF-6781-488E-A1D9-B4CDCF24C908}" type="pres">
      <dgm:prSet presAssocID="{33970024-742F-45D7-8CD3-A87FF5BA5EB8}" presName="descendantText" presStyleLbl="alignAcc1" presStyleIdx="1" presStyleCnt="3" custLinFactNeighborX="0" custLinFactNeighborY="2267">
        <dgm:presLayoutVars>
          <dgm:bulletEnabled val="1"/>
        </dgm:presLayoutVars>
      </dgm:prSet>
      <dgm:spPr/>
    </dgm:pt>
    <dgm:pt modelId="{7E96D789-5192-419E-B043-346610CBC796}" type="pres">
      <dgm:prSet presAssocID="{9827B303-5188-4F6D-A4AB-A645217BE5C8}" presName="sp" presStyleCnt="0"/>
      <dgm:spPr/>
    </dgm:pt>
    <dgm:pt modelId="{29699D3F-BF89-4840-9AB1-44EF72BCC905}" type="pres">
      <dgm:prSet presAssocID="{D0C06CBD-9E27-48A2-A968-92DEC64304D9}" presName="composite" presStyleCnt="0"/>
      <dgm:spPr/>
    </dgm:pt>
    <dgm:pt modelId="{E38C8E1A-690E-4395-85D9-9A2BAB0A42C1}" type="pres">
      <dgm:prSet presAssocID="{D0C06CBD-9E27-48A2-A968-92DEC64304D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3228A5D-44F9-4D9B-9F7E-12B0863F5DD2}" type="pres">
      <dgm:prSet presAssocID="{D0C06CBD-9E27-48A2-A968-92DEC64304D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CCC2201-8CC1-4DB9-AC2D-A95CFBD8FFED}" srcId="{D0C06CBD-9E27-48A2-A968-92DEC64304D9}" destId="{4669750C-190D-4E8E-A819-3C7DCFAC68D4}" srcOrd="2" destOrd="0" parTransId="{B6ABCB51-FFFD-4301-AF4A-3CEB4F523777}" sibTransId="{5488EE05-80C5-4697-B07D-3EEB0FCAD455}"/>
    <dgm:cxn modelId="{51980314-24E1-42CA-B825-6B28DB884B45}" srcId="{D0C06CBD-9E27-48A2-A968-92DEC64304D9}" destId="{5B0A2F43-F37F-4FEC-AC6E-E5FE4F8251FD}" srcOrd="0" destOrd="0" parTransId="{F6AD8858-FEEF-43CE-AD19-EE13CB909261}" sibTransId="{BF2A592F-1B27-4B35-B4CE-D114BFFED589}"/>
    <dgm:cxn modelId="{12C4A825-3D3B-4B8D-B141-5C8F2059890F}" type="presOf" srcId="{47225CB3-0F3D-466F-9CE5-313579787D82}" destId="{AE51A52D-4086-4980-9DF4-551BE1DB7799}" srcOrd="0" destOrd="3" presId="urn:microsoft.com/office/officeart/2005/8/layout/chevron2"/>
    <dgm:cxn modelId="{67A6D326-ADD2-43FB-878D-B8972A5EB492}" type="presOf" srcId="{2E5F8C83-EF99-4C92-AF2B-FD7801F12247}" destId="{AE51A52D-4086-4980-9DF4-551BE1DB7799}" srcOrd="0" destOrd="0" presId="urn:microsoft.com/office/officeart/2005/8/layout/chevron2"/>
    <dgm:cxn modelId="{19BE4B3C-73C1-4E59-968A-737980DBCA86}" type="presOf" srcId="{BEAD62F7-8322-4B7D-A1AC-ED027380C57A}" destId="{5422EFE1-AB12-4F93-9CF1-54572B18D5DE}" srcOrd="0" destOrd="0" presId="urn:microsoft.com/office/officeart/2005/8/layout/chevron2"/>
    <dgm:cxn modelId="{79F5C35C-BE8E-420F-8AE7-84D62D894F41}" type="presOf" srcId="{BDF31C0B-B6F9-4538-BF71-38ABF9DFE60C}" destId="{83228A5D-44F9-4D9B-9F7E-12B0863F5DD2}" srcOrd="0" destOrd="1" presId="urn:microsoft.com/office/officeart/2005/8/layout/chevron2"/>
    <dgm:cxn modelId="{54F1355E-A1B0-4D95-979C-F1BB189F815A}" type="presOf" srcId="{7DD9D9F4-70EC-4FE7-A141-F056DACAAFBB}" destId="{AE51A52D-4086-4980-9DF4-551BE1DB7799}" srcOrd="0" destOrd="2" presId="urn:microsoft.com/office/officeart/2005/8/layout/chevron2"/>
    <dgm:cxn modelId="{6F725462-3469-4B6F-B48D-3414773E13D0}" srcId="{BEAD62F7-8322-4B7D-A1AC-ED027380C57A}" destId="{E4E874FA-CDC9-4DD2-AE5E-C205AD83443B}" srcOrd="0" destOrd="0" parTransId="{DAB10750-37A3-4821-887C-90F9436757F0}" sibTransId="{4F1AE30B-10DE-4CFA-A21C-C0297B9A14D2}"/>
    <dgm:cxn modelId="{BE9A2465-9990-4ABD-881B-601A16631D9B}" type="presOf" srcId="{D0C06CBD-9E27-48A2-A968-92DEC64304D9}" destId="{E38C8E1A-690E-4395-85D9-9A2BAB0A42C1}" srcOrd="0" destOrd="0" presId="urn:microsoft.com/office/officeart/2005/8/layout/chevron2"/>
    <dgm:cxn modelId="{6BC67C67-6080-4275-A55C-E1C1BCD10F79}" srcId="{E4E874FA-CDC9-4DD2-AE5E-C205AD83443B}" destId="{BF757D6B-2E1C-48F5-8594-4A1D490D55CD}" srcOrd="1" destOrd="0" parTransId="{CF88D6C8-47F9-4398-B397-62A721752EDF}" sibTransId="{79682B60-7B3A-4C35-A50E-0885980B9112}"/>
    <dgm:cxn modelId="{848ADF6B-4098-46A9-978C-1E588A833B5F}" srcId="{D0C06CBD-9E27-48A2-A968-92DEC64304D9}" destId="{BDF31C0B-B6F9-4538-BF71-38ABF9DFE60C}" srcOrd="1" destOrd="0" parTransId="{AA7F3447-A311-4C69-9CA1-D26B42096D69}" sibTransId="{90C1B6EF-C0F7-43A5-8F4C-0A2C77E01EB4}"/>
    <dgm:cxn modelId="{9AFD8E55-D168-48AC-ACE7-B60D14AEAAFF}" srcId="{E4E874FA-CDC9-4DD2-AE5E-C205AD83443B}" destId="{2E5F8C83-EF99-4C92-AF2B-FD7801F12247}" srcOrd="0" destOrd="0" parTransId="{95A85946-FEA2-4F2E-8F78-68A73382431F}" sibTransId="{40C2775F-7163-4E9C-8F3E-7EC967272D2E}"/>
    <dgm:cxn modelId="{77D0F059-F215-4C40-9AED-A7E09E1BB8DF}" srcId="{33970024-742F-45D7-8CD3-A87FF5BA5EB8}" destId="{4FF68756-E57F-4DD7-9683-B466940658B5}" srcOrd="0" destOrd="0" parTransId="{F4B14DE7-82B1-4DD2-A46B-47C79D634ECF}" sibTransId="{16E04810-CB76-4521-81D8-5E33D51D6ABD}"/>
    <dgm:cxn modelId="{74623A84-F507-4379-B2F1-36BD72B55B79}" type="presOf" srcId="{4FF68756-E57F-4DD7-9683-B466940658B5}" destId="{74FEACAF-6781-488E-A1D9-B4CDCF24C908}" srcOrd="0" destOrd="0" presId="urn:microsoft.com/office/officeart/2005/8/layout/chevron2"/>
    <dgm:cxn modelId="{DC8C99C2-1C88-4D05-A0B4-7632200D15EB}" type="presOf" srcId="{E4E874FA-CDC9-4DD2-AE5E-C205AD83443B}" destId="{67B7DC7C-67C7-48C9-84E8-2CD454857C06}" srcOrd="0" destOrd="0" presId="urn:microsoft.com/office/officeart/2005/8/layout/chevron2"/>
    <dgm:cxn modelId="{471DA5CB-F78C-4FC0-A58B-66B50CCC1AF2}" srcId="{BEAD62F7-8322-4B7D-A1AC-ED027380C57A}" destId="{D0C06CBD-9E27-48A2-A968-92DEC64304D9}" srcOrd="2" destOrd="0" parTransId="{CF686B69-5C19-4947-A1E0-6D589F66F5C7}" sibTransId="{3B1CE79A-1BF5-44CF-BA39-94CAB574C2FA}"/>
    <dgm:cxn modelId="{F1C22ECF-02F8-43FE-AAB7-6DF399804E36}" type="presOf" srcId="{33970024-742F-45D7-8CD3-A87FF5BA5EB8}" destId="{0D21E47E-9CB2-4DD6-829B-9059E9F95DBB}" srcOrd="0" destOrd="0" presId="urn:microsoft.com/office/officeart/2005/8/layout/chevron2"/>
    <dgm:cxn modelId="{5CBCB5D1-5CD8-4BA5-A020-7ED2747A737D}" srcId="{E4E874FA-CDC9-4DD2-AE5E-C205AD83443B}" destId="{7DD9D9F4-70EC-4FE7-A141-F056DACAAFBB}" srcOrd="2" destOrd="0" parTransId="{4F84A963-8B7D-4998-9AC0-1715A605EFA5}" sibTransId="{A77D5B0D-2BE0-439B-9D43-E48E4F9538D4}"/>
    <dgm:cxn modelId="{34123FD8-A975-413B-969C-58B13CCCF878}" srcId="{E4E874FA-CDC9-4DD2-AE5E-C205AD83443B}" destId="{47225CB3-0F3D-466F-9CE5-313579787D82}" srcOrd="3" destOrd="0" parTransId="{9353368B-4B78-452F-B639-3F3E5FBBD2FC}" sibTransId="{358DEE93-61F7-49C5-96C8-934EBCA8A0E3}"/>
    <dgm:cxn modelId="{B32523E3-C10C-4C8A-B05B-DEBA5368B7BA}" type="presOf" srcId="{4669750C-190D-4E8E-A819-3C7DCFAC68D4}" destId="{83228A5D-44F9-4D9B-9F7E-12B0863F5DD2}" srcOrd="0" destOrd="2" presId="urn:microsoft.com/office/officeart/2005/8/layout/chevron2"/>
    <dgm:cxn modelId="{816D4CE4-703F-4E99-B483-E8FA505035E9}" srcId="{BEAD62F7-8322-4B7D-A1AC-ED027380C57A}" destId="{33970024-742F-45D7-8CD3-A87FF5BA5EB8}" srcOrd="1" destOrd="0" parTransId="{6CAD6C30-078B-4A85-80DB-BF91DC4B24A1}" sibTransId="{9827B303-5188-4F6D-A4AB-A645217BE5C8}"/>
    <dgm:cxn modelId="{BE3C12E7-5807-42CA-BB87-D4C796454133}" type="presOf" srcId="{BF757D6B-2E1C-48F5-8594-4A1D490D55CD}" destId="{AE51A52D-4086-4980-9DF4-551BE1DB7799}" srcOrd="0" destOrd="1" presId="urn:microsoft.com/office/officeart/2005/8/layout/chevron2"/>
    <dgm:cxn modelId="{C78AC0F9-A127-4577-B168-23BDC864BF32}" type="presOf" srcId="{5B0A2F43-F37F-4FEC-AC6E-E5FE4F8251FD}" destId="{83228A5D-44F9-4D9B-9F7E-12B0863F5DD2}" srcOrd="0" destOrd="0" presId="urn:microsoft.com/office/officeart/2005/8/layout/chevron2"/>
    <dgm:cxn modelId="{318CD918-0D6F-46C9-B39E-FA1D2827ABAE}" type="presParOf" srcId="{5422EFE1-AB12-4F93-9CF1-54572B18D5DE}" destId="{27A4A740-BD56-4A87-B1B8-9E1D23A2B6FA}" srcOrd="0" destOrd="0" presId="urn:microsoft.com/office/officeart/2005/8/layout/chevron2"/>
    <dgm:cxn modelId="{B11D6C5C-D590-4F8B-9715-825DF99E471F}" type="presParOf" srcId="{27A4A740-BD56-4A87-B1B8-9E1D23A2B6FA}" destId="{67B7DC7C-67C7-48C9-84E8-2CD454857C06}" srcOrd="0" destOrd="0" presId="urn:microsoft.com/office/officeart/2005/8/layout/chevron2"/>
    <dgm:cxn modelId="{8A4382E8-193A-47E9-9492-8B3A1A93534D}" type="presParOf" srcId="{27A4A740-BD56-4A87-B1B8-9E1D23A2B6FA}" destId="{AE51A52D-4086-4980-9DF4-551BE1DB7799}" srcOrd="1" destOrd="0" presId="urn:microsoft.com/office/officeart/2005/8/layout/chevron2"/>
    <dgm:cxn modelId="{9C29CE70-31DF-499E-9176-B1EECFEC3446}" type="presParOf" srcId="{5422EFE1-AB12-4F93-9CF1-54572B18D5DE}" destId="{C814AE68-0777-4263-A7AF-48C6990B7FF5}" srcOrd="1" destOrd="0" presId="urn:microsoft.com/office/officeart/2005/8/layout/chevron2"/>
    <dgm:cxn modelId="{59C08A4E-3A7A-45DD-A6C4-741F08BF54DF}" type="presParOf" srcId="{5422EFE1-AB12-4F93-9CF1-54572B18D5DE}" destId="{A658AC44-CB45-4F85-8531-8C06DE2C035D}" srcOrd="2" destOrd="0" presId="urn:microsoft.com/office/officeart/2005/8/layout/chevron2"/>
    <dgm:cxn modelId="{1EAAD8E6-79CF-4893-8399-6FDE0E4E2A4E}" type="presParOf" srcId="{A658AC44-CB45-4F85-8531-8C06DE2C035D}" destId="{0D21E47E-9CB2-4DD6-829B-9059E9F95DBB}" srcOrd="0" destOrd="0" presId="urn:microsoft.com/office/officeart/2005/8/layout/chevron2"/>
    <dgm:cxn modelId="{8C9E18D6-42D9-4AFE-AFB7-E5675CA382F0}" type="presParOf" srcId="{A658AC44-CB45-4F85-8531-8C06DE2C035D}" destId="{74FEACAF-6781-488E-A1D9-B4CDCF24C908}" srcOrd="1" destOrd="0" presId="urn:microsoft.com/office/officeart/2005/8/layout/chevron2"/>
    <dgm:cxn modelId="{DEE50D72-7A9C-4CC7-86AA-A1C630BD8B70}" type="presParOf" srcId="{5422EFE1-AB12-4F93-9CF1-54572B18D5DE}" destId="{7E96D789-5192-419E-B043-346610CBC796}" srcOrd="3" destOrd="0" presId="urn:microsoft.com/office/officeart/2005/8/layout/chevron2"/>
    <dgm:cxn modelId="{A60B4257-2C11-43C5-9AF0-6CFC6132C0EF}" type="presParOf" srcId="{5422EFE1-AB12-4F93-9CF1-54572B18D5DE}" destId="{29699D3F-BF89-4840-9AB1-44EF72BCC905}" srcOrd="4" destOrd="0" presId="urn:microsoft.com/office/officeart/2005/8/layout/chevron2"/>
    <dgm:cxn modelId="{2BE62713-A9C5-42E8-9879-A022DAA28EA8}" type="presParOf" srcId="{29699D3F-BF89-4840-9AB1-44EF72BCC905}" destId="{E38C8E1A-690E-4395-85D9-9A2BAB0A42C1}" srcOrd="0" destOrd="0" presId="urn:microsoft.com/office/officeart/2005/8/layout/chevron2"/>
    <dgm:cxn modelId="{19117BE8-3D3E-43ED-BCFB-EADCDFBE1825}" type="presParOf" srcId="{29699D3F-BF89-4840-9AB1-44EF72BCC905}" destId="{83228A5D-44F9-4D9B-9F7E-12B0863F5DD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7DC7C-67C7-48C9-84E8-2CD454857C06}">
      <dsp:nvSpPr>
        <dsp:cNvPr id="0" name=""/>
        <dsp:cNvSpPr/>
      </dsp:nvSpPr>
      <dsp:spPr>
        <a:xfrm rot="5400000">
          <a:off x="-224321" y="226517"/>
          <a:ext cx="1495478" cy="1046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APP-FA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rCARI Team</a:t>
          </a:r>
        </a:p>
      </dsp:txBody>
      <dsp:txXfrm rot="-5400000">
        <a:off x="1" y="525612"/>
        <a:ext cx="1046834" cy="448644"/>
      </dsp:txXfrm>
    </dsp:sp>
    <dsp:sp modelId="{AE51A52D-4086-4980-9DF4-551BE1DB7799}">
      <dsp:nvSpPr>
        <dsp:cNvPr id="0" name=""/>
        <dsp:cNvSpPr/>
      </dsp:nvSpPr>
      <dsp:spPr>
        <a:xfrm rot="5400000">
          <a:off x="4516735" y="-3467704"/>
          <a:ext cx="972060" cy="7911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Designs the study methodology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Provides technical support for COs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Leads in field work (implementation)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Data analysis and report writing</a:t>
          </a:r>
        </a:p>
      </dsp:txBody>
      <dsp:txXfrm rot="-5400000">
        <a:off x="1046834" y="49649"/>
        <a:ext cx="7864411" cy="877156"/>
      </dsp:txXfrm>
    </dsp:sp>
    <dsp:sp modelId="{0D21E47E-9CB2-4DD6-829B-9059E9F95DBB}">
      <dsp:nvSpPr>
        <dsp:cNvPr id="0" name=""/>
        <dsp:cNvSpPr/>
      </dsp:nvSpPr>
      <dsp:spPr>
        <a:xfrm rot="5400000">
          <a:off x="-224321" y="1526609"/>
          <a:ext cx="1495478" cy="1046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of VAM </a:t>
          </a:r>
          <a:r>
            <a:rPr lang="en-GB" sz="1200" kern="1200" dirty="0" err="1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RBx</a:t>
          </a:r>
          <a:endParaRPr lang="en-GB" sz="12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 rot="-5400000">
        <a:off x="1" y="1825704"/>
        <a:ext cx="1046834" cy="448644"/>
      </dsp:txXfrm>
    </dsp:sp>
    <dsp:sp modelId="{74FEACAF-6781-488E-A1D9-B4CDCF24C908}">
      <dsp:nvSpPr>
        <dsp:cNvPr id="0" name=""/>
        <dsp:cNvSpPr/>
      </dsp:nvSpPr>
      <dsp:spPr>
        <a:xfrm rot="5400000">
          <a:off x="4516735" y="-2145577"/>
          <a:ext cx="972060" cy="7911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Facilitates communication with COs &amp; supporting training</a:t>
          </a:r>
        </a:p>
      </dsp:txBody>
      <dsp:txXfrm rot="-5400000">
        <a:off x="1046834" y="1371776"/>
        <a:ext cx="7864411" cy="877156"/>
      </dsp:txXfrm>
    </dsp:sp>
    <dsp:sp modelId="{E38C8E1A-690E-4395-85D9-9A2BAB0A42C1}">
      <dsp:nvSpPr>
        <dsp:cNvPr id="0" name=""/>
        <dsp:cNvSpPr/>
      </dsp:nvSpPr>
      <dsp:spPr>
        <a:xfrm rot="5400000">
          <a:off x="-224321" y="2826700"/>
          <a:ext cx="1495478" cy="1046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Head VAM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COs</a:t>
          </a:r>
        </a:p>
      </dsp:txBody>
      <dsp:txXfrm rot="-5400000">
        <a:off x="1" y="3125795"/>
        <a:ext cx="1046834" cy="448644"/>
      </dsp:txXfrm>
    </dsp:sp>
    <dsp:sp modelId="{83228A5D-44F9-4D9B-9F7E-12B0863F5DD2}">
      <dsp:nvSpPr>
        <dsp:cNvPr id="0" name=""/>
        <dsp:cNvSpPr/>
      </dsp:nvSpPr>
      <dsp:spPr>
        <a:xfrm rot="5400000">
          <a:off x="4516735" y="-867522"/>
          <a:ext cx="972060" cy="7911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in identifying the study areas together with the APP-FA team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Budgeting and logistics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>
              <a:solidFill>
                <a:srgbClr val="0020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Supports with admin work for training</a:t>
          </a:r>
        </a:p>
      </dsp:txBody>
      <dsp:txXfrm rot="-5400000">
        <a:off x="1046834" y="2649831"/>
        <a:ext cx="7864411" cy="877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31/10/2024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31/10/2024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Consolidate Approach for Reporting food Insecurity (CARI)</a:t>
            </a: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t</a:t>
            </a: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hough easily available, results are not globally accepted because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methodology is not been empirically validated against other standard methods- CARI</a:t>
            </a: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&amp; income changes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685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009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8449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57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  <p:pic>
        <p:nvPicPr>
          <p:cNvPr id="2" name="Immagine 6">
            <a:extLst>
              <a:ext uri="{FF2B5EF4-FFF2-40B4-BE49-F238E27FC236}">
                <a16:creationId xmlns:a16="http://schemas.microsoft.com/office/drawing/2014/main" id="{C4DA0CF2-7FE2-439E-38AF-CAB7D61A28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RAM-N – rCARI Team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C1E3E4-892A-F28B-0D49-C3E8A088909C}"/>
              </a:ext>
            </a:extLst>
          </p:cNvPr>
          <p:cNvSpPr txBox="1">
            <a:spLocks/>
          </p:cNvSpPr>
          <p:nvPr/>
        </p:nvSpPr>
        <p:spPr>
          <a:xfrm>
            <a:off x="2809778" y="2633031"/>
            <a:ext cx="8178994" cy="11025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algn="ctr"/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Income Source &amp; Income Change Indicator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E19-6525-07B7-6E9C-E9F0F8C0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84112-3E0F-D1FC-81BB-BC0A0B1AE36C}"/>
              </a:ext>
            </a:extLst>
          </p:cNvPr>
          <p:cNvSpPr txBox="1"/>
          <p:nvPr/>
        </p:nvSpPr>
        <p:spPr>
          <a:xfrm>
            <a:off x="991518" y="1837991"/>
            <a:ext cx="10396917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 with </a:t>
            </a:r>
            <a:r>
              <a:rPr lang="en-US" sz="2400" u="sng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Expenditure data </a:t>
            </a:r>
          </a:p>
          <a:p>
            <a:pPr marL="800100" lvl="2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 consuming/effort</a:t>
            </a:r>
          </a:p>
          <a:p>
            <a:pPr marL="800100" lvl="2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quality concerns</a:t>
            </a:r>
          </a:p>
          <a:p>
            <a:pPr marL="800100" lvl="2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Difficult/absence of standard module for </a:t>
            </a:r>
            <a:r>
              <a:rPr lang="en-US" sz="2400" u="sng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 Interviews</a:t>
            </a:r>
          </a:p>
          <a:p>
            <a:pPr marL="342900" lvl="1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Onset of Covid-19 &amp; need for AFI data</a:t>
            </a:r>
          </a:p>
          <a:p>
            <a:pPr marL="1257300" lvl="3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WFP developed the income choice &amp; income change indicator</a:t>
            </a:r>
          </a:p>
          <a:p>
            <a:pPr marL="1257300" lvl="3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Proxy for Economic vulnerability</a:t>
            </a:r>
          </a:p>
          <a:p>
            <a:pPr marL="1714500" lvl="4" indent="-342900"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Current coping capacity – CARI (rCARI)</a:t>
            </a:r>
          </a:p>
        </p:txBody>
      </p:sp>
    </p:spTree>
    <p:extLst>
      <p:ext uri="{BB962C8B-B14F-4D97-AF65-F5344CB8AC3E}">
        <p14:creationId xmlns:p14="http://schemas.microsoft.com/office/powerpoint/2010/main" val="392813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72" y="2209742"/>
            <a:ext cx="5958811" cy="3652660"/>
          </a:xfrm>
          <a:ln w="19050">
            <a:solidFill>
              <a:srgbClr val="0070BA"/>
            </a:solidFill>
          </a:ln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&amp; rCARI (remote CARI) aggregate AFI indicators in a similar way 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Differs in the Economic Vulnerability indicators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423" y="1846527"/>
            <a:ext cx="5329131" cy="4256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3B6A56-8344-1914-1DF9-CA216F71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181243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389E768-859D-8112-35FE-1FE1083C0D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9733185"/>
              </p:ext>
            </p:extLst>
          </p:nvPr>
        </p:nvGraphicFramePr>
        <p:xfrm>
          <a:off x="1212574" y="1423781"/>
          <a:ext cx="10154488" cy="4572000"/>
        </p:xfrm>
        <a:graphic>
          <a:graphicData uri="http://schemas.openxmlformats.org/drawingml/2006/table">
            <a:tbl>
              <a:tblPr firstRow="1" bandRow="1"/>
              <a:tblGrid>
                <a:gridCol w="1710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4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sz="1200" b="1" dirty="0">
                          <a:latin typeface="Abadi" panose="020B0604020104020204" pitchFamily="34" charset="0"/>
                        </a:rPr>
                        <a:t>Variable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sz="1200" b="1" dirty="0">
                          <a:latin typeface="Abadi" panose="020B0604020104020204" pitchFamily="34" charset="0"/>
                        </a:rPr>
                        <a:t>Question</a:t>
                      </a:r>
                      <a:r>
                        <a:rPr lang="en-US" sz="1200" b="1" dirty="0">
                          <a:latin typeface="Abadi" panose="020B0604020104020204" pitchFamily="34" charset="0"/>
                        </a:rPr>
                        <a:t>s in Income Module</a:t>
                      </a:r>
                      <a:endParaRPr sz="1200" b="1" dirty="0"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sz="1200" b="1" dirty="0">
                          <a:latin typeface="Abadi" panose="020B0604020104020204" pitchFamily="34" charset="0"/>
                        </a:rPr>
                        <a:t>Choice List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HHHOccupation</a:t>
                      </a:r>
                      <a:endParaRPr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Abadi" panose="020B0604020104020204" pitchFamily="34" charset="0"/>
                        </a:rPr>
                        <a:t>What is the occupation of the household head?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Open Ended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HHInc_PCT</a:t>
                      </a:r>
                      <a:endParaRPr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How many household members are contributing to the household income?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Number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48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HHIncFirst</a:t>
                      </a:r>
                      <a:endParaRPr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Abadi" panose="020B0604020104020204" pitchFamily="34" charset="0"/>
                        </a:rPr>
                        <a:t>Main source of income for the household.](Hint: This is the most stable income source for the household)Relevance: </a:t>
                      </a:r>
                      <a:r>
                        <a:rPr sz="1050" dirty="0" err="1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Abadi" panose="020B0604020104020204" pitchFamily="34" charset="0"/>
                        </a:rPr>
                        <a:t>HHIncNb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Abadi" panose="020B0604020104020204" pitchFamily="34" charset="0"/>
                        </a:rPr>
                        <a:t> &gt; 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 Wage Labor 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–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 Professional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2 Wage Labor 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–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 Skilled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3 Wage Labor - Unskilled/Casual/Agriculture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4 Wage Labor - Unskilled/Casual/non-agriculture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5 Pension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6 Remittances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7 Aid/gifts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8 Borrowing money/Living off debt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9 High risk activity (e.g. begging, scavenging)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10 Saving/selling assets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11 Petty trade/selling on streets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12 Small trade (own business)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13 Medium/large trade (own business)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14 Small Agriculture production including livestock (own land/livestock)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15 Medium/large agriculture production including livestock (own land/livestock)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999 Other (specify)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HHIncFirst_Oth</a:t>
                      </a:r>
                      <a:endParaRPr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SpecifyRelevance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: </a:t>
                      </a: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HHIncFirst_SRi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 = ‘999’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endParaRPr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 err="1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HHIncChg</a:t>
                      </a:r>
                      <a:endParaRPr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Was there a change in income over the last year?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 (Please do not take into account the currency devaluation.)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0 No change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                         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1 Increased</a:t>
                      </a: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                </a:t>
                      </a: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2 Reduced by less than 25%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3 Reduced by more than 25% and less than 50%</a:t>
                      </a:r>
                      <a:endParaRPr lang="en-US" sz="1050" dirty="0">
                        <a:solidFill>
                          <a:schemeClr val="accent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sz="105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</a:rPr>
                        <a:t>4 Reduced by more than 50%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0863FE8-7792-2038-81DB-54A15076D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271781"/>
            <a:ext cx="10542124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</p:spTree>
    <p:extLst>
      <p:ext uri="{BB962C8B-B14F-4D97-AF65-F5344CB8AC3E}">
        <p14:creationId xmlns:p14="http://schemas.microsoft.com/office/powerpoint/2010/main" val="47818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4F6699-E9CC-2B5F-8C7D-025B4F2C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271781"/>
            <a:ext cx="10542124" cy="1152000"/>
          </a:xfrm>
        </p:spPr>
        <p:txBody>
          <a:bodyPr/>
          <a:lstStyle/>
          <a:p>
            <a:r>
              <a:rPr lang="en-GB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3C5C8A-5E0E-0DF6-1DCC-1D55F37B897C}"/>
              </a:ext>
            </a:extLst>
          </p:cNvPr>
          <p:cNvSpPr txBox="1">
            <a:spLocks/>
          </p:cNvSpPr>
          <p:nvPr/>
        </p:nvSpPr>
        <p:spPr>
          <a:xfrm>
            <a:off x="2445026" y="1423781"/>
            <a:ext cx="8922036" cy="46646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>
                <a:solidFill>
                  <a:schemeClr val="accent1"/>
                </a:solidFill>
                <a:latin typeface="Abadi" panose="020B0604020104020204" pitchFamily="34" charset="0"/>
              </a:rPr>
              <a:t>Income Sources: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accent1"/>
                </a:solidFill>
                <a:latin typeface="Abadi" panose="020B0604020104020204" pitchFamily="34" charset="0"/>
              </a:rPr>
              <a:t>Regular employment/income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Wage Labor – Professional/skilled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Pension</a:t>
            </a:r>
          </a:p>
          <a:p>
            <a:pPr lvl="1"/>
            <a:r>
              <a:rPr lang="en-GB" sz="1200">
                <a:solidFill>
                  <a:schemeClr val="accent1"/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Small/Medium/large trade (own business)</a:t>
            </a:r>
          </a:p>
          <a:p>
            <a:pPr lvl="1"/>
            <a:r>
              <a:rPr lang="en-GB" sz="1200">
                <a:solidFill>
                  <a:schemeClr val="accent1"/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Small/Medium/Large agriculture production including livestock (own or rented land/owned livestock)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accent1"/>
                </a:solidFill>
                <a:latin typeface="Abadi" panose="020B0604020104020204" pitchFamily="34" charset="0"/>
              </a:rPr>
              <a:t>Irregular employment/income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Wage Labor - Unskilled/casual/agriculture/unskilled/casual/non-agriculture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Remittances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Petty trade/selling on streets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accent1"/>
                </a:solidFill>
                <a:latin typeface="Abadi" panose="020B0604020104020204" pitchFamily="34" charset="0"/>
              </a:rPr>
              <a:t>No income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Aid/gifts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Borrowing money/Living off debt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High risk activity (e.g. begging, scavenging)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Saving/selling assets</a:t>
            </a:r>
          </a:p>
          <a:p>
            <a:pPr lvl="1"/>
            <a:r>
              <a:rPr lang="en-GB" sz="1200">
                <a:solidFill>
                  <a:schemeClr val="accent1"/>
                </a:solidFill>
                <a:latin typeface="Abadi" panose="020B0604020104020204" pitchFamily="34" charset="0"/>
              </a:rPr>
              <a:t>No income source noted in </a:t>
            </a:r>
            <a:r>
              <a:rPr lang="en-GB" sz="1200" i="1">
                <a:solidFill>
                  <a:schemeClr val="accent1"/>
                </a:solidFill>
                <a:latin typeface="Abadi" panose="020B0604020104020204" pitchFamily="34" charset="0"/>
              </a:rPr>
              <a:t>HHIncNb</a:t>
            </a:r>
          </a:p>
          <a:p>
            <a:pPr marL="0" indent="0">
              <a:buFont typeface="Arial"/>
              <a:buNone/>
            </a:pPr>
            <a:r>
              <a:rPr lang="en-GB" sz="1600" b="1">
                <a:solidFill>
                  <a:schemeClr val="accent1"/>
                </a:solidFill>
                <a:latin typeface="Abadi" panose="020B0604020104020204" pitchFamily="34" charset="0"/>
              </a:rPr>
              <a:t>Income change is categorized as increased, reduced and no change.</a:t>
            </a:r>
            <a:endParaRPr lang="en-GB" sz="1600" b="1" dirty="0">
              <a:solidFill>
                <a:schemeClr val="accent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69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7A1DC8-BF39-D8EA-76A9-D6ABF9A7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indicator</a:t>
            </a:r>
          </a:p>
        </p:txBody>
      </p:sp>
      <p:pic>
        <p:nvPicPr>
          <p:cNvPr id="9" name="Picture 8" descr="Income.png">
            <a:extLst>
              <a:ext uri="{FF2B5EF4-FFF2-40B4-BE49-F238E27FC236}">
                <a16:creationId xmlns:a16="http://schemas.microsoft.com/office/drawing/2014/main" id="{7134C6F2-CF90-D5D0-4F1A-EF38ED8AB1D5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/>
          <a:srcRect l="25034"/>
          <a:stretch/>
        </p:blipFill>
        <p:spPr bwMode="auto">
          <a:xfrm>
            <a:off x="846312" y="1816870"/>
            <a:ext cx="10542124" cy="40670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885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15D6B-A620-0D33-3DE3-7F41E6F0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54" y="1608462"/>
            <a:ext cx="9196252" cy="50675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A10EB8-485A-DABC-C0E1-54E707DB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income vs. FES</a:t>
            </a:r>
          </a:p>
        </p:txBody>
      </p:sp>
    </p:spTree>
    <p:extLst>
      <p:ext uri="{BB962C8B-B14F-4D97-AF65-F5344CB8AC3E}">
        <p14:creationId xmlns:p14="http://schemas.microsoft.com/office/powerpoint/2010/main" val="14597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AFA0D0-12F4-DE2F-6963-31B7DDABA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878" y="1011055"/>
            <a:ext cx="8229600" cy="668756"/>
          </a:xfrm>
        </p:spPr>
        <p:txBody>
          <a:bodyPr>
            <a:normAutofit fontScale="70000" lnSpcReduction="20000"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sz="4000" b="1" u="sng" dirty="0">
                <a:solidFill>
                  <a:srgbClr val="0070B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 vs. After Recategorization - Myanmar</a:t>
            </a:r>
            <a:endParaRPr sz="4000" b="1" u="sng" dirty="0">
              <a:solidFill>
                <a:srgbClr val="0070B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BACF9C5-7701-0C5E-D6E3-A84E0C0C4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693" y="2712847"/>
            <a:ext cx="4174216" cy="313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E94ED91-4AA6-F94D-A9DB-77B3ADA70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3" y="2712846"/>
            <a:ext cx="4174216" cy="313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05D13-991F-C1D9-A184-EBD1BC31D011}"/>
              </a:ext>
            </a:extLst>
          </p:cNvPr>
          <p:cNvSpPr txBox="1"/>
          <p:nvPr/>
        </p:nvSpPr>
        <p:spPr>
          <a:xfrm>
            <a:off x="1695056" y="2207047"/>
            <a:ext cx="4156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E70C4-C5CC-79A3-AC0F-AF3EAEF7805E}"/>
              </a:ext>
            </a:extLst>
          </p:cNvPr>
          <p:cNvSpPr txBox="1"/>
          <p:nvPr/>
        </p:nvSpPr>
        <p:spPr>
          <a:xfrm>
            <a:off x="6105771" y="2207047"/>
            <a:ext cx="4156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24664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F8A323-7157-E365-080A-386BA91F8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878" y="1011055"/>
            <a:ext cx="8229600" cy="668756"/>
          </a:xfrm>
        </p:spPr>
        <p:txBody>
          <a:bodyPr>
            <a:normAutofit fontScale="77500" lnSpcReduction="20000"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sz="4000" b="1" u="sng" dirty="0">
                <a:solidFill>
                  <a:srgbClr val="0070B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 vs. After Recategorization - Ecuador</a:t>
            </a:r>
            <a:endParaRPr sz="4000" b="1" u="sng" dirty="0">
              <a:solidFill>
                <a:srgbClr val="0070B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60E6C41-B6D1-A407-8516-3B06D0D8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922" y="2624439"/>
            <a:ext cx="4371272" cy="322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99C82A3-6982-75B4-E8BF-2A52DF8F2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735" y="2624439"/>
            <a:ext cx="4371272" cy="322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051E0E-D32E-A9FB-1008-CE6AB615BB29}"/>
              </a:ext>
            </a:extLst>
          </p:cNvPr>
          <p:cNvSpPr txBox="1"/>
          <p:nvPr/>
        </p:nvSpPr>
        <p:spPr>
          <a:xfrm>
            <a:off x="1673020" y="2140945"/>
            <a:ext cx="435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C1D46-0270-E564-7815-8DD2FA43CC36}"/>
              </a:ext>
            </a:extLst>
          </p:cNvPr>
          <p:cNvSpPr txBox="1"/>
          <p:nvPr/>
        </p:nvSpPr>
        <p:spPr>
          <a:xfrm>
            <a:off x="6083735" y="2140945"/>
            <a:ext cx="4352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49324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381AC6-54AC-7FDC-3BFB-D72DC494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878" y="1011055"/>
            <a:ext cx="8229600" cy="668756"/>
          </a:xfrm>
        </p:spPr>
        <p:txBody>
          <a:bodyPr>
            <a:normAutofit fontScale="85000" lnSpcReduction="10000"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sz="4000" b="1" u="sng" dirty="0">
                <a:solidFill>
                  <a:srgbClr val="0070B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 vs. After Recategorization - CAR</a:t>
            </a:r>
            <a:endParaRPr sz="4000" b="1" u="sng" dirty="0">
              <a:solidFill>
                <a:srgbClr val="0070BA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E811A-6D1F-5FE6-50EE-83F37823155D}"/>
              </a:ext>
            </a:extLst>
          </p:cNvPr>
          <p:cNvSpPr txBox="1"/>
          <p:nvPr/>
        </p:nvSpPr>
        <p:spPr>
          <a:xfrm>
            <a:off x="1838274" y="2052810"/>
            <a:ext cx="425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F972A-89E5-CA10-E958-2E5835390855}"/>
              </a:ext>
            </a:extLst>
          </p:cNvPr>
          <p:cNvSpPr txBox="1"/>
          <p:nvPr/>
        </p:nvSpPr>
        <p:spPr>
          <a:xfrm>
            <a:off x="6248989" y="2052810"/>
            <a:ext cx="425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After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FBF0EFC-1C3A-BD2B-BD30-501429445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657" y="2493212"/>
            <a:ext cx="4327204" cy="335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6D57CFF-EB67-73ED-24DF-B5AC103DB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989" y="2484745"/>
            <a:ext cx="4327203" cy="335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85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AA8AE8-43CA-33B6-D442-42914FFB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 steps…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BE9A06-EBCB-B87B-B549-B4101E779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373" y="2070726"/>
            <a:ext cx="10281694" cy="3702113"/>
          </a:xfrm>
        </p:spPr>
        <p:txBody>
          <a:bodyPr>
            <a:noAutofit/>
          </a:bodyPr>
          <a:lstStyle/>
          <a:p>
            <a:pPr lvl="0">
              <a:lnSpc>
                <a:spcPct val="160000"/>
              </a:lnSpc>
            </a:pPr>
            <a:r>
              <a:rPr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Expand the </a:t>
            </a:r>
            <a:r>
              <a:rPr lang="en-US"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testing</a:t>
            </a:r>
            <a:r>
              <a:rPr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to </a:t>
            </a:r>
            <a:r>
              <a:rPr lang="en-US"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additional </a:t>
            </a:r>
            <a:r>
              <a:rPr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available dataset</a:t>
            </a:r>
            <a:endParaRPr lang="en-US" sz="2400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0">
              <a:lnSpc>
                <a:spcPct val="160000"/>
              </a:lnSpc>
            </a:pPr>
            <a:r>
              <a:rPr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Possible reclassification of the income types based on the standardized income categorization </a:t>
            </a:r>
            <a:endParaRPr lang="en-GB" sz="2400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0">
              <a:lnSpc>
                <a:spcPct val="160000"/>
              </a:lnSpc>
            </a:pPr>
            <a:r>
              <a:rPr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Sensitivity analysis of the individual income sources [</a:t>
            </a:r>
            <a:r>
              <a:rPr sz="2400" dirty="0" err="1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HHIncFirst</a:t>
            </a:r>
            <a:r>
              <a:rPr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]</a:t>
            </a:r>
            <a:endParaRPr lang="en-GB" sz="2400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0">
              <a:lnSpc>
                <a:spcPct val="160000"/>
              </a:lnSpc>
            </a:pPr>
            <a:r>
              <a:rPr lang="en-US" sz="24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More data collection</a:t>
            </a:r>
            <a:endParaRPr sz="2400" dirty="0">
              <a:solidFill>
                <a:schemeClr val="accent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69ABC0-6FFC-9426-A6F8-0C0C4CD888DC}"/>
              </a:ext>
            </a:extLst>
          </p:cNvPr>
          <p:cNvSpPr/>
          <p:nvPr/>
        </p:nvSpPr>
        <p:spPr>
          <a:xfrm>
            <a:off x="856358" y="2136828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72D591-A94F-3D60-9D13-F554B27922DD}"/>
              </a:ext>
            </a:extLst>
          </p:cNvPr>
          <p:cNvSpPr/>
          <p:nvPr/>
        </p:nvSpPr>
        <p:spPr>
          <a:xfrm>
            <a:off x="856357" y="2917190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1022E0-5226-0A49-FAF4-3B79A9E8564C}"/>
              </a:ext>
            </a:extLst>
          </p:cNvPr>
          <p:cNvSpPr/>
          <p:nvPr/>
        </p:nvSpPr>
        <p:spPr>
          <a:xfrm>
            <a:off x="846311" y="4101949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79F71D-4EB5-8810-487F-AC923164CF54}"/>
              </a:ext>
            </a:extLst>
          </p:cNvPr>
          <p:cNvSpPr/>
          <p:nvPr/>
        </p:nvSpPr>
        <p:spPr>
          <a:xfrm>
            <a:off x="860848" y="4868789"/>
            <a:ext cx="672029" cy="6720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156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DF050-4CE1-D543-B4F1-218321BFE06C}"/>
              </a:ext>
            </a:extLst>
          </p:cNvPr>
          <p:cNvSpPr txBox="1">
            <a:spLocks/>
          </p:cNvSpPr>
          <p:nvPr/>
        </p:nvSpPr>
        <p:spPr>
          <a:xfrm>
            <a:off x="627960" y="2537294"/>
            <a:ext cx="11024859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Questions/Comments…</a:t>
            </a:r>
            <a:endParaRPr lang="en-GB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498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1" y="2875401"/>
            <a:ext cx="9483725" cy="9805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Updates on research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APP-FA – rCARI Study Team</a:t>
            </a:r>
          </a:p>
        </p:txBody>
      </p:sp>
    </p:spTree>
    <p:extLst>
      <p:ext uri="{BB962C8B-B14F-4D97-AF65-F5344CB8AC3E}">
        <p14:creationId xmlns:p14="http://schemas.microsoft.com/office/powerpoint/2010/main" val="2861413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61E0-28F0-CFFA-0625-0E871B96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720" y="686904"/>
            <a:ext cx="10243342" cy="1152000"/>
          </a:xfrm>
        </p:spPr>
        <p:txBody>
          <a:bodyPr/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Technical Advisory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26B3-ECBE-8631-E9BD-3091A92A0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720" y="1849477"/>
            <a:ext cx="10091450" cy="4275459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Technical Advisory Board is made of 5 Professionals Across Academia, IPC, FSIN, BHA, and WFP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Maxwell Daniel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(Tufts University, USA)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Sebastian Vollmer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(University of Gottingen, Germany)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Korpi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Kaija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(IPC)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Federica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Carfagna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(FSIN)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Michael </a:t>
            </a: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Schenkmann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(BHA)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Sidd</a:t>
            </a: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Krishnaswamy </a:t>
            </a:r>
            <a:r>
              <a:rPr lang="en-GB" sz="2200" i="1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(WFP)</a:t>
            </a:r>
            <a:endParaRPr lang="en-GB" sz="2200" i="1" dirty="0">
              <a:solidFill>
                <a:schemeClr val="accent6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1B0696-06C9-B61E-174D-0A46F30B2D4F}"/>
              </a:ext>
            </a:extLst>
          </p:cNvPr>
          <p:cNvSpPr/>
          <p:nvPr/>
        </p:nvSpPr>
        <p:spPr>
          <a:xfrm>
            <a:off x="1499010" y="2709129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3956F2-4FDF-AE21-375E-425DEB4E3DAF}"/>
              </a:ext>
            </a:extLst>
          </p:cNvPr>
          <p:cNvSpPr/>
          <p:nvPr/>
        </p:nvSpPr>
        <p:spPr>
          <a:xfrm>
            <a:off x="1499010" y="3286930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1935BC-00BF-86A5-3313-E39AF1D3CCC6}"/>
              </a:ext>
            </a:extLst>
          </p:cNvPr>
          <p:cNvSpPr/>
          <p:nvPr/>
        </p:nvSpPr>
        <p:spPr>
          <a:xfrm>
            <a:off x="1499010" y="3875247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00D8E7-B259-C1E7-B878-92C1E47C3D2C}"/>
              </a:ext>
            </a:extLst>
          </p:cNvPr>
          <p:cNvSpPr/>
          <p:nvPr/>
        </p:nvSpPr>
        <p:spPr>
          <a:xfrm>
            <a:off x="1499010" y="4404783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9B26D4-DB84-BB0B-5DF9-C71753565D41}"/>
              </a:ext>
            </a:extLst>
          </p:cNvPr>
          <p:cNvSpPr/>
          <p:nvPr/>
        </p:nvSpPr>
        <p:spPr>
          <a:xfrm>
            <a:off x="1499010" y="5550703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F574EA-28FC-3405-4260-B7D4A13F7F61}"/>
              </a:ext>
            </a:extLst>
          </p:cNvPr>
          <p:cNvSpPr/>
          <p:nvPr/>
        </p:nvSpPr>
        <p:spPr>
          <a:xfrm>
            <a:off x="1499010" y="4946573"/>
            <a:ext cx="473009" cy="43097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7158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A092-0CB8-AD47-6B5A-19723EC8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899" y="533195"/>
            <a:ext cx="10025350" cy="1152000"/>
          </a:xfrm>
        </p:spPr>
        <p:txBody>
          <a:bodyPr/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IPC vs CARI study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429C3A-59D6-DE18-A179-CD54894EA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899" y="1497907"/>
            <a:ext cx="10025350" cy="472662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APP-FA started this component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preparation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 analysis and presentation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aggregation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Transferred to an independent consultant - </a:t>
            </a:r>
            <a:r>
              <a:rPr lang="en-US" sz="2400" u="sng" dirty="0">
                <a:highlight>
                  <a:srgbClr val="FFFF00"/>
                </a:highligh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Prof. Diego Rose (Tulane University, U.S.A)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Supported by the APP-FA Team</a:t>
            </a:r>
          </a:p>
          <a:p>
            <a:pPr marL="0" lvl="3" indent="0">
              <a:spcBef>
                <a:spcPts val="1000"/>
              </a:spcBef>
              <a:buNone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 Initial analysis of complete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Results yet to be shared with the TAB</a:t>
            </a:r>
          </a:p>
          <a:p>
            <a:pPr marL="1771650" lvl="3" indent="-457200">
              <a:buFont typeface="+mj-lt"/>
              <a:buAutoNum type="arabicParenR"/>
            </a:pPr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Qualitative interviews with stakeholders currently ongoing</a:t>
            </a:r>
          </a:p>
          <a:p>
            <a:pPr marL="1771650" lvl="3" indent="-457200">
              <a:buFont typeface="+mj-lt"/>
              <a:buAutoNum type="arabicParenR"/>
            </a:pPr>
            <a:endParaRPr lang="en-US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4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1" y="1957395"/>
            <a:ext cx="9483725" cy="1898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rCARI validation &amp; IPC/CARI compatibility studies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APP-FA – rCARI Study Team</a:t>
            </a:r>
          </a:p>
        </p:txBody>
      </p:sp>
    </p:spTree>
    <p:extLst>
      <p:ext uri="{BB962C8B-B14F-4D97-AF65-F5344CB8AC3E}">
        <p14:creationId xmlns:p14="http://schemas.microsoft.com/office/powerpoint/2010/main" val="4156490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41" y="803148"/>
            <a:ext cx="11009542" cy="1288256"/>
          </a:xfrm>
        </p:spPr>
        <p:txBody>
          <a:bodyPr/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41" y="2007703"/>
            <a:ext cx="11336725" cy="4172760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Primary: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the remote Consolidated Approach for Reporting Indicators of Food Insecurity (rCARI) – Using a survey experiment with stratified sample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Secondary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income choice and income change indicator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and validate different expenditure modules (shorter versions)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4A08-C20C-2BC2-1480-DD4278A7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Pilot Countries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B926BC-1244-8DD7-3976-1DCC3DF9C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433" y="2033916"/>
            <a:ext cx="9992299" cy="4003327"/>
          </a:xfrm>
        </p:spPr>
        <p:txBody>
          <a:bodyPr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Global representation (In at least 4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RBx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Relevance of rCARI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network penetration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West Africa [RBD]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Burkina Faso &amp; Central African Republic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Panama [RBP]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 &amp; Guatemala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Middle East [RBC]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Iraq?? (Access is only limited to camps (refugees and IDPs))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22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Southeast Asia [RBB] </a:t>
            </a: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</p:txBody>
      </p:sp>
    </p:spTree>
    <p:extLst>
      <p:ext uri="{BB962C8B-B14F-4D97-AF65-F5344CB8AC3E}">
        <p14:creationId xmlns:p14="http://schemas.microsoft.com/office/powerpoint/2010/main" val="3087780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687" y="1816870"/>
            <a:ext cx="9959248" cy="3580482"/>
          </a:xfrm>
        </p:spPr>
        <p:txBody>
          <a:bodyPr anchor="t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Survey experiment with stratified sample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Sample size of 1200 HHs per study country [600 CARI &amp; 600 rCARI]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Increased to 2000 HHs per modality – BKF, MTN &amp; IRQ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 least 2 ADMIN1 areas and 30-40 ADMIN5 areas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Respondents are randomly sample from a census list at village level</a:t>
            </a:r>
          </a:p>
          <a:p>
            <a:pPr marL="800100" lvl="2" indent="-342900">
              <a:lnSpc>
                <a:spcPct val="12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Surveys are implemented simultaneously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C03ADE4-28A8-2A39-B643-361C19631AAA}"/>
              </a:ext>
            </a:extLst>
          </p:cNvPr>
          <p:cNvSpPr txBox="1">
            <a:spLocks/>
          </p:cNvSpPr>
          <p:nvPr/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4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453371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4E40-2BD0-3140-3458-9B9F7283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 u="sng" dirty="0"/>
              <a:t>Study organogram…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A8BA3E-99B7-6885-5568-A4E2A386E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437445"/>
              </p:ext>
            </p:extLst>
          </p:nvPr>
        </p:nvGraphicFramePr>
        <p:xfrm>
          <a:off x="978517" y="1749856"/>
          <a:ext cx="8958698" cy="4100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012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EE1F-3598-CC4E-6499-390BDB36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Work done…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FDB2-FDD1-4060-FD7E-A0F8F744C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674" y="1816870"/>
            <a:ext cx="9243151" cy="3405388"/>
          </a:xfrm>
        </p:spPr>
        <p:txBody>
          <a:bodyPr/>
          <a:lstStyle/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Conducted two training of trainers’ (ToT) workshops in for RBP &amp; RBD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pilots completed so far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 –Two separate analysis produced</a:t>
            </a:r>
          </a:p>
          <a:p>
            <a:pPr lvl="1"/>
            <a:r>
              <a:rPr lang="en-GB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BKF – yet to be analysed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Reports produced and presented to BHA (Draft reports)</a:t>
            </a:r>
          </a:p>
        </p:txBody>
      </p:sp>
    </p:spTree>
    <p:extLst>
      <p:ext uri="{BB962C8B-B14F-4D97-AF65-F5344CB8AC3E}">
        <p14:creationId xmlns:p14="http://schemas.microsoft.com/office/powerpoint/2010/main" val="918773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493" y="723004"/>
            <a:ext cx="10326654" cy="655930"/>
          </a:xfrm>
        </p:spPr>
        <p:txBody>
          <a:bodyPr/>
          <a:lstStyle/>
          <a:p>
            <a:r>
              <a:rPr lang="en-GB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 completed and Workplan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3A3C271-2BA7-44D2-9004-3A3B46657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96572"/>
              </p:ext>
            </p:extLst>
          </p:nvPr>
        </p:nvGraphicFramePr>
        <p:xfrm>
          <a:off x="849493" y="1566221"/>
          <a:ext cx="10493014" cy="4169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689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255923">
                  <a:extLst>
                    <a:ext uri="{9D8B030D-6E8A-4147-A177-3AD203B41FA5}">
                      <a16:colId xmlns:a16="http://schemas.microsoft.com/office/drawing/2014/main" val="209505532"/>
                    </a:ext>
                  </a:extLst>
                </a:gridCol>
                <a:gridCol w="1344058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399142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476260">
                  <a:extLst>
                    <a:ext uri="{9D8B030D-6E8A-4147-A177-3AD203B41FA5}">
                      <a16:colId xmlns:a16="http://schemas.microsoft.com/office/drawing/2014/main" val="2478887055"/>
                    </a:ext>
                  </a:extLst>
                </a:gridCol>
                <a:gridCol w="1806766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</a:tblGrid>
              <a:tr h="53511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              Status</a:t>
                      </a:r>
                    </a:p>
                    <a:p>
                      <a:r>
                        <a:rPr lang="en-GB" sz="1600" b="1" dirty="0">
                          <a:solidFill>
                            <a:srgbClr val="0070BA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Activity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Completed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In-progress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 preparation phases</a:t>
                      </a:r>
                    </a:p>
                  </a:txBody>
                  <a:tcPr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54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Pilot testing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1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35557"/>
                  </a:ext>
                </a:extLst>
              </a:tr>
              <a:tr h="3602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Myanmar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363913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Ecuador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highlight>
                          <a:srgbClr val="0000FF"/>
                        </a:highlight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highlight>
                          <a:srgbClr val="0000FF"/>
                        </a:highlight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367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5A9E1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Burkina Faso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19547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Iraq</a:t>
                      </a:r>
                      <a:endParaRPr lang="en-GB" sz="1600" b="1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Guatemala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448847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Mauritania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3556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 going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30662">
                <a:tc>
                  <a:txBody>
                    <a:bodyPr/>
                    <a:lstStyle/>
                    <a:p>
                      <a:r>
                        <a:rPr lang="en-GB" sz="1600" b="1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Report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On going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7655-963F-8137-739D-7DCE3F08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923" y="653853"/>
            <a:ext cx="10542124" cy="1152000"/>
          </a:xfrm>
        </p:spPr>
        <p:txBody>
          <a:bodyPr/>
          <a:lstStyle/>
          <a:p>
            <a:r>
              <a:rPr lang="en-GB" sz="3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survey experiment…</a:t>
            </a:r>
          </a:p>
        </p:txBody>
      </p:sp>
      <p:pic>
        <p:nvPicPr>
          <p:cNvPr id="4" name="Picture 3" descr="A diagram of a sample">
            <a:extLst>
              <a:ext uri="{FF2B5EF4-FFF2-40B4-BE49-F238E27FC236}">
                <a16:creationId xmlns:a16="http://schemas.microsoft.com/office/drawing/2014/main" id="{5F5B2978-6A59-3CA3-D6DD-E8F17FD3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066" y="1707137"/>
            <a:ext cx="6114154" cy="492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85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A78F-744D-6860-161C-3F53C72A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Going forward…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A1B9-BD00-31E0-1DA7-2D701755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486" y="1816870"/>
            <a:ext cx="10402203" cy="38347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APP-FA must submit a methodology document for each pilot country to BHA through the TAB for approval before data collection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Include study area selection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Sampling ( sample size, sample selection, challenges and mitigations strategies)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WAE consultant hired to advise on statistical analysis (Prof. Michelle Lacey, University of Tulane, U.S.A)</a:t>
            </a:r>
          </a:p>
          <a:p>
            <a:pPr marL="342900" lvl="1" indent="-342900">
              <a:spcBef>
                <a:spcPts val="1000"/>
              </a:spcBef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NCE has been submitted to BHA through WAS (this has been informally approved awaiting formal communication)</a:t>
            </a:r>
          </a:p>
          <a:p>
            <a:pPr marL="800100" lvl="2" indent="-342900">
              <a:spcBef>
                <a:spcPts val="1000"/>
              </a:spcBef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 be extended until end of August 2025</a:t>
            </a:r>
          </a:p>
        </p:txBody>
      </p:sp>
    </p:spTree>
    <p:extLst>
      <p:ext uri="{BB962C8B-B14F-4D97-AF65-F5344CB8AC3E}">
        <p14:creationId xmlns:p14="http://schemas.microsoft.com/office/powerpoint/2010/main" val="1456274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3208C37F-52F9-7945-A874-663013F3D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49145"/>
              </p:ext>
            </p:extLst>
          </p:nvPr>
        </p:nvGraphicFramePr>
        <p:xfrm>
          <a:off x="466257" y="1762252"/>
          <a:ext cx="11523894" cy="3432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302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145754">
                  <a:extLst>
                    <a:ext uri="{9D8B030D-6E8A-4147-A177-3AD203B41FA5}">
                      <a16:colId xmlns:a16="http://schemas.microsoft.com/office/drawing/2014/main" val="209505532"/>
                    </a:ext>
                  </a:extLst>
                </a:gridCol>
                <a:gridCol w="1057620">
                  <a:extLst>
                    <a:ext uri="{9D8B030D-6E8A-4147-A177-3AD203B41FA5}">
                      <a16:colId xmlns:a16="http://schemas.microsoft.com/office/drawing/2014/main" val="1189111347"/>
                    </a:ext>
                  </a:extLst>
                </a:gridCol>
                <a:gridCol w="936433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211856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209069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  <a:gridCol w="1026215">
                  <a:extLst>
                    <a:ext uri="{9D8B030D-6E8A-4147-A177-3AD203B41FA5}">
                      <a16:colId xmlns:a16="http://schemas.microsoft.com/office/drawing/2014/main" val="2254663835"/>
                    </a:ext>
                  </a:extLst>
                </a:gridCol>
              </a:tblGrid>
              <a:tr h="632720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               Time</a:t>
                      </a:r>
                    </a:p>
                    <a:p>
                      <a:endParaRPr lang="en-GB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GB" sz="1400" b="1" dirty="0">
                          <a:solidFill>
                            <a:srgbClr val="0070BA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Countries</a:t>
                      </a:r>
                    </a:p>
                  </a:txBody>
                  <a:tcPr anchor="b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Nov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Dec</a:t>
                      </a:r>
                    </a:p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2024</a:t>
                      </a:r>
                      <a:endParaRPr lang="en-GB" sz="1400" b="1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Jan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Feb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Mar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Apr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May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Jun 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Jul-Aug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2025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634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(1) Iraq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rgbClr val="00206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rgbClr val="002060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187876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(2) 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4252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(3) Guatemala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34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(4) Burkina Faso</a:t>
                      </a:r>
                      <a:endParaRPr lang="en-US" sz="14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40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 Ongoing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GB" sz="1400" kern="12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093728"/>
                  </a:ext>
                </a:extLst>
              </a:tr>
              <a:tr h="419343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1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kern="12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rgbClr val="FFFFFE"/>
                        </a:solidFill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63477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ADLaM Display" panose="02010000000000000000" pitchFamily="2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E8D96ED-F331-D820-3C17-E1C0D43E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57" y="965375"/>
            <a:ext cx="10326654" cy="655930"/>
          </a:xfrm>
        </p:spPr>
        <p:txBody>
          <a:bodyPr/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Tentative work for remaining pilot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9A8F9-CBA8-B36C-3F51-8EF645C3205B}"/>
              </a:ext>
            </a:extLst>
          </p:cNvPr>
          <p:cNvSpPr txBox="1"/>
          <p:nvPr/>
        </p:nvSpPr>
        <p:spPr>
          <a:xfrm>
            <a:off x="466257" y="5335495"/>
            <a:ext cx="10671796" cy="37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2" indent="-628650">
              <a:spcBef>
                <a:spcPts val="1000"/>
              </a:spcBef>
            </a:pPr>
            <a:r>
              <a:rPr lang="en-GB" sz="1800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Note: There would be intermittent presentation to the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 and BHA after each pilot country</a:t>
            </a:r>
            <a:endParaRPr lang="en-GB" sz="1800" dirty="0">
              <a:solidFill>
                <a:schemeClr val="accent3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08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BB310342-74D1-A202-46B3-5A0934966D09}"/>
              </a:ext>
            </a:extLst>
          </p:cNvPr>
          <p:cNvSpPr txBox="1">
            <a:spLocks/>
          </p:cNvSpPr>
          <p:nvPr/>
        </p:nvSpPr>
        <p:spPr>
          <a:xfrm>
            <a:off x="292020" y="2537294"/>
            <a:ext cx="11360800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Questions/Comments…???</a:t>
            </a:r>
            <a:endParaRPr lang="en-GB" sz="4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" name="Immagine 6">
            <a:extLst>
              <a:ext uri="{FF2B5EF4-FFF2-40B4-BE49-F238E27FC236}">
                <a16:creationId xmlns:a16="http://schemas.microsoft.com/office/drawing/2014/main" id="{DC16B594-0A50-1C52-8040-76D0CE0C7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37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766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3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AA61AD-CAD8-4033-AEA0-7708F1E1E6AD}"/>
</file>

<file path=customXml/itemProps2.xml><?xml version="1.0" encoding="utf-8"?>
<ds:datastoreItem xmlns:ds="http://schemas.openxmlformats.org/officeDocument/2006/customXml" ds:itemID="{FF2CF057-9F0A-4CCB-B937-805ED701A0E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940b711-dc1d-4235-b0a5-48d487f0d3b9"/>
    <ds:schemaRef ds:uri="http://purl.org/dc/terms/"/>
    <ds:schemaRef ds:uri="http://schemas.microsoft.com/office/2006/documentManagement/types"/>
    <ds:schemaRef ds:uri="http://purl.org/dc/elements/1.1/"/>
    <ds:schemaRef ds:uri="49256dcf-74b5-4e0f-b2ab-e17546be8a8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30178</TotalTime>
  <Words>1413</Words>
  <Application>Microsoft Office PowerPoint</Application>
  <PresentationFormat>Widescreen</PresentationFormat>
  <Paragraphs>273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Abadi</vt:lpstr>
      <vt:lpstr>ADLaM Display</vt:lpstr>
      <vt:lpstr>Arial</vt:lpstr>
      <vt:lpstr>Calibri</vt:lpstr>
      <vt:lpstr>HALDEN SOLID</vt:lpstr>
      <vt:lpstr>Open Sans</vt:lpstr>
      <vt:lpstr>Open Sans Extrabold</vt:lpstr>
      <vt:lpstr>Theme2</vt:lpstr>
      <vt:lpstr>PowerPoint Presentation</vt:lpstr>
      <vt:lpstr>Background</vt:lpstr>
      <vt:lpstr>Background</vt:lpstr>
      <vt:lpstr>The income indicator</vt:lpstr>
      <vt:lpstr>The income indicator</vt:lpstr>
      <vt:lpstr>The income indicator</vt:lpstr>
      <vt:lpstr>The income vs. FES</vt:lpstr>
      <vt:lpstr>PowerPoint Presentation</vt:lpstr>
      <vt:lpstr>PowerPoint Presentation</vt:lpstr>
      <vt:lpstr>PowerPoint Presentation</vt:lpstr>
      <vt:lpstr>Next steps…</vt:lpstr>
      <vt:lpstr>PowerPoint Presentation</vt:lpstr>
      <vt:lpstr>Updates on research components</vt:lpstr>
      <vt:lpstr>The Technical Advisory Board</vt:lpstr>
      <vt:lpstr>IPC vs CARI study</vt:lpstr>
      <vt:lpstr>The rCARI validation &amp; IPC/CARI compatibility studies</vt:lpstr>
      <vt:lpstr>Objective</vt:lpstr>
      <vt:lpstr>Pilot Countries</vt:lpstr>
      <vt:lpstr>PowerPoint Presentation</vt:lpstr>
      <vt:lpstr>Study organogram…</vt:lpstr>
      <vt:lpstr>Work done…</vt:lpstr>
      <vt:lpstr>Work completed and Workplan</vt:lpstr>
      <vt:lpstr>The survey experiment…</vt:lpstr>
      <vt:lpstr>Going forward…</vt:lpstr>
      <vt:lpstr>Tentative work for remaining pilot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7</cp:revision>
  <dcterms:created xsi:type="dcterms:W3CDTF">2018-08-20T09:35:59Z</dcterms:created>
  <dcterms:modified xsi:type="dcterms:W3CDTF">2024-10-31T14:39:24Z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