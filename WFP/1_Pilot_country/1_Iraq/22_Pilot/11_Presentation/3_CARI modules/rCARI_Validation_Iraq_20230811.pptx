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4"/>
  </p:sldMasterIdLst>
  <p:notesMasterIdLst>
    <p:notesMasterId r:id="rId21"/>
  </p:notesMasterIdLst>
  <p:handoutMasterIdLst>
    <p:handoutMasterId r:id="rId22"/>
  </p:handoutMasterIdLst>
  <p:sldIdLst>
    <p:sldId id="283" r:id="rId5"/>
    <p:sldId id="311" r:id="rId6"/>
    <p:sldId id="329" r:id="rId7"/>
    <p:sldId id="330" r:id="rId8"/>
    <p:sldId id="316" r:id="rId9"/>
    <p:sldId id="338" r:id="rId10"/>
    <p:sldId id="340" r:id="rId11"/>
    <p:sldId id="331" r:id="rId12"/>
    <p:sldId id="361" r:id="rId13"/>
    <p:sldId id="359" r:id="rId14"/>
    <p:sldId id="366" r:id="rId15"/>
    <p:sldId id="367" r:id="rId16"/>
    <p:sldId id="325" r:id="rId17"/>
    <p:sldId id="344" r:id="rId18"/>
    <p:sldId id="368" r:id="rId19"/>
    <p:sldId id="372" r:id="rId20"/>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686BFB65-520F-4649-842A-8FAC50C1638D}">
          <p14:sldIdLst>
            <p14:sldId id="283"/>
          </p14:sldIdLst>
        </p14:section>
        <p14:section name="Background" id="{2C4D1EE9-A3E0-4084-9198-0FB1A973D7CA}">
          <p14:sldIdLst>
            <p14:sldId id="311"/>
            <p14:sldId id="329"/>
            <p14:sldId id="330"/>
            <p14:sldId id="316"/>
          </p14:sldIdLst>
        </p14:section>
        <p14:section name="Study Design" id="{493AD70F-3663-6848-82DA-207AD5EAF590}">
          <p14:sldIdLst>
            <p14:sldId id="338"/>
            <p14:sldId id="340"/>
            <p14:sldId id="331"/>
            <p14:sldId id="361"/>
            <p14:sldId id="359"/>
            <p14:sldId id="366"/>
            <p14:sldId id="367"/>
          </p14:sldIdLst>
        </p14:section>
        <p14:section name="Results - rCARI vs. CARI" id="{CD29A8FF-7046-4946-B44F-12A7625ADE33}">
          <p14:sldIdLst>
            <p14:sldId id="325"/>
            <p14:sldId id="344"/>
            <p14:sldId id="368"/>
            <p14:sldId id="37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67EE71F-E4CF-2640-16B2-A6A6650BB44B}" name="Cassandra WALKER" initials="CW" userId="S::cassandra.walker@wfp.org::7d551a76-2a3b-46ce-9612-27f9694a0380" providerId="AD"/>
  <p188:author id="{E164B82E-70A5-DC7F-7202-998852D0418F}" name="Nicole Wu" initials="YW" userId="Nicole Wu" providerId="None"/>
  <p188:author id="{6A52989B-2D3B-6FC0-BBC3-D88A3726BC0B}" name="Mohamed SALEM" initials="MS" userId="S::mohamed.salem@wfp.org::13f12703-f1ce-4b8b-924c-fe401988a08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CC5"/>
    <a:srgbClr val="59CAFF"/>
    <a:srgbClr val="FFFFFF"/>
    <a:srgbClr val="73F4E2"/>
    <a:srgbClr val="6DE4D0"/>
    <a:srgbClr val="57C5F7"/>
    <a:srgbClr val="FFFFFE"/>
    <a:srgbClr val="0070BA"/>
    <a:srgbClr val="DEE5C9"/>
    <a:srgbClr val="FCED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216D06-94EA-4AE6-9754-071073B48981}" v="10" dt="2023-08-11T13:26:48.865"/>
    <p1510:client id="{D5FDB431-5C1B-07B5-DC56-3B161A8F2879}" v="28" dt="2023-08-14T13:08:39.106"/>
    <p1510:client id="{F678FD33-C675-BAC0-2F51-64AC87D66967}" v="11" dt="2023-08-15T09:58:36.8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56"/>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e WU" userId="S::nicole.wu@wfp.org::4cf90142-5117-41df-a92b-6216d87bdf3c" providerId="AD" clId="Web-{D5FDB431-5C1B-07B5-DC56-3B161A8F2879}"/>
    <pc:docChg chg="modSld">
      <pc:chgData name="Nicole WU" userId="S::nicole.wu@wfp.org::4cf90142-5117-41df-a92b-6216d87bdf3c" providerId="AD" clId="Web-{D5FDB431-5C1B-07B5-DC56-3B161A8F2879}" dt="2023-08-14T13:08:37.575" v="24" actId="20577"/>
      <pc:docMkLst>
        <pc:docMk/>
      </pc:docMkLst>
      <pc:sldChg chg="delCm">
        <pc:chgData name="Nicole WU" userId="S::nicole.wu@wfp.org::4cf90142-5117-41df-a92b-6216d87bdf3c" providerId="AD" clId="Web-{D5FDB431-5C1B-07B5-DC56-3B161A8F2879}" dt="2023-08-14T13:02:07.471" v="0"/>
        <pc:sldMkLst>
          <pc:docMk/>
          <pc:sldMk cId="1045701143" sldId="344"/>
        </pc:sldMkLst>
        <pc:extLst>
          <p:ext xmlns:p="http://schemas.openxmlformats.org/presentationml/2006/main" uri="{D6D511B9-2390-475A-947B-AFAB55BFBCF1}">
            <pc226:cmChg xmlns:pc226="http://schemas.microsoft.com/office/powerpoint/2022/06/main/command" chg="del">
              <pc226:chgData name="Nicole WU" userId="S::nicole.wu@wfp.org::4cf90142-5117-41df-a92b-6216d87bdf3c" providerId="AD" clId="Web-{D5FDB431-5C1B-07B5-DC56-3B161A8F2879}" dt="2023-08-14T13:02:07.471" v="0"/>
              <pc2:cmMkLst xmlns:pc2="http://schemas.microsoft.com/office/powerpoint/2019/9/main/command">
                <pc:docMk/>
                <pc:sldMk cId="1045701143" sldId="344"/>
                <pc2:cmMk id="{3897F865-18A4-427B-BFA1-69BD2223A7AB}"/>
              </pc2:cmMkLst>
            </pc226:cmChg>
          </p:ext>
        </pc:extLst>
      </pc:sldChg>
      <pc:sldChg chg="modSp">
        <pc:chgData name="Nicole WU" userId="S::nicole.wu@wfp.org::4cf90142-5117-41df-a92b-6216d87bdf3c" providerId="AD" clId="Web-{D5FDB431-5C1B-07B5-DC56-3B161A8F2879}" dt="2023-08-14T13:08:37.575" v="24" actId="20577"/>
        <pc:sldMkLst>
          <pc:docMk/>
          <pc:sldMk cId="710863415" sldId="359"/>
        </pc:sldMkLst>
        <pc:spChg chg="mod">
          <ac:chgData name="Nicole WU" userId="S::nicole.wu@wfp.org::4cf90142-5117-41df-a92b-6216d87bdf3c" providerId="AD" clId="Web-{D5FDB431-5C1B-07B5-DC56-3B161A8F2879}" dt="2023-08-14T13:08:37.575" v="24" actId="20577"/>
          <ac:spMkLst>
            <pc:docMk/>
            <pc:sldMk cId="710863415" sldId="359"/>
            <ac:spMk id="6" creationId="{C77D6C2F-AC0C-CDE5-6C26-DEC4BD426D97}"/>
          </ac:spMkLst>
        </pc:spChg>
      </pc:sldChg>
      <pc:sldChg chg="modSp">
        <pc:chgData name="Nicole WU" userId="S::nicole.wu@wfp.org::4cf90142-5117-41df-a92b-6216d87bdf3c" providerId="AD" clId="Web-{D5FDB431-5C1B-07B5-DC56-3B161A8F2879}" dt="2023-08-14T13:08:00.636" v="14" actId="14100"/>
        <pc:sldMkLst>
          <pc:docMk/>
          <pc:sldMk cId="773978157" sldId="361"/>
        </pc:sldMkLst>
        <pc:spChg chg="mod">
          <ac:chgData name="Nicole WU" userId="S::nicole.wu@wfp.org::4cf90142-5117-41df-a92b-6216d87bdf3c" providerId="AD" clId="Web-{D5FDB431-5C1B-07B5-DC56-3B161A8F2879}" dt="2023-08-14T13:06:27.743" v="10" actId="20577"/>
          <ac:spMkLst>
            <pc:docMk/>
            <pc:sldMk cId="773978157" sldId="361"/>
            <ac:spMk id="4" creationId="{B527F588-3365-B368-4A52-E7E1D4E559FF}"/>
          </ac:spMkLst>
        </pc:spChg>
        <pc:spChg chg="mod">
          <ac:chgData name="Nicole WU" userId="S::nicole.wu@wfp.org::4cf90142-5117-41df-a92b-6216d87bdf3c" providerId="AD" clId="Web-{D5FDB431-5C1B-07B5-DC56-3B161A8F2879}" dt="2023-08-14T13:06:31.431" v="12" actId="20577"/>
          <ac:spMkLst>
            <pc:docMk/>
            <pc:sldMk cId="773978157" sldId="361"/>
            <ac:spMk id="5" creationId="{2B5D4394-D1B1-3C18-B85D-110A8E83BBB2}"/>
          </ac:spMkLst>
        </pc:spChg>
        <pc:spChg chg="mod">
          <ac:chgData name="Nicole WU" userId="S::nicole.wu@wfp.org::4cf90142-5117-41df-a92b-6216d87bdf3c" providerId="AD" clId="Web-{D5FDB431-5C1B-07B5-DC56-3B161A8F2879}" dt="2023-08-14T13:07:56.167" v="13" actId="14100"/>
          <ac:spMkLst>
            <pc:docMk/>
            <pc:sldMk cId="773978157" sldId="361"/>
            <ac:spMk id="27" creationId="{0BA9EDE0-F854-009A-4D17-60E848B814EA}"/>
          </ac:spMkLst>
        </pc:spChg>
        <pc:spChg chg="mod">
          <ac:chgData name="Nicole WU" userId="S::nicole.wu@wfp.org::4cf90142-5117-41df-a92b-6216d87bdf3c" providerId="AD" clId="Web-{D5FDB431-5C1B-07B5-DC56-3B161A8F2879}" dt="2023-08-14T13:08:00.636" v="14" actId="14100"/>
          <ac:spMkLst>
            <pc:docMk/>
            <pc:sldMk cId="773978157" sldId="361"/>
            <ac:spMk id="28" creationId="{855572DA-EDA4-20E2-CA25-E00F8C90ECC2}"/>
          </ac:spMkLst>
        </pc:spChg>
      </pc:sldChg>
      <pc:sldChg chg="modSp">
        <pc:chgData name="Nicole WU" userId="S::nicole.wu@wfp.org::4cf90142-5117-41df-a92b-6216d87bdf3c" providerId="AD" clId="Web-{D5FDB431-5C1B-07B5-DC56-3B161A8F2879}" dt="2023-08-14T13:08:29.340" v="22" actId="20577"/>
        <pc:sldMkLst>
          <pc:docMk/>
          <pc:sldMk cId="174327325" sldId="366"/>
        </pc:sldMkLst>
        <pc:spChg chg="mod">
          <ac:chgData name="Nicole WU" userId="S::nicole.wu@wfp.org::4cf90142-5117-41df-a92b-6216d87bdf3c" providerId="AD" clId="Web-{D5FDB431-5C1B-07B5-DC56-3B161A8F2879}" dt="2023-08-14T13:08:29.340" v="22" actId="20577"/>
          <ac:spMkLst>
            <pc:docMk/>
            <pc:sldMk cId="174327325" sldId="366"/>
            <ac:spMk id="6" creationId="{C77D6C2F-AC0C-CDE5-6C26-DEC4BD426D97}"/>
          </ac:spMkLst>
        </pc:spChg>
      </pc:sldChg>
      <pc:sldChg chg="modSp">
        <pc:chgData name="Nicole WU" userId="S::nicole.wu@wfp.org::4cf90142-5117-41df-a92b-6216d87bdf3c" providerId="AD" clId="Web-{D5FDB431-5C1B-07B5-DC56-3B161A8F2879}" dt="2023-08-14T13:03:24.535" v="8" actId="20577"/>
        <pc:sldMkLst>
          <pc:docMk/>
          <pc:sldMk cId="4131393188" sldId="368"/>
        </pc:sldMkLst>
        <pc:spChg chg="mod">
          <ac:chgData name="Nicole WU" userId="S::nicole.wu@wfp.org::4cf90142-5117-41df-a92b-6216d87bdf3c" providerId="AD" clId="Web-{D5FDB431-5C1B-07B5-DC56-3B161A8F2879}" dt="2023-08-14T13:03:24.535" v="8" actId="20577"/>
          <ac:spMkLst>
            <pc:docMk/>
            <pc:sldMk cId="4131393188" sldId="368"/>
            <ac:spMk id="7" creationId="{FB331400-FF8A-6915-8BD7-38439780BF64}"/>
          </ac:spMkLst>
        </pc:spChg>
      </pc:sldChg>
      <pc:sldChg chg="delCm">
        <pc:chgData name="Nicole WU" userId="S::nicole.wu@wfp.org::4cf90142-5117-41df-a92b-6216d87bdf3c" providerId="AD" clId="Web-{D5FDB431-5C1B-07B5-DC56-3B161A8F2879}" dt="2023-08-14T13:02:18.237" v="1"/>
        <pc:sldMkLst>
          <pc:docMk/>
          <pc:sldMk cId="1654705270" sldId="372"/>
        </pc:sldMkLst>
        <pc:extLst>
          <p:ext xmlns:p="http://schemas.openxmlformats.org/presentationml/2006/main" uri="{D6D511B9-2390-475A-947B-AFAB55BFBCF1}">
            <pc226:cmChg xmlns:pc226="http://schemas.microsoft.com/office/powerpoint/2022/06/main/command" chg="del">
              <pc226:chgData name="Nicole WU" userId="S::nicole.wu@wfp.org::4cf90142-5117-41df-a92b-6216d87bdf3c" providerId="AD" clId="Web-{D5FDB431-5C1B-07B5-DC56-3B161A8F2879}" dt="2023-08-14T13:02:18.237" v="1"/>
              <pc2:cmMkLst xmlns:pc2="http://schemas.microsoft.com/office/powerpoint/2019/9/main/command">
                <pc:docMk/>
                <pc:sldMk cId="1654705270" sldId="372"/>
                <pc2:cmMk id="{547A9CC3-4125-1D4B-87DF-C1CF54FF557E}"/>
              </pc2:cmMkLst>
            </pc226:cmChg>
          </p:ext>
        </pc:extLst>
      </pc:sldChg>
    </pc:docChg>
  </pc:docChgLst>
  <pc:docChgLst>
    <pc:chgData name="Mohamed SALEM" userId="13f12703-f1ce-4b8b-924c-fe401988a08b" providerId="ADAL" clId="{50216D06-94EA-4AE6-9754-071073B48981}"/>
    <pc:docChg chg="undo custSel addSld delSld modSld sldOrd modSection">
      <pc:chgData name="Mohamed SALEM" userId="13f12703-f1ce-4b8b-924c-fe401988a08b" providerId="ADAL" clId="{50216D06-94EA-4AE6-9754-071073B48981}" dt="2023-08-14T12:53:23.282" v="744" actId="2696"/>
      <pc:docMkLst>
        <pc:docMk/>
      </pc:docMkLst>
      <pc:sldChg chg="modSp add del mod">
        <pc:chgData name="Mohamed SALEM" userId="13f12703-f1ce-4b8b-924c-fe401988a08b" providerId="ADAL" clId="{50216D06-94EA-4AE6-9754-071073B48981}" dt="2023-08-14T12:53:23.282" v="744" actId="2696"/>
        <pc:sldMkLst>
          <pc:docMk/>
          <pc:sldMk cId="93493557" sldId="325"/>
        </pc:sldMkLst>
        <pc:spChg chg="mod">
          <ac:chgData name="Mohamed SALEM" userId="13f12703-f1ce-4b8b-924c-fe401988a08b" providerId="ADAL" clId="{50216D06-94EA-4AE6-9754-071073B48981}" dt="2023-08-11T12:59:29.416" v="60" actId="20577"/>
          <ac:spMkLst>
            <pc:docMk/>
            <pc:sldMk cId="93493557" sldId="325"/>
            <ac:spMk id="4" creationId="{270E3D60-0C52-6949-089B-41F663E79586}"/>
          </ac:spMkLst>
        </pc:spChg>
      </pc:sldChg>
      <pc:sldChg chg="modSp add del mod addCm">
        <pc:chgData name="Mohamed SALEM" userId="13f12703-f1ce-4b8b-924c-fe401988a08b" providerId="ADAL" clId="{50216D06-94EA-4AE6-9754-071073B48981}" dt="2023-08-14T12:53:23.282" v="744" actId="2696"/>
        <pc:sldMkLst>
          <pc:docMk/>
          <pc:sldMk cId="1045701143" sldId="344"/>
        </pc:sldMkLst>
        <pc:spChg chg="mod">
          <ac:chgData name="Mohamed SALEM" userId="13f12703-f1ce-4b8b-924c-fe401988a08b" providerId="ADAL" clId="{50216D06-94EA-4AE6-9754-071073B48981}" dt="2023-08-11T13:02:04.976" v="151" actId="20577"/>
          <ac:spMkLst>
            <pc:docMk/>
            <pc:sldMk cId="1045701143" sldId="344"/>
            <ac:spMk id="3" creationId="{E643055D-0556-6C0E-03B1-204EB7810FCF}"/>
          </ac:spMkLst>
        </pc:spChg>
        <pc:graphicFrameChg chg="mod modGraphic">
          <ac:chgData name="Mohamed SALEM" userId="13f12703-f1ce-4b8b-924c-fe401988a08b" providerId="ADAL" clId="{50216D06-94EA-4AE6-9754-071073B48981}" dt="2023-08-11T13:02:09.445" v="152" actId="14100"/>
          <ac:graphicFrameMkLst>
            <pc:docMk/>
            <pc:sldMk cId="1045701143" sldId="344"/>
            <ac:graphicFrameMk id="2" creationId="{2E0279B9-A3C0-8973-278C-9667519FD8BA}"/>
          </ac:graphicFrameMkLst>
        </pc:graphicFrameChg>
      </pc:sldChg>
      <pc:sldChg chg="del">
        <pc:chgData name="Mohamed SALEM" userId="13f12703-f1ce-4b8b-924c-fe401988a08b" providerId="ADAL" clId="{50216D06-94EA-4AE6-9754-071073B48981}" dt="2023-08-11T12:57:51.882" v="0" actId="47"/>
        <pc:sldMkLst>
          <pc:docMk/>
          <pc:sldMk cId="1221167371" sldId="358"/>
        </pc:sldMkLst>
      </pc:sldChg>
      <pc:sldChg chg="modSp mod">
        <pc:chgData name="Mohamed SALEM" userId="13f12703-f1ce-4b8b-924c-fe401988a08b" providerId="ADAL" clId="{50216D06-94EA-4AE6-9754-071073B48981}" dt="2023-08-11T15:53:58.547" v="535" actId="20577"/>
        <pc:sldMkLst>
          <pc:docMk/>
          <pc:sldMk cId="710863415" sldId="359"/>
        </pc:sldMkLst>
        <pc:spChg chg="mod">
          <ac:chgData name="Mohamed SALEM" userId="13f12703-f1ce-4b8b-924c-fe401988a08b" providerId="ADAL" clId="{50216D06-94EA-4AE6-9754-071073B48981}" dt="2023-08-11T15:53:58.547" v="535" actId="20577"/>
          <ac:spMkLst>
            <pc:docMk/>
            <pc:sldMk cId="710863415" sldId="359"/>
            <ac:spMk id="6" creationId="{C77D6C2F-AC0C-CDE5-6C26-DEC4BD426D97}"/>
          </ac:spMkLst>
        </pc:spChg>
      </pc:sldChg>
      <pc:sldChg chg="del">
        <pc:chgData name="Mohamed SALEM" userId="13f12703-f1ce-4b8b-924c-fe401988a08b" providerId="ADAL" clId="{50216D06-94EA-4AE6-9754-071073B48981}" dt="2023-08-11T12:57:51.882" v="0" actId="47"/>
        <pc:sldMkLst>
          <pc:docMk/>
          <pc:sldMk cId="1928998422" sldId="362"/>
        </pc:sldMkLst>
      </pc:sldChg>
      <pc:sldChg chg="del">
        <pc:chgData name="Mohamed SALEM" userId="13f12703-f1ce-4b8b-924c-fe401988a08b" providerId="ADAL" clId="{50216D06-94EA-4AE6-9754-071073B48981}" dt="2023-08-11T12:57:51.882" v="0" actId="47"/>
        <pc:sldMkLst>
          <pc:docMk/>
          <pc:sldMk cId="1886951123" sldId="363"/>
        </pc:sldMkLst>
      </pc:sldChg>
      <pc:sldChg chg="del">
        <pc:chgData name="Mohamed SALEM" userId="13f12703-f1ce-4b8b-924c-fe401988a08b" providerId="ADAL" clId="{50216D06-94EA-4AE6-9754-071073B48981}" dt="2023-08-11T12:57:51.882" v="0" actId="47"/>
        <pc:sldMkLst>
          <pc:docMk/>
          <pc:sldMk cId="683733318" sldId="364"/>
        </pc:sldMkLst>
      </pc:sldChg>
      <pc:sldChg chg="del">
        <pc:chgData name="Mohamed SALEM" userId="13f12703-f1ce-4b8b-924c-fe401988a08b" providerId="ADAL" clId="{50216D06-94EA-4AE6-9754-071073B48981}" dt="2023-08-11T12:57:51.882" v="0" actId="47"/>
        <pc:sldMkLst>
          <pc:docMk/>
          <pc:sldMk cId="2898973529" sldId="365"/>
        </pc:sldMkLst>
      </pc:sldChg>
      <pc:sldChg chg="modSp mod">
        <pc:chgData name="Mohamed SALEM" userId="13f12703-f1ce-4b8b-924c-fe401988a08b" providerId="ADAL" clId="{50216D06-94EA-4AE6-9754-071073B48981}" dt="2023-08-11T15:55:26.153" v="676" actId="20577"/>
        <pc:sldMkLst>
          <pc:docMk/>
          <pc:sldMk cId="174327325" sldId="366"/>
        </pc:sldMkLst>
        <pc:spChg chg="mod">
          <ac:chgData name="Mohamed SALEM" userId="13f12703-f1ce-4b8b-924c-fe401988a08b" providerId="ADAL" clId="{50216D06-94EA-4AE6-9754-071073B48981}" dt="2023-08-11T15:55:26.153" v="676" actId="20577"/>
          <ac:spMkLst>
            <pc:docMk/>
            <pc:sldMk cId="174327325" sldId="366"/>
            <ac:spMk id="6" creationId="{C77D6C2F-AC0C-CDE5-6C26-DEC4BD426D97}"/>
          </ac:spMkLst>
        </pc:spChg>
      </pc:sldChg>
      <pc:sldChg chg="modSp mod">
        <pc:chgData name="Mohamed SALEM" userId="13f12703-f1ce-4b8b-924c-fe401988a08b" providerId="ADAL" clId="{50216D06-94EA-4AE6-9754-071073B48981}" dt="2023-08-11T15:56:36.200" v="742" actId="20577"/>
        <pc:sldMkLst>
          <pc:docMk/>
          <pc:sldMk cId="812228377" sldId="367"/>
        </pc:sldMkLst>
        <pc:spChg chg="mod">
          <ac:chgData name="Mohamed SALEM" userId="13f12703-f1ce-4b8b-924c-fe401988a08b" providerId="ADAL" clId="{50216D06-94EA-4AE6-9754-071073B48981}" dt="2023-08-11T15:56:36.200" v="742" actId="20577"/>
          <ac:spMkLst>
            <pc:docMk/>
            <pc:sldMk cId="812228377" sldId="367"/>
            <ac:spMk id="6" creationId="{C77D6C2F-AC0C-CDE5-6C26-DEC4BD426D97}"/>
          </ac:spMkLst>
        </pc:spChg>
      </pc:sldChg>
      <pc:sldChg chg="add del setBg">
        <pc:chgData name="Mohamed SALEM" userId="13f12703-f1ce-4b8b-924c-fe401988a08b" providerId="ADAL" clId="{50216D06-94EA-4AE6-9754-071073B48981}" dt="2023-08-11T12:58:27.768" v="35"/>
        <pc:sldMkLst>
          <pc:docMk/>
          <pc:sldMk cId="2087662219" sldId="368"/>
        </pc:sldMkLst>
      </pc:sldChg>
      <pc:sldChg chg="modSp add del mod">
        <pc:chgData name="Mohamed SALEM" userId="13f12703-f1ce-4b8b-924c-fe401988a08b" providerId="ADAL" clId="{50216D06-94EA-4AE6-9754-071073B48981}" dt="2023-08-14T12:53:23.282" v="744" actId="2696"/>
        <pc:sldMkLst>
          <pc:docMk/>
          <pc:sldMk cId="4131393188" sldId="368"/>
        </pc:sldMkLst>
        <pc:spChg chg="mod">
          <ac:chgData name="Mohamed SALEM" userId="13f12703-f1ce-4b8b-924c-fe401988a08b" providerId="ADAL" clId="{50216D06-94EA-4AE6-9754-071073B48981}" dt="2023-08-11T13:00:25.581" v="76" actId="20577"/>
          <ac:spMkLst>
            <pc:docMk/>
            <pc:sldMk cId="4131393188" sldId="368"/>
            <ac:spMk id="4" creationId="{270E3D60-0C52-6949-089B-41F663E79586}"/>
          </ac:spMkLst>
        </pc:spChg>
      </pc:sldChg>
      <pc:sldChg chg="add del setBg">
        <pc:chgData name="Mohamed SALEM" userId="13f12703-f1ce-4b8b-924c-fe401988a08b" providerId="ADAL" clId="{50216D06-94EA-4AE6-9754-071073B48981}" dt="2023-08-11T13:02:41.878" v="155" actId="47"/>
        <pc:sldMkLst>
          <pc:docMk/>
          <pc:sldMk cId="1348395985" sldId="369"/>
        </pc:sldMkLst>
      </pc:sldChg>
      <pc:sldChg chg="modSp add del mod addCm">
        <pc:chgData name="Mohamed SALEM" userId="13f12703-f1ce-4b8b-924c-fe401988a08b" providerId="ADAL" clId="{50216D06-94EA-4AE6-9754-071073B48981}" dt="2023-08-11T15:47:53.054" v="531" actId="2696"/>
        <pc:sldMkLst>
          <pc:docMk/>
          <pc:sldMk cId="4026943303" sldId="370"/>
        </pc:sldMkLst>
        <pc:spChg chg="mod">
          <ac:chgData name="Mohamed SALEM" userId="13f12703-f1ce-4b8b-924c-fe401988a08b" providerId="ADAL" clId="{50216D06-94EA-4AE6-9754-071073B48981}" dt="2023-08-11T13:04:06.565" v="163" actId="20577"/>
          <ac:spMkLst>
            <pc:docMk/>
            <pc:sldMk cId="4026943303" sldId="370"/>
            <ac:spMk id="3" creationId="{E643055D-0556-6C0E-03B1-204EB7810FCF}"/>
          </ac:spMkLst>
        </pc:spChg>
        <pc:graphicFrameChg chg="mod modGraphic">
          <ac:chgData name="Mohamed SALEM" userId="13f12703-f1ce-4b8b-924c-fe401988a08b" providerId="ADAL" clId="{50216D06-94EA-4AE6-9754-071073B48981}" dt="2023-08-11T13:04:10.591" v="164" actId="14100"/>
          <ac:graphicFrameMkLst>
            <pc:docMk/>
            <pc:sldMk cId="4026943303" sldId="370"/>
            <ac:graphicFrameMk id="2" creationId="{2E0279B9-A3C0-8973-278C-9667519FD8BA}"/>
          </ac:graphicFrameMkLst>
        </pc:graphicFrameChg>
      </pc:sldChg>
      <pc:sldChg chg="del ord">
        <pc:chgData name="Mohamed SALEM" userId="13f12703-f1ce-4b8b-924c-fe401988a08b" providerId="ADAL" clId="{50216D06-94EA-4AE6-9754-071073B48981}" dt="2023-08-11T15:27:47.714" v="169" actId="2696"/>
        <pc:sldMkLst>
          <pc:docMk/>
          <pc:sldMk cId="839272635" sldId="371"/>
        </pc:sldMkLst>
      </pc:sldChg>
      <pc:sldChg chg="add del setBg">
        <pc:chgData name="Mohamed SALEM" userId="13f12703-f1ce-4b8b-924c-fe401988a08b" providerId="ADAL" clId="{50216D06-94EA-4AE6-9754-071073B48981}" dt="2023-08-11T13:02:39.991" v="154" actId="47"/>
        <pc:sldMkLst>
          <pc:docMk/>
          <pc:sldMk cId="2570909357" sldId="371"/>
        </pc:sldMkLst>
      </pc:sldChg>
      <pc:sldChg chg="add del">
        <pc:chgData name="Mohamed SALEM" userId="13f12703-f1ce-4b8b-924c-fe401988a08b" providerId="ADAL" clId="{50216D06-94EA-4AE6-9754-071073B48981}" dt="2023-08-14T12:53:23.282" v="744" actId="2696"/>
        <pc:sldMkLst>
          <pc:docMk/>
          <pc:sldMk cId="1654705270" sldId="372"/>
        </pc:sldMkLst>
      </pc:sldChg>
      <pc:sldChg chg="add del">
        <pc:chgData name="Mohamed SALEM" userId="13f12703-f1ce-4b8b-924c-fe401988a08b" providerId="ADAL" clId="{50216D06-94EA-4AE6-9754-071073B48981}" dt="2023-08-11T15:47:53.054" v="531" actId="2696"/>
        <pc:sldMkLst>
          <pc:docMk/>
          <pc:sldMk cId="770390803" sldId="373"/>
        </pc:sldMkLst>
      </pc:sldChg>
      <pc:sldMasterChg chg="addSldLayout delSldLayout">
        <pc:chgData name="Mohamed SALEM" userId="13f12703-f1ce-4b8b-924c-fe401988a08b" providerId="ADAL" clId="{50216D06-94EA-4AE6-9754-071073B48981}" dt="2023-08-14T12:53:23.282" v="744" actId="2696"/>
        <pc:sldMasterMkLst>
          <pc:docMk/>
          <pc:sldMasterMk cId="818424624" sldId="2147483665"/>
        </pc:sldMasterMkLst>
        <pc:sldLayoutChg chg="add del">
          <pc:chgData name="Mohamed SALEM" userId="13f12703-f1ce-4b8b-924c-fe401988a08b" providerId="ADAL" clId="{50216D06-94EA-4AE6-9754-071073B48981}" dt="2023-08-14T12:53:23.282" v="744" actId="2696"/>
          <pc:sldLayoutMkLst>
            <pc:docMk/>
            <pc:sldMasterMk cId="818424624" sldId="2147483665"/>
            <pc:sldLayoutMk cId="1935808413" sldId="2147483676"/>
          </pc:sldLayoutMkLst>
        </pc:sldLayoutChg>
      </pc:sldMasterChg>
    </pc:docChg>
  </pc:docChgLst>
  <pc:docChgLst>
    <pc:chgData name="Alirah WEYORI" userId="S::alirah.weyori@wfp.org::1c7cbaa8-91f0-4806-8632-e4be5028c1b4" providerId="AD" clId="Web-{F678FD33-C675-BAC0-2F51-64AC87D66967}"/>
    <pc:docChg chg="modSld">
      <pc:chgData name="Alirah WEYORI" userId="S::alirah.weyori@wfp.org::1c7cbaa8-91f0-4806-8632-e4be5028c1b4" providerId="AD" clId="Web-{F678FD33-C675-BAC0-2F51-64AC87D66967}" dt="2023-08-15T09:58:29.492" v="9" actId="20577"/>
      <pc:docMkLst>
        <pc:docMk/>
      </pc:docMkLst>
      <pc:sldChg chg="modSp">
        <pc:chgData name="Alirah WEYORI" userId="S::alirah.weyori@wfp.org::1c7cbaa8-91f0-4806-8632-e4be5028c1b4" providerId="AD" clId="Web-{F678FD33-C675-BAC0-2F51-64AC87D66967}" dt="2023-08-15T09:57:36.568" v="4" actId="20577"/>
        <pc:sldMkLst>
          <pc:docMk/>
          <pc:sldMk cId="3249434575" sldId="316"/>
        </pc:sldMkLst>
        <pc:spChg chg="mod">
          <ac:chgData name="Alirah WEYORI" userId="S::alirah.weyori@wfp.org::1c7cbaa8-91f0-4806-8632-e4be5028c1b4" providerId="AD" clId="Web-{F678FD33-C675-BAC0-2F51-64AC87D66967}" dt="2023-08-15T09:57:36.568" v="4" actId="20577"/>
          <ac:spMkLst>
            <pc:docMk/>
            <pc:sldMk cId="3249434575" sldId="316"/>
            <ac:spMk id="3" creationId="{62733AE4-1795-719D-F652-A5C5B14FFF7A}"/>
          </ac:spMkLst>
        </pc:spChg>
      </pc:sldChg>
      <pc:sldChg chg="modSp">
        <pc:chgData name="Alirah WEYORI" userId="S::alirah.weyori@wfp.org::1c7cbaa8-91f0-4806-8632-e4be5028c1b4" providerId="AD" clId="Web-{F678FD33-C675-BAC0-2F51-64AC87D66967}" dt="2023-08-15T09:58:29.492" v="9" actId="20577"/>
        <pc:sldMkLst>
          <pc:docMk/>
          <pc:sldMk cId="812228377" sldId="367"/>
        </pc:sldMkLst>
        <pc:spChg chg="mod">
          <ac:chgData name="Alirah WEYORI" userId="S::alirah.weyori@wfp.org::1c7cbaa8-91f0-4806-8632-e4be5028c1b4" providerId="AD" clId="Web-{F678FD33-C675-BAC0-2F51-64AC87D66967}" dt="2023-08-15T09:58:29.492" v="9" actId="20577"/>
          <ac:spMkLst>
            <pc:docMk/>
            <pc:sldMk cId="812228377" sldId="367"/>
            <ac:spMk id="6" creationId="{C77D6C2F-AC0C-CDE5-6C26-DEC4BD426D97}"/>
          </ac:spMkLst>
        </pc:spChg>
      </pc:sldChg>
    </pc:docChg>
  </pc:docChgLst>
  <pc:docChgLst>
    <pc:chgData name="Nicole WU" userId="4cf90142-5117-41df-a92b-6216d87bdf3c" providerId="ADAL" clId="{4364C73F-F9F0-5C42-BD63-2AC7397AC239}"/>
    <pc:docChg chg="undo custSel addSld modSld sldOrd">
      <pc:chgData name="Nicole WU" userId="4cf90142-5117-41df-a92b-6216d87bdf3c" providerId="ADAL" clId="{4364C73F-F9F0-5C42-BD63-2AC7397AC239}" dt="2023-08-11T14:33:51.836" v="924" actId="20577"/>
      <pc:docMkLst>
        <pc:docMk/>
      </pc:docMkLst>
      <pc:sldChg chg="addSp delSp modSp mod">
        <pc:chgData name="Nicole WU" userId="4cf90142-5117-41df-a92b-6216d87bdf3c" providerId="ADAL" clId="{4364C73F-F9F0-5C42-BD63-2AC7397AC239}" dt="2023-08-11T13:39:10.143" v="313" actId="1076"/>
        <pc:sldMkLst>
          <pc:docMk/>
          <pc:sldMk cId="93493557" sldId="325"/>
        </pc:sldMkLst>
        <pc:spChg chg="add mod">
          <ac:chgData name="Nicole WU" userId="4cf90142-5117-41df-a92b-6216d87bdf3c" providerId="ADAL" clId="{4364C73F-F9F0-5C42-BD63-2AC7397AC239}" dt="2023-08-11T13:38:51.372" v="311" actId="571"/>
          <ac:spMkLst>
            <pc:docMk/>
            <pc:sldMk cId="93493557" sldId="325"/>
            <ac:spMk id="2" creationId="{2FE57E0B-F851-EDD1-ECB1-5615EB4BA749}"/>
          </ac:spMkLst>
        </pc:spChg>
        <pc:spChg chg="add del mod">
          <ac:chgData name="Nicole WU" userId="4cf90142-5117-41df-a92b-6216d87bdf3c" providerId="ADAL" clId="{4364C73F-F9F0-5C42-BD63-2AC7397AC239}" dt="2023-08-11T13:38:50.351" v="310" actId="767"/>
          <ac:spMkLst>
            <pc:docMk/>
            <pc:sldMk cId="93493557" sldId="325"/>
            <ac:spMk id="3" creationId="{8D70BAFA-42D9-6C0A-EE4E-9EA6252702F3}"/>
          </ac:spMkLst>
        </pc:spChg>
        <pc:spChg chg="mod">
          <ac:chgData name="Nicole WU" userId="4cf90142-5117-41df-a92b-6216d87bdf3c" providerId="ADAL" clId="{4364C73F-F9F0-5C42-BD63-2AC7397AC239}" dt="2023-08-11T13:39:10.143" v="313" actId="1076"/>
          <ac:spMkLst>
            <pc:docMk/>
            <pc:sldMk cId="93493557" sldId="325"/>
            <ac:spMk id="4" creationId="{270E3D60-0C52-6949-089B-41F663E79586}"/>
          </ac:spMkLst>
        </pc:spChg>
      </pc:sldChg>
      <pc:sldChg chg="modSp mod">
        <pc:chgData name="Nicole WU" userId="4cf90142-5117-41df-a92b-6216d87bdf3c" providerId="ADAL" clId="{4364C73F-F9F0-5C42-BD63-2AC7397AC239}" dt="2023-08-11T13:31:02.883" v="139" actId="1076"/>
        <pc:sldMkLst>
          <pc:docMk/>
          <pc:sldMk cId="1521495400" sldId="329"/>
        </pc:sldMkLst>
        <pc:spChg chg="mod">
          <ac:chgData name="Nicole WU" userId="4cf90142-5117-41df-a92b-6216d87bdf3c" providerId="ADAL" clId="{4364C73F-F9F0-5C42-BD63-2AC7397AC239}" dt="2023-08-11T13:31:00.335" v="138" actId="1076"/>
          <ac:spMkLst>
            <pc:docMk/>
            <pc:sldMk cId="1521495400" sldId="329"/>
            <ac:spMk id="3" creationId="{A7583CC2-3F6B-5B61-354F-E8DD378C9AAD}"/>
          </ac:spMkLst>
        </pc:spChg>
        <pc:spChg chg="mod">
          <ac:chgData name="Nicole WU" userId="4cf90142-5117-41df-a92b-6216d87bdf3c" providerId="ADAL" clId="{4364C73F-F9F0-5C42-BD63-2AC7397AC239}" dt="2023-08-11T13:30:57.037" v="137" actId="14100"/>
          <ac:spMkLst>
            <pc:docMk/>
            <pc:sldMk cId="1521495400" sldId="329"/>
            <ac:spMk id="6" creationId="{C77D6C2F-AC0C-CDE5-6C26-DEC4BD426D97}"/>
          </ac:spMkLst>
        </pc:spChg>
        <pc:picChg chg="mod">
          <ac:chgData name="Nicole WU" userId="4cf90142-5117-41df-a92b-6216d87bdf3c" providerId="ADAL" clId="{4364C73F-F9F0-5C42-BD63-2AC7397AC239}" dt="2023-08-11T13:31:02.883" v="139" actId="1076"/>
          <ac:picMkLst>
            <pc:docMk/>
            <pc:sldMk cId="1521495400" sldId="329"/>
            <ac:picMk id="8" creationId="{9F548F5E-1645-A988-92FC-24A524438847}"/>
          </ac:picMkLst>
        </pc:picChg>
      </pc:sldChg>
      <pc:sldChg chg="modSp mod">
        <pc:chgData name="Nicole WU" userId="4cf90142-5117-41df-a92b-6216d87bdf3c" providerId="ADAL" clId="{4364C73F-F9F0-5C42-BD63-2AC7397AC239}" dt="2023-08-11T13:40:23.691" v="338" actId="20577"/>
        <pc:sldMkLst>
          <pc:docMk/>
          <pc:sldMk cId="2161376106" sldId="338"/>
        </pc:sldMkLst>
        <pc:spChg chg="mod">
          <ac:chgData name="Nicole WU" userId="4cf90142-5117-41df-a92b-6216d87bdf3c" providerId="ADAL" clId="{4364C73F-F9F0-5C42-BD63-2AC7397AC239}" dt="2023-08-11T13:40:23.691" v="338" actId="20577"/>
          <ac:spMkLst>
            <pc:docMk/>
            <pc:sldMk cId="2161376106" sldId="338"/>
            <ac:spMk id="6" creationId="{E767ABE5-0184-8B36-5479-76A24B961185}"/>
          </ac:spMkLst>
        </pc:spChg>
        <pc:spChg chg="mod">
          <ac:chgData name="Nicole WU" userId="4cf90142-5117-41df-a92b-6216d87bdf3c" providerId="ADAL" clId="{4364C73F-F9F0-5C42-BD63-2AC7397AC239}" dt="2023-08-11T13:40:20.849" v="336"/>
          <ac:spMkLst>
            <pc:docMk/>
            <pc:sldMk cId="2161376106" sldId="338"/>
            <ac:spMk id="15" creationId="{5EA3E412-3D92-88B3-CB0C-9BC829A14E5C}"/>
          </ac:spMkLst>
        </pc:spChg>
      </pc:sldChg>
      <pc:sldChg chg="modSp mod">
        <pc:chgData name="Nicole WU" userId="4cf90142-5117-41df-a92b-6216d87bdf3c" providerId="ADAL" clId="{4364C73F-F9F0-5C42-BD63-2AC7397AC239}" dt="2023-08-11T13:40:27.569" v="339" actId="20577"/>
        <pc:sldMkLst>
          <pc:docMk/>
          <pc:sldMk cId="300030145" sldId="340"/>
        </pc:sldMkLst>
        <pc:spChg chg="mod">
          <ac:chgData name="Nicole WU" userId="4cf90142-5117-41df-a92b-6216d87bdf3c" providerId="ADAL" clId="{4364C73F-F9F0-5C42-BD63-2AC7397AC239}" dt="2023-08-11T13:40:27.569" v="339" actId="20577"/>
          <ac:spMkLst>
            <pc:docMk/>
            <pc:sldMk cId="300030145" sldId="340"/>
            <ac:spMk id="3" creationId="{58DF4EA1-0911-9123-CB79-6E24EF2A8DC7}"/>
          </ac:spMkLst>
        </pc:spChg>
        <pc:spChg chg="mod">
          <ac:chgData name="Nicole WU" userId="4cf90142-5117-41df-a92b-6216d87bdf3c" providerId="ADAL" clId="{4364C73F-F9F0-5C42-BD63-2AC7397AC239}" dt="2023-08-11T13:40:13.386" v="334"/>
          <ac:spMkLst>
            <pc:docMk/>
            <pc:sldMk cId="300030145" sldId="340"/>
            <ac:spMk id="26" creationId="{E1A5DCDC-EE83-617B-0A13-223B8FA8C0F2}"/>
          </ac:spMkLst>
        </pc:spChg>
      </pc:sldChg>
      <pc:sldChg chg="addSp delSp modSp mod">
        <pc:chgData name="Nicole WU" userId="4cf90142-5117-41df-a92b-6216d87bdf3c" providerId="ADAL" clId="{4364C73F-F9F0-5C42-BD63-2AC7397AC239}" dt="2023-08-11T14:22:04.861" v="766" actId="1076"/>
        <pc:sldMkLst>
          <pc:docMk/>
          <pc:sldMk cId="1045701143" sldId="344"/>
        </pc:sldMkLst>
        <pc:spChg chg="mod">
          <ac:chgData name="Nicole WU" userId="4cf90142-5117-41df-a92b-6216d87bdf3c" providerId="ADAL" clId="{4364C73F-F9F0-5C42-BD63-2AC7397AC239}" dt="2023-08-11T14:13:58.568" v="618" actId="1076"/>
          <ac:spMkLst>
            <pc:docMk/>
            <pc:sldMk cId="1045701143" sldId="344"/>
            <ac:spMk id="3" creationId="{E643055D-0556-6C0E-03B1-204EB7810FCF}"/>
          </ac:spMkLst>
        </pc:spChg>
        <pc:spChg chg="add mod">
          <ac:chgData name="Nicole WU" userId="4cf90142-5117-41df-a92b-6216d87bdf3c" providerId="ADAL" clId="{4364C73F-F9F0-5C42-BD63-2AC7397AC239}" dt="2023-08-11T14:20:36.961" v="756" actId="20577"/>
          <ac:spMkLst>
            <pc:docMk/>
            <pc:sldMk cId="1045701143" sldId="344"/>
            <ac:spMk id="5" creationId="{E47761D5-9154-FC18-2924-5A3037EEE8E1}"/>
          </ac:spMkLst>
        </pc:spChg>
        <pc:graphicFrameChg chg="add del">
          <ac:chgData name="Nicole WU" userId="4cf90142-5117-41df-a92b-6216d87bdf3c" providerId="ADAL" clId="{4364C73F-F9F0-5C42-BD63-2AC7397AC239}" dt="2023-08-11T13:43:19.675" v="417" actId="478"/>
          <ac:graphicFrameMkLst>
            <pc:docMk/>
            <pc:sldMk cId="1045701143" sldId="344"/>
            <ac:graphicFrameMk id="2" creationId="{2E0279B9-A3C0-8973-278C-9667519FD8BA}"/>
          </ac:graphicFrameMkLst>
        </pc:graphicFrameChg>
        <pc:graphicFrameChg chg="add mod modGraphic">
          <ac:chgData name="Nicole WU" userId="4cf90142-5117-41df-a92b-6216d87bdf3c" providerId="ADAL" clId="{4364C73F-F9F0-5C42-BD63-2AC7397AC239}" dt="2023-08-11T14:22:04.861" v="766" actId="1076"/>
          <ac:graphicFrameMkLst>
            <pc:docMk/>
            <pc:sldMk cId="1045701143" sldId="344"/>
            <ac:graphicFrameMk id="4" creationId="{174541F2-BC43-258B-38EF-832174016580}"/>
          </ac:graphicFrameMkLst>
        </pc:graphicFrameChg>
      </pc:sldChg>
      <pc:sldChg chg="modSp mod">
        <pc:chgData name="Nicole WU" userId="4cf90142-5117-41df-a92b-6216d87bdf3c" providerId="ADAL" clId="{4364C73F-F9F0-5C42-BD63-2AC7397AC239}" dt="2023-08-11T13:26:43.090" v="89" actId="242"/>
        <pc:sldMkLst>
          <pc:docMk/>
          <pc:sldMk cId="710863415" sldId="359"/>
        </pc:sldMkLst>
        <pc:spChg chg="mod">
          <ac:chgData name="Nicole WU" userId="4cf90142-5117-41df-a92b-6216d87bdf3c" providerId="ADAL" clId="{4364C73F-F9F0-5C42-BD63-2AC7397AC239}" dt="2023-08-11T13:26:43.090" v="89" actId="242"/>
          <ac:spMkLst>
            <pc:docMk/>
            <pc:sldMk cId="710863415" sldId="359"/>
            <ac:spMk id="6" creationId="{C77D6C2F-AC0C-CDE5-6C26-DEC4BD426D97}"/>
          </ac:spMkLst>
        </pc:spChg>
      </pc:sldChg>
      <pc:sldChg chg="addSp modSp mod delAnim">
        <pc:chgData name="Nicole WU" userId="4cf90142-5117-41df-a92b-6216d87bdf3c" providerId="ADAL" clId="{4364C73F-F9F0-5C42-BD63-2AC7397AC239}" dt="2023-08-11T13:40:06.704" v="333"/>
        <pc:sldMkLst>
          <pc:docMk/>
          <pc:sldMk cId="773978157" sldId="361"/>
        </pc:sldMkLst>
        <pc:spChg chg="mod">
          <ac:chgData name="Nicole WU" userId="4cf90142-5117-41df-a92b-6216d87bdf3c" providerId="ADAL" clId="{4364C73F-F9F0-5C42-BD63-2AC7397AC239}" dt="2023-08-11T13:17:42.919" v="17" actId="14100"/>
          <ac:spMkLst>
            <pc:docMk/>
            <pc:sldMk cId="773978157" sldId="361"/>
            <ac:spMk id="4" creationId="{B527F588-3365-B368-4A52-E7E1D4E559FF}"/>
          </ac:spMkLst>
        </pc:spChg>
        <pc:spChg chg="mod">
          <ac:chgData name="Nicole WU" userId="4cf90142-5117-41df-a92b-6216d87bdf3c" providerId="ADAL" clId="{4364C73F-F9F0-5C42-BD63-2AC7397AC239}" dt="2023-08-11T13:40:06.704" v="333"/>
          <ac:spMkLst>
            <pc:docMk/>
            <pc:sldMk cId="773978157" sldId="361"/>
            <ac:spMk id="5" creationId="{2B5D4394-D1B1-3C18-B85D-110A8E83BBB2}"/>
          </ac:spMkLst>
        </pc:spChg>
        <pc:spChg chg="mod">
          <ac:chgData name="Nicole WU" userId="4cf90142-5117-41df-a92b-6216d87bdf3c" providerId="ADAL" clId="{4364C73F-F9F0-5C42-BD63-2AC7397AC239}" dt="2023-08-11T13:40:05.269" v="332" actId="20577"/>
          <ac:spMkLst>
            <pc:docMk/>
            <pc:sldMk cId="773978157" sldId="361"/>
            <ac:spMk id="6" creationId="{E767ABE5-0184-8B36-5479-76A24B961185}"/>
          </ac:spMkLst>
        </pc:spChg>
        <pc:spChg chg="mod">
          <ac:chgData name="Nicole WU" userId="4cf90142-5117-41df-a92b-6216d87bdf3c" providerId="ADAL" clId="{4364C73F-F9F0-5C42-BD63-2AC7397AC239}" dt="2023-08-11T13:19:12.010" v="53" actId="20577"/>
          <ac:spMkLst>
            <pc:docMk/>
            <pc:sldMk cId="773978157" sldId="361"/>
            <ac:spMk id="8" creationId="{7843C2A3-0D84-EBD3-3E1D-44C9C42539D5}"/>
          </ac:spMkLst>
        </pc:spChg>
        <pc:spChg chg="mod">
          <ac:chgData name="Nicole WU" userId="4cf90142-5117-41df-a92b-6216d87bdf3c" providerId="ADAL" clId="{4364C73F-F9F0-5C42-BD63-2AC7397AC239}" dt="2023-08-11T13:40:00.902" v="326" actId="20577"/>
          <ac:spMkLst>
            <pc:docMk/>
            <pc:sldMk cId="773978157" sldId="361"/>
            <ac:spMk id="15" creationId="{5EA3E412-3D92-88B3-CB0C-9BC829A14E5C}"/>
          </ac:spMkLst>
        </pc:spChg>
        <pc:spChg chg="mod">
          <ac:chgData name="Nicole WU" userId="4cf90142-5117-41df-a92b-6216d87bdf3c" providerId="ADAL" clId="{4364C73F-F9F0-5C42-BD63-2AC7397AC239}" dt="2023-08-11T13:18:51.640" v="47" actId="1036"/>
          <ac:spMkLst>
            <pc:docMk/>
            <pc:sldMk cId="773978157" sldId="361"/>
            <ac:spMk id="20" creationId="{F5E7CE51-DE28-E6B6-7877-6BEAEA2258FA}"/>
          </ac:spMkLst>
        </pc:spChg>
        <pc:spChg chg="mod">
          <ac:chgData name="Nicole WU" userId="4cf90142-5117-41df-a92b-6216d87bdf3c" providerId="ADAL" clId="{4364C73F-F9F0-5C42-BD63-2AC7397AC239}" dt="2023-08-11T13:18:46.534" v="39" actId="1037"/>
          <ac:spMkLst>
            <pc:docMk/>
            <pc:sldMk cId="773978157" sldId="361"/>
            <ac:spMk id="21" creationId="{98C21982-688B-3CDB-BD72-E95BAFCBFA3D}"/>
          </ac:spMkLst>
        </pc:spChg>
        <pc:spChg chg="mod">
          <ac:chgData name="Nicole WU" userId="4cf90142-5117-41df-a92b-6216d87bdf3c" providerId="ADAL" clId="{4364C73F-F9F0-5C42-BD63-2AC7397AC239}" dt="2023-08-11T13:17:32.379" v="14" actId="14100"/>
          <ac:spMkLst>
            <pc:docMk/>
            <pc:sldMk cId="773978157" sldId="361"/>
            <ac:spMk id="23" creationId="{4D1EF874-7099-AD0C-DF25-9AC55ACE9C28}"/>
          </ac:spMkLst>
        </pc:spChg>
        <pc:spChg chg="mod">
          <ac:chgData name="Nicole WU" userId="4cf90142-5117-41df-a92b-6216d87bdf3c" providerId="ADAL" clId="{4364C73F-F9F0-5C42-BD63-2AC7397AC239}" dt="2023-08-11T13:17:23.581" v="12" actId="14100"/>
          <ac:spMkLst>
            <pc:docMk/>
            <pc:sldMk cId="773978157" sldId="361"/>
            <ac:spMk id="24" creationId="{15F3B546-A52E-8AC9-08AA-4D3DCBFCF553}"/>
          </ac:spMkLst>
        </pc:spChg>
        <pc:spChg chg="mod">
          <ac:chgData name="Nicole WU" userId="4cf90142-5117-41df-a92b-6216d87bdf3c" providerId="ADAL" clId="{4364C73F-F9F0-5C42-BD63-2AC7397AC239}" dt="2023-08-11T13:17:48.131" v="19" actId="14100"/>
          <ac:spMkLst>
            <pc:docMk/>
            <pc:sldMk cId="773978157" sldId="361"/>
            <ac:spMk id="25" creationId="{075DE2C6-9B19-0608-E48F-C0FB96EAEA0D}"/>
          </ac:spMkLst>
        </pc:spChg>
        <pc:spChg chg="mod">
          <ac:chgData name="Nicole WU" userId="4cf90142-5117-41df-a92b-6216d87bdf3c" providerId="ADAL" clId="{4364C73F-F9F0-5C42-BD63-2AC7397AC239}" dt="2023-08-11T13:18:09.043" v="24" actId="14100"/>
          <ac:spMkLst>
            <pc:docMk/>
            <pc:sldMk cId="773978157" sldId="361"/>
            <ac:spMk id="26" creationId="{10FB3726-3BE9-00C8-6D3D-9A82805004C4}"/>
          </ac:spMkLst>
        </pc:spChg>
        <pc:spChg chg="mod">
          <ac:chgData name="Nicole WU" userId="4cf90142-5117-41df-a92b-6216d87bdf3c" providerId="ADAL" clId="{4364C73F-F9F0-5C42-BD63-2AC7397AC239}" dt="2023-08-11T13:18:33.245" v="29" actId="1076"/>
          <ac:spMkLst>
            <pc:docMk/>
            <pc:sldMk cId="773978157" sldId="361"/>
            <ac:spMk id="30" creationId="{43A27B2C-3292-3987-1B6D-F6B9FEA32C12}"/>
          </ac:spMkLst>
        </pc:spChg>
        <pc:grpChg chg="add mod">
          <ac:chgData name="Nicole WU" userId="4cf90142-5117-41df-a92b-6216d87bdf3c" providerId="ADAL" clId="{4364C73F-F9F0-5C42-BD63-2AC7397AC239}" dt="2023-08-11T13:19:35.917" v="54" actId="1076"/>
          <ac:grpSpMkLst>
            <pc:docMk/>
            <pc:sldMk cId="773978157" sldId="361"/>
            <ac:grpSpMk id="2" creationId="{FF305BB0-E30F-FC59-99B2-66F5D19B30E4}"/>
          </ac:grpSpMkLst>
        </pc:grpChg>
        <pc:cxnChg chg="mod">
          <ac:chgData name="Nicole WU" userId="4cf90142-5117-41df-a92b-6216d87bdf3c" providerId="ADAL" clId="{4364C73F-F9F0-5C42-BD63-2AC7397AC239}" dt="2023-08-11T13:19:35.917" v="54" actId="1076"/>
          <ac:cxnSpMkLst>
            <pc:docMk/>
            <pc:sldMk cId="773978157" sldId="361"/>
            <ac:cxnSpMk id="9" creationId="{AAB9B6E4-B3CC-1511-4DBD-381DB03C63CF}"/>
          </ac:cxnSpMkLst>
        </pc:cxnChg>
        <pc:cxnChg chg="mod">
          <ac:chgData name="Nicole WU" userId="4cf90142-5117-41df-a92b-6216d87bdf3c" providerId="ADAL" clId="{4364C73F-F9F0-5C42-BD63-2AC7397AC239}" dt="2023-08-11T13:19:35.917" v="54" actId="1076"/>
          <ac:cxnSpMkLst>
            <pc:docMk/>
            <pc:sldMk cId="773978157" sldId="361"/>
            <ac:cxnSpMk id="10" creationId="{D8CBDB44-F00E-8AC4-2D83-98856084BC9C}"/>
          </ac:cxnSpMkLst>
        </pc:cxnChg>
      </pc:sldChg>
      <pc:sldChg chg="addSp delSp modSp mod">
        <pc:chgData name="Nicole WU" userId="4cf90142-5117-41df-a92b-6216d87bdf3c" providerId="ADAL" clId="{4364C73F-F9F0-5C42-BD63-2AC7397AC239}" dt="2023-08-11T13:26:56.350" v="91" actId="15"/>
        <pc:sldMkLst>
          <pc:docMk/>
          <pc:sldMk cId="174327325" sldId="366"/>
        </pc:sldMkLst>
        <pc:spChg chg="add del mod">
          <ac:chgData name="Nicole WU" userId="4cf90142-5117-41df-a92b-6216d87bdf3c" providerId="ADAL" clId="{4364C73F-F9F0-5C42-BD63-2AC7397AC239}" dt="2023-08-11T13:26:27.875" v="85" actId="767"/>
          <ac:spMkLst>
            <pc:docMk/>
            <pc:sldMk cId="174327325" sldId="366"/>
            <ac:spMk id="3" creationId="{04EDA446-296D-A6D0-825C-F2A362ED0637}"/>
          </ac:spMkLst>
        </pc:spChg>
        <pc:spChg chg="mod">
          <ac:chgData name="Nicole WU" userId="4cf90142-5117-41df-a92b-6216d87bdf3c" providerId="ADAL" clId="{4364C73F-F9F0-5C42-BD63-2AC7397AC239}" dt="2023-08-11T13:26:56.350" v="91" actId="15"/>
          <ac:spMkLst>
            <pc:docMk/>
            <pc:sldMk cId="174327325" sldId="366"/>
            <ac:spMk id="6" creationId="{C77D6C2F-AC0C-CDE5-6C26-DEC4BD426D97}"/>
          </ac:spMkLst>
        </pc:spChg>
      </pc:sldChg>
      <pc:sldChg chg="modSp mod">
        <pc:chgData name="Nicole WU" userId="4cf90142-5117-41df-a92b-6216d87bdf3c" providerId="ADAL" clId="{4364C73F-F9F0-5C42-BD63-2AC7397AC239}" dt="2023-08-11T13:27:11.205" v="93" actId="1076"/>
        <pc:sldMkLst>
          <pc:docMk/>
          <pc:sldMk cId="812228377" sldId="367"/>
        </pc:sldMkLst>
        <pc:spChg chg="mod">
          <ac:chgData name="Nicole WU" userId="4cf90142-5117-41df-a92b-6216d87bdf3c" providerId="ADAL" clId="{4364C73F-F9F0-5C42-BD63-2AC7397AC239}" dt="2023-08-11T13:27:11.205" v="93" actId="1076"/>
          <ac:spMkLst>
            <pc:docMk/>
            <pc:sldMk cId="812228377" sldId="367"/>
            <ac:spMk id="6" creationId="{C77D6C2F-AC0C-CDE5-6C26-DEC4BD426D97}"/>
          </ac:spMkLst>
        </pc:spChg>
      </pc:sldChg>
      <pc:sldChg chg="addSp delSp modSp mod">
        <pc:chgData name="Nicole WU" userId="4cf90142-5117-41df-a92b-6216d87bdf3c" providerId="ADAL" clId="{4364C73F-F9F0-5C42-BD63-2AC7397AC239}" dt="2023-08-11T13:43:04.600" v="416" actId="20577"/>
        <pc:sldMkLst>
          <pc:docMk/>
          <pc:sldMk cId="4131393188" sldId="368"/>
        </pc:sldMkLst>
        <pc:spChg chg="add del mod">
          <ac:chgData name="Nicole WU" userId="4cf90142-5117-41df-a92b-6216d87bdf3c" providerId="ADAL" clId="{4364C73F-F9F0-5C42-BD63-2AC7397AC239}" dt="2023-08-11T13:39:22.063" v="315" actId="478"/>
          <ac:spMkLst>
            <pc:docMk/>
            <pc:sldMk cId="4131393188" sldId="368"/>
            <ac:spMk id="2" creationId="{9108C047-86BD-B05F-7096-C11F2B11C0CC}"/>
          </ac:spMkLst>
        </pc:spChg>
        <pc:spChg chg="del mod">
          <ac:chgData name="Nicole WU" userId="4cf90142-5117-41df-a92b-6216d87bdf3c" providerId="ADAL" clId="{4364C73F-F9F0-5C42-BD63-2AC7397AC239}" dt="2023-08-11T13:39:23.611" v="316" actId="478"/>
          <ac:spMkLst>
            <pc:docMk/>
            <pc:sldMk cId="4131393188" sldId="368"/>
            <ac:spMk id="4" creationId="{270E3D60-0C52-6949-089B-41F663E79586}"/>
          </ac:spMkLst>
        </pc:spChg>
        <pc:spChg chg="add del mod">
          <ac:chgData name="Nicole WU" userId="4cf90142-5117-41df-a92b-6216d87bdf3c" providerId="ADAL" clId="{4364C73F-F9F0-5C42-BD63-2AC7397AC239}" dt="2023-08-11T13:39:26.540" v="319" actId="478"/>
          <ac:spMkLst>
            <pc:docMk/>
            <pc:sldMk cId="4131393188" sldId="368"/>
            <ac:spMk id="5" creationId="{F2D6F465-F434-8DC8-F74F-BD2391D4DC69}"/>
          </ac:spMkLst>
        </pc:spChg>
        <pc:spChg chg="add del mod">
          <ac:chgData name="Nicole WU" userId="4cf90142-5117-41df-a92b-6216d87bdf3c" providerId="ADAL" clId="{4364C73F-F9F0-5C42-BD63-2AC7397AC239}" dt="2023-08-11T13:39:24.893" v="318"/>
          <ac:spMkLst>
            <pc:docMk/>
            <pc:sldMk cId="4131393188" sldId="368"/>
            <ac:spMk id="6" creationId="{1645EB6B-56AE-20BF-CC92-CF9F31FD385B}"/>
          </ac:spMkLst>
        </pc:spChg>
        <pc:spChg chg="add mod">
          <ac:chgData name="Nicole WU" userId="4cf90142-5117-41df-a92b-6216d87bdf3c" providerId="ADAL" clId="{4364C73F-F9F0-5C42-BD63-2AC7397AC239}" dt="2023-08-11T13:43:04.600" v="416" actId="20577"/>
          <ac:spMkLst>
            <pc:docMk/>
            <pc:sldMk cId="4131393188" sldId="368"/>
            <ac:spMk id="7" creationId="{FB331400-FF8A-6915-8BD7-38439780BF64}"/>
          </ac:spMkLst>
        </pc:spChg>
      </pc:sldChg>
      <pc:sldChg chg="addSp delSp modSp mod">
        <pc:chgData name="Nicole WU" userId="4cf90142-5117-41df-a92b-6216d87bdf3c" providerId="ADAL" clId="{4364C73F-F9F0-5C42-BD63-2AC7397AC239}" dt="2023-08-11T14:33:45.044" v="914" actId="1076"/>
        <pc:sldMkLst>
          <pc:docMk/>
          <pc:sldMk cId="4026943303" sldId="370"/>
        </pc:sldMkLst>
        <pc:spChg chg="mod">
          <ac:chgData name="Nicole WU" userId="4cf90142-5117-41df-a92b-6216d87bdf3c" providerId="ADAL" clId="{4364C73F-F9F0-5C42-BD63-2AC7397AC239}" dt="2023-08-11T14:33:45.044" v="914" actId="1076"/>
          <ac:spMkLst>
            <pc:docMk/>
            <pc:sldMk cId="4026943303" sldId="370"/>
            <ac:spMk id="3" creationId="{E643055D-0556-6C0E-03B1-204EB7810FCF}"/>
          </ac:spMkLst>
        </pc:spChg>
        <pc:spChg chg="add del">
          <ac:chgData name="Nicole WU" userId="4cf90142-5117-41df-a92b-6216d87bdf3c" providerId="ADAL" clId="{4364C73F-F9F0-5C42-BD63-2AC7397AC239}" dt="2023-08-11T14:28:24.028" v="780" actId="22"/>
          <ac:spMkLst>
            <pc:docMk/>
            <pc:sldMk cId="4026943303" sldId="370"/>
            <ac:spMk id="5" creationId="{17BF1112-7289-8EEF-5CC6-5430904F68B4}"/>
          </ac:spMkLst>
        </pc:spChg>
        <pc:graphicFrameChg chg="del">
          <ac:chgData name="Nicole WU" userId="4cf90142-5117-41df-a92b-6216d87bdf3c" providerId="ADAL" clId="{4364C73F-F9F0-5C42-BD63-2AC7397AC239}" dt="2023-08-11T13:43:28.537" v="418" actId="478"/>
          <ac:graphicFrameMkLst>
            <pc:docMk/>
            <pc:sldMk cId="4026943303" sldId="370"/>
            <ac:graphicFrameMk id="2" creationId="{2E0279B9-A3C0-8973-278C-9667519FD8BA}"/>
          </ac:graphicFrameMkLst>
        </pc:graphicFrameChg>
        <pc:graphicFrameChg chg="add mod modGraphic">
          <ac:chgData name="Nicole WU" userId="4cf90142-5117-41df-a92b-6216d87bdf3c" providerId="ADAL" clId="{4364C73F-F9F0-5C42-BD63-2AC7397AC239}" dt="2023-08-11T14:30:44.985" v="812" actId="1076"/>
          <ac:graphicFrameMkLst>
            <pc:docMk/>
            <pc:sldMk cId="4026943303" sldId="370"/>
            <ac:graphicFrameMk id="6" creationId="{8D377960-9BFE-839A-B789-8C9A514EA850}"/>
          </ac:graphicFrameMkLst>
        </pc:graphicFrameChg>
      </pc:sldChg>
      <pc:sldChg chg="modSp add mod ord delCm">
        <pc:chgData name="Nicole WU" userId="4cf90142-5117-41df-a92b-6216d87bdf3c" providerId="ADAL" clId="{4364C73F-F9F0-5C42-BD63-2AC7397AC239}" dt="2023-08-11T14:33:51.836" v="924" actId="20577"/>
        <pc:sldMkLst>
          <pc:docMk/>
          <pc:sldMk cId="839272635" sldId="371"/>
        </pc:sldMkLst>
        <pc:spChg chg="mod">
          <ac:chgData name="Nicole WU" userId="4cf90142-5117-41df-a92b-6216d87bdf3c" providerId="ADAL" clId="{4364C73F-F9F0-5C42-BD63-2AC7397AC239}" dt="2023-08-11T14:33:51.836" v="924" actId="20577"/>
          <ac:spMkLst>
            <pc:docMk/>
            <pc:sldMk cId="839272635" sldId="371"/>
            <ac:spMk id="3" creationId="{E643055D-0556-6C0E-03B1-204EB7810FCF}"/>
          </ac:spMkLst>
        </pc:spChg>
        <pc:graphicFrameChg chg="mod modGraphic">
          <ac:chgData name="Nicole WU" userId="4cf90142-5117-41df-a92b-6216d87bdf3c" providerId="ADAL" clId="{4364C73F-F9F0-5C42-BD63-2AC7397AC239}" dt="2023-08-11T14:28:16.318" v="778" actId="6549"/>
          <ac:graphicFrameMkLst>
            <pc:docMk/>
            <pc:sldMk cId="839272635" sldId="371"/>
            <ac:graphicFrameMk id="2" creationId="{2E0279B9-A3C0-8973-278C-9667519FD8BA}"/>
          </ac:graphicFrameMkLst>
        </pc:graphicFrameChg>
      </pc:sldChg>
      <pc:sldChg chg="addSp modSp add mod">
        <pc:chgData name="Nicole WU" userId="4cf90142-5117-41df-a92b-6216d87bdf3c" providerId="ADAL" clId="{4364C73F-F9F0-5C42-BD63-2AC7397AC239}" dt="2023-08-11T14:21:45.551" v="763"/>
        <pc:sldMkLst>
          <pc:docMk/>
          <pc:sldMk cId="1654705270" sldId="372"/>
        </pc:sldMkLst>
        <pc:spChg chg="add mod">
          <ac:chgData name="Nicole WU" userId="4cf90142-5117-41df-a92b-6216d87bdf3c" providerId="ADAL" clId="{4364C73F-F9F0-5C42-BD63-2AC7397AC239}" dt="2023-08-11T14:20:53.577" v="758"/>
          <ac:spMkLst>
            <pc:docMk/>
            <pc:sldMk cId="1654705270" sldId="372"/>
            <ac:spMk id="2" creationId="{2FA20A63-618B-78DF-4C66-921733BACAEB}"/>
          </ac:spMkLst>
        </pc:spChg>
        <pc:spChg chg="mod">
          <ac:chgData name="Nicole WU" userId="4cf90142-5117-41df-a92b-6216d87bdf3c" providerId="ADAL" clId="{4364C73F-F9F0-5C42-BD63-2AC7397AC239}" dt="2023-08-11T14:09:29.626" v="569" actId="1076"/>
          <ac:spMkLst>
            <pc:docMk/>
            <pc:sldMk cId="1654705270" sldId="372"/>
            <ac:spMk id="3" creationId="{E643055D-0556-6C0E-03B1-204EB7810FCF}"/>
          </ac:spMkLst>
        </pc:spChg>
        <pc:graphicFrameChg chg="mod modGraphic">
          <ac:chgData name="Nicole WU" userId="4cf90142-5117-41df-a92b-6216d87bdf3c" providerId="ADAL" clId="{4364C73F-F9F0-5C42-BD63-2AC7397AC239}" dt="2023-08-11T14:21:45.551" v="763"/>
          <ac:graphicFrameMkLst>
            <pc:docMk/>
            <pc:sldMk cId="1654705270" sldId="372"/>
            <ac:graphicFrameMk id="4" creationId="{174541F2-BC43-258B-38EF-832174016580}"/>
          </ac:graphicFrameMkLst>
        </pc:graphicFrameChg>
      </pc:sldChg>
      <pc:sldChg chg="modSp add mod setBg">
        <pc:chgData name="Nicole WU" userId="4cf90142-5117-41df-a92b-6216d87bdf3c" providerId="ADAL" clId="{4364C73F-F9F0-5C42-BD63-2AC7397AC239}" dt="2023-08-11T14:33:20.625" v="911" actId="20577"/>
        <pc:sldMkLst>
          <pc:docMk/>
          <pc:sldMk cId="770390803" sldId="373"/>
        </pc:sldMkLst>
        <pc:spChg chg="mod">
          <ac:chgData name="Nicole WU" userId="4cf90142-5117-41df-a92b-6216d87bdf3c" providerId="ADAL" clId="{4364C73F-F9F0-5C42-BD63-2AC7397AC239}" dt="2023-08-11T14:33:20.625" v="911" actId="20577"/>
          <ac:spMkLst>
            <pc:docMk/>
            <pc:sldMk cId="770390803" sldId="373"/>
            <ac:spMk id="7" creationId="{FB331400-FF8A-6915-8BD7-38439780BF6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FFAB1A-079C-564C-A3B2-E630BC843578}" type="datetimeFigureOut">
              <a:rPr lang="it-IT" smtClean="0"/>
              <a:t>15/08/2023</a:t>
            </a:fld>
            <a:endParaRPr lang="it-IT"/>
          </a:p>
        </p:txBody>
      </p:sp>
      <p:sp>
        <p:nvSpPr>
          <p:cNvPr id="4" name="Segnaposto piè di pa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900685-03CC-EF47-A6B6-8CB07CAC109C}" type="slidenum">
              <a:rPr lang="it-IT" smtClean="0"/>
              <a:t>‹#›</a:t>
            </a:fld>
            <a:endParaRPr lang="it-IT"/>
          </a:p>
        </p:txBody>
      </p:sp>
    </p:spTree>
    <p:extLst>
      <p:ext uri="{BB962C8B-B14F-4D97-AF65-F5344CB8AC3E}">
        <p14:creationId xmlns:p14="http://schemas.microsoft.com/office/powerpoint/2010/main" val="15066613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B21A65-5E85-7243-A45D-5622BE4ACE07}" type="datetimeFigureOut">
              <a:rPr lang="it-IT" smtClean="0"/>
              <a:t>15/08/2023</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27884D-8063-894A-9B96-2E8B250142EB}" type="slidenum">
              <a:rPr lang="it-IT" smtClean="0"/>
              <a:t>‹#›</a:t>
            </a:fld>
            <a:endParaRPr lang="it-IT"/>
          </a:p>
        </p:txBody>
      </p:sp>
    </p:spTree>
    <p:extLst>
      <p:ext uri="{BB962C8B-B14F-4D97-AF65-F5344CB8AC3E}">
        <p14:creationId xmlns:p14="http://schemas.microsoft.com/office/powerpoint/2010/main" val="1519342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a:t>
            </a:fld>
            <a:endParaRPr lang="it-IT"/>
          </a:p>
        </p:txBody>
      </p:sp>
    </p:spTree>
    <p:extLst>
      <p:ext uri="{BB962C8B-B14F-4D97-AF65-F5344CB8AC3E}">
        <p14:creationId xmlns:p14="http://schemas.microsoft.com/office/powerpoint/2010/main" val="26249291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1" indent="-342900" algn="l" defTabSz="914400" rtl="0" eaLnBrk="1" fontAlgn="auto" latinLnBrk="0" hangingPunct="1">
              <a:lnSpc>
                <a:spcPct val="100000"/>
              </a:lnSpc>
              <a:spcBef>
                <a:spcPts val="1000"/>
              </a:spcBef>
              <a:spcAft>
                <a:spcPts val="0"/>
              </a:spcAft>
              <a:buClrTx/>
              <a:buSzTx/>
              <a:buFontTx/>
              <a:buNone/>
              <a:tabLst/>
              <a:defRPr/>
            </a:pPr>
            <a:r>
              <a:rPr lang="en-US" sz="2400"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useful in emergencies where F2F survey is not feasible</a:t>
            </a:r>
          </a:p>
          <a:p>
            <a:pPr marL="342900" lvl="1" indent="-342900">
              <a:spcBef>
                <a:spcPts val="1000"/>
              </a:spcBef>
            </a:pPr>
            <a:endPar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endParaRPr>
          </a:p>
          <a:p>
            <a:pPr marL="342900" lvl="1" indent="-342900">
              <a:spcBef>
                <a:spcPts val="1000"/>
              </a:spcBef>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The Challenge with </a:t>
            </a:r>
            <a:r>
              <a:rPr lang="en-US" sz="2400"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numbers &amp; methodology is that not it is been validated against CARI or IPC</a:t>
            </a:r>
          </a:p>
          <a:p>
            <a:pPr marL="800100" lvl="2" indent="-342900">
              <a:spcBef>
                <a:spcPts val="1000"/>
              </a:spcBef>
            </a:pPr>
            <a:r>
              <a:rPr lang="en-US" sz="2200">
                <a:latin typeface="Open Sans" panose="020B0606030504020204" pitchFamily="34" charset="0"/>
                <a:ea typeface="Open Sans" panose="020B0606030504020204" pitchFamily="34" charset="0"/>
                <a:cs typeface="Times New Roman" panose="02020603050405020304" pitchFamily="18" charset="0"/>
              </a:rPr>
              <a:t>Though is easily available, results are not globally accepted</a:t>
            </a:r>
            <a:endParaRPr lang="en-GB" sz="2200">
              <a:latin typeface="Open Sans" panose="020B0606030504020204" pitchFamily="34" charset="0"/>
              <a:ea typeface="Open Sans" panose="020B060603050402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C227884D-8063-894A-9B96-2E8B250142EB}" type="slidenum">
              <a:rPr lang="it-IT" smtClean="0"/>
              <a:t>2</a:t>
            </a:fld>
            <a:endParaRPr lang="it-IT"/>
          </a:p>
        </p:txBody>
      </p:sp>
    </p:spTree>
    <p:extLst>
      <p:ext uri="{BB962C8B-B14F-4D97-AF65-F5344CB8AC3E}">
        <p14:creationId xmlns:p14="http://schemas.microsoft.com/office/powerpoint/2010/main" val="805615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just">
              <a:lnSpc>
                <a:spcPct val="107000"/>
              </a:lnSpc>
              <a:buFont typeface="+mj-lt"/>
              <a:buNone/>
            </a:pPr>
            <a:r>
              <a:rPr lang="en-GB" sz="1200" err="1">
                <a:effectLst/>
                <a:latin typeface="Calibri" panose="020F0502020204030204" pitchFamily="34" charset="0"/>
                <a:ea typeface="Calibri" panose="020F0502020204030204" pitchFamily="34" charset="0"/>
                <a:cs typeface="Calibri" panose="020F0502020204030204" pitchFamily="34" charset="0"/>
              </a:rPr>
              <a:t>rCARI</a:t>
            </a:r>
            <a:r>
              <a:rPr lang="en-GB" sz="1200">
                <a:effectLst/>
                <a:latin typeface="Calibri" panose="020F0502020204030204" pitchFamily="34" charset="0"/>
                <a:ea typeface="Calibri" panose="020F0502020204030204" pitchFamily="34" charset="0"/>
                <a:cs typeface="Calibri" panose="020F0502020204030204" pitchFamily="34" charset="0"/>
              </a:rPr>
              <a:t> is based on the following modules</a:t>
            </a:r>
          </a:p>
          <a:p>
            <a:pPr marL="342900" lvl="0" indent="-342900" algn="just">
              <a:lnSpc>
                <a:spcPct val="107000"/>
              </a:lnSpc>
              <a:buFont typeface="+mj-lt"/>
              <a:buAutoNum type="arabicPeriod"/>
            </a:pPr>
            <a:r>
              <a:rPr lang="en-GB" sz="1200">
                <a:effectLst/>
                <a:latin typeface="Calibri" panose="020F0502020204030204" pitchFamily="34" charset="0"/>
                <a:ea typeface="Calibri" panose="020F0502020204030204" pitchFamily="34" charset="0"/>
                <a:cs typeface="Calibri" panose="020F0502020204030204" pitchFamily="34" charset="0"/>
              </a:rPr>
              <a:t>Food consumption score </a:t>
            </a:r>
            <a:endParaRPr lang="en-GB" sz="12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buFont typeface="+mj-lt"/>
              <a:buAutoNum type="arabicPeriod"/>
            </a:pPr>
            <a:r>
              <a:rPr lang="en-GB" sz="1200">
                <a:effectLst/>
                <a:latin typeface="Calibri" panose="020F0502020204030204" pitchFamily="34" charset="0"/>
                <a:ea typeface="Calibri" panose="020F0502020204030204" pitchFamily="34" charset="0"/>
                <a:cs typeface="Calibri" panose="020F0502020204030204" pitchFamily="34" charset="0"/>
              </a:rPr>
              <a:t>Consumption-based coping strategy (</a:t>
            </a:r>
            <a:r>
              <a:rPr lang="en-GB" sz="1200" err="1">
                <a:effectLst/>
                <a:latin typeface="Calibri" panose="020F0502020204030204" pitchFamily="34" charset="0"/>
                <a:ea typeface="Calibri" panose="020F0502020204030204" pitchFamily="34" charset="0"/>
                <a:cs typeface="Calibri" panose="020F0502020204030204" pitchFamily="34" charset="0"/>
              </a:rPr>
              <a:t>rCSI</a:t>
            </a:r>
            <a:r>
              <a:rPr lang="en-GB" sz="1200">
                <a:effectLst/>
                <a:latin typeface="Calibri" panose="020F0502020204030204" pitchFamily="34" charset="0"/>
                <a:ea typeface="Calibri" panose="020F0502020204030204" pitchFamily="34" charset="0"/>
                <a:cs typeface="Calibri" panose="020F0502020204030204" pitchFamily="34" charset="0"/>
              </a:rPr>
              <a:t>)</a:t>
            </a:r>
            <a:endParaRPr lang="en-GB" sz="12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buFont typeface="+mj-lt"/>
              <a:buAutoNum type="arabicPeriod"/>
            </a:pPr>
            <a:r>
              <a:rPr lang="en-GB" sz="1200">
                <a:effectLst/>
                <a:latin typeface="Calibri" panose="020F0502020204030204" pitchFamily="34" charset="0"/>
                <a:ea typeface="Calibri" panose="020F0502020204030204" pitchFamily="34" charset="0"/>
                <a:cs typeface="Calibri" panose="020F0502020204030204" pitchFamily="34" charset="0"/>
              </a:rPr>
              <a:t>Livelihood coping strategy (usually a shorter version of the original) </a:t>
            </a:r>
            <a:endParaRPr lang="en-GB" sz="12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buFont typeface="+mj-lt"/>
              <a:buAutoNum type="arabicPeriod"/>
            </a:pPr>
            <a:r>
              <a:rPr lang="en-GB" sz="1200">
                <a:effectLst/>
                <a:latin typeface="Calibri" panose="020F0502020204030204" pitchFamily="34" charset="0"/>
                <a:ea typeface="Calibri" panose="020F0502020204030204" pitchFamily="34" charset="0"/>
                <a:cs typeface="Calibri" panose="020F0502020204030204" pitchFamily="34" charset="0"/>
              </a:rPr>
              <a:t>Income sources </a:t>
            </a:r>
            <a:endParaRPr lang="en-GB" sz="12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spcAft>
                <a:spcPts val="800"/>
              </a:spcAft>
              <a:buFont typeface="+mj-lt"/>
              <a:buAutoNum type="arabicPeriod"/>
            </a:pPr>
            <a:r>
              <a:rPr lang="en-GB" sz="1200">
                <a:effectLst/>
                <a:latin typeface="Calibri" panose="020F0502020204030204" pitchFamily="34" charset="0"/>
                <a:ea typeface="Calibri" panose="020F0502020204030204" pitchFamily="34" charset="0"/>
                <a:cs typeface="Calibri" panose="020F0502020204030204" pitchFamily="34" charset="0"/>
              </a:rPr>
              <a:t>Changes in income </a:t>
            </a:r>
            <a:endParaRPr lang="en-GB" sz="120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C227884D-8063-894A-9B96-2E8B250142EB}" type="slidenum">
              <a:rPr lang="it-IT" smtClean="0"/>
              <a:t>3</a:t>
            </a:fld>
            <a:endParaRPr lang="it-IT"/>
          </a:p>
        </p:txBody>
      </p:sp>
    </p:spTree>
    <p:extLst>
      <p:ext uri="{BB962C8B-B14F-4D97-AF65-F5344CB8AC3E}">
        <p14:creationId xmlns:p14="http://schemas.microsoft.com/office/powerpoint/2010/main" val="2110826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chemeClr val="accent6"/>
                </a:solidFill>
              </a:rPr>
              <a:t>Used the available indicators and created </a:t>
            </a:r>
            <a:r>
              <a:rPr lang="en-US" err="1">
                <a:solidFill>
                  <a:schemeClr val="accent6"/>
                </a:solidFill>
              </a:rPr>
              <a:t>rCSI</a:t>
            </a:r>
            <a:r>
              <a:rPr lang="en-US">
                <a:solidFill>
                  <a:schemeClr val="accent6"/>
                </a:solidFill>
              </a:rPr>
              <a:t> gender-sensitive </a:t>
            </a:r>
          </a:p>
          <a:p>
            <a:r>
              <a:rPr lang="en-US">
                <a:solidFill>
                  <a:schemeClr val="accent6"/>
                </a:solidFill>
              </a:rPr>
              <a:t>Sampled at HH level and interviewed 2 members in each HH (male and female) </a:t>
            </a:r>
          </a:p>
          <a:p>
            <a:r>
              <a:rPr lang="en-GB">
                <a:solidFill>
                  <a:schemeClr val="accent6"/>
                </a:solidFill>
              </a:rPr>
              <a:t>We got money from Gender, we had time before the official start of the </a:t>
            </a:r>
            <a:r>
              <a:rPr lang="en-GB" err="1">
                <a:solidFill>
                  <a:schemeClr val="accent6"/>
                </a:solidFill>
              </a:rPr>
              <a:t>rCARI</a:t>
            </a:r>
            <a:r>
              <a:rPr lang="en-GB">
                <a:solidFill>
                  <a:schemeClr val="accent6"/>
                </a:solidFill>
              </a:rPr>
              <a:t> study </a:t>
            </a:r>
          </a:p>
        </p:txBody>
      </p:sp>
      <p:sp>
        <p:nvSpPr>
          <p:cNvPr id="4" name="Slide Number Placeholder 3"/>
          <p:cNvSpPr>
            <a:spLocks noGrp="1"/>
          </p:cNvSpPr>
          <p:nvPr>
            <p:ph type="sldNum" sz="quarter" idx="5"/>
          </p:nvPr>
        </p:nvSpPr>
        <p:spPr/>
        <p:txBody>
          <a:bodyPr/>
          <a:lstStyle/>
          <a:p>
            <a:fld id="{C227884D-8063-894A-9B96-2E8B250142EB}" type="slidenum">
              <a:rPr lang="it-IT" smtClean="0"/>
              <a:t>4</a:t>
            </a:fld>
            <a:endParaRPr lang="it-IT"/>
          </a:p>
        </p:txBody>
      </p:sp>
    </p:spTree>
    <p:extLst>
      <p:ext uri="{BB962C8B-B14F-4D97-AF65-F5344CB8AC3E}">
        <p14:creationId xmlns:p14="http://schemas.microsoft.com/office/powerpoint/2010/main" val="3249709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6</a:t>
            </a:fld>
            <a:endParaRPr lang="it-IT"/>
          </a:p>
        </p:txBody>
      </p:sp>
    </p:spTree>
    <p:extLst>
      <p:ext uri="{BB962C8B-B14F-4D97-AF65-F5344CB8AC3E}">
        <p14:creationId xmlns:p14="http://schemas.microsoft.com/office/powerpoint/2010/main" val="2512950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7</a:t>
            </a:fld>
            <a:endParaRPr lang="it-IT"/>
          </a:p>
        </p:txBody>
      </p:sp>
    </p:spTree>
    <p:extLst>
      <p:ext uri="{BB962C8B-B14F-4D97-AF65-F5344CB8AC3E}">
        <p14:creationId xmlns:p14="http://schemas.microsoft.com/office/powerpoint/2010/main" val="40413288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solidFill>
                <a:schemeClr val="accent6"/>
              </a:solidFill>
            </a:endParaRPr>
          </a:p>
        </p:txBody>
      </p:sp>
      <p:sp>
        <p:nvSpPr>
          <p:cNvPr id="4" name="Slide Number Placeholder 3"/>
          <p:cNvSpPr>
            <a:spLocks noGrp="1"/>
          </p:cNvSpPr>
          <p:nvPr>
            <p:ph type="sldNum" sz="quarter" idx="5"/>
          </p:nvPr>
        </p:nvSpPr>
        <p:spPr/>
        <p:txBody>
          <a:bodyPr/>
          <a:lstStyle/>
          <a:p>
            <a:fld id="{C227884D-8063-894A-9B96-2E8B250142EB}" type="slidenum">
              <a:rPr lang="it-IT" smtClean="0"/>
              <a:t>8</a:t>
            </a:fld>
            <a:endParaRPr lang="it-IT"/>
          </a:p>
        </p:txBody>
      </p:sp>
    </p:spTree>
    <p:extLst>
      <p:ext uri="{BB962C8B-B14F-4D97-AF65-F5344CB8AC3E}">
        <p14:creationId xmlns:p14="http://schemas.microsoft.com/office/powerpoint/2010/main" val="8138000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27884D-8063-894A-9B96-2E8B250142EB}" type="slidenum">
              <a:rPr lang="it-IT" smtClean="0"/>
              <a:t>9</a:t>
            </a:fld>
            <a:endParaRPr lang="it-IT"/>
          </a:p>
        </p:txBody>
      </p:sp>
    </p:spTree>
    <p:extLst>
      <p:ext uri="{BB962C8B-B14F-4D97-AF65-F5344CB8AC3E}">
        <p14:creationId xmlns:p14="http://schemas.microsoft.com/office/powerpoint/2010/main" val="1482199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chemeClr val="accent6"/>
                </a:solidFill>
              </a:rPr>
              <a:t>Used the available indicators and created </a:t>
            </a:r>
            <a:r>
              <a:rPr lang="en-US" err="1">
                <a:solidFill>
                  <a:schemeClr val="accent6"/>
                </a:solidFill>
              </a:rPr>
              <a:t>rCSI</a:t>
            </a:r>
            <a:r>
              <a:rPr lang="en-US">
                <a:solidFill>
                  <a:schemeClr val="accent6"/>
                </a:solidFill>
              </a:rPr>
              <a:t> gender-sensitive </a:t>
            </a:r>
          </a:p>
          <a:p>
            <a:r>
              <a:rPr lang="en-US">
                <a:solidFill>
                  <a:schemeClr val="accent6"/>
                </a:solidFill>
              </a:rPr>
              <a:t>Sampled at HH level and interviewed 2 members in each HH (male and female) </a:t>
            </a:r>
          </a:p>
          <a:p>
            <a:r>
              <a:rPr lang="en-GB">
                <a:solidFill>
                  <a:schemeClr val="accent6"/>
                </a:solidFill>
              </a:rPr>
              <a:t>We got money from Gender, we had time before the official start of the </a:t>
            </a:r>
            <a:r>
              <a:rPr lang="en-GB" err="1">
                <a:solidFill>
                  <a:schemeClr val="accent6"/>
                </a:solidFill>
              </a:rPr>
              <a:t>rCARI</a:t>
            </a:r>
            <a:r>
              <a:rPr lang="en-GB">
                <a:solidFill>
                  <a:schemeClr val="accent6"/>
                </a:solidFill>
              </a:rPr>
              <a:t> study </a:t>
            </a:r>
          </a:p>
        </p:txBody>
      </p:sp>
      <p:sp>
        <p:nvSpPr>
          <p:cNvPr id="4" name="Slide Number Placeholder 3"/>
          <p:cNvSpPr>
            <a:spLocks noGrp="1"/>
          </p:cNvSpPr>
          <p:nvPr>
            <p:ph type="sldNum" sz="quarter" idx="5"/>
          </p:nvPr>
        </p:nvSpPr>
        <p:spPr/>
        <p:txBody>
          <a:bodyPr/>
          <a:lstStyle/>
          <a:p>
            <a:fld id="{C227884D-8063-894A-9B96-2E8B250142EB}" type="slidenum">
              <a:rPr lang="it-IT" smtClean="0"/>
              <a:t>10</a:t>
            </a:fld>
            <a:endParaRPr lang="it-IT"/>
          </a:p>
        </p:txBody>
      </p:sp>
    </p:spTree>
    <p:extLst>
      <p:ext uri="{BB962C8B-B14F-4D97-AF65-F5344CB8AC3E}">
        <p14:creationId xmlns:p14="http://schemas.microsoft.com/office/powerpoint/2010/main" val="40659122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chemeClr val="accent6"/>
                </a:solidFill>
              </a:rPr>
              <a:t>Used the available indicators and created </a:t>
            </a:r>
            <a:r>
              <a:rPr lang="en-US" err="1">
                <a:solidFill>
                  <a:schemeClr val="accent6"/>
                </a:solidFill>
              </a:rPr>
              <a:t>rCSI</a:t>
            </a:r>
            <a:r>
              <a:rPr lang="en-US">
                <a:solidFill>
                  <a:schemeClr val="accent6"/>
                </a:solidFill>
              </a:rPr>
              <a:t> gender-sensitive </a:t>
            </a:r>
          </a:p>
          <a:p>
            <a:r>
              <a:rPr lang="en-US">
                <a:solidFill>
                  <a:schemeClr val="accent6"/>
                </a:solidFill>
              </a:rPr>
              <a:t>Sampled at HH level and interviewed 2 members in each HH (male and female) </a:t>
            </a:r>
          </a:p>
          <a:p>
            <a:r>
              <a:rPr lang="en-GB">
                <a:solidFill>
                  <a:schemeClr val="accent6"/>
                </a:solidFill>
              </a:rPr>
              <a:t>We got money from Gender, we had time before the official start of the </a:t>
            </a:r>
            <a:r>
              <a:rPr lang="en-GB" err="1">
                <a:solidFill>
                  <a:schemeClr val="accent6"/>
                </a:solidFill>
              </a:rPr>
              <a:t>rCARI</a:t>
            </a:r>
            <a:r>
              <a:rPr lang="en-GB">
                <a:solidFill>
                  <a:schemeClr val="accent6"/>
                </a:solidFill>
              </a:rPr>
              <a:t> study </a:t>
            </a:r>
          </a:p>
        </p:txBody>
      </p:sp>
      <p:sp>
        <p:nvSpPr>
          <p:cNvPr id="4" name="Slide Number Placeholder 3"/>
          <p:cNvSpPr>
            <a:spLocks noGrp="1"/>
          </p:cNvSpPr>
          <p:nvPr>
            <p:ph type="sldNum" sz="quarter" idx="5"/>
          </p:nvPr>
        </p:nvSpPr>
        <p:spPr/>
        <p:txBody>
          <a:bodyPr/>
          <a:lstStyle/>
          <a:p>
            <a:fld id="{C227884D-8063-894A-9B96-2E8B250142EB}" type="slidenum">
              <a:rPr lang="it-IT" smtClean="0"/>
              <a:t>11</a:t>
            </a:fld>
            <a:endParaRPr lang="it-IT"/>
          </a:p>
        </p:txBody>
      </p:sp>
    </p:spTree>
    <p:extLst>
      <p:ext uri="{BB962C8B-B14F-4D97-AF65-F5344CB8AC3E}">
        <p14:creationId xmlns:p14="http://schemas.microsoft.com/office/powerpoint/2010/main" val="2885358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chemeClr val="accent6"/>
                </a:solidFill>
              </a:rPr>
              <a:t>Used the available indicators and created </a:t>
            </a:r>
            <a:r>
              <a:rPr lang="en-US" err="1">
                <a:solidFill>
                  <a:schemeClr val="accent6"/>
                </a:solidFill>
              </a:rPr>
              <a:t>rCSI</a:t>
            </a:r>
            <a:r>
              <a:rPr lang="en-US">
                <a:solidFill>
                  <a:schemeClr val="accent6"/>
                </a:solidFill>
              </a:rPr>
              <a:t> gender-sensitive </a:t>
            </a:r>
          </a:p>
          <a:p>
            <a:r>
              <a:rPr lang="en-US">
                <a:solidFill>
                  <a:schemeClr val="accent6"/>
                </a:solidFill>
              </a:rPr>
              <a:t>Sampled at HH level and interviewed 2 members in each HH (male and female) </a:t>
            </a:r>
          </a:p>
          <a:p>
            <a:r>
              <a:rPr lang="en-GB">
                <a:solidFill>
                  <a:schemeClr val="accent6"/>
                </a:solidFill>
              </a:rPr>
              <a:t>We got money from Gender, we had time before the official start of the </a:t>
            </a:r>
            <a:r>
              <a:rPr lang="en-GB" err="1">
                <a:solidFill>
                  <a:schemeClr val="accent6"/>
                </a:solidFill>
              </a:rPr>
              <a:t>rCARI</a:t>
            </a:r>
            <a:r>
              <a:rPr lang="en-GB">
                <a:solidFill>
                  <a:schemeClr val="accent6"/>
                </a:solidFill>
              </a:rPr>
              <a:t> study </a:t>
            </a:r>
          </a:p>
        </p:txBody>
      </p:sp>
      <p:sp>
        <p:nvSpPr>
          <p:cNvPr id="4" name="Slide Number Placeholder 3"/>
          <p:cNvSpPr>
            <a:spLocks noGrp="1"/>
          </p:cNvSpPr>
          <p:nvPr>
            <p:ph type="sldNum" sz="quarter" idx="5"/>
          </p:nvPr>
        </p:nvSpPr>
        <p:spPr/>
        <p:txBody>
          <a:bodyPr/>
          <a:lstStyle/>
          <a:p>
            <a:fld id="{C227884D-8063-894A-9B96-2E8B250142EB}" type="slidenum">
              <a:rPr lang="it-IT" smtClean="0"/>
              <a:t>12</a:t>
            </a:fld>
            <a:endParaRPr lang="it-IT"/>
          </a:p>
        </p:txBody>
      </p:sp>
    </p:spTree>
    <p:extLst>
      <p:ext uri="{BB962C8B-B14F-4D97-AF65-F5344CB8AC3E}">
        <p14:creationId xmlns:p14="http://schemas.microsoft.com/office/powerpoint/2010/main" val="4228978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13</a:t>
            </a:fld>
            <a:endParaRPr lang="it-IT"/>
          </a:p>
        </p:txBody>
      </p:sp>
    </p:spTree>
    <p:extLst>
      <p:ext uri="{BB962C8B-B14F-4D97-AF65-F5344CB8AC3E}">
        <p14:creationId xmlns:p14="http://schemas.microsoft.com/office/powerpoint/2010/main" val="25724274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27884D-8063-894A-9B96-2E8B250142EB}"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74283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763591BB-DB01-D043-A519-067963333EAA}"/>
              </a:ext>
            </a:extLst>
          </p:cNvPr>
          <p:cNvPicPr>
            <a:picLocks noChangeAspect="1"/>
          </p:cNvPicPr>
          <p:nvPr userDrawn="1"/>
        </p:nvPicPr>
        <p:blipFill>
          <a:blip r:embed="rId2"/>
          <a:stretch>
            <a:fillRect/>
          </a:stretch>
        </p:blipFill>
        <p:spPr>
          <a:xfrm>
            <a:off x="10480232" y="643259"/>
            <a:ext cx="991329" cy="2648265"/>
          </a:xfrm>
          <a:prstGeom prst="rect">
            <a:avLst/>
          </a:prstGeom>
        </p:spPr>
      </p:pic>
    </p:spTree>
    <p:extLst>
      <p:ext uri="{BB962C8B-B14F-4D97-AF65-F5344CB8AC3E}">
        <p14:creationId xmlns:p14="http://schemas.microsoft.com/office/powerpoint/2010/main" val="1536967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846311" y="664870"/>
            <a:ext cx="10542124" cy="1152000"/>
          </a:xfrm>
          <a:prstGeom prst="rect">
            <a:avLst/>
          </a:prstGeom>
        </p:spPr>
        <p:txBody>
          <a:bodyPr>
            <a:noAutofit/>
          </a:bodyPr>
          <a:lstStyle>
            <a:lvl1pPr marL="0" marR="0" indent="0" algn="l" defTabSz="914400" rtl="0" eaLnBrk="1" fontAlgn="auto" latinLnBrk="0" hangingPunct="1">
              <a:lnSpc>
                <a:spcPct val="90000"/>
              </a:lnSpc>
              <a:spcBef>
                <a:spcPct val="0"/>
              </a:spcBef>
              <a:spcAft>
                <a:spcPts val="0"/>
              </a:spcAft>
              <a:buClrTx/>
              <a:buSzTx/>
              <a:buFontTx/>
              <a:buNone/>
              <a:tabLst/>
              <a:defRPr b="1" i="0">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it-IT"/>
              <a:t>Click to </a:t>
            </a:r>
            <a:r>
              <a:rPr lang="it-IT" err="1"/>
              <a:t>insert</a:t>
            </a:r>
            <a:r>
              <a:rPr lang="it-IT"/>
              <a:t> </a:t>
            </a:r>
            <a:r>
              <a:rPr lang="it-IT" err="1"/>
              <a:t>title</a:t>
            </a:r>
            <a:endParaRPr lang="it-IT"/>
          </a:p>
        </p:txBody>
      </p:sp>
      <p:sp>
        <p:nvSpPr>
          <p:cNvPr id="3" name="Segnaposto contenuto 2"/>
          <p:cNvSpPr>
            <a:spLocks noGrp="1"/>
          </p:cNvSpPr>
          <p:nvPr>
            <p:ph idx="1" hasCustomPrompt="1"/>
          </p:nvPr>
        </p:nvSpPr>
        <p:spPr>
          <a:xfrm>
            <a:off x="846312" y="1919941"/>
            <a:ext cx="10542124" cy="4100053"/>
          </a:xfrm>
        </p:spPr>
        <p:txBody>
          <a:bodyPr>
            <a:noAutofit/>
          </a:bodyPr>
          <a:lstStyle>
            <a:lvl1pPr marL="342900" indent="-342900">
              <a:lnSpc>
                <a:spcPct val="100000"/>
              </a:lnSpc>
              <a:buClr>
                <a:srgbClr val="0070BA"/>
              </a:buClr>
              <a:buFont typeface="Arial" charset="0"/>
              <a:buChar char="•"/>
              <a:defRPr baseline="0"/>
            </a:lvl1pPr>
            <a:lvl2pPr marL="742950" indent="-285750">
              <a:lnSpc>
                <a:spcPct val="100000"/>
              </a:lnSpc>
              <a:buClr>
                <a:srgbClr val="0070BA"/>
              </a:buClr>
              <a:buFont typeface="Arial" charset="0"/>
              <a:buChar char="•"/>
              <a:defRPr baseline="0"/>
            </a:lvl2pPr>
            <a:lvl3pPr marL="1200150" indent="-285750">
              <a:lnSpc>
                <a:spcPct val="100000"/>
              </a:lnSpc>
              <a:buClr>
                <a:srgbClr val="0070BA"/>
              </a:buClr>
              <a:buFont typeface="Arial" charset="0"/>
              <a:buChar char="•"/>
              <a:defRPr baseline="0"/>
            </a:lvl3pPr>
            <a:lvl4pPr marL="1657350" indent="-285750">
              <a:lnSpc>
                <a:spcPct val="100000"/>
              </a:lnSpc>
              <a:buClr>
                <a:srgbClr val="0070BA"/>
              </a:buClr>
              <a:buFont typeface="Arial" charset="0"/>
              <a:buChar char="•"/>
              <a:defRPr/>
            </a:lvl4pPr>
            <a:lvl5pPr marL="2114550" indent="-28575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393736" y="5969757"/>
            <a:ext cx="1625642" cy="797675"/>
          </a:xfrm>
          <a:prstGeom prst="rect">
            <a:avLst/>
          </a:prstGeom>
        </p:spPr>
      </p:pic>
    </p:spTree>
    <p:extLst>
      <p:ext uri="{BB962C8B-B14F-4D97-AF65-F5344CB8AC3E}">
        <p14:creationId xmlns:p14="http://schemas.microsoft.com/office/powerpoint/2010/main" val="2145421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olo e contenuto">
    <p:spTree>
      <p:nvGrpSpPr>
        <p:cNvPr id="1" name=""/>
        <p:cNvGrpSpPr/>
        <p:nvPr/>
      </p:nvGrpSpPr>
      <p:grpSpPr>
        <a:xfrm>
          <a:off x="0" y="0"/>
          <a:ext cx="0" cy="0"/>
          <a:chOff x="0" y="0"/>
          <a:chExt cx="0" cy="0"/>
        </a:xfrm>
      </p:grpSpPr>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503066" y="5663048"/>
            <a:ext cx="1625642" cy="797675"/>
          </a:xfrm>
          <a:prstGeom prst="rect">
            <a:avLst/>
          </a:prstGeom>
        </p:spPr>
      </p:pic>
    </p:spTree>
    <p:extLst>
      <p:ext uri="{BB962C8B-B14F-4D97-AF65-F5344CB8AC3E}">
        <p14:creationId xmlns:p14="http://schemas.microsoft.com/office/powerpoint/2010/main" val="3407099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4" name="Segnaposto contenuto 3"/>
          <p:cNvSpPr>
            <a:spLocks noGrp="1"/>
          </p:cNvSpPr>
          <p:nvPr>
            <p:ph sz="half" idx="2" hasCustomPrompt="1"/>
          </p:nvPr>
        </p:nvSpPr>
        <p:spPr>
          <a:xfrm>
            <a:off x="6078019" y="1795071"/>
            <a:ext cx="5513982" cy="4100053"/>
          </a:xfrm>
        </p:spPr>
        <p:txBody>
          <a:bodyPr>
            <a:noAutofit/>
          </a:bodyPr>
          <a:lstStyle>
            <a:lvl1pPr marL="228600" indent="-228600">
              <a:lnSpc>
                <a:spcPct val="100000"/>
              </a:lnSpc>
              <a:buClr>
                <a:srgbClr val="0070BA"/>
              </a:buClr>
              <a:buFont typeface="Arial" charset="0"/>
              <a:buChar char="•"/>
              <a:defRPr/>
            </a:lvl1pPr>
            <a:lvl2pPr marL="685800" indent="-228600">
              <a:lnSpc>
                <a:spcPct val="100000"/>
              </a:lnSpc>
              <a:buClr>
                <a:srgbClr val="0070BA"/>
              </a:buClr>
              <a:buFont typeface="Arial" charset="0"/>
              <a:buChar char="•"/>
              <a:defRPr/>
            </a:lvl2pPr>
            <a:lvl3pPr marL="1143000" indent="-228600">
              <a:lnSpc>
                <a:spcPct val="100000"/>
              </a:lnSpc>
              <a:buClr>
                <a:srgbClr val="0070BA"/>
              </a:buClr>
              <a:buFont typeface="Arial" charset="0"/>
              <a:buChar char="•"/>
              <a:defRPr/>
            </a:lvl3pPr>
            <a:lvl4pPr marL="1600200" indent="-228600">
              <a:lnSpc>
                <a:spcPct val="100000"/>
              </a:lnSpc>
              <a:buClr>
                <a:srgbClr val="0070BA"/>
              </a:buClr>
              <a:buFont typeface="Arial" charset="0"/>
              <a:buChar char="•"/>
              <a:defRPr/>
            </a:lvl4pPr>
            <a:lvl5pPr marL="2057400" indent="-22860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8" name="Segnaposto numero diapositiva 5">
            <a:extLst>
              <a:ext uri="{FF2B5EF4-FFF2-40B4-BE49-F238E27FC236}">
                <a16:creationId xmlns:a16="http://schemas.microsoft.com/office/drawing/2014/main" id="{423F2EF9-E3A7-7C43-99DB-3D909AA2C805}"/>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C72777E0-737A-CE4D-97A6-44B3AB1E5235}"/>
              </a:ext>
            </a:extLst>
          </p:cNvPr>
          <p:cNvPicPr>
            <a:picLocks noChangeAspect="1"/>
          </p:cNvPicPr>
          <p:nvPr userDrawn="1"/>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45E43B2A-AD48-1C47-BB21-AA2602857130}"/>
              </a:ext>
            </a:extLst>
          </p:cNvPr>
          <p:cNvSpPr txBox="1">
            <a:spLocks/>
          </p:cNvSpPr>
          <p:nvPr userDrawn="1"/>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92110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5" name="Picture Placeholder 4">
            <a:extLst>
              <a:ext uri="{FF2B5EF4-FFF2-40B4-BE49-F238E27FC236}">
                <a16:creationId xmlns:a16="http://schemas.microsoft.com/office/drawing/2014/main" id="{D29D93D5-8F53-3444-8F3E-BBF377575DA2}"/>
              </a:ext>
            </a:extLst>
          </p:cNvPr>
          <p:cNvSpPr>
            <a:spLocks noGrp="1"/>
          </p:cNvSpPr>
          <p:nvPr>
            <p:ph type="pic" sz="quarter" idx="13"/>
          </p:nvPr>
        </p:nvSpPr>
        <p:spPr>
          <a:xfrm>
            <a:off x="6194425" y="1795463"/>
            <a:ext cx="5397500" cy="4098925"/>
          </a:xfrm>
        </p:spPr>
        <p:txBody>
          <a:bodyPr/>
          <a:lstStyle/>
          <a:p>
            <a:r>
              <a:rPr lang="en-GB"/>
              <a:t>Click icon to add picture</a:t>
            </a:r>
            <a:endParaRPr lang="it-IT"/>
          </a:p>
        </p:txBody>
      </p:sp>
      <p:sp>
        <p:nvSpPr>
          <p:cNvPr id="8" name="Segnaposto numero diapositiva 5">
            <a:extLst>
              <a:ext uri="{FF2B5EF4-FFF2-40B4-BE49-F238E27FC236}">
                <a16:creationId xmlns:a16="http://schemas.microsoft.com/office/drawing/2014/main" id="{592D85CC-EB0C-D645-85D6-3DB77E029306}"/>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EE9D2174-1656-564C-9C34-210AF0606E51}"/>
              </a:ext>
            </a:extLst>
          </p:cNvPr>
          <p:cNvPicPr>
            <a:picLocks noChangeAspect="1"/>
          </p:cNvPicPr>
          <p:nvPr userDrawn="1"/>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622D786E-D5DB-B346-B2FA-981C681ADAA2}"/>
              </a:ext>
            </a:extLst>
          </p:cNvPr>
          <p:cNvSpPr txBox="1">
            <a:spLocks/>
          </p:cNvSpPr>
          <p:nvPr userDrawn="1"/>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3135742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COVER">
    <p:spTree>
      <p:nvGrpSpPr>
        <p:cNvPr id="1" name=""/>
        <p:cNvGrpSpPr/>
        <p:nvPr/>
      </p:nvGrpSpPr>
      <p:grpSpPr>
        <a:xfrm>
          <a:off x="0" y="0"/>
          <a:ext cx="0" cy="0"/>
          <a:chOff x="0" y="0"/>
          <a:chExt cx="0" cy="0"/>
        </a:xfrm>
      </p:grpSpPr>
      <p:sp>
        <p:nvSpPr>
          <p:cNvPr id="2" name="Titolo 1"/>
          <p:cNvSpPr>
            <a:spLocks noGrp="1"/>
          </p:cNvSpPr>
          <p:nvPr>
            <p:ph type="ctrTitle" hasCustomPrompt="1"/>
          </p:nvPr>
        </p:nvSpPr>
        <p:spPr>
          <a:xfrm>
            <a:off x="2031224" y="675542"/>
            <a:ext cx="9595954" cy="1324205"/>
          </a:xfrm>
          <a:prstGeom prst="rect">
            <a:avLst/>
          </a:prstGeom>
        </p:spPr>
        <p:txBody>
          <a:bodyPr anchor="t">
            <a:noAutofit/>
          </a:bodyPr>
          <a:lstStyle>
            <a:lvl1pPr algn="l">
              <a:lnSpc>
                <a:spcPct val="100000"/>
              </a:lnSpc>
              <a:defRPr sz="3600" b="1" i="0" baseline="0">
                <a:solidFill>
                  <a:srgbClr val="0070BA"/>
                </a:solidFill>
                <a:latin typeface="Open Sans" charset="0"/>
                <a:ea typeface="Open Sans" charset="0"/>
                <a:cs typeface="Open Sans" charset="0"/>
              </a:defRPr>
            </a:lvl1pPr>
          </a:lstStyle>
          <a:p>
            <a:r>
              <a:rPr lang="en-US" noProof="0"/>
              <a:t>Click to insert title</a:t>
            </a:r>
          </a:p>
        </p:txBody>
      </p:sp>
      <p:sp>
        <p:nvSpPr>
          <p:cNvPr id="3" name="Sottotitolo 2"/>
          <p:cNvSpPr>
            <a:spLocks noGrp="1"/>
          </p:cNvSpPr>
          <p:nvPr>
            <p:ph type="subTitle" idx="1" hasCustomPrompt="1"/>
          </p:nvPr>
        </p:nvSpPr>
        <p:spPr>
          <a:xfrm>
            <a:off x="2045184" y="1999748"/>
            <a:ext cx="9595954" cy="1655762"/>
          </a:xfrm>
        </p:spPr>
        <p:txBody>
          <a:bodyPr anchor="t">
            <a:noAutofit/>
          </a:bodyPr>
          <a:lstStyle>
            <a:lvl1pPr marL="0" indent="0" algn="l">
              <a:buNone/>
              <a:defRPr sz="2400" b="0" i="0">
                <a:solidFill>
                  <a:srgbClr val="0070BA"/>
                </a:solidFill>
                <a:latin typeface="Open Sans" charset="0"/>
                <a:ea typeface="Open Sans" charset="0"/>
                <a:cs typeface="Open Sans"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insert subtitle</a:t>
            </a:r>
          </a:p>
        </p:txBody>
      </p:sp>
      <p:sp>
        <p:nvSpPr>
          <p:cNvPr id="4" name="Segnaposto data 3"/>
          <p:cNvSpPr>
            <a:spLocks noGrp="1"/>
          </p:cNvSpPr>
          <p:nvPr>
            <p:ph type="dt" sz="half" idx="10"/>
          </p:nvPr>
        </p:nvSpPr>
        <p:spPr>
          <a:xfrm>
            <a:off x="2066124" y="5820454"/>
            <a:ext cx="2743200" cy="365125"/>
          </a:xfrm>
        </p:spPr>
        <p:txBody>
          <a:bodyPr/>
          <a:lstStyle>
            <a:lvl1pPr algn="l">
              <a:defRPr sz="1400" b="1" i="0">
                <a:solidFill>
                  <a:srgbClr val="0070BA"/>
                </a:solidFill>
                <a:latin typeface="Open Sans" charset="0"/>
                <a:ea typeface="Open Sans" charset="0"/>
                <a:cs typeface="Open Sans" charset="0"/>
              </a:defRPr>
            </a:lvl1pPr>
          </a:lstStyle>
          <a:p>
            <a:r>
              <a:rPr lang="en-US" noProof="0"/>
              <a:t>Year Month</a:t>
            </a:r>
          </a:p>
        </p:txBody>
      </p:sp>
      <p:pic>
        <p:nvPicPr>
          <p:cNvPr id="7" name="Immagin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8163" y="539496"/>
            <a:ext cx="1082040" cy="5779008"/>
          </a:xfrm>
          <a:prstGeom prst="rect">
            <a:avLst/>
          </a:prstGeom>
        </p:spPr>
      </p:pic>
    </p:spTree>
    <p:extLst>
      <p:ext uri="{BB962C8B-B14F-4D97-AF65-F5344CB8AC3E}">
        <p14:creationId xmlns:p14="http://schemas.microsoft.com/office/powerpoint/2010/main" val="2516738171"/>
      </p:ext>
    </p:extLst>
  </p:cSld>
  <p:clrMapOvr>
    <a:masterClrMapping/>
  </p:clrMapOvr>
  <p:extLst>
    <p:ext uri="{DCECCB84-F9BA-43D5-87BE-67443E8EF086}">
      <p15:sldGuideLst xmlns:p15="http://schemas.microsoft.com/office/powerpoint/2012/main">
        <p15:guide id="1" pos="339">
          <p15:clr>
            <a:srgbClr val="FBAE40"/>
          </p15:clr>
        </p15:guide>
        <p15:guide id="2" orient="horz" pos="334">
          <p15:clr>
            <a:srgbClr val="FBAE40"/>
          </p15:clr>
        </p15:guide>
        <p15:guide id="3" orient="horz" pos="3978">
          <p15:clr>
            <a:srgbClr val="FBAE40"/>
          </p15:clr>
        </p15:guide>
        <p15:guide id="4" pos="1359">
          <p15:clr>
            <a:srgbClr val="FBAE40"/>
          </p15:clr>
        </p15:guide>
        <p15:guide id="5" orient="horz" pos="514">
          <p15:clr>
            <a:srgbClr val="FBAE40"/>
          </p15:clr>
        </p15:guide>
        <p15:guide id="6" pos="7333">
          <p15:clr>
            <a:srgbClr val="FBAE40"/>
          </p15:clr>
        </p15:guide>
        <p15:guide id="7" orient="horz" pos="379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ACC2D-EC83-3055-AD85-9937E510FD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992B70D-CB0A-A305-0583-D77E88FE80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0F710B-E2DC-0311-F81A-CDD287835D10}"/>
              </a:ext>
            </a:extLst>
          </p:cNvPr>
          <p:cNvSpPr>
            <a:spLocks noGrp="1"/>
          </p:cNvSpPr>
          <p:nvPr>
            <p:ph type="dt" sz="half" idx="10"/>
          </p:nvPr>
        </p:nvSpPr>
        <p:spPr/>
        <p:txBody>
          <a:bodyPr/>
          <a:lstStyle/>
          <a:p>
            <a:fld id="{4B9793DF-3F3C-4ECD-B28E-B1E9D96FE213}" type="datetimeFigureOut">
              <a:rPr lang="en-GB" smtClean="0"/>
              <a:t>15/08/2023</a:t>
            </a:fld>
            <a:endParaRPr lang="en-GB"/>
          </a:p>
        </p:txBody>
      </p:sp>
      <p:sp>
        <p:nvSpPr>
          <p:cNvPr id="5" name="Footer Placeholder 4">
            <a:extLst>
              <a:ext uri="{FF2B5EF4-FFF2-40B4-BE49-F238E27FC236}">
                <a16:creationId xmlns:a16="http://schemas.microsoft.com/office/drawing/2014/main" id="{B25877CC-BA9F-1E92-7E5C-18E89550F8E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A30B144-CBEA-9528-9D29-5B6AA84F2F38}"/>
              </a:ext>
            </a:extLst>
          </p:cNvPr>
          <p:cNvSpPr>
            <a:spLocks noGrp="1"/>
          </p:cNvSpPr>
          <p:nvPr>
            <p:ph type="sldNum" sz="quarter" idx="12"/>
          </p:nvPr>
        </p:nvSpPr>
        <p:spPr/>
        <p:txBody>
          <a:bodyPr/>
          <a:lstStyle/>
          <a:p>
            <a:fld id="{04AA0FC3-0A40-4613-B54B-244A432A3716}" type="slidenum">
              <a:rPr lang="en-GB" smtClean="0"/>
              <a:t>‹#›</a:t>
            </a:fld>
            <a:endParaRPr lang="en-GB"/>
          </a:p>
        </p:txBody>
      </p:sp>
    </p:spTree>
    <p:extLst>
      <p:ext uri="{BB962C8B-B14F-4D97-AF65-F5344CB8AC3E}">
        <p14:creationId xmlns:p14="http://schemas.microsoft.com/office/powerpoint/2010/main" val="1935808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 name="Segnaposto testo 2"/>
          <p:cNvSpPr>
            <a:spLocks noGrp="1"/>
          </p:cNvSpPr>
          <p:nvPr>
            <p:ph type="body" idx="1"/>
          </p:nvPr>
        </p:nvSpPr>
        <p:spPr>
          <a:xfrm>
            <a:off x="973394" y="1732935"/>
            <a:ext cx="10667744" cy="4444027"/>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7637761" y="6227991"/>
            <a:ext cx="2743200" cy="365125"/>
          </a:xfrm>
          <a:prstGeom prst="rect">
            <a:avLst/>
          </a:prstGeom>
        </p:spPr>
        <p:txBody>
          <a:bodyPr vert="horz" lIns="91440" tIns="45720" rIns="91440" bIns="45720" rtlCol="0" anchor="t"/>
          <a:lstStyle>
            <a:lvl1pPr algn="r">
              <a:defRPr sz="1200" b="0" i="0">
                <a:solidFill>
                  <a:srgbClr val="0070BA"/>
                </a:solidFill>
                <a:latin typeface="Open Sans" charset="0"/>
                <a:ea typeface="Open Sans" charset="0"/>
                <a:cs typeface="Open Sans" charset="0"/>
              </a:defRPr>
            </a:lvl1pPr>
          </a:lstStyle>
          <a:p>
            <a:r>
              <a:rPr lang="it-IT"/>
              <a:t>Year Month</a:t>
            </a:r>
          </a:p>
        </p:txBody>
      </p:sp>
      <p:sp>
        <p:nvSpPr>
          <p:cNvPr id="6" name="Segnaposto numero diapositiva 5"/>
          <p:cNvSpPr>
            <a:spLocks noGrp="1"/>
          </p:cNvSpPr>
          <p:nvPr>
            <p:ph type="sldNum" sz="quarter" idx="4"/>
          </p:nvPr>
        </p:nvSpPr>
        <p:spPr>
          <a:xfrm>
            <a:off x="10711542" y="6227991"/>
            <a:ext cx="1027267" cy="365125"/>
          </a:xfrm>
          <a:prstGeom prst="rect">
            <a:avLst/>
          </a:prstGeom>
        </p:spPr>
        <p:txBody>
          <a:bodyPr vert="horz" lIns="91440" tIns="45720" rIns="91440" bIns="45720" rtlCol="0" anchor="t"/>
          <a:lstStyle>
            <a:lvl1pPr algn="r">
              <a:defRPr sz="1200" b="1" i="0">
                <a:solidFill>
                  <a:srgbClr val="0070BA"/>
                </a:solidFill>
                <a:latin typeface="Open Sans" charset="0"/>
                <a:ea typeface="Open Sans" charset="0"/>
                <a:cs typeface="Open Sans" charset="0"/>
              </a:defRPr>
            </a:lvl1pPr>
          </a:lstStyle>
          <a:p>
            <a:fld id="{2026EB2A-1F26-4143-92A6-3B752CD465DB}" type="slidenum">
              <a:rPr lang="it-IT" smtClean="0"/>
              <a:pPr/>
              <a:t>‹#›</a:t>
            </a:fld>
            <a:endParaRPr lang="it-IT"/>
          </a:p>
        </p:txBody>
      </p:sp>
      <p:sp>
        <p:nvSpPr>
          <p:cNvPr id="5" name="Title Placeholder 4"/>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Tree>
    <p:extLst>
      <p:ext uri="{BB962C8B-B14F-4D97-AF65-F5344CB8AC3E}">
        <p14:creationId xmlns:p14="http://schemas.microsoft.com/office/powerpoint/2010/main" val="818424624"/>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4" r:id="rId3"/>
    <p:sldLayoutId id="2147483672" r:id="rId4"/>
    <p:sldLayoutId id="2147483673" r:id="rId5"/>
    <p:sldLayoutId id="2147483675" r:id="rId6"/>
    <p:sldLayoutId id="2147483676" r:id="rId7"/>
  </p:sldLayoutIdLst>
  <p:hf sldNum="0" hdr="0" ftr="0"/>
  <p:txStyles>
    <p:titleStyle>
      <a:lvl1pPr algn="l" defTabSz="914400" rtl="0" eaLnBrk="1" latinLnBrk="0" hangingPunct="1">
        <a:lnSpc>
          <a:spcPct val="90000"/>
        </a:lnSpc>
        <a:spcBef>
          <a:spcPct val="0"/>
        </a:spcBef>
        <a:buNone/>
        <a:defRPr sz="3000" b="1" i="0" kern="1200">
          <a:solidFill>
            <a:srgbClr val="0070BA"/>
          </a:solidFill>
          <a:latin typeface="Open Sans" charset="0"/>
          <a:ea typeface="Open Sans" charset="0"/>
          <a:cs typeface="Open Sans" charset="0"/>
        </a:defRPr>
      </a:lvl1pPr>
    </p:titleStyle>
    <p:body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74">
          <p15:clr>
            <a:srgbClr val="F26B43"/>
          </p15:clr>
        </p15:guide>
        <p15:guide id="2" pos="7333">
          <p15:clr>
            <a:srgbClr val="F26B43"/>
          </p15:clr>
        </p15:guide>
        <p15:guide id="3" pos="688">
          <p15:clr>
            <a:srgbClr val="F26B43"/>
          </p15:clr>
        </p15:guide>
        <p15:guide id="4" orient="horz" pos="334">
          <p15:clr>
            <a:srgbClr val="F26B43"/>
          </p15:clr>
        </p15:guide>
        <p15:guide id="5" orient="horz" pos="11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1954117" y="1165399"/>
            <a:ext cx="9595954" cy="741309"/>
          </a:xfrm>
        </p:spPr>
        <p:txBody>
          <a:bodyPr>
            <a:normAutofit/>
          </a:bodyPr>
          <a:lstStyle/>
          <a:p>
            <a:r>
              <a:rPr lang="en-US"/>
              <a:t>Remote CARI (</a:t>
            </a:r>
            <a:r>
              <a:rPr lang="en-US" err="1"/>
              <a:t>rCARI</a:t>
            </a:r>
            <a:r>
              <a:rPr lang="en-US"/>
              <a:t>) Validation Study</a:t>
            </a:r>
          </a:p>
        </p:txBody>
      </p:sp>
      <p:sp>
        <p:nvSpPr>
          <p:cNvPr id="3" name="Sottotitolo 2"/>
          <p:cNvSpPr>
            <a:spLocks noGrp="1"/>
          </p:cNvSpPr>
          <p:nvPr>
            <p:ph type="subTitle" idx="1"/>
          </p:nvPr>
        </p:nvSpPr>
        <p:spPr>
          <a:xfrm>
            <a:off x="1949934" y="1999748"/>
            <a:ext cx="9595954" cy="1655762"/>
          </a:xfrm>
        </p:spPr>
        <p:txBody>
          <a:bodyPr/>
          <a:lstStyle/>
          <a:p>
            <a:r>
              <a:rPr lang="en-US">
                <a:latin typeface="Open Sans"/>
                <a:ea typeface="Open Sans"/>
                <a:cs typeface="Open Sans"/>
              </a:rPr>
              <a:t>Results from Iraq pilot</a:t>
            </a:r>
            <a:endParaRPr lang="en-US"/>
          </a:p>
        </p:txBody>
      </p:sp>
      <p:pic>
        <p:nvPicPr>
          <p:cNvPr id="4" name="Picture 3">
            <a:extLst>
              <a:ext uri="{FF2B5EF4-FFF2-40B4-BE49-F238E27FC236}">
                <a16:creationId xmlns:a16="http://schemas.microsoft.com/office/drawing/2014/main" id="{A960D791-EF6F-FAB9-1B34-8EAE26F02003}"/>
              </a:ext>
            </a:extLst>
          </p:cNvPr>
          <p:cNvPicPr>
            <a:picLocks noChangeAspect="1"/>
          </p:cNvPicPr>
          <p:nvPr/>
        </p:nvPicPr>
        <p:blipFill>
          <a:blip r:embed="rId3"/>
          <a:stretch>
            <a:fillRect/>
          </a:stretch>
        </p:blipFill>
        <p:spPr>
          <a:xfrm>
            <a:off x="-23225" y="-363287"/>
            <a:ext cx="1202647" cy="320706"/>
          </a:xfrm>
          <a:prstGeom prst="rect">
            <a:avLst/>
          </a:prstGeom>
        </p:spPr>
      </p:pic>
      <p:sp>
        <p:nvSpPr>
          <p:cNvPr id="6" name="TextBox 5">
            <a:extLst>
              <a:ext uri="{FF2B5EF4-FFF2-40B4-BE49-F238E27FC236}">
                <a16:creationId xmlns:a16="http://schemas.microsoft.com/office/drawing/2014/main" id="{53CD270A-9458-E7A9-9B9B-7F70A19E11F1}"/>
              </a:ext>
            </a:extLst>
          </p:cNvPr>
          <p:cNvSpPr txBox="1"/>
          <p:nvPr/>
        </p:nvSpPr>
        <p:spPr>
          <a:xfrm>
            <a:off x="1949934" y="5554334"/>
            <a:ext cx="9595954" cy="707886"/>
          </a:xfrm>
          <a:prstGeom prst="rect">
            <a:avLst/>
          </a:prstGeom>
          <a:noFill/>
        </p:spPr>
        <p:txBody>
          <a:bodyPr wrap="square" lIns="91440" tIns="45720" rIns="91440" bIns="45720" rtlCol="0" anchor="t">
            <a:spAutoFit/>
          </a:bodyPr>
          <a:lstStyle/>
          <a:p>
            <a:r>
              <a:rPr lang="en-US" sz="2000" i="1">
                <a:solidFill>
                  <a:srgbClr val="0070BA"/>
                </a:solidFill>
              </a:rPr>
              <a:t>On behalf of :</a:t>
            </a:r>
          </a:p>
          <a:p>
            <a:r>
              <a:rPr lang="en-US" sz="2000" i="1" err="1">
                <a:solidFill>
                  <a:srgbClr val="0070BA"/>
                </a:solidFill>
              </a:rPr>
              <a:t>Alirah</a:t>
            </a:r>
            <a:r>
              <a:rPr lang="en-US" sz="2000" i="1">
                <a:solidFill>
                  <a:srgbClr val="0070BA"/>
                </a:solidFill>
              </a:rPr>
              <a:t> WEYORI &amp; Nicole WU (RAM-N) </a:t>
            </a:r>
          </a:p>
        </p:txBody>
      </p:sp>
    </p:spTree>
    <p:extLst>
      <p:ext uri="{BB962C8B-B14F-4D97-AF65-F5344CB8AC3E}">
        <p14:creationId xmlns:p14="http://schemas.microsoft.com/office/powerpoint/2010/main" val="3545166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824938" y="519907"/>
            <a:ext cx="10542124" cy="1152000"/>
          </a:xfrm>
        </p:spPr>
        <p:txBody>
          <a:bodyPr/>
          <a:lstStyle/>
          <a:p>
            <a:r>
              <a:rPr lang="en-GB"/>
              <a:t>Background</a:t>
            </a:r>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927459" y="1671907"/>
            <a:ext cx="10542124" cy="3813174"/>
          </a:xfrm>
        </p:spPr>
        <p:txBody>
          <a:bodyPr anchor="ctr"/>
          <a:lstStyle/>
          <a:p>
            <a:pPr>
              <a:spcBef>
                <a:spcPts val="600"/>
              </a:spcBef>
              <a:spcAft>
                <a:spcPts val="600"/>
              </a:spcAft>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Traditional food security data is collected as face-to-face for micro/macro level analysis</a:t>
            </a:r>
          </a:p>
          <a:p>
            <a:pPr>
              <a:spcBef>
                <a:spcPts val="600"/>
              </a:spcBef>
              <a:spcAft>
                <a:spcPts val="600"/>
              </a:spcAft>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In recent times face-to-face data collection restricted – limited access</a:t>
            </a:r>
          </a:p>
          <a:p>
            <a:pPr lvl="1">
              <a:lnSpc>
                <a:spcPct val="150000"/>
              </a:lnSpc>
              <a:spcBef>
                <a:spcPts val="600"/>
              </a:spcBef>
              <a:spcAft>
                <a:spcPts val="600"/>
              </a:spcAft>
            </a:pPr>
            <a:r>
              <a:rPr lang="en-US" sz="22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Data gap</a:t>
            </a:r>
          </a:p>
          <a:p>
            <a:pPr lvl="1">
              <a:spcBef>
                <a:spcPts val="600"/>
              </a:spcBef>
              <a:spcAft>
                <a:spcPts val="600"/>
              </a:spcAft>
            </a:pPr>
            <a:r>
              <a:rPr lang="en-US" sz="22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Negative impact for program design and implementation </a:t>
            </a:r>
          </a:p>
          <a:p>
            <a:pPr>
              <a:spcBef>
                <a:spcPts val="600"/>
              </a:spcBef>
              <a:spcAft>
                <a:spcPts val="600"/>
              </a:spcAft>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WFP developed a novel methodology-remote CARI (</a:t>
            </a:r>
            <a:r>
              <a:rPr lang="en-US" sz="2400"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a:t>
            </a:r>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23225" y="-363287"/>
            <a:ext cx="1202647" cy="320706"/>
          </a:xfrm>
          <a:prstGeom prst="rect">
            <a:avLst/>
          </a:prstGeom>
        </p:spPr>
      </p:pic>
    </p:spTree>
    <p:extLst>
      <p:ext uri="{BB962C8B-B14F-4D97-AF65-F5344CB8AC3E}">
        <p14:creationId xmlns:p14="http://schemas.microsoft.com/office/powerpoint/2010/main" val="2986976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824938" y="519907"/>
            <a:ext cx="10542124" cy="1152000"/>
          </a:xfrm>
        </p:spPr>
        <p:txBody>
          <a:bodyPr/>
          <a:lstStyle/>
          <a:p>
            <a:r>
              <a:rPr lang="en-GB"/>
              <a:t>Background</a:t>
            </a:r>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895928" y="1671907"/>
            <a:ext cx="4443327" cy="1627474"/>
          </a:xfrm>
        </p:spPr>
        <p:txBody>
          <a:bodyPr anchor="t"/>
          <a:lstStyle/>
          <a:p>
            <a:r>
              <a:rPr lang="en-US"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collects data through phone based or CATI interviews</a:t>
            </a:r>
          </a:p>
          <a:p>
            <a:r>
              <a:rPr lang="en-US"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aggregates indicators like standard CARI</a:t>
            </a:r>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23225" y="-363287"/>
            <a:ext cx="1202647" cy="320706"/>
          </a:xfrm>
          <a:prstGeom prst="rect">
            <a:avLst/>
          </a:prstGeom>
        </p:spPr>
      </p:pic>
      <p:pic>
        <p:nvPicPr>
          <p:cNvPr id="8" name="Picture 7" descr="A picture containing text, screenshot, font, number&#10;&#10;Description automatically generated">
            <a:extLst>
              <a:ext uri="{FF2B5EF4-FFF2-40B4-BE49-F238E27FC236}">
                <a16:creationId xmlns:a16="http://schemas.microsoft.com/office/drawing/2014/main" id="{9F548F5E-1645-A988-92FC-24A524438847}"/>
              </a:ext>
            </a:extLst>
          </p:cNvPr>
          <p:cNvPicPr>
            <a:picLocks noChangeAspect="1"/>
          </p:cNvPicPr>
          <p:nvPr/>
        </p:nvPicPr>
        <p:blipFill>
          <a:blip r:embed="rId4"/>
          <a:stretch>
            <a:fillRect/>
          </a:stretch>
        </p:blipFill>
        <p:spPr>
          <a:xfrm>
            <a:off x="5410245" y="1022430"/>
            <a:ext cx="6732938" cy="4813140"/>
          </a:xfrm>
          <a:prstGeom prst="rect">
            <a:avLst/>
          </a:prstGeom>
        </p:spPr>
      </p:pic>
      <p:sp>
        <p:nvSpPr>
          <p:cNvPr id="3" name="TextBox 2">
            <a:extLst>
              <a:ext uri="{FF2B5EF4-FFF2-40B4-BE49-F238E27FC236}">
                <a16:creationId xmlns:a16="http://schemas.microsoft.com/office/drawing/2014/main" id="{A7583CC2-3F6B-5B61-354F-E8DD378C9AAD}"/>
              </a:ext>
            </a:extLst>
          </p:cNvPr>
          <p:cNvSpPr txBox="1"/>
          <p:nvPr/>
        </p:nvSpPr>
        <p:spPr>
          <a:xfrm>
            <a:off x="1121321" y="3297219"/>
            <a:ext cx="3921551" cy="2308324"/>
          </a:xfrm>
          <a:prstGeom prst="rect">
            <a:avLst/>
          </a:prstGeom>
          <a:noFill/>
        </p:spPr>
        <p:txBody>
          <a:bodyPr wrap="square" rtlCol="0">
            <a:spAutoFit/>
          </a:bodyPr>
          <a:lstStyle/>
          <a:p>
            <a:r>
              <a:rPr lang="en-US" sz="1600" dirty="0">
                <a:latin typeface="Open Sans" pitchFamily="2" charset="0"/>
                <a:ea typeface="Open Sans" pitchFamily="2" charset="0"/>
                <a:cs typeface="Open Sans" pitchFamily="2" charset="0"/>
              </a:rPr>
              <a:t>For the purpose of this study CARI calculated from FES will be compared with </a:t>
            </a:r>
            <a:r>
              <a:rPr lang="en-US" sz="1600" dirty="0" err="1">
                <a:latin typeface="Open Sans" pitchFamily="2" charset="0"/>
                <a:ea typeface="Open Sans" pitchFamily="2" charset="0"/>
                <a:cs typeface="Open Sans" pitchFamily="2" charset="0"/>
              </a:rPr>
              <a:t>rCARI</a:t>
            </a:r>
            <a:r>
              <a:rPr lang="en-US" sz="1600" dirty="0">
                <a:latin typeface="Open Sans" pitchFamily="2" charset="0"/>
                <a:ea typeface="Open Sans" pitchFamily="2" charset="0"/>
                <a:cs typeface="Open Sans" pitchFamily="2" charset="0"/>
              </a:rPr>
              <a:t> calculated through income sources</a:t>
            </a:r>
          </a:p>
          <a:p>
            <a:endParaRPr lang="en-US" sz="1600" dirty="0">
              <a:latin typeface="Open Sans" pitchFamily="2" charset="0"/>
              <a:ea typeface="Open Sans" pitchFamily="2" charset="0"/>
              <a:cs typeface="Open Sans" pitchFamily="2" charset="0"/>
            </a:endParaRPr>
          </a:p>
          <a:p>
            <a:r>
              <a:rPr lang="en-US" sz="1600" b="1">
                <a:solidFill>
                  <a:srgbClr val="007CC5"/>
                </a:solidFill>
                <a:latin typeface="Open Sans" pitchFamily="2" charset="0"/>
                <a:ea typeface="Open Sans" pitchFamily="2" charset="0"/>
                <a:cs typeface="Open Sans" pitchFamily="2" charset="0"/>
              </a:rPr>
              <a:t>ECMEN can never be collected over phone (needs long expenditure module) so CARI with ECMEN is not tested in this study</a:t>
            </a:r>
            <a:endParaRPr lang="en-GB" sz="1600" b="1">
              <a:solidFill>
                <a:srgbClr val="007CC5"/>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521495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824938" y="519907"/>
            <a:ext cx="10542124" cy="1152000"/>
          </a:xfrm>
        </p:spPr>
        <p:txBody>
          <a:bodyPr/>
          <a:lstStyle/>
          <a:p>
            <a:r>
              <a:rPr lang="en-GB"/>
              <a:t>Background</a:t>
            </a:r>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927459" y="1671907"/>
            <a:ext cx="10542124" cy="3813174"/>
          </a:xfrm>
        </p:spPr>
        <p:txBody>
          <a:bodyPr anchor="ctr">
            <a:normAutofit fontScale="92500" lnSpcReduction="20000"/>
          </a:bodyPr>
          <a:lstStyle/>
          <a:p>
            <a:pPr>
              <a:lnSpc>
                <a:spcPct val="150000"/>
              </a:lnSpc>
            </a:pPr>
            <a:r>
              <a:rPr lang="en-US" sz="2400"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There could different possible ways to calculate </a:t>
            </a:r>
            <a:r>
              <a:rPr lang="en-US" sz="2400" dirty="0"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sz="2400"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Which method is comparable to CARI</a:t>
            </a:r>
          </a:p>
          <a:p>
            <a:pPr lvl="2">
              <a:lnSpc>
                <a:spcPct val="150000"/>
              </a:lnSpc>
            </a:pPr>
            <a:r>
              <a:rPr lang="en-US" sz="2000"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Income sources and change </a:t>
            </a:r>
          </a:p>
          <a:p>
            <a:pPr lvl="2">
              <a:lnSpc>
                <a:spcPct val="150000"/>
              </a:lnSpc>
            </a:pPr>
            <a:r>
              <a:rPr lang="en-US" sz="2000"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Short expenditure module to measure food expenditure share (FES)  </a:t>
            </a:r>
            <a:endParaRPr lang="en-US" sz="2400"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endParaRPr>
          </a:p>
          <a:p>
            <a:pPr>
              <a:lnSpc>
                <a:spcPct val="150000"/>
              </a:lnSpc>
            </a:pPr>
            <a:r>
              <a:rPr lang="en-US" sz="2400" dirty="0"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sz="2400"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is not empirically validated against CARI, at the time of COVID income sources and change in income were used under the assumption that FES and expenditure cannot be collected over phone.</a:t>
            </a:r>
          </a:p>
          <a:p>
            <a:pPr>
              <a:lnSpc>
                <a:spcPct val="150000"/>
              </a:lnSpc>
            </a:pPr>
            <a:r>
              <a:rPr lang="en-US" sz="2400"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Short expenditure module were not tested against standardized ones</a:t>
            </a:r>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23225" y="-363287"/>
            <a:ext cx="1202647" cy="320706"/>
          </a:xfrm>
          <a:prstGeom prst="rect">
            <a:avLst/>
          </a:prstGeom>
        </p:spPr>
      </p:pic>
    </p:spTree>
    <p:extLst>
      <p:ext uri="{BB962C8B-B14F-4D97-AF65-F5344CB8AC3E}">
        <p14:creationId xmlns:p14="http://schemas.microsoft.com/office/powerpoint/2010/main" val="3282286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733AE4-1795-719D-F652-A5C5B14FFF7A}"/>
              </a:ext>
            </a:extLst>
          </p:cNvPr>
          <p:cNvSpPr>
            <a:spLocks noGrp="1"/>
          </p:cNvSpPr>
          <p:nvPr>
            <p:ph idx="1"/>
          </p:nvPr>
        </p:nvSpPr>
        <p:spPr>
          <a:xfrm>
            <a:off x="824938" y="1581785"/>
            <a:ext cx="10812694" cy="4270375"/>
          </a:xfrm>
        </p:spPr>
        <p:txBody>
          <a:bodyPr anchor="ctr"/>
          <a:lstStyle/>
          <a:p>
            <a:pPr>
              <a:spcBef>
                <a:spcPts val="600"/>
              </a:spcBef>
              <a:spcAft>
                <a:spcPts val="600"/>
              </a:spcAft>
            </a:pPr>
            <a:r>
              <a:rPr lang="en-US" sz="2400" dirty="0">
                <a:solidFill>
                  <a:srgbClr val="002060"/>
                </a:solidFill>
              </a:rPr>
              <a:t>How does the </a:t>
            </a:r>
            <a:r>
              <a:rPr lang="en-US" sz="2400" dirty="0" err="1">
                <a:solidFill>
                  <a:srgbClr val="002060"/>
                </a:solidFill>
              </a:rPr>
              <a:t>rCARI</a:t>
            </a:r>
            <a:r>
              <a:rPr lang="en-US" sz="2400" dirty="0">
                <a:solidFill>
                  <a:srgbClr val="002060"/>
                </a:solidFill>
              </a:rPr>
              <a:t> aggregation using income sources compare with CARI using FES, regardless of the modality?</a:t>
            </a:r>
          </a:p>
          <a:p>
            <a:pPr>
              <a:spcBef>
                <a:spcPts val="600"/>
              </a:spcBef>
              <a:spcAft>
                <a:spcPts val="600"/>
              </a:spcAft>
            </a:pPr>
            <a:r>
              <a:rPr lang="en-US" sz="2400" dirty="0">
                <a:solidFill>
                  <a:srgbClr val="002060"/>
                </a:solidFill>
              </a:rPr>
              <a:t>How does interview modality (f2f vs remote) affect the reporting on different FS indicators included in both aggregate?</a:t>
            </a:r>
          </a:p>
          <a:p>
            <a:pPr lvl="1">
              <a:spcBef>
                <a:spcPts val="600"/>
              </a:spcBef>
              <a:spcAft>
                <a:spcPts val="600"/>
              </a:spcAft>
            </a:pPr>
            <a:r>
              <a:rPr lang="en-US" sz="2000" dirty="0">
                <a:solidFill>
                  <a:srgbClr val="002060"/>
                </a:solidFill>
                <a:latin typeface="Open Sans"/>
                <a:ea typeface="Open Sans"/>
                <a:cs typeface="Open Sans"/>
              </a:rPr>
              <a:t>Inter-household comparison (Remote-first grp compared with F2F-first grp</a:t>
            </a:r>
            <a:r>
              <a:rPr lang="en-US" sz="2400" dirty="0">
                <a:solidFill>
                  <a:srgbClr val="002060"/>
                </a:solidFill>
                <a:latin typeface="Open Sans"/>
                <a:ea typeface="Open Sans"/>
                <a:cs typeface="Open Sans"/>
              </a:rPr>
              <a:t>)</a:t>
            </a:r>
            <a:endParaRPr lang="en-US" sz="2000" dirty="0">
              <a:solidFill>
                <a:srgbClr val="002060"/>
              </a:solidFill>
              <a:latin typeface="Open Sans"/>
              <a:ea typeface="Open Sans"/>
              <a:cs typeface="Open Sans"/>
            </a:endParaRPr>
          </a:p>
          <a:p>
            <a:pPr lvl="1">
              <a:spcBef>
                <a:spcPts val="600"/>
              </a:spcBef>
              <a:spcAft>
                <a:spcPts val="600"/>
              </a:spcAft>
            </a:pPr>
            <a:r>
              <a:rPr lang="en-US" sz="2000" dirty="0">
                <a:solidFill>
                  <a:srgbClr val="002060"/>
                </a:solidFill>
              </a:rPr>
              <a:t>Intra-household comparison FS reporting (same HH over time)</a:t>
            </a:r>
          </a:p>
          <a:p>
            <a:pPr>
              <a:spcBef>
                <a:spcPts val="600"/>
              </a:spcBef>
              <a:spcAft>
                <a:spcPts val="600"/>
              </a:spcAft>
            </a:pPr>
            <a:r>
              <a:rPr lang="en-US" sz="2400" dirty="0">
                <a:solidFill>
                  <a:srgbClr val="002060"/>
                </a:solidFill>
              </a:rPr>
              <a:t>What is the diagnostic accuracy of the different versions' expenditure module?</a:t>
            </a:r>
          </a:p>
          <a:p>
            <a:pPr lvl="1">
              <a:spcBef>
                <a:spcPts val="600"/>
              </a:spcBef>
              <a:spcAft>
                <a:spcPts val="600"/>
              </a:spcAft>
            </a:pPr>
            <a:r>
              <a:rPr lang="en-US" sz="2000" dirty="0">
                <a:solidFill>
                  <a:srgbClr val="002060"/>
                </a:solidFill>
              </a:rPr>
              <a:t>FES-long v3 FES-short in F2F interview </a:t>
            </a:r>
          </a:p>
          <a:p>
            <a:pPr lvl="1">
              <a:spcBef>
                <a:spcPts val="600"/>
              </a:spcBef>
              <a:spcAft>
                <a:spcPts val="600"/>
              </a:spcAft>
            </a:pPr>
            <a:r>
              <a:rPr lang="en-US" sz="2000" dirty="0">
                <a:solidFill>
                  <a:srgbClr val="002060"/>
                </a:solidFill>
              </a:rPr>
              <a:t>FES-very short module in phone interview </a:t>
            </a:r>
          </a:p>
        </p:txBody>
      </p:sp>
      <p:sp>
        <p:nvSpPr>
          <p:cNvPr id="4" name="Title 1">
            <a:extLst>
              <a:ext uri="{FF2B5EF4-FFF2-40B4-BE49-F238E27FC236}">
                <a16:creationId xmlns:a16="http://schemas.microsoft.com/office/drawing/2014/main" id="{BEE78D87-A9B7-C8C0-3FDA-3783672917BF}"/>
              </a:ext>
            </a:extLst>
          </p:cNvPr>
          <p:cNvSpPr txBox="1">
            <a:spLocks/>
          </p:cNvSpPr>
          <p:nvPr/>
        </p:nvSpPr>
        <p:spPr>
          <a:xfrm>
            <a:off x="824938" y="519907"/>
            <a:ext cx="10542124" cy="1152000"/>
          </a:xfrm>
          <a:prstGeom prst="rect">
            <a:avLst/>
          </a:prstGeom>
        </p:spPr>
        <p:txBody>
          <a:bodyPr vert="horz" lIns="91440" tIns="45720" rIns="91440" bIns="4572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sz="3000" b="1" i="0" kern="120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US"/>
              <a:t>Research questions </a:t>
            </a:r>
            <a:endParaRPr lang="en-GB"/>
          </a:p>
        </p:txBody>
      </p:sp>
    </p:spTree>
    <p:extLst>
      <p:ext uri="{BB962C8B-B14F-4D97-AF65-F5344CB8AC3E}">
        <p14:creationId xmlns:p14="http://schemas.microsoft.com/office/powerpoint/2010/main" val="3249434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peech Bubble: Rectangle with Corners Rounded 5">
            <a:extLst>
              <a:ext uri="{FF2B5EF4-FFF2-40B4-BE49-F238E27FC236}">
                <a16:creationId xmlns:a16="http://schemas.microsoft.com/office/drawing/2014/main" id="{E767ABE5-0184-8B36-5479-76A24B961185}"/>
              </a:ext>
            </a:extLst>
          </p:cNvPr>
          <p:cNvSpPr/>
          <p:nvPr/>
        </p:nvSpPr>
        <p:spPr>
          <a:xfrm>
            <a:off x="8383851" y="4673605"/>
            <a:ext cx="2928224" cy="1023602"/>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a:t>
            </a:r>
            <a:r>
              <a:rPr lang="en-US" b="1">
                <a:solidFill>
                  <a:srgbClr val="002060"/>
                </a:solidFill>
                <a:latin typeface="Open Sans" pitchFamily="2" charset="0"/>
                <a:ea typeface="Open Sans" pitchFamily="2" charset="0"/>
                <a:cs typeface="Open Sans" pitchFamily="2" charset="0"/>
              </a:rPr>
              <a:t>B</a:t>
            </a:r>
            <a:r>
              <a:rPr lang="en-US" b="1">
                <a:solidFill>
                  <a:srgbClr val="002060"/>
                </a:solidFill>
                <a:effectLst/>
                <a:latin typeface="Open Sans" pitchFamily="2" charset="0"/>
                <a:ea typeface="Open Sans" pitchFamily="2" charset="0"/>
                <a:cs typeface="Open Sans" pitchFamily="2" charset="0"/>
              </a:rPr>
              <a:t> </a:t>
            </a:r>
          </a:p>
          <a:p>
            <a:pPr algn="ctr"/>
            <a:r>
              <a:rPr lang="en-US" b="1">
                <a:solidFill>
                  <a:srgbClr val="002060"/>
                </a:solidFill>
                <a:latin typeface="Open Sans" pitchFamily="2" charset="0"/>
                <a:ea typeface="Open Sans" pitchFamily="2" charset="0"/>
                <a:cs typeface="Open Sans" pitchFamily="2" charset="0"/>
              </a:rPr>
              <a:t>(Remote)</a:t>
            </a:r>
            <a:endParaRPr lang="en-US" b="1">
              <a:solidFill>
                <a:srgbClr val="002060"/>
              </a:solidFill>
              <a:effectLst/>
              <a:latin typeface="Open Sans" pitchFamily="2" charset="0"/>
              <a:ea typeface="Open Sans" pitchFamily="2" charset="0"/>
              <a:cs typeface="Open Sans" pitchFamily="2" charset="0"/>
            </a:endParaRPr>
          </a:p>
          <a:p>
            <a:pPr algn="ctr"/>
            <a:r>
              <a:rPr lang="en-US" b="1">
                <a:solidFill>
                  <a:srgbClr val="002060"/>
                </a:solidFill>
                <a:latin typeface="Open Sans" pitchFamily="2" charset="0"/>
                <a:ea typeface="Open Sans" pitchFamily="2" charset="0"/>
                <a:cs typeface="Open Sans" pitchFamily="2" charset="0"/>
              </a:rPr>
              <a:t>300 HH</a:t>
            </a:r>
            <a:endParaRPr lang="en-GB">
              <a:solidFill>
                <a:srgbClr val="002060"/>
              </a:solidFill>
              <a:effectLst/>
              <a:latin typeface="Open Sans" pitchFamily="2" charset="0"/>
              <a:ea typeface="Open Sans" pitchFamily="2" charset="0"/>
              <a:cs typeface="Open Sans" pitchFamily="2" charset="0"/>
            </a:endParaRPr>
          </a:p>
        </p:txBody>
      </p:sp>
      <p:sp>
        <p:nvSpPr>
          <p:cNvPr id="7" name="Speech Bubble: Rectangle with Corners Rounded 49">
            <a:extLst>
              <a:ext uri="{FF2B5EF4-FFF2-40B4-BE49-F238E27FC236}">
                <a16:creationId xmlns:a16="http://schemas.microsoft.com/office/drawing/2014/main" id="{B127FBED-1089-3247-8B90-6B4E1540C7F9}"/>
              </a:ext>
            </a:extLst>
          </p:cNvPr>
          <p:cNvSpPr/>
          <p:nvPr/>
        </p:nvSpPr>
        <p:spPr>
          <a:xfrm>
            <a:off x="4261104" y="4776182"/>
            <a:ext cx="2013269" cy="981523"/>
          </a:xfrm>
          <a:custGeom>
            <a:avLst/>
            <a:gdLst>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69959 h 634215"/>
              <a:gd name="connsiteX20" fmla="*/ 0 w 855640"/>
              <a:gd name="connsiteY20" fmla="*/ 105705 h 634215"/>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79739 h 634215"/>
              <a:gd name="connsiteX20" fmla="*/ 0 w 855640"/>
              <a:gd name="connsiteY20" fmla="*/ 105705 h 6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5640" h="634215">
                <a:moveTo>
                  <a:pt x="0" y="105705"/>
                </a:moveTo>
                <a:cubicBezTo>
                  <a:pt x="0" y="47326"/>
                  <a:pt x="47326" y="0"/>
                  <a:pt x="105705" y="0"/>
                </a:cubicBezTo>
                <a:lnTo>
                  <a:pt x="142607" y="0"/>
                </a:lnTo>
                <a:lnTo>
                  <a:pt x="142607" y="0"/>
                </a:lnTo>
                <a:lnTo>
                  <a:pt x="356517" y="0"/>
                </a:lnTo>
                <a:lnTo>
                  <a:pt x="749935" y="0"/>
                </a:lnTo>
                <a:cubicBezTo>
                  <a:pt x="808314" y="0"/>
                  <a:pt x="855640" y="47326"/>
                  <a:pt x="855640" y="105705"/>
                </a:cubicBezTo>
                <a:lnTo>
                  <a:pt x="855640" y="369959"/>
                </a:lnTo>
                <a:lnTo>
                  <a:pt x="855640" y="369959"/>
                </a:lnTo>
                <a:lnTo>
                  <a:pt x="855640" y="528513"/>
                </a:lnTo>
                <a:lnTo>
                  <a:pt x="855640" y="528510"/>
                </a:lnTo>
                <a:cubicBezTo>
                  <a:pt x="855640" y="586889"/>
                  <a:pt x="808314" y="634215"/>
                  <a:pt x="749935" y="634215"/>
                </a:cubicBezTo>
                <a:lnTo>
                  <a:pt x="356517" y="634215"/>
                </a:lnTo>
                <a:lnTo>
                  <a:pt x="251464" y="634215"/>
                </a:lnTo>
                <a:lnTo>
                  <a:pt x="142607" y="634215"/>
                </a:lnTo>
                <a:lnTo>
                  <a:pt x="105705" y="634215"/>
                </a:lnTo>
                <a:cubicBezTo>
                  <a:pt x="47326" y="634215"/>
                  <a:pt x="0" y="586889"/>
                  <a:pt x="0" y="528510"/>
                </a:cubicBezTo>
                <a:lnTo>
                  <a:pt x="0" y="528513"/>
                </a:lnTo>
                <a:lnTo>
                  <a:pt x="0" y="369959"/>
                </a:lnTo>
                <a:lnTo>
                  <a:pt x="0" y="379739"/>
                </a:lnTo>
                <a:lnTo>
                  <a:pt x="0" y="105705"/>
                </a:lnTo>
                <a:close/>
              </a:path>
            </a:pathLst>
          </a:cu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B </a:t>
            </a:r>
          </a:p>
          <a:p>
            <a:pPr algn="ctr"/>
            <a:r>
              <a:rPr lang="en-US" b="1">
                <a:solidFill>
                  <a:srgbClr val="002060"/>
                </a:solidFill>
                <a:effectLst/>
                <a:latin typeface="Open Sans" pitchFamily="2" charset="0"/>
                <a:ea typeface="Open Sans" pitchFamily="2" charset="0"/>
                <a:cs typeface="Open Sans" pitchFamily="2" charset="0"/>
              </a:rPr>
              <a:t>(F2F)</a:t>
            </a:r>
          </a:p>
          <a:p>
            <a:pPr algn="ctr"/>
            <a:r>
              <a:rPr lang="en-US" b="1">
                <a:solidFill>
                  <a:srgbClr val="002060"/>
                </a:solidFill>
                <a:latin typeface="Open Sans" pitchFamily="2" charset="0"/>
                <a:ea typeface="Open Sans" pitchFamily="2" charset="0"/>
                <a:cs typeface="Open Sans" pitchFamily="2" charset="0"/>
              </a:rPr>
              <a:t>375 HH</a:t>
            </a:r>
            <a:endParaRPr lang="en-GB">
              <a:solidFill>
                <a:srgbClr val="002060"/>
              </a:solidFill>
              <a:effectLst/>
              <a:latin typeface="Open Sans" pitchFamily="2" charset="0"/>
              <a:ea typeface="Open Sans" pitchFamily="2" charset="0"/>
              <a:cs typeface="Open Sans" pitchFamily="2" charset="0"/>
            </a:endParaRPr>
          </a:p>
        </p:txBody>
      </p:sp>
      <p:sp>
        <p:nvSpPr>
          <p:cNvPr id="8" name="Speech Bubble: Rectangle with Corners Rounded 7">
            <a:extLst>
              <a:ext uri="{FF2B5EF4-FFF2-40B4-BE49-F238E27FC236}">
                <a16:creationId xmlns:a16="http://schemas.microsoft.com/office/drawing/2014/main" id="{7843C2A3-0D84-EBD3-3E1D-44C9C42539D5}"/>
              </a:ext>
            </a:extLst>
          </p:cNvPr>
          <p:cNvSpPr/>
          <p:nvPr/>
        </p:nvSpPr>
        <p:spPr>
          <a:xfrm>
            <a:off x="741625" y="3642207"/>
            <a:ext cx="1731062" cy="1133975"/>
          </a:xfrm>
          <a:prstGeom prst="wedgeRoundRectCallout">
            <a:avLst>
              <a:gd name="adj1" fmla="val -20611"/>
              <a:gd name="adj2" fmla="val 49015"/>
              <a:gd name="adj3" fmla="val 16667"/>
            </a:avLst>
          </a:prstGeom>
          <a:solidFill>
            <a:srgbClr val="FFFFFF"/>
          </a:solidFill>
          <a:ln w="28575">
            <a:solidFill>
              <a:schemeClr val="accent1"/>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GB" b="1">
                <a:solidFill>
                  <a:srgbClr val="002060"/>
                </a:solidFill>
                <a:latin typeface="Open Sans" pitchFamily="2" charset="0"/>
                <a:ea typeface="Open Sans" pitchFamily="2" charset="0"/>
                <a:cs typeface="Open Sans" pitchFamily="2" charset="0"/>
              </a:rPr>
              <a:t>Sampled HH</a:t>
            </a:r>
          </a:p>
          <a:p>
            <a:pPr algn="ctr"/>
            <a:r>
              <a:rPr lang="en-GB" b="1">
                <a:solidFill>
                  <a:srgbClr val="002060"/>
                </a:solidFill>
                <a:latin typeface="Open Sans" pitchFamily="2" charset="0"/>
                <a:ea typeface="Open Sans" pitchFamily="2" charset="0"/>
                <a:cs typeface="Open Sans" pitchFamily="2" charset="0"/>
              </a:rPr>
              <a:t>(600 + 25% attrition)</a:t>
            </a:r>
          </a:p>
        </p:txBody>
      </p:sp>
      <p:cxnSp>
        <p:nvCxnSpPr>
          <p:cNvPr id="9" name="Straight Arrow Connector 8">
            <a:extLst>
              <a:ext uri="{FF2B5EF4-FFF2-40B4-BE49-F238E27FC236}">
                <a16:creationId xmlns:a16="http://schemas.microsoft.com/office/drawing/2014/main" id="{AAB9B6E4-B3CC-1511-4DBD-381DB03C63CF}"/>
              </a:ext>
            </a:extLst>
          </p:cNvPr>
          <p:cNvCxnSpPr>
            <a:cxnSpLocks/>
            <a:endCxn id="7" idx="19"/>
          </p:cNvCxnSpPr>
          <p:nvPr/>
        </p:nvCxnSpPr>
        <p:spPr>
          <a:xfrm>
            <a:off x="2472689" y="4446026"/>
            <a:ext cx="1788415" cy="917847"/>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0" name="Straight Arrow Connector 9">
            <a:extLst>
              <a:ext uri="{FF2B5EF4-FFF2-40B4-BE49-F238E27FC236}">
                <a16:creationId xmlns:a16="http://schemas.microsoft.com/office/drawing/2014/main" id="{D8CBDB44-F00E-8AC4-2D83-98856084BC9C}"/>
              </a:ext>
            </a:extLst>
          </p:cNvPr>
          <p:cNvCxnSpPr>
            <a:cxnSpLocks/>
            <a:endCxn id="15" idx="1"/>
          </p:cNvCxnSpPr>
          <p:nvPr/>
        </p:nvCxnSpPr>
        <p:spPr>
          <a:xfrm flipV="1">
            <a:off x="2472687" y="3091090"/>
            <a:ext cx="1722051" cy="1031313"/>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1" name="Straight Arrow Connector 10">
            <a:extLst>
              <a:ext uri="{FF2B5EF4-FFF2-40B4-BE49-F238E27FC236}">
                <a16:creationId xmlns:a16="http://schemas.microsoft.com/office/drawing/2014/main" id="{979EB662-F96D-10F9-4186-10F1B95C82E6}"/>
              </a:ext>
            </a:extLst>
          </p:cNvPr>
          <p:cNvCxnSpPr>
            <a:cxnSpLocks/>
          </p:cNvCxnSpPr>
          <p:nvPr/>
        </p:nvCxnSpPr>
        <p:spPr>
          <a:xfrm>
            <a:off x="6274373" y="5297803"/>
            <a:ext cx="2109478" cy="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2" name="Straight Arrow Connector 11">
            <a:extLst>
              <a:ext uri="{FF2B5EF4-FFF2-40B4-BE49-F238E27FC236}">
                <a16:creationId xmlns:a16="http://schemas.microsoft.com/office/drawing/2014/main" id="{FCADB271-BE11-A886-327B-4826785721F7}"/>
              </a:ext>
            </a:extLst>
          </p:cNvPr>
          <p:cNvCxnSpPr>
            <a:cxnSpLocks/>
          </p:cNvCxnSpPr>
          <p:nvPr/>
        </p:nvCxnSpPr>
        <p:spPr>
          <a:xfrm flipV="1">
            <a:off x="4868607" y="3560792"/>
            <a:ext cx="868427" cy="893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3" name="TextBox 12">
            <a:extLst>
              <a:ext uri="{FF2B5EF4-FFF2-40B4-BE49-F238E27FC236}">
                <a16:creationId xmlns:a16="http://schemas.microsoft.com/office/drawing/2014/main" id="{C43AE659-56B1-DDEA-BC20-2A836DA367AB}"/>
              </a:ext>
            </a:extLst>
          </p:cNvPr>
          <p:cNvSpPr txBox="1"/>
          <p:nvPr/>
        </p:nvSpPr>
        <p:spPr>
          <a:xfrm>
            <a:off x="4204523" y="1683215"/>
            <a:ext cx="2069850" cy="338554"/>
          </a:xfrm>
          <a:prstGeom prst="rect">
            <a:avLst/>
          </a:prstGeom>
          <a:solidFill>
            <a:srgbClr val="FFFFFF"/>
          </a:solidFill>
          <a:ln w="28575">
            <a:solidFill>
              <a:schemeClr val="accent1"/>
            </a:solidFill>
          </a:ln>
        </p:spPr>
        <p:txBody>
          <a:bodyPr wrap="square" rtlCol="0">
            <a:spAutoFit/>
          </a:bodyPr>
          <a:lstStyle/>
          <a:p>
            <a:pPr algn="ctr"/>
            <a:r>
              <a:rPr lang="en-GB" sz="1600" b="1">
                <a:solidFill>
                  <a:srgbClr val="002060"/>
                </a:solidFill>
                <a:latin typeface="Open Sans" pitchFamily="2" charset="0"/>
                <a:ea typeface="Open Sans" pitchFamily="2" charset="0"/>
                <a:cs typeface="Open Sans" pitchFamily="2" charset="0"/>
              </a:rPr>
              <a:t>1st Interview</a:t>
            </a:r>
          </a:p>
        </p:txBody>
      </p:sp>
      <p:sp>
        <p:nvSpPr>
          <p:cNvPr id="14" name="Speech Bubble: Rectangle with Corners Rounded 49">
            <a:extLst>
              <a:ext uri="{FF2B5EF4-FFF2-40B4-BE49-F238E27FC236}">
                <a16:creationId xmlns:a16="http://schemas.microsoft.com/office/drawing/2014/main" id="{9FF8F268-8BCF-E8B2-5B5B-9C53BF57908E}"/>
              </a:ext>
            </a:extLst>
          </p:cNvPr>
          <p:cNvSpPr/>
          <p:nvPr/>
        </p:nvSpPr>
        <p:spPr>
          <a:xfrm>
            <a:off x="8383850" y="2557750"/>
            <a:ext cx="2928225" cy="1023602"/>
          </a:xfrm>
          <a:custGeom>
            <a:avLst/>
            <a:gdLst>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69959 h 634215"/>
              <a:gd name="connsiteX20" fmla="*/ 0 w 855640"/>
              <a:gd name="connsiteY20" fmla="*/ 105705 h 634215"/>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79739 h 634215"/>
              <a:gd name="connsiteX20" fmla="*/ 0 w 855640"/>
              <a:gd name="connsiteY20" fmla="*/ 105705 h 6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5640" h="634215">
                <a:moveTo>
                  <a:pt x="0" y="105705"/>
                </a:moveTo>
                <a:cubicBezTo>
                  <a:pt x="0" y="47326"/>
                  <a:pt x="47326" y="0"/>
                  <a:pt x="105705" y="0"/>
                </a:cubicBezTo>
                <a:lnTo>
                  <a:pt x="142607" y="0"/>
                </a:lnTo>
                <a:lnTo>
                  <a:pt x="142607" y="0"/>
                </a:lnTo>
                <a:lnTo>
                  <a:pt x="356517" y="0"/>
                </a:lnTo>
                <a:lnTo>
                  <a:pt x="749935" y="0"/>
                </a:lnTo>
                <a:cubicBezTo>
                  <a:pt x="808314" y="0"/>
                  <a:pt x="855640" y="47326"/>
                  <a:pt x="855640" y="105705"/>
                </a:cubicBezTo>
                <a:lnTo>
                  <a:pt x="855640" y="369959"/>
                </a:lnTo>
                <a:lnTo>
                  <a:pt x="855640" y="369959"/>
                </a:lnTo>
                <a:lnTo>
                  <a:pt x="855640" y="528513"/>
                </a:lnTo>
                <a:lnTo>
                  <a:pt x="855640" y="528510"/>
                </a:lnTo>
                <a:cubicBezTo>
                  <a:pt x="855640" y="586889"/>
                  <a:pt x="808314" y="634215"/>
                  <a:pt x="749935" y="634215"/>
                </a:cubicBezTo>
                <a:lnTo>
                  <a:pt x="356517" y="634215"/>
                </a:lnTo>
                <a:lnTo>
                  <a:pt x="251464" y="634215"/>
                </a:lnTo>
                <a:lnTo>
                  <a:pt x="142607" y="634215"/>
                </a:lnTo>
                <a:lnTo>
                  <a:pt x="105705" y="634215"/>
                </a:lnTo>
                <a:cubicBezTo>
                  <a:pt x="47326" y="634215"/>
                  <a:pt x="0" y="586889"/>
                  <a:pt x="0" y="528510"/>
                </a:cubicBezTo>
                <a:lnTo>
                  <a:pt x="0" y="528513"/>
                </a:lnTo>
                <a:lnTo>
                  <a:pt x="0" y="369959"/>
                </a:lnTo>
                <a:lnTo>
                  <a:pt x="0" y="379739"/>
                </a:lnTo>
                <a:lnTo>
                  <a:pt x="0" y="105705"/>
                </a:lnTo>
                <a:close/>
              </a:path>
            </a:pathLst>
          </a:cu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A </a:t>
            </a:r>
          </a:p>
          <a:p>
            <a:pPr algn="ctr"/>
            <a:r>
              <a:rPr lang="en-US" b="1">
                <a:solidFill>
                  <a:srgbClr val="002060"/>
                </a:solidFill>
                <a:effectLst/>
                <a:latin typeface="Open Sans" pitchFamily="2" charset="0"/>
                <a:ea typeface="Open Sans" pitchFamily="2" charset="0"/>
                <a:cs typeface="Open Sans" pitchFamily="2" charset="0"/>
              </a:rPr>
              <a:t>(F2F)</a:t>
            </a:r>
          </a:p>
          <a:p>
            <a:pPr algn="ctr"/>
            <a:r>
              <a:rPr lang="en-US" b="1">
                <a:solidFill>
                  <a:srgbClr val="002060"/>
                </a:solidFill>
                <a:latin typeface="Open Sans" pitchFamily="2" charset="0"/>
                <a:ea typeface="Open Sans" pitchFamily="2" charset="0"/>
                <a:cs typeface="Open Sans" pitchFamily="2" charset="0"/>
              </a:rPr>
              <a:t>300 HH</a:t>
            </a:r>
            <a:endParaRPr lang="en-GB" sz="3200">
              <a:solidFill>
                <a:srgbClr val="002060"/>
              </a:solidFill>
              <a:effectLst/>
              <a:latin typeface="Open Sans" pitchFamily="2" charset="0"/>
              <a:ea typeface="Open Sans" pitchFamily="2" charset="0"/>
              <a:cs typeface="Open Sans" pitchFamily="2" charset="0"/>
            </a:endParaRPr>
          </a:p>
        </p:txBody>
      </p:sp>
      <p:sp>
        <p:nvSpPr>
          <p:cNvPr id="15" name="Speech Bubble: Rectangle with Corners Rounded 14">
            <a:extLst>
              <a:ext uri="{FF2B5EF4-FFF2-40B4-BE49-F238E27FC236}">
                <a16:creationId xmlns:a16="http://schemas.microsoft.com/office/drawing/2014/main" id="{5EA3E412-3D92-88B3-CB0C-9BC829A14E5C}"/>
              </a:ext>
            </a:extLst>
          </p:cNvPr>
          <p:cNvSpPr/>
          <p:nvPr/>
        </p:nvSpPr>
        <p:spPr>
          <a:xfrm>
            <a:off x="4194738" y="2539972"/>
            <a:ext cx="2109478" cy="1102235"/>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b="1">
                <a:solidFill>
                  <a:srgbClr val="002060"/>
                </a:solidFill>
                <a:latin typeface="Open Sans" pitchFamily="2" charset="0"/>
                <a:ea typeface="Open Sans" pitchFamily="2" charset="0"/>
                <a:cs typeface="Open Sans" pitchFamily="2" charset="0"/>
              </a:rPr>
              <a:t>Group A (</a:t>
            </a:r>
            <a:r>
              <a:rPr lang="en-US" b="1">
                <a:solidFill>
                  <a:srgbClr val="002060"/>
                </a:solidFill>
                <a:effectLst/>
                <a:latin typeface="Open Sans" pitchFamily="2" charset="0"/>
                <a:ea typeface="Open Sans" pitchFamily="2" charset="0"/>
                <a:cs typeface="Open Sans" pitchFamily="2" charset="0"/>
              </a:rPr>
              <a:t>Remote</a:t>
            </a:r>
            <a:r>
              <a:rPr lang="en-US" b="1">
                <a:solidFill>
                  <a:srgbClr val="002060"/>
                </a:solidFill>
                <a:latin typeface="Open Sans" pitchFamily="2" charset="0"/>
                <a:ea typeface="Open Sans" pitchFamily="2" charset="0"/>
                <a:cs typeface="Open Sans" pitchFamily="2" charset="0"/>
              </a:rPr>
              <a:t>)</a:t>
            </a:r>
          </a:p>
          <a:p>
            <a:pPr algn="ctr"/>
            <a:r>
              <a:rPr lang="en-US" b="1">
                <a:solidFill>
                  <a:srgbClr val="002060"/>
                </a:solidFill>
                <a:latin typeface="Open Sans" pitchFamily="2" charset="0"/>
                <a:ea typeface="Open Sans" pitchFamily="2" charset="0"/>
                <a:cs typeface="Open Sans" pitchFamily="2" charset="0"/>
              </a:rPr>
              <a:t>375 HH</a:t>
            </a:r>
            <a:endParaRPr lang="en-GB">
              <a:solidFill>
                <a:srgbClr val="002060"/>
              </a:solidFill>
              <a:latin typeface="Open Sans" pitchFamily="2" charset="0"/>
              <a:ea typeface="Open Sans" pitchFamily="2" charset="0"/>
              <a:cs typeface="Open Sans" pitchFamily="2" charset="0"/>
            </a:endParaRPr>
          </a:p>
        </p:txBody>
      </p:sp>
      <p:sp>
        <p:nvSpPr>
          <p:cNvPr id="16" name="Left Brace 15">
            <a:extLst>
              <a:ext uri="{FF2B5EF4-FFF2-40B4-BE49-F238E27FC236}">
                <a16:creationId xmlns:a16="http://schemas.microsoft.com/office/drawing/2014/main" id="{118DE8F7-07C2-1395-819C-52F5FC744EFF}"/>
              </a:ext>
            </a:extLst>
          </p:cNvPr>
          <p:cNvSpPr/>
          <p:nvPr/>
        </p:nvSpPr>
        <p:spPr>
          <a:xfrm rot="5400000">
            <a:off x="5012020" y="1296537"/>
            <a:ext cx="484698" cy="2099692"/>
          </a:xfrm>
          <a:prstGeom prst="lef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sz="1600">
              <a:latin typeface="Open Sans" pitchFamily="2" charset="0"/>
              <a:ea typeface="Open Sans" pitchFamily="2" charset="0"/>
              <a:cs typeface="Open Sans" pitchFamily="2" charset="0"/>
            </a:endParaRPr>
          </a:p>
        </p:txBody>
      </p:sp>
      <p:cxnSp>
        <p:nvCxnSpPr>
          <p:cNvPr id="17" name="Straight Arrow Connector 16">
            <a:extLst>
              <a:ext uri="{FF2B5EF4-FFF2-40B4-BE49-F238E27FC236}">
                <a16:creationId xmlns:a16="http://schemas.microsoft.com/office/drawing/2014/main" id="{E848B589-B2DE-3381-029B-B90850A7D8C4}"/>
              </a:ext>
            </a:extLst>
          </p:cNvPr>
          <p:cNvCxnSpPr>
            <a:cxnSpLocks/>
            <a:stCxn id="15" idx="3"/>
          </p:cNvCxnSpPr>
          <p:nvPr/>
        </p:nvCxnSpPr>
        <p:spPr>
          <a:xfrm flipV="1">
            <a:off x="6304216" y="3086622"/>
            <a:ext cx="2079635" cy="4468"/>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
        <p:nvSpPr>
          <p:cNvPr id="18" name="TextBox 17">
            <a:extLst>
              <a:ext uri="{FF2B5EF4-FFF2-40B4-BE49-F238E27FC236}">
                <a16:creationId xmlns:a16="http://schemas.microsoft.com/office/drawing/2014/main" id="{60979141-BBD0-EE11-5468-9E2EBEE02D3B}"/>
              </a:ext>
            </a:extLst>
          </p:cNvPr>
          <p:cNvSpPr txBox="1"/>
          <p:nvPr/>
        </p:nvSpPr>
        <p:spPr>
          <a:xfrm>
            <a:off x="8435659" y="1683215"/>
            <a:ext cx="2876415" cy="338554"/>
          </a:xfrm>
          <a:prstGeom prst="rect">
            <a:avLst/>
          </a:prstGeom>
          <a:solidFill>
            <a:srgbClr val="FFFFFF"/>
          </a:solidFill>
          <a:ln w="28575">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600" b="1">
                <a:solidFill>
                  <a:schemeClr val="accent5">
                    <a:lumMod val="10000"/>
                  </a:schemeClr>
                </a:solidFill>
                <a:latin typeface="Open Sans" pitchFamily="2" charset="0"/>
                <a:ea typeface="Open Sans" pitchFamily="2" charset="0"/>
                <a:cs typeface="Open Sans" pitchFamily="2" charset="0"/>
              </a:rPr>
              <a:t>Follow-up interview</a:t>
            </a:r>
          </a:p>
        </p:txBody>
      </p:sp>
      <p:sp>
        <p:nvSpPr>
          <p:cNvPr id="19" name="Left Brace 18">
            <a:extLst>
              <a:ext uri="{FF2B5EF4-FFF2-40B4-BE49-F238E27FC236}">
                <a16:creationId xmlns:a16="http://schemas.microsoft.com/office/drawing/2014/main" id="{88DFF2FE-F4E0-D427-91B3-D5676BB1D961}"/>
              </a:ext>
            </a:extLst>
          </p:cNvPr>
          <p:cNvSpPr/>
          <p:nvPr/>
        </p:nvSpPr>
        <p:spPr>
          <a:xfrm rot="5400000">
            <a:off x="9631518" y="889380"/>
            <a:ext cx="484697" cy="2876417"/>
          </a:xfrm>
          <a:prstGeom prst="lef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sz="1600">
              <a:latin typeface="Open Sans" pitchFamily="2" charset="0"/>
              <a:ea typeface="Open Sans" pitchFamily="2" charset="0"/>
              <a:cs typeface="Open Sans" pitchFamily="2" charset="0"/>
            </a:endParaRPr>
          </a:p>
        </p:txBody>
      </p:sp>
      <p:sp>
        <p:nvSpPr>
          <p:cNvPr id="20" name="TextBox 19">
            <a:extLst>
              <a:ext uri="{FF2B5EF4-FFF2-40B4-BE49-F238E27FC236}">
                <a16:creationId xmlns:a16="http://schemas.microsoft.com/office/drawing/2014/main" id="{F5E7CE51-DE28-E6B6-7877-6BEAEA2258FA}"/>
              </a:ext>
            </a:extLst>
          </p:cNvPr>
          <p:cNvSpPr txBox="1"/>
          <p:nvPr/>
        </p:nvSpPr>
        <p:spPr>
          <a:xfrm>
            <a:off x="6492240" y="2787840"/>
            <a:ext cx="1534024" cy="584775"/>
          </a:xfrm>
          <a:prstGeom prst="rect">
            <a:avLst/>
          </a:prstGeom>
          <a:noFill/>
        </p:spPr>
        <p:txBody>
          <a:bodyPr wrap="square" rtlCol="0">
            <a:spAutoFit/>
          </a:bodyPr>
          <a:lstStyle/>
          <a:p>
            <a:pPr algn="ctr"/>
            <a:r>
              <a:rPr lang="en-US" sz="1600" b="1">
                <a:latin typeface="Open Sans" pitchFamily="2" charset="0"/>
                <a:ea typeface="Open Sans" pitchFamily="2" charset="0"/>
                <a:cs typeface="Open Sans" pitchFamily="2" charset="0"/>
              </a:rPr>
              <a:t>Max interval 48 Hours</a:t>
            </a:r>
            <a:endParaRPr lang="en-GB" sz="1600" b="1">
              <a:latin typeface="Open Sans" pitchFamily="2" charset="0"/>
              <a:ea typeface="Open Sans" pitchFamily="2" charset="0"/>
              <a:cs typeface="Open Sans" pitchFamily="2" charset="0"/>
            </a:endParaRPr>
          </a:p>
        </p:txBody>
      </p:sp>
      <p:sp>
        <p:nvSpPr>
          <p:cNvPr id="21" name="TextBox 20">
            <a:extLst>
              <a:ext uri="{FF2B5EF4-FFF2-40B4-BE49-F238E27FC236}">
                <a16:creationId xmlns:a16="http://schemas.microsoft.com/office/drawing/2014/main" id="{98C21982-688B-3CDB-BD72-E95BAFCBFA3D}"/>
              </a:ext>
            </a:extLst>
          </p:cNvPr>
          <p:cNvSpPr txBox="1"/>
          <p:nvPr/>
        </p:nvSpPr>
        <p:spPr>
          <a:xfrm>
            <a:off x="6495505" y="4994553"/>
            <a:ext cx="1792137" cy="584775"/>
          </a:xfrm>
          <a:prstGeom prst="rect">
            <a:avLst/>
          </a:prstGeom>
          <a:noFill/>
        </p:spPr>
        <p:txBody>
          <a:bodyPr wrap="square" rtlCol="0">
            <a:spAutoFit/>
          </a:bodyPr>
          <a:lstStyle/>
          <a:p>
            <a:pPr algn="ctr"/>
            <a:r>
              <a:rPr lang="en-US" sz="1600" b="1">
                <a:latin typeface="Open Sans" pitchFamily="2" charset="0"/>
                <a:ea typeface="Open Sans" pitchFamily="2" charset="0"/>
                <a:cs typeface="Open Sans" pitchFamily="2" charset="0"/>
              </a:rPr>
              <a:t>Max intervals 48 Hours</a:t>
            </a:r>
            <a:endParaRPr lang="en-GB" sz="1600" b="1">
              <a:latin typeface="Open Sans" pitchFamily="2" charset="0"/>
              <a:ea typeface="Open Sans" pitchFamily="2" charset="0"/>
              <a:cs typeface="Open Sans" pitchFamily="2" charset="0"/>
            </a:endParaRPr>
          </a:p>
        </p:txBody>
      </p:sp>
      <p:sp>
        <p:nvSpPr>
          <p:cNvPr id="30" name="Title 1">
            <a:extLst>
              <a:ext uri="{FF2B5EF4-FFF2-40B4-BE49-F238E27FC236}">
                <a16:creationId xmlns:a16="http://schemas.microsoft.com/office/drawing/2014/main" id="{43A27B2C-3292-3987-1B6D-F6B9FEA32C12}"/>
              </a:ext>
            </a:extLst>
          </p:cNvPr>
          <p:cNvSpPr>
            <a:spLocks noGrp="1"/>
          </p:cNvSpPr>
          <p:nvPr>
            <p:ph type="title"/>
          </p:nvPr>
        </p:nvSpPr>
        <p:spPr>
          <a:xfrm>
            <a:off x="824938" y="519907"/>
            <a:ext cx="10542124" cy="1152000"/>
          </a:xfrm>
        </p:spPr>
        <p:txBody>
          <a:bodyPr/>
          <a:lstStyle/>
          <a:p>
            <a:r>
              <a:rPr lang="en-US" altLang="zh-CN"/>
              <a:t>Iraq Pilot Sample Design</a:t>
            </a:r>
            <a:endParaRPr lang="en-GB"/>
          </a:p>
        </p:txBody>
      </p:sp>
    </p:spTree>
    <p:extLst>
      <p:ext uri="{BB962C8B-B14F-4D97-AF65-F5344CB8AC3E}">
        <p14:creationId xmlns:p14="http://schemas.microsoft.com/office/powerpoint/2010/main" val="2161376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Vertical)">
                                      <p:cBhvr>
                                        <p:cTn id="7" dur="500"/>
                                        <p:tgtEl>
                                          <p:spTgt spid="1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arn(inVertical)">
                                      <p:cBhvr>
                                        <p:cTn id="10" dur="500"/>
                                        <p:tgtEl>
                                          <p:spTgt spid="14"/>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barn(inVertical)">
                                      <p:cBhvr>
                                        <p:cTn id="13" dur="500"/>
                                        <p:tgtEl>
                                          <p:spTgt spid="19"/>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barn(inVertical)">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barn(inVertical)">
                                      <p:cBhvr>
                                        <p:cTn id="21" dur="500"/>
                                        <p:tgtEl>
                                          <p:spTgt spid="11"/>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barn(inVertical)">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barn(inVertical)">
                                      <p:cBhvr>
                                        <p:cTn id="29" dur="500"/>
                                        <p:tgtEl>
                                          <p:spTgt spid="21"/>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barn(inVertical)">
                                      <p:cBhvr>
                                        <p:cTn id="3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4" grpId="0" animBg="1"/>
      <p:bldP spid="18" grpId="0" animBg="1"/>
      <p:bldP spid="19" grpId="0" animBg="1"/>
      <p:bldP spid="20" grpId="0"/>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peech Bubble: Rectangle with Corners Rounded 2">
            <a:extLst>
              <a:ext uri="{FF2B5EF4-FFF2-40B4-BE49-F238E27FC236}">
                <a16:creationId xmlns:a16="http://schemas.microsoft.com/office/drawing/2014/main" id="{58DF4EA1-0911-9123-CB79-6E24EF2A8DC7}"/>
              </a:ext>
            </a:extLst>
          </p:cNvPr>
          <p:cNvSpPr/>
          <p:nvPr/>
        </p:nvSpPr>
        <p:spPr>
          <a:xfrm>
            <a:off x="8152203" y="4781534"/>
            <a:ext cx="2928224" cy="1023602"/>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a:t>
            </a:r>
            <a:r>
              <a:rPr lang="en-US" b="1">
                <a:solidFill>
                  <a:srgbClr val="002060"/>
                </a:solidFill>
                <a:latin typeface="Open Sans" pitchFamily="2" charset="0"/>
                <a:ea typeface="Open Sans" pitchFamily="2" charset="0"/>
                <a:cs typeface="Open Sans" pitchFamily="2" charset="0"/>
              </a:rPr>
              <a:t>B</a:t>
            </a:r>
            <a:r>
              <a:rPr lang="en-US" b="1">
                <a:solidFill>
                  <a:srgbClr val="002060"/>
                </a:solidFill>
                <a:effectLst/>
                <a:latin typeface="Open Sans" pitchFamily="2" charset="0"/>
                <a:ea typeface="Open Sans" pitchFamily="2" charset="0"/>
                <a:cs typeface="Open Sans" pitchFamily="2" charset="0"/>
              </a:rPr>
              <a:t> </a:t>
            </a:r>
          </a:p>
          <a:p>
            <a:pPr algn="ctr"/>
            <a:r>
              <a:rPr lang="en-US" b="1">
                <a:solidFill>
                  <a:srgbClr val="002060"/>
                </a:solidFill>
                <a:effectLst/>
                <a:latin typeface="Open Sans" pitchFamily="2" charset="0"/>
                <a:ea typeface="Open Sans" pitchFamily="2" charset="0"/>
                <a:cs typeface="Open Sans" pitchFamily="2" charset="0"/>
              </a:rPr>
              <a:t>(Remote)</a:t>
            </a:r>
          </a:p>
          <a:p>
            <a:pPr algn="ctr"/>
            <a:r>
              <a:rPr lang="en-US" b="1">
                <a:solidFill>
                  <a:srgbClr val="002060"/>
                </a:solidFill>
                <a:latin typeface="Open Sans" pitchFamily="2" charset="0"/>
                <a:ea typeface="Open Sans" pitchFamily="2" charset="0"/>
                <a:cs typeface="Open Sans" pitchFamily="2" charset="0"/>
              </a:rPr>
              <a:t>300 HH</a:t>
            </a:r>
            <a:endParaRPr lang="en-GB">
              <a:solidFill>
                <a:srgbClr val="002060"/>
              </a:solidFill>
              <a:effectLst/>
              <a:latin typeface="Open Sans" pitchFamily="2" charset="0"/>
              <a:ea typeface="Open Sans" pitchFamily="2" charset="0"/>
              <a:cs typeface="Open Sans" pitchFamily="2" charset="0"/>
            </a:endParaRPr>
          </a:p>
        </p:txBody>
      </p:sp>
      <p:cxnSp>
        <p:nvCxnSpPr>
          <p:cNvPr id="5" name="Straight Arrow Connector 4">
            <a:extLst>
              <a:ext uri="{FF2B5EF4-FFF2-40B4-BE49-F238E27FC236}">
                <a16:creationId xmlns:a16="http://schemas.microsoft.com/office/drawing/2014/main" id="{2E5167ED-8894-2E85-79D1-A04E50053CE8}"/>
              </a:ext>
            </a:extLst>
          </p:cNvPr>
          <p:cNvCxnSpPr>
            <a:cxnSpLocks/>
          </p:cNvCxnSpPr>
          <p:nvPr/>
        </p:nvCxnSpPr>
        <p:spPr>
          <a:xfrm>
            <a:off x="2265425" y="4080266"/>
            <a:ext cx="1513256" cy="133256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22" name="Straight Arrow Connector 21">
            <a:extLst>
              <a:ext uri="{FF2B5EF4-FFF2-40B4-BE49-F238E27FC236}">
                <a16:creationId xmlns:a16="http://schemas.microsoft.com/office/drawing/2014/main" id="{36B9B8CF-D013-B28F-CE6B-88AEE9EE8D10}"/>
              </a:ext>
            </a:extLst>
          </p:cNvPr>
          <p:cNvCxnSpPr>
            <a:cxnSpLocks/>
            <a:endCxn id="26" idx="1"/>
          </p:cNvCxnSpPr>
          <p:nvPr/>
        </p:nvCxnSpPr>
        <p:spPr>
          <a:xfrm flipV="1">
            <a:off x="2241039" y="2944786"/>
            <a:ext cx="1722051" cy="1051861"/>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23" name="Straight Arrow Connector 22">
            <a:extLst>
              <a:ext uri="{FF2B5EF4-FFF2-40B4-BE49-F238E27FC236}">
                <a16:creationId xmlns:a16="http://schemas.microsoft.com/office/drawing/2014/main" id="{959D9D4C-1E61-1A4B-A1A3-033DC7A5E5C2}"/>
              </a:ext>
            </a:extLst>
          </p:cNvPr>
          <p:cNvCxnSpPr>
            <a:cxnSpLocks/>
          </p:cNvCxnSpPr>
          <p:nvPr/>
        </p:nvCxnSpPr>
        <p:spPr>
          <a:xfrm>
            <a:off x="6042725" y="5297803"/>
            <a:ext cx="2109478" cy="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24" name="Straight Arrow Connector 23">
            <a:extLst>
              <a:ext uri="{FF2B5EF4-FFF2-40B4-BE49-F238E27FC236}">
                <a16:creationId xmlns:a16="http://schemas.microsoft.com/office/drawing/2014/main" id="{73C56564-2AF3-B7E4-ABE2-7A8A391D6F0D}"/>
              </a:ext>
            </a:extLst>
          </p:cNvPr>
          <p:cNvCxnSpPr>
            <a:cxnSpLocks/>
          </p:cNvCxnSpPr>
          <p:nvPr/>
        </p:nvCxnSpPr>
        <p:spPr>
          <a:xfrm flipV="1">
            <a:off x="4636959" y="3414488"/>
            <a:ext cx="868427" cy="893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26" name="Speech Bubble: Rectangle with Corners Rounded 25">
            <a:extLst>
              <a:ext uri="{FF2B5EF4-FFF2-40B4-BE49-F238E27FC236}">
                <a16:creationId xmlns:a16="http://schemas.microsoft.com/office/drawing/2014/main" id="{E1A5DCDC-EE83-617B-0A13-223B8FA8C0F2}"/>
              </a:ext>
            </a:extLst>
          </p:cNvPr>
          <p:cNvSpPr/>
          <p:nvPr/>
        </p:nvSpPr>
        <p:spPr>
          <a:xfrm>
            <a:off x="3963090" y="2393668"/>
            <a:ext cx="2109478" cy="1102235"/>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b="1">
                <a:solidFill>
                  <a:srgbClr val="002060"/>
                </a:solidFill>
                <a:latin typeface="Open Sans" pitchFamily="2" charset="0"/>
                <a:ea typeface="Open Sans" pitchFamily="2" charset="0"/>
                <a:cs typeface="Open Sans" pitchFamily="2" charset="0"/>
              </a:rPr>
              <a:t>Group A (</a:t>
            </a:r>
            <a:r>
              <a:rPr lang="en-US" b="1">
                <a:solidFill>
                  <a:srgbClr val="002060"/>
                </a:solidFill>
                <a:effectLst/>
                <a:latin typeface="Open Sans" pitchFamily="2" charset="0"/>
                <a:ea typeface="Open Sans" pitchFamily="2" charset="0"/>
                <a:cs typeface="Open Sans" pitchFamily="2" charset="0"/>
              </a:rPr>
              <a:t>Remote</a:t>
            </a:r>
            <a:r>
              <a:rPr lang="en-US" b="1">
                <a:solidFill>
                  <a:srgbClr val="002060"/>
                </a:solidFill>
                <a:latin typeface="Open Sans" pitchFamily="2" charset="0"/>
                <a:ea typeface="Open Sans" pitchFamily="2" charset="0"/>
                <a:cs typeface="Open Sans" pitchFamily="2" charset="0"/>
              </a:rPr>
              <a:t>)</a:t>
            </a:r>
          </a:p>
          <a:p>
            <a:pPr algn="ctr"/>
            <a:r>
              <a:rPr lang="en-US" b="1">
                <a:solidFill>
                  <a:srgbClr val="002060"/>
                </a:solidFill>
                <a:latin typeface="Open Sans" pitchFamily="2" charset="0"/>
                <a:ea typeface="Open Sans" pitchFamily="2" charset="0"/>
                <a:cs typeface="Open Sans" pitchFamily="2" charset="0"/>
              </a:rPr>
              <a:t>375 HH</a:t>
            </a:r>
            <a:endParaRPr lang="en-GB">
              <a:solidFill>
                <a:srgbClr val="002060"/>
              </a:solidFill>
              <a:latin typeface="Open Sans" pitchFamily="2" charset="0"/>
              <a:ea typeface="Open Sans" pitchFamily="2" charset="0"/>
              <a:cs typeface="Open Sans" pitchFamily="2" charset="0"/>
            </a:endParaRPr>
          </a:p>
        </p:txBody>
      </p:sp>
      <p:sp>
        <p:nvSpPr>
          <p:cNvPr id="27" name="Left Brace 26">
            <a:extLst>
              <a:ext uri="{FF2B5EF4-FFF2-40B4-BE49-F238E27FC236}">
                <a16:creationId xmlns:a16="http://schemas.microsoft.com/office/drawing/2014/main" id="{F0DADB58-B58A-2FC4-FDB1-C5802E927C61}"/>
              </a:ext>
            </a:extLst>
          </p:cNvPr>
          <p:cNvSpPr/>
          <p:nvPr/>
        </p:nvSpPr>
        <p:spPr>
          <a:xfrm rot="5400000">
            <a:off x="4780372" y="1150233"/>
            <a:ext cx="484698" cy="2099692"/>
          </a:xfrm>
          <a:prstGeom prst="lef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sz="1600">
              <a:latin typeface="Open Sans" pitchFamily="2" charset="0"/>
              <a:ea typeface="Open Sans" pitchFamily="2" charset="0"/>
              <a:cs typeface="Open Sans" pitchFamily="2" charset="0"/>
            </a:endParaRPr>
          </a:p>
        </p:txBody>
      </p:sp>
      <p:cxnSp>
        <p:nvCxnSpPr>
          <p:cNvPr id="28" name="Straight Arrow Connector 27">
            <a:extLst>
              <a:ext uri="{FF2B5EF4-FFF2-40B4-BE49-F238E27FC236}">
                <a16:creationId xmlns:a16="http://schemas.microsoft.com/office/drawing/2014/main" id="{7EF2A77E-17A4-CD5D-A420-B6581319B2D9}"/>
              </a:ext>
            </a:extLst>
          </p:cNvPr>
          <p:cNvCxnSpPr>
            <a:cxnSpLocks/>
            <a:stCxn id="26" idx="3"/>
          </p:cNvCxnSpPr>
          <p:nvPr/>
        </p:nvCxnSpPr>
        <p:spPr>
          <a:xfrm flipV="1">
            <a:off x="6072568" y="2940318"/>
            <a:ext cx="2079635" cy="4468"/>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
        <p:nvSpPr>
          <p:cNvPr id="29" name="TextBox 28">
            <a:extLst>
              <a:ext uri="{FF2B5EF4-FFF2-40B4-BE49-F238E27FC236}">
                <a16:creationId xmlns:a16="http://schemas.microsoft.com/office/drawing/2014/main" id="{030403E6-9755-70D2-C8C9-9D1823179D90}"/>
              </a:ext>
            </a:extLst>
          </p:cNvPr>
          <p:cNvSpPr txBox="1"/>
          <p:nvPr/>
        </p:nvSpPr>
        <p:spPr>
          <a:xfrm>
            <a:off x="8152203" y="1573773"/>
            <a:ext cx="2897726" cy="338554"/>
          </a:xfrm>
          <a:prstGeom prst="rect">
            <a:avLst/>
          </a:prstGeom>
          <a:solidFill>
            <a:srgbClr val="FFFFFF"/>
          </a:solidFill>
          <a:ln w="28575"/>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600" b="1">
                <a:solidFill>
                  <a:schemeClr val="accent5">
                    <a:lumMod val="10000"/>
                  </a:schemeClr>
                </a:solidFill>
                <a:latin typeface="Open Sans" pitchFamily="2" charset="0"/>
                <a:ea typeface="Open Sans" pitchFamily="2" charset="0"/>
                <a:cs typeface="Open Sans" pitchFamily="2" charset="0"/>
              </a:rPr>
              <a:t>Follow-up interview</a:t>
            </a:r>
          </a:p>
        </p:txBody>
      </p:sp>
      <p:sp>
        <p:nvSpPr>
          <p:cNvPr id="30" name="Left Brace 29">
            <a:extLst>
              <a:ext uri="{FF2B5EF4-FFF2-40B4-BE49-F238E27FC236}">
                <a16:creationId xmlns:a16="http://schemas.microsoft.com/office/drawing/2014/main" id="{3457CF6C-2E2F-8598-2400-118829C532A4}"/>
              </a:ext>
            </a:extLst>
          </p:cNvPr>
          <p:cNvSpPr/>
          <p:nvPr/>
        </p:nvSpPr>
        <p:spPr>
          <a:xfrm rot="5400000">
            <a:off x="9399870" y="730884"/>
            <a:ext cx="484697" cy="2876417"/>
          </a:xfrm>
          <a:prstGeom prst="lef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sz="1600">
              <a:latin typeface="Open Sans" pitchFamily="2" charset="0"/>
              <a:ea typeface="Open Sans" pitchFamily="2" charset="0"/>
              <a:cs typeface="Open Sans" pitchFamily="2" charset="0"/>
            </a:endParaRPr>
          </a:p>
        </p:txBody>
      </p:sp>
      <p:sp>
        <p:nvSpPr>
          <p:cNvPr id="31" name="Speech Bubble: Rectangle with Corners Rounded 49">
            <a:extLst>
              <a:ext uri="{FF2B5EF4-FFF2-40B4-BE49-F238E27FC236}">
                <a16:creationId xmlns:a16="http://schemas.microsoft.com/office/drawing/2014/main" id="{447672DA-C69C-EA8E-4EAE-E22B911455EC}"/>
              </a:ext>
            </a:extLst>
          </p:cNvPr>
          <p:cNvSpPr/>
          <p:nvPr/>
        </p:nvSpPr>
        <p:spPr>
          <a:xfrm>
            <a:off x="8173512" y="2308316"/>
            <a:ext cx="2876417" cy="1703187"/>
          </a:xfrm>
          <a:custGeom>
            <a:avLst/>
            <a:gdLst>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69959 h 634215"/>
              <a:gd name="connsiteX20" fmla="*/ 0 w 855640"/>
              <a:gd name="connsiteY20" fmla="*/ 105705 h 634215"/>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79739 h 634215"/>
              <a:gd name="connsiteX20" fmla="*/ 0 w 855640"/>
              <a:gd name="connsiteY20" fmla="*/ 105705 h 6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5640" h="634215">
                <a:moveTo>
                  <a:pt x="0" y="105705"/>
                </a:moveTo>
                <a:cubicBezTo>
                  <a:pt x="0" y="47326"/>
                  <a:pt x="47326" y="0"/>
                  <a:pt x="105705" y="0"/>
                </a:cubicBezTo>
                <a:lnTo>
                  <a:pt x="142607" y="0"/>
                </a:lnTo>
                <a:lnTo>
                  <a:pt x="142607" y="0"/>
                </a:lnTo>
                <a:lnTo>
                  <a:pt x="356517" y="0"/>
                </a:lnTo>
                <a:lnTo>
                  <a:pt x="749935" y="0"/>
                </a:lnTo>
                <a:cubicBezTo>
                  <a:pt x="808314" y="0"/>
                  <a:pt x="855640" y="47326"/>
                  <a:pt x="855640" y="105705"/>
                </a:cubicBezTo>
                <a:lnTo>
                  <a:pt x="855640" y="369959"/>
                </a:lnTo>
                <a:lnTo>
                  <a:pt x="855640" y="369959"/>
                </a:lnTo>
                <a:lnTo>
                  <a:pt x="855640" y="528513"/>
                </a:lnTo>
                <a:lnTo>
                  <a:pt x="855640" y="528510"/>
                </a:lnTo>
                <a:cubicBezTo>
                  <a:pt x="855640" y="586889"/>
                  <a:pt x="808314" y="634215"/>
                  <a:pt x="749935" y="634215"/>
                </a:cubicBezTo>
                <a:lnTo>
                  <a:pt x="356517" y="634215"/>
                </a:lnTo>
                <a:lnTo>
                  <a:pt x="251464" y="634215"/>
                </a:lnTo>
                <a:lnTo>
                  <a:pt x="142607" y="634215"/>
                </a:lnTo>
                <a:lnTo>
                  <a:pt x="105705" y="634215"/>
                </a:lnTo>
                <a:cubicBezTo>
                  <a:pt x="47326" y="634215"/>
                  <a:pt x="0" y="586889"/>
                  <a:pt x="0" y="528510"/>
                </a:cubicBezTo>
                <a:lnTo>
                  <a:pt x="0" y="528513"/>
                </a:lnTo>
                <a:lnTo>
                  <a:pt x="0" y="369959"/>
                </a:lnTo>
                <a:lnTo>
                  <a:pt x="0" y="379739"/>
                </a:lnTo>
                <a:lnTo>
                  <a:pt x="0" y="105705"/>
                </a:lnTo>
                <a:close/>
              </a:path>
            </a:pathLst>
          </a:custGeom>
          <a:solidFill>
            <a:srgbClr val="92D050"/>
          </a:solidFill>
          <a:ln w="38100">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A (F2F) 300</a:t>
            </a:r>
          </a:p>
          <a:p>
            <a:pPr algn="ctr"/>
            <a:endParaRPr lang="en-GB" sz="3200">
              <a:effectLst/>
              <a:latin typeface="Open Sans" pitchFamily="2" charset="0"/>
              <a:ea typeface="Open Sans" pitchFamily="2" charset="0"/>
              <a:cs typeface="Open Sans" pitchFamily="2" charset="0"/>
            </a:endParaRPr>
          </a:p>
        </p:txBody>
      </p:sp>
      <p:sp>
        <p:nvSpPr>
          <p:cNvPr id="32" name="Speech Bubble: Rectangle with Corners Rounded 49">
            <a:extLst>
              <a:ext uri="{FF2B5EF4-FFF2-40B4-BE49-F238E27FC236}">
                <a16:creationId xmlns:a16="http://schemas.microsoft.com/office/drawing/2014/main" id="{67C8EBBC-7ABC-48A9-1A21-20C2F7425DA8}"/>
              </a:ext>
            </a:extLst>
          </p:cNvPr>
          <p:cNvSpPr/>
          <p:nvPr/>
        </p:nvSpPr>
        <p:spPr>
          <a:xfrm>
            <a:off x="3759633" y="4556725"/>
            <a:ext cx="2659456" cy="1712203"/>
          </a:xfrm>
          <a:custGeom>
            <a:avLst/>
            <a:gdLst>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69959 h 634215"/>
              <a:gd name="connsiteX20" fmla="*/ 0 w 855640"/>
              <a:gd name="connsiteY20" fmla="*/ 105705 h 634215"/>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79739 h 634215"/>
              <a:gd name="connsiteX20" fmla="*/ 0 w 855640"/>
              <a:gd name="connsiteY20" fmla="*/ 105705 h 6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5640" h="634215">
                <a:moveTo>
                  <a:pt x="0" y="105705"/>
                </a:moveTo>
                <a:cubicBezTo>
                  <a:pt x="0" y="47326"/>
                  <a:pt x="47326" y="0"/>
                  <a:pt x="105705" y="0"/>
                </a:cubicBezTo>
                <a:lnTo>
                  <a:pt x="142607" y="0"/>
                </a:lnTo>
                <a:lnTo>
                  <a:pt x="142607" y="0"/>
                </a:lnTo>
                <a:lnTo>
                  <a:pt x="356517" y="0"/>
                </a:lnTo>
                <a:lnTo>
                  <a:pt x="749935" y="0"/>
                </a:lnTo>
                <a:cubicBezTo>
                  <a:pt x="808314" y="0"/>
                  <a:pt x="855640" y="47326"/>
                  <a:pt x="855640" y="105705"/>
                </a:cubicBezTo>
                <a:lnTo>
                  <a:pt x="855640" y="369959"/>
                </a:lnTo>
                <a:lnTo>
                  <a:pt x="855640" y="369959"/>
                </a:lnTo>
                <a:lnTo>
                  <a:pt x="855640" y="528513"/>
                </a:lnTo>
                <a:lnTo>
                  <a:pt x="855640" y="528510"/>
                </a:lnTo>
                <a:cubicBezTo>
                  <a:pt x="855640" y="586889"/>
                  <a:pt x="808314" y="634215"/>
                  <a:pt x="749935" y="634215"/>
                </a:cubicBezTo>
                <a:lnTo>
                  <a:pt x="356517" y="634215"/>
                </a:lnTo>
                <a:lnTo>
                  <a:pt x="251464" y="634215"/>
                </a:lnTo>
                <a:lnTo>
                  <a:pt x="142607" y="634215"/>
                </a:lnTo>
                <a:lnTo>
                  <a:pt x="105705" y="634215"/>
                </a:lnTo>
                <a:cubicBezTo>
                  <a:pt x="47326" y="634215"/>
                  <a:pt x="0" y="586889"/>
                  <a:pt x="0" y="528510"/>
                </a:cubicBezTo>
                <a:lnTo>
                  <a:pt x="0" y="528513"/>
                </a:lnTo>
                <a:lnTo>
                  <a:pt x="0" y="369959"/>
                </a:lnTo>
                <a:lnTo>
                  <a:pt x="0" y="379739"/>
                </a:lnTo>
                <a:lnTo>
                  <a:pt x="0" y="105705"/>
                </a:lnTo>
                <a:close/>
              </a:path>
            </a:pathLst>
          </a:custGeom>
          <a:solidFill>
            <a:srgbClr val="92D050"/>
          </a:solidFill>
          <a:ln w="38100">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b="1">
                <a:solidFill>
                  <a:srgbClr val="002060"/>
                </a:solidFill>
                <a:latin typeface="Open Sans" pitchFamily="2" charset="0"/>
                <a:ea typeface="Open Sans" pitchFamily="2" charset="0"/>
                <a:cs typeface="Open Sans" pitchFamily="2" charset="0"/>
              </a:rPr>
              <a:t>Group B (F2F) 375</a:t>
            </a:r>
          </a:p>
          <a:p>
            <a:pPr algn="ctr"/>
            <a:endParaRPr lang="en-GB" b="1">
              <a:latin typeface="Open Sans" pitchFamily="2" charset="0"/>
              <a:ea typeface="Open Sans" pitchFamily="2" charset="0"/>
              <a:cs typeface="Open Sans" pitchFamily="2" charset="0"/>
            </a:endParaRPr>
          </a:p>
        </p:txBody>
      </p:sp>
      <p:sp>
        <p:nvSpPr>
          <p:cNvPr id="33" name="Rectangle 32">
            <a:extLst>
              <a:ext uri="{FF2B5EF4-FFF2-40B4-BE49-F238E27FC236}">
                <a16:creationId xmlns:a16="http://schemas.microsoft.com/office/drawing/2014/main" id="{26DAF795-59AD-AFAA-F50F-0C0CC9F33930}"/>
              </a:ext>
            </a:extLst>
          </p:cNvPr>
          <p:cNvSpPr/>
          <p:nvPr/>
        </p:nvSpPr>
        <p:spPr>
          <a:xfrm>
            <a:off x="3890042" y="4954768"/>
            <a:ext cx="2401745" cy="472154"/>
          </a:xfrm>
          <a:prstGeom prst="rect">
            <a:avLst/>
          </a:prstGeom>
          <a:solidFill>
            <a:srgbClr val="FFFFFE"/>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a:ln w="0"/>
                <a:solidFill>
                  <a:schemeClr val="tx1"/>
                </a:solidFill>
                <a:effectLst>
                  <a:outerShdw blurRad="38100" dist="19050" dir="2700000" algn="tl" rotWithShape="0">
                    <a:schemeClr val="dk1">
                      <a:alpha val="40000"/>
                    </a:schemeClr>
                  </a:outerShdw>
                </a:effectLst>
                <a:latin typeface="Open Sans" pitchFamily="2" charset="0"/>
                <a:ea typeface="Open Sans" pitchFamily="2" charset="0"/>
                <a:cs typeface="Open Sans" pitchFamily="2" charset="0"/>
              </a:rPr>
              <a:t>188 HH Long-modules</a:t>
            </a:r>
          </a:p>
        </p:txBody>
      </p:sp>
      <p:sp>
        <p:nvSpPr>
          <p:cNvPr id="34" name="Rectangle 33">
            <a:extLst>
              <a:ext uri="{FF2B5EF4-FFF2-40B4-BE49-F238E27FC236}">
                <a16:creationId xmlns:a16="http://schemas.microsoft.com/office/drawing/2014/main" id="{4377BDC8-3C15-C71F-8833-EE4A31BC896C}"/>
              </a:ext>
            </a:extLst>
          </p:cNvPr>
          <p:cNvSpPr/>
          <p:nvPr/>
        </p:nvSpPr>
        <p:spPr>
          <a:xfrm>
            <a:off x="3898012" y="5556040"/>
            <a:ext cx="2401746" cy="496362"/>
          </a:xfrm>
          <a:prstGeom prst="rect">
            <a:avLst/>
          </a:prstGeom>
          <a:solidFill>
            <a:srgbClr val="FFFFFE"/>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a:ln w="0"/>
                <a:solidFill>
                  <a:schemeClr val="accent1"/>
                </a:solidFill>
                <a:effectLst>
                  <a:outerShdw blurRad="38100" dist="25400" dir="5400000" algn="ctr" rotWithShape="0">
                    <a:srgbClr val="6E747A">
                      <a:alpha val="43000"/>
                    </a:srgbClr>
                  </a:outerShdw>
                </a:effectLst>
                <a:latin typeface="Open Sans" pitchFamily="2" charset="0"/>
                <a:ea typeface="Open Sans" pitchFamily="2" charset="0"/>
                <a:cs typeface="Open Sans" pitchFamily="2" charset="0"/>
              </a:rPr>
              <a:t>187 HH Short Modules</a:t>
            </a:r>
          </a:p>
        </p:txBody>
      </p:sp>
      <p:sp>
        <p:nvSpPr>
          <p:cNvPr id="35" name="Rectangle 34">
            <a:extLst>
              <a:ext uri="{FF2B5EF4-FFF2-40B4-BE49-F238E27FC236}">
                <a16:creationId xmlns:a16="http://schemas.microsoft.com/office/drawing/2014/main" id="{E88D17CE-2114-CBB7-1DD3-1D390DA50F6E}"/>
              </a:ext>
            </a:extLst>
          </p:cNvPr>
          <p:cNvSpPr/>
          <p:nvPr/>
        </p:nvSpPr>
        <p:spPr>
          <a:xfrm>
            <a:off x="8387339" y="2769583"/>
            <a:ext cx="2401745" cy="472154"/>
          </a:xfrm>
          <a:prstGeom prst="rect">
            <a:avLst/>
          </a:prstGeom>
          <a:solidFill>
            <a:srgbClr val="FFFFFE"/>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a:ln w="0"/>
                <a:solidFill>
                  <a:schemeClr val="tx1"/>
                </a:solidFill>
                <a:effectLst>
                  <a:outerShdw blurRad="38100" dist="19050" dir="2700000" algn="tl" rotWithShape="0">
                    <a:schemeClr val="dk1">
                      <a:alpha val="40000"/>
                    </a:schemeClr>
                  </a:outerShdw>
                </a:effectLst>
                <a:latin typeface="Open Sans" pitchFamily="2" charset="0"/>
                <a:ea typeface="Open Sans" pitchFamily="2" charset="0"/>
                <a:cs typeface="Open Sans" pitchFamily="2" charset="0"/>
              </a:rPr>
              <a:t>150 HH Long-modules</a:t>
            </a:r>
          </a:p>
        </p:txBody>
      </p:sp>
      <p:sp>
        <p:nvSpPr>
          <p:cNvPr id="36" name="Rectangle 35">
            <a:extLst>
              <a:ext uri="{FF2B5EF4-FFF2-40B4-BE49-F238E27FC236}">
                <a16:creationId xmlns:a16="http://schemas.microsoft.com/office/drawing/2014/main" id="{1E74CA04-6249-53A5-1A19-A0A08700BF55}"/>
              </a:ext>
            </a:extLst>
          </p:cNvPr>
          <p:cNvSpPr/>
          <p:nvPr/>
        </p:nvSpPr>
        <p:spPr>
          <a:xfrm>
            <a:off x="8387338" y="3378439"/>
            <a:ext cx="2401746" cy="496362"/>
          </a:xfrm>
          <a:prstGeom prst="rect">
            <a:avLst/>
          </a:prstGeom>
          <a:solidFill>
            <a:srgbClr val="FFFFFE"/>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a:ln w="0"/>
                <a:solidFill>
                  <a:schemeClr val="accent1"/>
                </a:solidFill>
                <a:effectLst>
                  <a:outerShdw blurRad="38100" dist="25400" dir="5400000" algn="ctr" rotWithShape="0">
                    <a:srgbClr val="6E747A">
                      <a:alpha val="43000"/>
                    </a:srgbClr>
                  </a:outerShdw>
                </a:effectLst>
                <a:latin typeface="Open Sans" pitchFamily="2" charset="0"/>
                <a:ea typeface="Open Sans" pitchFamily="2" charset="0"/>
                <a:cs typeface="Open Sans" pitchFamily="2" charset="0"/>
              </a:rPr>
              <a:t>150 HH Short Modules</a:t>
            </a:r>
          </a:p>
        </p:txBody>
      </p:sp>
      <p:sp>
        <p:nvSpPr>
          <p:cNvPr id="42" name="TextBox 41">
            <a:extLst>
              <a:ext uri="{FF2B5EF4-FFF2-40B4-BE49-F238E27FC236}">
                <a16:creationId xmlns:a16="http://schemas.microsoft.com/office/drawing/2014/main" id="{C0A2DE01-8335-EE23-FD5B-7BCE46E5468D}"/>
              </a:ext>
            </a:extLst>
          </p:cNvPr>
          <p:cNvSpPr txBox="1"/>
          <p:nvPr/>
        </p:nvSpPr>
        <p:spPr>
          <a:xfrm>
            <a:off x="6297168" y="2641536"/>
            <a:ext cx="1534024" cy="584775"/>
          </a:xfrm>
          <a:prstGeom prst="rect">
            <a:avLst/>
          </a:prstGeom>
          <a:noFill/>
        </p:spPr>
        <p:txBody>
          <a:bodyPr wrap="square" rtlCol="0">
            <a:spAutoFit/>
          </a:bodyPr>
          <a:lstStyle/>
          <a:p>
            <a:pPr algn="ctr"/>
            <a:r>
              <a:rPr lang="en-US" sz="1600" b="1">
                <a:latin typeface="Open Sans" pitchFamily="2" charset="0"/>
                <a:ea typeface="Open Sans" pitchFamily="2" charset="0"/>
                <a:cs typeface="Open Sans" pitchFamily="2" charset="0"/>
              </a:rPr>
              <a:t>Max interval 48 Hours</a:t>
            </a:r>
            <a:endParaRPr lang="en-GB" sz="1600" b="1">
              <a:latin typeface="Open Sans" pitchFamily="2" charset="0"/>
              <a:ea typeface="Open Sans" pitchFamily="2" charset="0"/>
              <a:cs typeface="Open Sans" pitchFamily="2" charset="0"/>
            </a:endParaRPr>
          </a:p>
        </p:txBody>
      </p:sp>
      <p:sp>
        <p:nvSpPr>
          <p:cNvPr id="43" name="TextBox 42">
            <a:extLst>
              <a:ext uri="{FF2B5EF4-FFF2-40B4-BE49-F238E27FC236}">
                <a16:creationId xmlns:a16="http://schemas.microsoft.com/office/drawing/2014/main" id="{6422C3DC-F089-EB33-33FD-988B9E740243}"/>
              </a:ext>
            </a:extLst>
          </p:cNvPr>
          <p:cNvSpPr txBox="1"/>
          <p:nvPr/>
        </p:nvSpPr>
        <p:spPr>
          <a:xfrm>
            <a:off x="6427578" y="5015505"/>
            <a:ext cx="1654512" cy="584775"/>
          </a:xfrm>
          <a:prstGeom prst="rect">
            <a:avLst/>
          </a:prstGeom>
          <a:noFill/>
        </p:spPr>
        <p:txBody>
          <a:bodyPr wrap="square" rtlCol="0">
            <a:spAutoFit/>
          </a:bodyPr>
          <a:lstStyle/>
          <a:p>
            <a:pPr algn="ctr"/>
            <a:r>
              <a:rPr lang="en-US" sz="1600" b="1">
                <a:latin typeface="Open Sans" pitchFamily="2" charset="0"/>
                <a:ea typeface="Open Sans" pitchFamily="2" charset="0"/>
                <a:cs typeface="Open Sans" pitchFamily="2" charset="0"/>
              </a:rPr>
              <a:t>Max intervals 48 </a:t>
            </a:r>
            <a:r>
              <a:rPr lang="en-US" altLang="zh-CN" sz="1600" b="1">
                <a:latin typeface="Open Sans" pitchFamily="2" charset="0"/>
                <a:ea typeface="Open Sans" pitchFamily="2" charset="0"/>
                <a:cs typeface="Open Sans" pitchFamily="2" charset="0"/>
              </a:rPr>
              <a:t>Hours</a:t>
            </a:r>
            <a:endParaRPr lang="en-GB" sz="1600" b="1">
              <a:latin typeface="Open Sans" pitchFamily="2" charset="0"/>
              <a:ea typeface="Open Sans" pitchFamily="2" charset="0"/>
              <a:cs typeface="Open Sans" pitchFamily="2" charset="0"/>
            </a:endParaRPr>
          </a:p>
        </p:txBody>
      </p:sp>
      <p:sp>
        <p:nvSpPr>
          <p:cNvPr id="6" name="Speech Bubble: Rectangle with Corners Rounded 7">
            <a:extLst>
              <a:ext uri="{FF2B5EF4-FFF2-40B4-BE49-F238E27FC236}">
                <a16:creationId xmlns:a16="http://schemas.microsoft.com/office/drawing/2014/main" id="{F8774377-2D40-33CD-652F-418A320A13C6}"/>
              </a:ext>
            </a:extLst>
          </p:cNvPr>
          <p:cNvSpPr/>
          <p:nvPr/>
        </p:nvSpPr>
        <p:spPr>
          <a:xfrm>
            <a:off x="978099" y="3495903"/>
            <a:ext cx="1731062" cy="1133975"/>
          </a:xfrm>
          <a:prstGeom prst="wedgeRoundRectCallout">
            <a:avLst>
              <a:gd name="adj1" fmla="val -20611"/>
              <a:gd name="adj2" fmla="val 49015"/>
              <a:gd name="adj3" fmla="val 16667"/>
            </a:avLst>
          </a:prstGeom>
          <a:solidFill>
            <a:srgbClr val="FFFFFF"/>
          </a:solidFill>
          <a:ln w="28575">
            <a:solidFill>
              <a:schemeClr val="accent1"/>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GB" b="1">
                <a:solidFill>
                  <a:srgbClr val="002060"/>
                </a:solidFill>
                <a:latin typeface="Open Sans" pitchFamily="2" charset="0"/>
                <a:ea typeface="Open Sans" pitchFamily="2" charset="0"/>
                <a:cs typeface="Open Sans" pitchFamily="2" charset="0"/>
              </a:rPr>
              <a:t>Sampled HH</a:t>
            </a:r>
          </a:p>
          <a:p>
            <a:pPr algn="ctr"/>
            <a:r>
              <a:rPr lang="en-GB" b="1">
                <a:solidFill>
                  <a:srgbClr val="002060"/>
                </a:solidFill>
                <a:latin typeface="Open Sans" pitchFamily="2" charset="0"/>
                <a:ea typeface="Open Sans" pitchFamily="2" charset="0"/>
                <a:cs typeface="Open Sans" pitchFamily="2" charset="0"/>
              </a:rPr>
              <a:t>(600 + 25% attrition)</a:t>
            </a:r>
          </a:p>
        </p:txBody>
      </p:sp>
      <p:sp>
        <p:nvSpPr>
          <p:cNvPr id="8" name="TextBox 7">
            <a:extLst>
              <a:ext uri="{FF2B5EF4-FFF2-40B4-BE49-F238E27FC236}">
                <a16:creationId xmlns:a16="http://schemas.microsoft.com/office/drawing/2014/main" id="{73BFB3AE-F771-7B25-3727-7C88FE390FC2}"/>
              </a:ext>
            </a:extLst>
          </p:cNvPr>
          <p:cNvSpPr txBox="1"/>
          <p:nvPr/>
        </p:nvSpPr>
        <p:spPr>
          <a:xfrm>
            <a:off x="4002717" y="1573773"/>
            <a:ext cx="2069850" cy="338554"/>
          </a:xfrm>
          <a:prstGeom prst="rect">
            <a:avLst/>
          </a:prstGeom>
          <a:solidFill>
            <a:srgbClr val="FFFFFF"/>
          </a:solidFill>
          <a:ln w="28575">
            <a:solidFill>
              <a:schemeClr val="accent1"/>
            </a:solidFill>
          </a:ln>
        </p:spPr>
        <p:txBody>
          <a:bodyPr wrap="square" rtlCol="0">
            <a:spAutoFit/>
          </a:bodyPr>
          <a:lstStyle/>
          <a:p>
            <a:pPr algn="ctr"/>
            <a:r>
              <a:rPr lang="en-GB" sz="1600" b="1">
                <a:solidFill>
                  <a:srgbClr val="002060"/>
                </a:solidFill>
                <a:latin typeface="Open Sans" pitchFamily="2" charset="0"/>
                <a:ea typeface="Open Sans" pitchFamily="2" charset="0"/>
                <a:cs typeface="Open Sans" pitchFamily="2" charset="0"/>
              </a:rPr>
              <a:t>1st Interview</a:t>
            </a:r>
          </a:p>
        </p:txBody>
      </p:sp>
      <p:sp>
        <p:nvSpPr>
          <p:cNvPr id="14" name="Title 1">
            <a:extLst>
              <a:ext uri="{FF2B5EF4-FFF2-40B4-BE49-F238E27FC236}">
                <a16:creationId xmlns:a16="http://schemas.microsoft.com/office/drawing/2014/main" id="{F79A39CB-82AC-81CA-C90C-F66576AD99B6}"/>
              </a:ext>
            </a:extLst>
          </p:cNvPr>
          <p:cNvSpPr>
            <a:spLocks noGrp="1"/>
          </p:cNvSpPr>
          <p:nvPr>
            <p:ph type="title"/>
          </p:nvPr>
        </p:nvSpPr>
        <p:spPr>
          <a:xfrm>
            <a:off x="824938" y="519907"/>
            <a:ext cx="10542124" cy="1152000"/>
          </a:xfrm>
        </p:spPr>
        <p:txBody>
          <a:bodyPr/>
          <a:lstStyle/>
          <a:p>
            <a:r>
              <a:rPr lang="en-US" altLang="zh-CN"/>
              <a:t>Iraq Pilot Sample Design</a:t>
            </a:r>
            <a:endParaRPr lang="en-GB"/>
          </a:p>
        </p:txBody>
      </p:sp>
    </p:spTree>
    <p:extLst>
      <p:ext uri="{BB962C8B-B14F-4D97-AF65-F5344CB8AC3E}">
        <p14:creationId xmlns:p14="http://schemas.microsoft.com/office/powerpoint/2010/main" val="300030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arn(inVertical)">
                                      <p:cBhvr>
                                        <p:cTn id="7" dur="500"/>
                                        <p:tgtEl>
                                          <p:spTgt spid="3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barn(inVertical)">
                                      <p:cBhvr>
                                        <p:cTn id="10" dur="500"/>
                                        <p:tgtEl>
                                          <p:spTgt spid="33"/>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barn(inVertical)">
                                      <p:cBhvr>
                                        <p:cTn id="13" dur="500"/>
                                        <p:tgtEl>
                                          <p:spTgt spid="34"/>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barn(inVertical)">
                                      <p:cBhvr>
                                        <p:cTn id="16" dur="500"/>
                                        <p:tgtEl>
                                          <p:spTgt spid="31"/>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barn(inVertical)">
                                      <p:cBhvr>
                                        <p:cTn id="19" dur="500"/>
                                        <p:tgtEl>
                                          <p:spTgt spid="35"/>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barn(inVertical)">
                                      <p:cBhvr>
                                        <p:cTn id="22" dur="5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barn(inVertical)">
                                      <p:cBhvr>
                                        <p:cTn id="27" dur="500"/>
                                        <p:tgtEl>
                                          <p:spTgt spid="43"/>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barn(inVertical)">
                                      <p:cBhvr>
                                        <p:cTn id="30"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4" grpId="0" animBg="1"/>
      <p:bldP spid="35" grpId="0" animBg="1"/>
      <p:bldP spid="36" grpId="0" animBg="1"/>
      <p:bldP spid="42" grpId="0"/>
      <p:bldP spid="4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824938" y="519907"/>
            <a:ext cx="10542124" cy="1152000"/>
          </a:xfrm>
        </p:spPr>
        <p:txBody>
          <a:bodyPr/>
          <a:lstStyle/>
          <a:p>
            <a:r>
              <a:rPr lang="en-US" altLang="zh-CN"/>
              <a:t>Implementation</a:t>
            </a:r>
            <a:endParaRPr lang="en-GB"/>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824938" y="1522413"/>
            <a:ext cx="10542124" cy="3793300"/>
          </a:xfrm>
        </p:spPr>
        <p:txBody>
          <a:bodyPr anchor="ctr"/>
          <a:lstStyle/>
          <a:p>
            <a:pPr>
              <a:spcBef>
                <a:spcPts val="600"/>
              </a:spcBef>
              <a:spcAft>
                <a:spcPts val="600"/>
              </a:spcAft>
            </a:pPr>
            <a:r>
              <a:rPr lang="en-US" sz="2400" dirty="0"/>
              <a:t>Cross-over design: 2 groups of HH from the same sample</a:t>
            </a:r>
          </a:p>
          <a:p>
            <a:pPr>
              <a:spcBef>
                <a:spcPts val="600"/>
              </a:spcBef>
              <a:spcAft>
                <a:spcPts val="600"/>
              </a:spcAft>
            </a:pPr>
            <a:r>
              <a:rPr lang="en-US" sz="2400" dirty="0"/>
              <a:t>We Sampled 676 households from 2 IDP and 2 refugee camps </a:t>
            </a:r>
          </a:p>
          <a:p>
            <a:pPr>
              <a:spcBef>
                <a:spcPts val="600"/>
              </a:spcBef>
              <a:spcAft>
                <a:spcPts val="600"/>
              </a:spcAft>
            </a:pPr>
            <a:r>
              <a:rPr lang="en-US" sz="2400" dirty="0"/>
              <a:t>Each household was interviewed twice</a:t>
            </a:r>
          </a:p>
          <a:p>
            <a:pPr lvl="1">
              <a:spcBef>
                <a:spcPts val="600"/>
              </a:spcBef>
              <a:spcAft>
                <a:spcPts val="600"/>
              </a:spcAft>
            </a:pPr>
            <a:r>
              <a:rPr lang="en-US" sz="2000" dirty="0"/>
              <a:t>Face-to-face</a:t>
            </a:r>
          </a:p>
          <a:p>
            <a:pPr lvl="1">
              <a:spcBef>
                <a:spcPts val="600"/>
              </a:spcBef>
              <a:spcAft>
                <a:spcPts val="600"/>
              </a:spcAft>
            </a:pPr>
            <a:r>
              <a:rPr lang="en-US" sz="2000" dirty="0"/>
              <a:t>Remote</a:t>
            </a:r>
          </a:p>
          <a:p>
            <a:pPr>
              <a:spcBef>
                <a:spcPts val="600"/>
              </a:spcBef>
              <a:spcAft>
                <a:spcPts val="600"/>
              </a:spcAft>
            </a:pPr>
            <a:r>
              <a:rPr lang="en-US" sz="2400" dirty="0"/>
              <a:t>This would allow for intra- and inter-household validation of the measurements </a:t>
            </a:r>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23225" y="-363287"/>
            <a:ext cx="1202647" cy="320706"/>
          </a:xfrm>
          <a:prstGeom prst="rect">
            <a:avLst/>
          </a:prstGeom>
        </p:spPr>
      </p:pic>
    </p:spTree>
    <p:extLst>
      <p:ext uri="{BB962C8B-B14F-4D97-AF65-F5344CB8AC3E}">
        <p14:creationId xmlns:p14="http://schemas.microsoft.com/office/powerpoint/2010/main" val="3313085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peech Bubble: Rectangle with Corners Rounded 7">
            <a:extLst>
              <a:ext uri="{FF2B5EF4-FFF2-40B4-BE49-F238E27FC236}">
                <a16:creationId xmlns:a16="http://schemas.microsoft.com/office/drawing/2014/main" id="{7843C2A3-0D84-EBD3-3E1D-44C9C42539D5}"/>
              </a:ext>
            </a:extLst>
          </p:cNvPr>
          <p:cNvSpPr/>
          <p:nvPr/>
        </p:nvSpPr>
        <p:spPr>
          <a:xfrm>
            <a:off x="741625" y="3642207"/>
            <a:ext cx="1731062" cy="1133975"/>
          </a:xfrm>
          <a:prstGeom prst="wedgeRoundRectCallout">
            <a:avLst>
              <a:gd name="adj1" fmla="val -20611"/>
              <a:gd name="adj2" fmla="val 49015"/>
              <a:gd name="adj3" fmla="val 16667"/>
            </a:avLst>
          </a:prstGeom>
          <a:solidFill>
            <a:srgbClr val="FFFFFF"/>
          </a:solidFill>
          <a:ln w="28575">
            <a:solidFill>
              <a:schemeClr val="accent1"/>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GB" b="1" dirty="0">
                <a:solidFill>
                  <a:srgbClr val="002060"/>
                </a:solidFill>
                <a:latin typeface="Open Sans" pitchFamily="2" charset="0"/>
                <a:ea typeface="Open Sans" pitchFamily="2" charset="0"/>
                <a:cs typeface="Open Sans" pitchFamily="2" charset="0"/>
              </a:rPr>
              <a:t>Sampled </a:t>
            </a:r>
          </a:p>
          <a:p>
            <a:pPr algn="ctr"/>
            <a:r>
              <a:rPr lang="en-GB" b="1" dirty="0">
                <a:solidFill>
                  <a:srgbClr val="002060"/>
                </a:solidFill>
                <a:latin typeface="Open Sans" pitchFamily="2" charset="0"/>
                <a:ea typeface="Open Sans" pitchFamily="2" charset="0"/>
                <a:cs typeface="Open Sans" pitchFamily="2" charset="0"/>
              </a:rPr>
              <a:t>676 HH</a:t>
            </a:r>
          </a:p>
        </p:txBody>
      </p:sp>
      <p:cxnSp>
        <p:nvCxnSpPr>
          <p:cNvPr id="9" name="Straight Arrow Connector 8">
            <a:extLst>
              <a:ext uri="{FF2B5EF4-FFF2-40B4-BE49-F238E27FC236}">
                <a16:creationId xmlns:a16="http://schemas.microsoft.com/office/drawing/2014/main" id="{AAB9B6E4-B3CC-1511-4DBD-381DB03C63CF}"/>
              </a:ext>
            </a:extLst>
          </p:cNvPr>
          <p:cNvCxnSpPr>
            <a:cxnSpLocks/>
            <a:stCxn id="8" idx="3"/>
          </p:cNvCxnSpPr>
          <p:nvPr/>
        </p:nvCxnSpPr>
        <p:spPr>
          <a:xfrm>
            <a:off x="2472687" y="4209195"/>
            <a:ext cx="969499" cy="1173532"/>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0" name="Straight Arrow Connector 9">
            <a:extLst>
              <a:ext uri="{FF2B5EF4-FFF2-40B4-BE49-F238E27FC236}">
                <a16:creationId xmlns:a16="http://schemas.microsoft.com/office/drawing/2014/main" id="{D8CBDB44-F00E-8AC4-2D83-98856084BC9C}"/>
              </a:ext>
            </a:extLst>
          </p:cNvPr>
          <p:cNvCxnSpPr>
            <a:cxnSpLocks/>
            <a:stCxn id="8" idx="3"/>
          </p:cNvCxnSpPr>
          <p:nvPr/>
        </p:nvCxnSpPr>
        <p:spPr>
          <a:xfrm flipV="1">
            <a:off x="2472687" y="3109944"/>
            <a:ext cx="903133" cy="1099251"/>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
        <p:nvSpPr>
          <p:cNvPr id="30" name="Title 1">
            <a:extLst>
              <a:ext uri="{FF2B5EF4-FFF2-40B4-BE49-F238E27FC236}">
                <a16:creationId xmlns:a16="http://schemas.microsoft.com/office/drawing/2014/main" id="{43A27B2C-3292-3987-1B6D-F6B9FEA32C12}"/>
              </a:ext>
            </a:extLst>
          </p:cNvPr>
          <p:cNvSpPr>
            <a:spLocks noGrp="1"/>
          </p:cNvSpPr>
          <p:nvPr>
            <p:ph type="title"/>
          </p:nvPr>
        </p:nvSpPr>
        <p:spPr>
          <a:xfrm>
            <a:off x="824938" y="417165"/>
            <a:ext cx="10542124" cy="1152000"/>
          </a:xfrm>
        </p:spPr>
        <p:txBody>
          <a:bodyPr/>
          <a:lstStyle/>
          <a:p>
            <a:r>
              <a:rPr lang="en-US" dirty="0"/>
              <a:t>Implementation</a:t>
            </a:r>
            <a:endParaRPr lang="en-GB" dirty="0"/>
          </a:p>
        </p:txBody>
      </p:sp>
      <p:grpSp>
        <p:nvGrpSpPr>
          <p:cNvPr id="2" name="Group 1">
            <a:extLst>
              <a:ext uri="{FF2B5EF4-FFF2-40B4-BE49-F238E27FC236}">
                <a16:creationId xmlns:a16="http://schemas.microsoft.com/office/drawing/2014/main" id="{FF305BB0-E30F-FC59-99B2-66F5D19B30E4}"/>
              </a:ext>
            </a:extLst>
          </p:cNvPr>
          <p:cNvGrpSpPr/>
          <p:nvPr/>
        </p:nvGrpSpPr>
        <p:grpSpPr>
          <a:xfrm>
            <a:off x="3375820" y="1248435"/>
            <a:ext cx="7991242" cy="5039313"/>
            <a:chOff x="4194738" y="1229581"/>
            <a:chExt cx="7991242" cy="5039313"/>
          </a:xfrm>
        </p:grpSpPr>
        <p:sp>
          <p:nvSpPr>
            <p:cNvPr id="6" name="Speech Bubble: Rectangle with Corners Rounded 5">
              <a:extLst>
                <a:ext uri="{FF2B5EF4-FFF2-40B4-BE49-F238E27FC236}">
                  <a16:creationId xmlns:a16="http://schemas.microsoft.com/office/drawing/2014/main" id="{E767ABE5-0184-8B36-5479-76A24B961185}"/>
                </a:ext>
              </a:extLst>
            </p:cNvPr>
            <p:cNvSpPr/>
            <p:nvPr/>
          </p:nvSpPr>
          <p:spPr>
            <a:xfrm>
              <a:off x="8383852" y="4652383"/>
              <a:ext cx="1788416" cy="1023602"/>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a:t>
              </a:r>
              <a:r>
                <a:rPr lang="en-US" b="1">
                  <a:solidFill>
                    <a:srgbClr val="002060"/>
                  </a:solidFill>
                  <a:latin typeface="Open Sans" pitchFamily="2" charset="0"/>
                  <a:ea typeface="Open Sans" pitchFamily="2" charset="0"/>
                  <a:cs typeface="Open Sans" pitchFamily="2" charset="0"/>
                </a:rPr>
                <a:t>B</a:t>
              </a:r>
              <a:r>
                <a:rPr lang="en-US" b="1">
                  <a:solidFill>
                    <a:srgbClr val="002060"/>
                  </a:solidFill>
                  <a:effectLst/>
                  <a:latin typeface="Open Sans" pitchFamily="2" charset="0"/>
                  <a:ea typeface="Open Sans" pitchFamily="2" charset="0"/>
                  <a:cs typeface="Open Sans" pitchFamily="2" charset="0"/>
                </a:rPr>
                <a:t> (Remote)</a:t>
              </a:r>
            </a:p>
            <a:p>
              <a:pPr algn="ctr"/>
              <a:r>
                <a:rPr lang="en-US" b="1">
                  <a:solidFill>
                    <a:srgbClr val="002060"/>
                  </a:solidFill>
                  <a:latin typeface="Open Sans" pitchFamily="2" charset="0"/>
                  <a:ea typeface="Open Sans" pitchFamily="2" charset="0"/>
                  <a:cs typeface="Open Sans" pitchFamily="2" charset="0"/>
                </a:rPr>
                <a:t>233 HH</a:t>
              </a:r>
              <a:endParaRPr lang="en-GB">
                <a:solidFill>
                  <a:srgbClr val="002060"/>
                </a:solidFill>
                <a:effectLst/>
                <a:latin typeface="Open Sans" pitchFamily="2" charset="0"/>
                <a:ea typeface="Open Sans" pitchFamily="2" charset="0"/>
                <a:cs typeface="Open Sans" pitchFamily="2" charset="0"/>
              </a:endParaRPr>
            </a:p>
          </p:txBody>
        </p:sp>
        <p:sp>
          <p:nvSpPr>
            <p:cNvPr id="7" name="Speech Bubble: Rectangle with Corners Rounded 49">
              <a:extLst>
                <a:ext uri="{FF2B5EF4-FFF2-40B4-BE49-F238E27FC236}">
                  <a16:creationId xmlns:a16="http://schemas.microsoft.com/office/drawing/2014/main" id="{B127FBED-1089-3247-8B90-6B4E1540C7F9}"/>
                </a:ext>
              </a:extLst>
            </p:cNvPr>
            <p:cNvSpPr/>
            <p:nvPr/>
          </p:nvSpPr>
          <p:spPr>
            <a:xfrm>
              <a:off x="4261104" y="4776182"/>
              <a:ext cx="2013269" cy="981523"/>
            </a:xfrm>
            <a:custGeom>
              <a:avLst/>
              <a:gdLst>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69959 h 634215"/>
                <a:gd name="connsiteX20" fmla="*/ 0 w 855640"/>
                <a:gd name="connsiteY20" fmla="*/ 105705 h 634215"/>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79739 h 634215"/>
                <a:gd name="connsiteX20" fmla="*/ 0 w 855640"/>
                <a:gd name="connsiteY20" fmla="*/ 105705 h 6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5640" h="634215">
                  <a:moveTo>
                    <a:pt x="0" y="105705"/>
                  </a:moveTo>
                  <a:cubicBezTo>
                    <a:pt x="0" y="47326"/>
                    <a:pt x="47326" y="0"/>
                    <a:pt x="105705" y="0"/>
                  </a:cubicBezTo>
                  <a:lnTo>
                    <a:pt x="142607" y="0"/>
                  </a:lnTo>
                  <a:lnTo>
                    <a:pt x="142607" y="0"/>
                  </a:lnTo>
                  <a:lnTo>
                    <a:pt x="356517" y="0"/>
                  </a:lnTo>
                  <a:lnTo>
                    <a:pt x="749935" y="0"/>
                  </a:lnTo>
                  <a:cubicBezTo>
                    <a:pt x="808314" y="0"/>
                    <a:pt x="855640" y="47326"/>
                    <a:pt x="855640" y="105705"/>
                  </a:cubicBezTo>
                  <a:lnTo>
                    <a:pt x="855640" y="369959"/>
                  </a:lnTo>
                  <a:lnTo>
                    <a:pt x="855640" y="369959"/>
                  </a:lnTo>
                  <a:lnTo>
                    <a:pt x="855640" y="528513"/>
                  </a:lnTo>
                  <a:lnTo>
                    <a:pt x="855640" y="528510"/>
                  </a:lnTo>
                  <a:cubicBezTo>
                    <a:pt x="855640" y="586889"/>
                    <a:pt x="808314" y="634215"/>
                    <a:pt x="749935" y="634215"/>
                  </a:cubicBezTo>
                  <a:lnTo>
                    <a:pt x="356517" y="634215"/>
                  </a:lnTo>
                  <a:lnTo>
                    <a:pt x="251464" y="634215"/>
                  </a:lnTo>
                  <a:lnTo>
                    <a:pt x="142607" y="634215"/>
                  </a:lnTo>
                  <a:lnTo>
                    <a:pt x="105705" y="634215"/>
                  </a:lnTo>
                  <a:cubicBezTo>
                    <a:pt x="47326" y="634215"/>
                    <a:pt x="0" y="586889"/>
                    <a:pt x="0" y="528510"/>
                  </a:cubicBezTo>
                  <a:lnTo>
                    <a:pt x="0" y="528513"/>
                  </a:lnTo>
                  <a:lnTo>
                    <a:pt x="0" y="369959"/>
                  </a:lnTo>
                  <a:lnTo>
                    <a:pt x="0" y="379739"/>
                  </a:lnTo>
                  <a:lnTo>
                    <a:pt x="0" y="105705"/>
                  </a:lnTo>
                  <a:close/>
                </a:path>
              </a:pathLst>
            </a:cu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B </a:t>
              </a:r>
            </a:p>
            <a:p>
              <a:pPr algn="ctr"/>
              <a:r>
                <a:rPr lang="en-US" b="1">
                  <a:solidFill>
                    <a:srgbClr val="002060"/>
                  </a:solidFill>
                  <a:effectLst/>
                  <a:latin typeface="Open Sans" pitchFamily="2" charset="0"/>
                  <a:ea typeface="Open Sans" pitchFamily="2" charset="0"/>
                  <a:cs typeface="Open Sans" pitchFamily="2" charset="0"/>
                </a:rPr>
                <a:t>(F2F)</a:t>
              </a:r>
            </a:p>
            <a:p>
              <a:pPr algn="ctr"/>
              <a:r>
                <a:rPr lang="en-US" b="1">
                  <a:solidFill>
                    <a:srgbClr val="002060"/>
                  </a:solidFill>
                  <a:latin typeface="Open Sans" pitchFamily="2" charset="0"/>
                  <a:ea typeface="Open Sans" pitchFamily="2" charset="0"/>
                  <a:cs typeface="Open Sans" pitchFamily="2" charset="0"/>
                </a:rPr>
                <a:t>369 HH</a:t>
              </a:r>
              <a:endParaRPr lang="en-GB">
                <a:solidFill>
                  <a:srgbClr val="002060"/>
                </a:solidFill>
                <a:effectLst/>
                <a:latin typeface="Open Sans" pitchFamily="2" charset="0"/>
                <a:ea typeface="Open Sans" pitchFamily="2" charset="0"/>
                <a:cs typeface="Open Sans" pitchFamily="2" charset="0"/>
              </a:endParaRPr>
            </a:p>
          </p:txBody>
        </p:sp>
        <p:cxnSp>
          <p:nvCxnSpPr>
            <p:cNvPr id="11" name="Straight Arrow Connector 10">
              <a:extLst>
                <a:ext uri="{FF2B5EF4-FFF2-40B4-BE49-F238E27FC236}">
                  <a16:creationId xmlns:a16="http://schemas.microsoft.com/office/drawing/2014/main" id="{979EB662-F96D-10F9-4186-10F1B95C82E6}"/>
                </a:ext>
              </a:extLst>
            </p:cNvPr>
            <p:cNvCxnSpPr>
              <a:cxnSpLocks/>
            </p:cNvCxnSpPr>
            <p:nvPr/>
          </p:nvCxnSpPr>
          <p:spPr>
            <a:xfrm>
              <a:off x="6274373" y="5297803"/>
              <a:ext cx="2109478" cy="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2" name="Straight Arrow Connector 11">
              <a:extLst>
                <a:ext uri="{FF2B5EF4-FFF2-40B4-BE49-F238E27FC236}">
                  <a16:creationId xmlns:a16="http://schemas.microsoft.com/office/drawing/2014/main" id="{FCADB271-BE11-A886-327B-4826785721F7}"/>
                </a:ext>
              </a:extLst>
            </p:cNvPr>
            <p:cNvCxnSpPr>
              <a:cxnSpLocks/>
            </p:cNvCxnSpPr>
            <p:nvPr/>
          </p:nvCxnSpPr>
          <p:spPr>
            <a:xfrm flipV="1">
              <a:off x="4868607" y="3560792"/>
              <a:ext cx="868427" cy="893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3" name="TextBox 12">
              <a:extLst>
                <a:ext uri="{FF2B5EF4-FFF2-40B4-BE49-F238E27FC236}">
                  <a16:creationId xmlns:a16="http://schemas.microsoft.com/office/drawing/2014/main" id="{C43AE659-56B1-DDEA-BC20-2A836DA367AB}"/>
                </a:ext>
              </a:extLst>
            </p:cNvPr>
            <p:cNvSpPr txBox="1"/>
            <p:nvPr/>
          </p:nvSpPr>
          <p:spPr>
            <a:xfrm>
              <a:off x="4204523" y="1683215"/>
              <a:ext cx="2069850" cy="338554"/>
            </a:xfrm>
            <a:prstGeom prst="rect">
              <a:avLst/>
            </a:prstGeom>
            <a:solidFill>
              <a:srgbClr val="FFFFFF"/>
            </a:solidFill>
            <a:ln w="28575">
              <a:solidFill>
                <a:schemeClr val="accent1"/>
              </a:solidFill>
            </a:ln>
          </p:spPr>
          <p:txBody>
            <a:bodyPr wrap="square" rtlCol="0">
              <a:spAutoFit/>
            </a:bodyPr>
            <a:lstStyle/>
            <a:p>
              <a:pPr algn="ctr"/>
              <a:r>
                <a:rPr lang="en-GB" sz="1600" b="1">
                  <a:solidFill>
                    <a:srgbClr val="002060"/>
                  </a:solidFill>
                  <a:latin typeface="Open Sans" pitchFamily="2" charset="0"/>
                  <a:ea typeface="Open Sans" pitchFamily="2" charset="0"/>
                  <a:cs typeface="Open Sans" pitchFamily="2" charset="0"/>
                </a:rPr>
                <a:t>1st Interview</a:t>
              </a:r>
            </a:p>
          </p:txBody>
        </p:sp>
        <p:sp>
          <p:nvSpPr>
            <p:cNvPr id="14" name="Speech Bubble: Rectangle with Corners Rounded 49">
              <a:extLst>
                <a:ext uri="{FF2B5EF4-FFF2-40B4-BE49-F238E27FC236}">
                  <a16:creationId xmlns:a16="http://schemas.microsoft.com/office/drawing/2014/main" id="{9FF8F268-8BCF-E8B2-5B5B-9C53BF57908E}"/>
                </a:ext>
              </a:extLst>
            </p:cNvPr>
            <p:cNvSpPr/>
            <p:nvPr/>
          </p:nvSpPr>
          <p:spPr>
            <a:xfrm>
              <a:off x="8383850" y="2558676"/>
              <a:ext cx="1711969" cy="1023602"/>
            </a:xfrm>
            <a:custGeom>
              <a:avLst/>
              <a:gdLst>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69959 h 634215"/>
                <a:gd name="connsiteX20" fmla="*/ 0 w 855640"/>
                <a:gd name="connsiteY20" fmla="*/ 105705 h 634215"/>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79739 h 634215"/>
                <a:gd name="connsiteX20" fmla="*/ 0 w 855640"/>
                <a:gd name="connsiteY20" fmla="*/ 105705 h 6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5640" h="634215">
                  <a:moveTo>
                    <a:pt x="0" y="105705"/>
                  </a:moveTo>
                  <a:cubicBezTo>
                    <a:pt x="0" y="47326"/>
                    <a:pt x="47326" y="0"/>
                    <a:pt x="105705" y="0"/>
                  </a:cubicBezTo>
                  <a:lnTo>
                    <a:pt x="142607" y="0"/>
                  </a:lnTo>
                  <a:lnTo>
                    <a:pt x="142607" y="0"/>
                  </a:lnTo>
                  <a:lnTo>
                    <a:pt x="356517" y="0"/>
                  </a:lnTo>
                  <a:lnTo>
                    <a:pt x="749935" y="0"/>
                  </a:lnTo>
                  <a:cubicBezTo>
                    <a:pt x="808314" y="0"/>
                    <a:pt x="855640" y="47326"/>
                    <a:pt x="855640" y="105705"/>
                  </a:cubicBezTo>
                  <a:lnTo>
                    <a:pt x="855640" y="369959"/>
                  </a:lnTo>
                  <a:lnTo>
                    <a:pt x="855640" y="369959"/>
                  </a:lnTo>
                  <a:lnTo>
                    <a:pt x="855640" y="528513"/>
                  </a:lnTo>
                  <a:lnTo>
                    <a:pt x="855640" y="528510"/>
                  </a:lnTo>
                  <a:cubicBezTo>
                    <a:pt x="855640" y="586889"/>
                    <a:pt x="808314" y="634215"/>
                    <a:pt x="749935" y="634215"/>
                  </a:cubicBezTo>
                  <a:lnTo>
                    <a:pt x="356517" y="634215"/>
                  </a:lnTo>
                  <a:lnTo>
                    <a:pt x="251464" y="634215"/>
                  </a:lnTo>
                  <a:lnTo>
                    <a:pt x="142607" y="634215"/>
                  </a:lnTo>
                  <a:lnTo>
                    <a:pt x="105705" y="634215"/>
                  </a:lnTo>
                  <a:cubicBezTo>
                    <a:pt x="47326" y="634215"/>
                    <a:pt x="0" y="586889"/>
                    <a:pt x="0" y="528510"/>
                  </a:cubicBezTo>
                  <a:lnTo>
                    <a:pt x="0" y="528513"/>
                  </a:lnTo>
                  <a:lnTo>
                    <a:pt x="0" y="369959"/>
                  </a:lnTo>
                  <a:lnTo>
                    <a:pt x="0" y="379739"/>
                  </a:lnTo>
                  <a:lnTo>
                    <a:pt x="0" y="105705"/>
                  </a:lnTo>
                  <a:close/>
                </a:path>
              </a:pathLst>
            </a:cu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A </a:t>
              </a:r>
            </a:p>
            <a:p>
              <a:pPr algn="ctr"/>
              <a:r>
                <a:rPr lang="en-US" b="1">
                  <a:solidFill>
                    <a:srgbClr val="002060"/>
                  </a:solidFill>
                  <a:effectLst/>
                  <a:latin typeface="Open Sans" pitchFamily="2" charset="0"/>
                  <a:ea typeface="Open Sans" pitchFamily="2" charset="0"/>
                  <a:cs typeface="Open Sans" pitchFamily="2" charset="0"/>
                </a:rPr>
                <a:t>(F2F)</a:t>
              </a:r>
            </a:p>
            <a:p>
              <a:pPr algn="ctr"/>
              <a:r>
                <a:rPr lang="en-US" b="1">
                  <a:solidFill>
                    <a:srgbClr val="002060"/>
                  </a:solidFill>
                  <a:latin typeface="Open Sans" pitchFamily="2" charset="0"/>
                  <a:ea typeface="Open Sans" pitchFamily="2" charset="0"/>
                  <a:cs typeface="Open Sans" pitchFamily="2" charset="0"/>
                </a:rPr>
                <a:t>221 HH</a:t>
              </a:r>
              <a:endParaRPr lang="en-GB" sz="3200">
                <a:solidFill>
                  <a:srgbClr val="002060"/>
                </a:solidFill>
                <a:effectLst/>
                <a:latin typeface="Open Sans" pitchFamily="2" charset="0"/>
                <a:ea typeface="Open Sans" pitchFamily="2" charset="0"/>
                <a:cs typeface="Open Sans" pitchFamily="2" charset="0"/>
              </a:endParaRPr>
            </a:p>
          </p:txBody>
        </p:sp>
        <p:sp>
          <p:nvSpPr>
            <p:cNvPr id="15" name="Speech Bubble: Rectangle with Corners Rounded 14">
              <a:extLst>
                <a:ext uri="{FF2B5EF4-FFF2-40B4-BE49-F238E27FC236}">
                  <a16:creationId xmlns:a16="http://schemas.microsoft.com/office/drawing/2014/main" id="{5EA3E412-3D92-88B3-CB0C-9BC829A14E5C}"/>
                </a:ext>
              </a:extLst>
            </p:cNvPr>
            <p:cNvSpPr/>
            <p:nvPr/>
          </p:nvSpPr>
          <p:spPr>
            <a:xfrm>
              <a:off x="4194738" y="2539972"/>
              <a:ext cx="2109478" cy="1102235"/>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b="1">
                  <a:solidFill>
                    <a:srgbClr val="002060"/>
                  </a:solidFill>
                  <a:latin typeface="Open Sans" pitchFamily="2" charset="0"/>
                  <a:ea typeface="Open Sans" pitchFamily="2" charset="0"/>
                  <a:cs typeface="Open Sans" pitchFamily="2" charset="0"/>
                </a:rPr>
                <a:t>Group A (Remote)</a:t>
              </a:r>
            </a:p>
            <a:p>
              <a:pPr algn="ctr"/>
              <a:r>
                <a:rPr lang="en-US" b="1">
                  <a:solidFill>
                    <a:srgbClr val="002060"/>
                  </a:solidFill>
                  <a:latin typeface="Open Sans" pitchFamily="2" charset="0"/>
                  <a:ea typeface="Open Sans" pitchFamily="2" charset="0"/>
                  <a:cs typeface="Open Sans" pitchFamily="2" charset="0"/>
                </a:rPr>
                <a:t>307 HH</a:t>
              </a:r>
              <a:endParaRPr lang="en-GB">
                <a:solidFill>
                  <a:srgbClr val="002060"/>
                </a:solidFill>
                <a:latin typeface="Open Sans" pitchFamily="2" charset="0"/>
                <a:ea typeface="Open Sans" pitchFamily="2" charset="0"/>
                <a:cs typeface="Open Sans" pitchFamily="2" charset="0"/>
              </a:endParaRPr>
            </a:p>
          </p:txBody>
        </p:sp>
        <p:sp>
          <p:nvSpPr>
            <p:cNvPr id="16" name="Left Brace 15">
              <a:extLst>
                <a:ext uri="{FF2B5EF4-FFF2-40B4-BE49-F238E27FC236}">
                  <a16:creationId xmlns:a16="http://schemas.microsoft.com/office/drawing/2014/main" id="{118DE8F7-07C2-1395-819C-52F5FC744EFF}"/>
                </a:ext>
              </a:extLst>
            </p:cNvPr>
            <p:cNvSpPr/>
            <p:nvPr/>
          </p:nvSpPr>
          <p:spPr>
            <a:xfrm rot="5400000">
              <a:off x="5012020" y="1296537"/>
              <a:ext cx="484698" cy="2099692"/>
            </a:xfrm>
            <a:prstGeom prst="lef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sz="1600">
                <a:latin typeface="Open Sans" pitchFamily="2" charset="0"/>
                <a:ea typeface="Open Sans" pitchFamily="2" charset="0"/>
                <a:cs typeface="Open Sans" pitchFamily="2" charset="0"/>
              </a:endParaRPr>
            </a:p>
          </p:txBody>
        </p:sp>
        <p:cxnSp>
          <p:nvCxnSpPr>
            <p:cNvPr id="17" name="Straight Arrow Connector 16">
              <a:extLst>
                <a:ext uri="{FF2B5EF4-FFF2-40B4-BE49-F238E27FC236}">
                  <a16:creationId xmlns:a16="http://schemas.microsoft.com/office/drawing/2014/main" id="{E848B589-B2DE-3381-029B-B90850A7D8C4}"/>
                </a:ext>
              </a:extLst>
            </p:cNvPr>
            <p:cNvCxnSpPr>
              <a:cxnSpLocks/>
              <a:stCxn id="15" idx="3"/>
            </p:cNvCxnSpPr>
            <p:nvPr/>
          </p:nvCxnSpPr>
          <p:spPr>
            <a:xfrm flipV="1">
              <a:off x="6304216" y="3086622"/>
              <a:ext cx="2079635" cy="4468"/>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
          <p:nvSpPr>
            <p:cNvPr id="18" name="TextBox 17">
              <a:extLst>
                <a:ext uri="{FF2B5EF4-FFF2-40B4-BE49-F238E27FC236}">
                  <a16:creationId xmlns:a16="http://schemas.microsoft.com/office/drawing/2014/main" id="{60979141-BBD0-EE11-5468-9E2EBEE02D3B}"/>
                </a:ext>
              </a:extLst>
            </p:cNvPr>
            <p:cNvSpPr txBox="1"/>
            <p:nvPr/>
          </p:nvSpPr>
          <p:spPr>
            <a:xfrm>
              <a:off x="8363741" y="1229581"/>
              <a:ext cx="1660160" cy="851192"/>
            </a:xfrm>
            <a:prstGeom prst="rect">
              <a:avLst/>
            </a:prstGeom>
            <a:solidFill>
              <a:srgbClr val="FFFFFF"/>
            </a:solidFill>
            <a:ln w="28575">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600" b="1">
                  <a:solidFill>
                    <a:schemeClr val="accent5">
                      <a:lumMod val="10000"/>
                    </a:schemeClr>
                  </a:solidFill>
                  <a:latin typeface="Open Sans" pitchFamily="2" charset="0"/>
                  <a:ea typeface="Open Sans" pitchFamily="2" charset="0"/>
                  <a:cs typeface="Open Sans" pitchFamily="2" charset="0"/>
                </a:rPr>
                <a:t>Follow-up interview</a:t>
              </a:r>
            </a:p>
            <a:p>
              <a:pPr algn="ctr"/>
              <a:r>
                <a:rPr lang="en-GB" sz="1600" b="1">
                  <a:solidFill>
                    <a:schemeClr val="accent5">
                      <a:lumMod val="10000"/>
                    </a:schemeClr>
                  </a:solidFill>
                  <a:latin typeface="Open Sans" pitchFamily="2" charset="0"/>
                  <a:ea typeface="Open Sans" pitchFamily="2" charset="0"/>
                  <a:cs typeface="Open Sans" pitchFamily="2" charset="0"/>
                </a:rPr>
                <a:t>Same HH</a:t>
              </a:r>
            </a:p>
          </p:txBody>
        </p:sp>
        <p:sp>
          <p:nvSpPr>
            <p:cNvPr id="19" name="Left Brace 18">
              <a:extLst>
                <a:ext uri="{FF2B5EF4-FFF2-40B4-BE49-F238E27FC236}">
                  <a16:creationId xmlns:a16="http://schemas.microsoft.com/office/drawing/2014/main" id="{88DFF2FE-F4E0-D427-91B3-D5676BB1D961}"/>
                </a:ext>
              </a:extLst>
            </p:cNvPr>
            <p:cNvSpPr/>
            <p:nvPr/>
          </p:nvSpPr>
          <p:spPr>
            <a:xfrm rot="5400000">
              <a:off x="9101144" y="1419756"/>
              <a:ext cx="329190" cy="1660160"/>
            </a:xfrm>
            <a:prstGeom prst="lef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sz="1600">
                <a:latin typeface="Open Sans" pitchFamily="2" charset="0"/>
                <a:ea typeface="Open Sans" pitchFamily="2" charset="0"/>
                <a:cs typeface="Open Sans" pitchFamily="2" charset="0"/>
              </a:endParaRPr>
            </a:p>
          </p:txBody>
        </p:sp>
        <p:sp>
          <p:nvSpPr>
            <p:cNvPr id="20" name="TextBox 19">
              <a:extLst>
                <a:ext uri="{FF2B5EF4-FFF2-40B4-BE49-F238E27FC236}">
                  <a16:creationId xmlns:a16="http://schemas.microsoft.com/office/drawing/2014/main" id="{F5E7CE51-DE28-E6B6-7877-6BEAEA2258FA}"/>
                </a:ext>
              </a:extLst>
            </p:cNvPr>
            <p:cNvSpPr txBox="1"/>
            <p:nvPr/>
          </p:nvSpPr>
          <p:spPr>
            <a:xfrm>
              <a:off x="6548802" y="2806694"/>
              <a:ext cx="1534024" cy="584775"/>
            </a:xfrm>
            <a:prstGeom prst="rect">
              <a:avLst/>
            </a:prstGeom>
            <a:noFill/>
          </p:spPr>
          <p:txBody>
            <a:bodyPr wrap="square" rtlCol="0">
              <a:spAutoFit/>
            </a:bodyPr>
            <a:lstStyle/>
            <a:p>
              <a:pPr algn="ctr"/>
              <a:r>
                <a:rPr lang="en-US" sz="1600" b="1">
                  <a:latin typeface="Open Sans" pitchFamily="2" charset="0"/>
                  <a:ea typeface="Open Sans" pitchFamily="2" charset="0"/>
                  <a:cs typeface="Open Sans" pitchFamily="2" charset="0"/>
                </a:rPr>
                <a:t>Max interval 48 Hours</a:t>
              </a:r>
              <a:endParaRPr lang="en-GB" sz="1600" b="1">
                <a:latin typeface="Open Sans" pitchFamily="2" charset="0"/>
                <a:ea typeface="Open Sans" pitchFamily="2" charset="0"/>
                <a:cs typeface="Open Sans" pitchFamily="2" charset="0"/>
              </a:endParaRPr>
            </a:p>
          </p:txBody>
        </p:sp>
        <p:sp>
          <p:nvSpPr>
            <p:cNvPr id="21" name="TextBox 20">
              <a:extLst>
                <a:ext uri="{FF2B5EF4-FFF2-40B4-BE49-F238E27FC236}">
                  <a16:creationId xmlns:a16="http://schemas.microsoft.com/office/drawing/2014/main" id="{98C21982-688B-3CDB-BD72-E95BAFCBFA3D}"/>
                </a:ext>
              </a:extLst>
            </p:cNvPr>
            <p:cNvSpPr txBox="1"/>
            <p:nvPr/>
          </p:nvSpPr>
          <p:spPr>
            <a:xfrm>
              <a:off x="6420089" y="5003980"/>
              <a:ext cx="1792137" cy="584775"/>
            </a:xfrm>
            <a:prstGeom prst="rect">
              <a:avLst/>
            </a:prstGeom>
            <a:noFill/>
          </p:spPr>
          <p:txBody>
            <a:bodyPr wrap="square" rtlCol="0">
              <a:spAutoFit/>
            </a:bodyPr>
            <a:lstStyle/>
            <a:p>
              <a:pPr algn="ctr"/>
              <a:r>
                <a:rPr lang="en-US" sz="1600" b="1">
                  <a:latin typeface="Open Sans" pitchFamily="2" charset="0"/>
                  <a:ea typeface="Open Sans" pitchFamily="2" charset="0"/>
                  <a:cs typeface="Open Sans" pitchFamily="2" charset="0"/>
                </a:rPr>
                <a:t>Max intervals 48 Hours</a:t>
              </a:r>
              <a:endParaRPr lang="en-GB" sz="1600" b="1">
                <a:latin typeface="Open Sans" pitchFamily="2" charset="0"/>
                <a:ea typeface="Open Sans" pitchFamily="2" charset="0"/>
                <a:cs typeface="Open Sans" pitchFamily="2" charset="0"/>
              </a:endParaRPr>
            </a:p>
          </p:txBody>
        </p:sp>
        <p:sp>
          <p:nvSpPr>
            <p:cNvPr id="3" name="TextBox 2">
              <a:extLst>
                <a:ext uri="{FF2B5EF4-FFF2-40B4-BE49-F238E27FC236}">
                  <a16:creationId xmlns:a16="http://schemas.microsoft.com/office/drawing/2014/main" id="{D7FEE22D-4DC2-836B-4ECD-7B06DE0ADD52}"/>
                </a:ext>
              </a:extLst>
            </p:cNvPr>
            <p:cNvSpPr txBox="1"/>
            <p:nvPr/>
          </p:nvSpPr>
          <p:spPr>
            <a:xfrm>
              <a:off x="10189117" y="1239678"/>
              <a:ext cx="1996863" cy="830997"/>
            </a:xfrm>
            <a:prstGeom prst="rect">
              <a:avLst/>
            </a:prstGeom>
            <a:solidFill>
              <a:srgbClr val="FFFFFF"/>
            </a:solidFill>
            <a:ln w="28575">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600" b="1">
                  <a:solidFill>
                    <a:schemeClr val="accent5">
                      <a:lumMod val="10000"/>
                    </a:schemeClr>
                  </a:solidFill>
                  <a:latin typeface="Open Sans" pitchFamily="2" charset="0"/>
                  <a:ea typeface="Open Sans" pitchFamily="2" charset="0"/>
                  <a:cs typeface="Open Sans" pitchFamily="2" charset="0"/>
                </a:rPr>
                <a:t>Follow-up interview</a:t>
              </a:r>
            </a:p>
            <a:p>
              <a:pPr algn="ctr"/>
              <a:r>
                <a:rPr lang="en-GB" sz="1600" b="1">
                  <a:solidFill>
                    <a:schemeClr val="accent5">
                      <a:lumMod val="10000"/>
                    </a:schemeClr>
                  </a:solidFill>
                  <a:latin typeface="Open Sans" pitchFamily="2" charset="0"/>
                  <a:ea typeface="Open Sans" pitchFamily="2" charset="0"/>
                  <a:cs typeface="Open Sans" pitchFamily="2" charset="0"/>
                </a:rPr>
                <a:t>Same respondent</a:t>
              </a:r>
            </a:p>
          </p:txBody>
        </p:sp>
        <p:sp>
          <p:nvSpPr>
            <p:cNvPr id="4" name="Speech Bubble: Rectangle with Corners Rounded 49">
              <a:extLst>
                <a:ext uri="{FF2B5EF4-FFF2-40B4-BE49-F238E27FC236}">
                  <a16:creationId xmlns:a16="http://schemas.microsoft.com/office/drawing/2014/main" id="{B527F588-3365-B368-4A52-E7E1D4E559FF}"/>
                </a:ext>
              </a:extLst>
            </p:cNvPr>
            <p:cNvSpPr/>
            <p:nvPr/>
          </p:nvSpPr>
          <p:spPr>
            <a:xfrm>
              <a:off x="10447681" y="2580910"/>
              <a:ext cx="1711968" cy="1023602"/>
            </a:xfrm>
            <a:custGeom>
              <a:avLst/>
              <a:gdLst>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69959 h 634215"/>
                <a:gd name="connsiteX20" fmla="*/ 0 w 855640"/>
                <a:gd name="connsiteY20" fmla="*/ 105705 h 634215"/>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79739 h 634215"/>
                <a:gd name="connsiteX20" fmla="*/ 0 w 855640"/>
                <a:gd name="connsiteY20" fmla="*/ 105705 h 6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5640" h="634215">
                  <a:moveTo>
                    <a:pt x="0" y="105705"/>
                  </a:moveTo>
                  <a:cubicBezTo>
                    <a:pt x="0" y="47326"/>
                    <a:pt x="47326" y="0"/>
                    <a:pt x="105705" y="0"/>
                  </a:cubicBezTo>
                  <a:lnTo>
                    <a:pt x="142607" y="0"/>
                  </a:lnTo>
                  <a:lnTo>
                    <a:pt x="142607" y="0"/>
                  </a:lnTo>
                  <a:lnTo>
                    <a:pt x="356517" y="0"/>
                  </a:lnTo>
                  <a:lnTo>
                    <a:pt x="749935" y="0"/>
                  </a:lnTo>
                  <a:cubicBezTo>
                    <a:pt x="808314" y="0"/>
                    <a:pt x="855640" y="47326"/>
                    <a:pt x="855640" y="105705"/>
                  </a:cubicBezTo>
                  <a:lnTo>
                    <a:pt x="855640" y="369959"/>
                  </a:lnTo>
                  <a:lnTo>
                    <a:pt x="855640" y="369959"/>
                  </a:lnTo>
                  <a:lnTo>
                    <a:pt x="855640" y="528513"/>
                  </a:lnTo>
                  <a:lnTo>
                    <a:pt x="855640" y="528510"/>
                  </a:lnTo>
                  <a:cubicBezTo>
                    <a:pt x="855640" y="586889"/>
                    <a:pt x="808314" y="634215"/>
                    <a:pt x="749935" y="634215"/>
                  </a:cubicBezTo>
                  <a:lnTo>
                    <a:pt x="356517" y="634215"/>
                  </a:lnTo>
                  <a:lnTo>
                    <a:pt x="251464" y="634215"/>
                  </a:lnTo>
                  <a:lnTo>
                    <a:pt x="142607" y="634215"/>
                  </a:lnTo>
                  <a:lnTo>
                    <a:pt x="105705" y="634215"/>
                  </a:lnTo>
                  <a:cubicBezTo>
                    <a:pt x="47326" y="634215"/>
                    <a:pt x="0" y="586889"/>
                    <a:pt x="0" y="528510"/>
                  </a:cubicBezTo>
                  <a:lnTo>
                    <a:pt x="0" y="528513"/>
                  </a:lnTo>
                  <a:lnTo>
                    <a:pt x="0" y="369959"/>
                  </a:lnTo>
                  <a:lnTo>
                    <a:pt x="0" y="379739"/>
                  </a:lnTo>
                  <a:lnTo>
                    <a:pt x="0" y="105705"/>
                  </a:lnTo>
                  <a:close/>
                </a:path>
              </a:pathLst>
            </a:cu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b="1" dirty="0">
                  <a:solidFill>
                    <a:srgbClr val="002060"/>
                  </a:solidFill>
                  <a:effectLst/>
                  <a:latin typeface="Open Sans"/>
                  <a:ea typeface="Open Sans"/>
                  <a:cs typeface="Open Sans"/>
                </a:rPr>
                <a:t>Group A</a:t>
              </a:r>
              <a:r>
                <a:rPr lang="en-US" b="1" dirty="0">
                  <a:solidFill>
                    <a:srgbClr val="002060"/>
                  </a:solidFill>
                  <a:latin typeface="Open Sans"/>
                  <a:ea typeface="Open Sans"/>
                  <a:cs typeface="Open Sans"/>
                </a:rPr>
                <a:t> </a:t>
              </a:r>
              <a:endParaRPr lang="en-US" b="1">
                <a:solidFill>
                  <a:srgbClr val="002060"/>
                </a:solidFill>
                <a:effectLst/>
                <a:latin typeface="Open Sans" pitchFamily="2" charset="0"/>
                <a:ea typeface="Open Sans" pitchFamily="2" charset="0"/>
                <a:cs typeface="Open Sans" pitchFamily="2" charset="0"/>
              </a:endParaRPr>
            </a:p>
            <a:p>
              <a:pPr algn="ctr"/>
              <a:r>
                <a:rPr lang="en-US" b="1" dirty="0">
                  <a:solidFill>
                    <a:srgbClr val="002060"/>
                  </a:solidFill>
                  <a:effectLst/>
                  <a:latin typeface="Open Sans"/>
                  <a:ea typeface="Open Sans"/>
                  <a:cs typeface="Open Sans"/>
                </a:rPr>
                <a:t>(F2F)</a:t>
              </a:r>
            </a:p>
            <a:p>
              <a:pPr algn="ctr"/>
              <a:r>
                <a:rPr lang="en-US" b="1" dirty="0">
                  <a:solidFill>
                    <a:srgbClr val="002060"/>
                  </a:solidFill>
                  <a:latin typeface="Open Sans"/>
                  <a:ea typeface="Open Sans"/>
                  <a:cs typeface="Open Sans"/>
                </a:rPr>
                <a:t>66 HH</a:t>
              </a:r>
              <a:endParaRPr lang="en-GB" sz="3200" dirty="0">
                <a:solidFill>
                  <a:srgbClr val="002060"/>
                </a:solidFill>
                <a:effectLst/>
                <a:latin typeface="Open Sans"/>
                <a:ea typeface="Open Sans"/>
                <a:cs typeface="Open Sans"/>
              </a:endParaRPr>
            </a:p>
          </p:txBody>
        </p:sp>
        <p:sp>
          <p:nvSpPr>
            <p:cNvPr id="5" name="Speech Bubble: Rectangle with Corners Rounded 4">
              <a:extLst>
                <a:ext uri="{FF2B5EF4-FFF2-40B4-BE49-F238E27FC236}">
                  <a16:creationId xmlns:a16="http://schemas.microsoft.com/office/drawing/2014/main" id="{2B5D4394-D1B1-3C18-B85D-110A8E83BBB2}"/>
                </a:ext>
              </a:extLst>
            </p:cNvPr>
            <p:cNvSpPr/>
            <p:nvPr/>
          </p:nvSpPr>
          <p:spPr>
            <a:xfrm>
              <a:off x="10423997" y="4652383"/>
              <a:ext cx="1711968" cy="1023602"/>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b="1" dirty="0">
                  <a:solidFill>
                    <a:srgbClr val="002060"/>
                  </a:solidFill>
                  <a:effectLst/>
                  <a:latin typeface="Open Sans"/>
                  <a:ea typeface="Open Sans"/>
                  <a:cs typeface="Open Sans"/>
                </a:rPr>
                <a:t>Group </a:t>
              </a:r>
              <a:r>
                <a:rPr lang="en-US" b="1" dirty="0">
                  <a:solidFill>
                    <a:srgbClr val="002060"/>
                  </a:solidFill>
                  <a:latin typeface="Open Sans"/>
                  <a:ea typeface="Open Sans"/>
                  <a:cs typeface="Open Sans"/>
                </a:rPr>
                <a:t>B</a:t>
              </a:r>
              <a:r>
                <a:rPr lang="en-US" b="1" dirty="0">
                  <a:solidFill>
                    <a:srgbClr val="002060"/>
                  </a:solidFill>
                  <a:effectLst/>
                  <a:latin typeface="Open Sans"/>
                  <a:ea typeface="Open Sans"/>
                  <a:cs typeface="Open Sans"/>
                </a:rPr>
                <a:t> </a:t>
              </a:r>
              <a:r>
                <a:rPr lang="en-US" b="1" dirty="0">
                  <a:solidFill>
                    <a:srgbClr val="002060"/>
                  </a:solidFill>
                  <a:latin typeface="Open Sans"/>
                  <a:ea typeface="Open Sans"/>
                  <a:cs typeface="Open Sans"/>
                </a:rPr>
                <a:t>(Remote)</a:t>
              </a:r>
              <a:endParaRPr lang="en-US" b="1" dirty="0">
                <a:solidFill>
                  <a:srgbClr val="002060"/>
                </a:solidFill>
                <a:effectLst/>
                <a:latin typeface="Open Sans"/>
                <a:ea typeface="Open Sans"/>
                <a:cs typeface="Open Sans"/>
              </a:endParaRPr>
            </a:p>
            <a:p>
              <a:pPr algn="ctr"/>
              <a:r>
                <a:rPr lang="en-US" b="1" dirty="0">
                  <a:solidFill>
                    <a:srgbClr val="002060"/>
                  </a:solidFill>
                  <a:latin typeface="Open Sans"/>
                  <a:ea typeface="Open Sans"/>
                  <a:cs typeface="Open Sans"/>
                </a:rPr>
                <a:t>68 HH</a:t>
              </a:r>
              <a:endParaRPr lang="en-GB" dirty="0">
                <a:solidFill>
                  <a:srgbClr val="002060"/>
                </a:solidFill>
                <a:effectLst/>
                <a:latin typeface="Open Sans"/>
                <a:ea typeface="Open Sans"/>
                <a:cs typeface="Open Sans"/>
              </a:endParaRPr>
            </a:p>
          </p:txBody>
        </p:sp>
        <p:sp>
          <p:nvSpPr>
            <p:cNvPr id="22" name="Left Brace 21">
              <a:extLst>
                <a:ext uri="{FF2B5EF4-FFF2-40B4-BE49-F238E27FC236}">
                  <a16:creationId xmlns:a16="http://schemas.microsoft.com/office/drawing/2014/main" id="{C41A533C-AD31-D9FF-BBE1-417A14DFBDE0}"/>
                </a:ext>
              </a:extLst>
            </p:cNvPr>
            <p:cNvSpPr/>
            <p:nvPr/>
          </p:nvSpPr>
          <p:spPr>
            <a:xfrm rot="5400000">
              <a:off x="11113166" y="1428320"/>
              <a:ext cx="329190" cy="1660160"/>
            </a:xfrm>
            <a:prstGeom prst="lef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sz="1600">
                <a:latin typeface="Open Sans" pitchFamily="2" charset="0"/>
                <a:ea typeface="Open Sans" pitchFamily="2" charset="0"/>
                <a:cs typeface="Open Sans" pitchFamily="2" charset="0"/>
              </a:endParaRPr>
            </a:p>
          </p:txBody>
        </p:sp>
        <p:sp>
          <p:nvSpPr>
            <p:cNvPr id="23" name="Rectangle 22">
              <a:extLst>
                <a:ext uri="{FF2B5EF4-FFF2-40B4-BE49-F238E27FC236}">
                  <a16:creationId xmlns:a16="http://schemas.microsoft.com/office/drawing/2014/main" id="{4D1EF874-7099-AD0C-DF25-9AC55ACE9C28}"/>
                </a:ext>
              </a:extLst>
            </p:cNvPr>
            <p:cNvSpPr/>
            <p:nvPr/>
          </p:nvSpPr>
          <p:spPr>
            <a:xfrm>
              <a:off x="8383850" y="5928189"/>
              <a:ext cx="1788416" cy="3184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37%</a:t>
              </a:r>
              <a:endParaRPr lang="en-GB"/>
            </a:p>
          </p:txBody>
        </p:sp>
        <p:sp>
          <p:nvSpPr>
            <p:cNvPr id="24" name="Rectangle 23">
              <a:extLst>
                <a:ext uri="{FF2B5EF4-FFF2-40B4-BE49-F238E27FC236}">
                  <a16:creationId xmlns:a16="http://schemas.microsoft.com/office/drawing/2014/main" id="{15F3B546-A52E-8AC9-08AA-4D3DCBFCF553}"/>
                </a:ext>
              </a:extLst>
            </p:cNvPr>
            <p:cNvSpPr/>
            <p:nvPr/>
          </p:nvSpPr>
          <p:spPr>
            <a:xfrm>
              <a:off x="8383850" y="3758637"/>
              <a:ext cx="1711969" cy="3184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28%</a:t>
              </a:r>
              <a:endParaRPr lang="en-GB"/>
            </a:p>
          </p:txBody>
        </p:sp>
        <p:sp>
          <p:nvSpPr>
            <p:cNvPr id="25" name="Rectangle 24">
              <a:extLst>
                <a:ext uri="{FF2B5EF4-FFF2-40B4-BE49-F238E27FC236}">
                  <a16:creationId xmlns:a16="http://schemas.microsoft.com/office/drawing/2014/main" id="{075DE2C6-9B19-0608-E48F-C0FB96EAEA0D}"/>
                </a:ext>
              </a:extLst>
            </p:cNvPr>
            <p:cNvSpPr/>
            <p:nvPr/>
          </p:nvSpPr>
          <p:spPr>
            <a:xfrm>
              <a:off x="10447681" y="3767199"/>
              <a:ext cx="1711968" cy="3184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78%</a:t>
              </a:r>
              <a:endParaRPr lang="en-GB"/>
            </a:p>
          </p:txBody>
        </p:sp>
        <p:sp>
          <p:nvSpPr>
            <p:cNvPr id="26" name="Rectangle 25">
              <a:extLst>
                <a:ext uri="{FF2B5EF4-FFF2-40B4-BE49-F238E27FC236}">
                  <a16:creationId xmlns:a16="http://schemas.microsoft.com/office/drawing/2014/main" id="{10FB3726-3BE9-00C8-6D3D-9A82805004C4}"/>
                </a:ext>
              </a:extLst>
            </p:cNvPr>
            <p:cNvSpPr/>
            <p:nvPr/>
          </p:nvSpPr>
          <p:spPr>
            <a:xfrm>
              <a:off x="10423997" y="5924979"/>
              <a:ext cx="1711967" cy="3184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82%</a:t>
              </a:r>
              <a:endParaRPr lang="en-GB"/>
            </a:p>
          </p:txBody>
        </p:sp>
        <p:sp>
          <p:nvSpPr>
            <p:cNvPr id="27" name="TextBox 26">
              <a:extLst>
                <a:ext uri="{FF2B5EF4-FFF2-40B4-BE49-F238E27FC236}">
                  <a16:creationId xmlns:a16="http://schemas.microsoft.com/office/drawing/2014/main" id="{0BA9EDE0-F854-009A-4D17-60E848B814EA}"/>
                </a:ext>
              </a:extLst>
            </p:cNvPr>
            <p:cNvSpPr txBox="1"/>
            <p:nvPr/>
          </p:nvSpPr>
          <p:spPr>
            <a:xfrm>
              <a:off x="6677519" y="3751987"/>
              <a:ext cx="1464830" cy="369332"/>
            </a:xfrm>
            <a:prstGeom prst="rect">
              <a:avLst/>
            </a:prstGeom>
            <a:noFill/>
          </p:spPr>
          <p:txBody>
            <a:bodyPr wrap="square" rtlCol="0">
              <a:spAutoFit/>
            </a:bodyPr>
            <a:lstStyle/>
            <a:p>
              <a:r>
                <a:rPr lang="en-US"/>
                <a:t>Attrition rate </a:t>
              </a:r>
              <a:endParaRPr lang="en-GB"/>
            </a:p>
          </p:txBody>
        </p:sp>
        <p:sp>
          <p:nvSpPr>
            <p:cNvPr id="28" name="TextBox 27">
              <a:extLst>
                <a:ext uri="{FF2B5EF4-FFF2-40B4-BE49-F238E27FC236}">
                  <a16:creationId xmlns:a16="http://schemas.microsoft.com/office/drawing/2014/main" id="{855572DA-EDA4-20E2-CA25-E00F8C90ECC2}"/>
                </a:ext>
              </a:extLst>
            </p:cNvPr>
            <p:cNvSpPr txBox="1"/>
            <p:nvPr/>
          </p:nvSpPr>
          <p:spPr>
            <a:xfrm>
              <a:off x="6677519" y="5899562"/>
              <a:ext cx="1538276" cy="369332"/>
            </a:xfrm>
            <a:prstGeom prst="rect">
              <a:avLst/>
            </a:prstGeom>
            <a:noFill/>
          </p:spPr>
          <p:txBody>
            <a:bodyPr wrap="square" rtlCol="0">
              <a:spAutoFit/>
            </a:bodyPr>
            <a:lstStyle/>
            <a:p>
              <a:r>
                <a:rPr lang="en-US"/>
                <a:t>Attrition rate </a:t>
              </a:r>
              <a:endParaRPr lang="en-GB"/>
            </a:p>
          </p:txBody>
        </p:sp>
      </p:grpSp>
    </p:spTree>
    <p:extLst>
      <p:ext uri="{BB962C8B-B14F-4D97-AF65-F5344CB8AC3E}">
        <p14:creationId xmlns:p14="http://schemas.microsoft.com/office/powerpoint/2010/main" val="773978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824938" y="519907"/>
            <a:ext cx="10542124" cy="1152000"/>
          </a:xfrm>
        </p:spPr>
        <p:txBody>
          <a:bodyPr/>
          <a:lstStyle/>
          <a:p>
            <a:r>
              <a:rPr lang="en-GB"/>
              <a:t>Limitations</a:t>
            </a:r>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951843" y="1536191"/>
            <a:ext cx="10542124" cy="4291585"/>
          </a:xfrm>
        </p:spPr>
        <p:txBody>
          <a:bodyPr anchor="t">
            <a:normAutofit fontScale="92500"/>
          </a:bodyPr>
          <a:lstStyle/>
          <a:p>
            <a:pPr marL="514350" indent="-514350">
              <a:lnSpc>
                <a:spcPct val="150000"/>
              </a:lnSpc>
              <a:buFont typeface="+mj-lt"/>
              <a:buAutoNum type="arabicPeriod"/>
            </a:pPr>
            <a:r>
              <a:rPr lang="en-GB" sz="2600" b="1" dirty="0"/>
              <a:t>Pre-exposure bias from first interview </a:t>
            </a:r>
          </a:p>
          <a:p>
            <a:pPr lvl="1">
              <a:lnSpc>
                <a:spcPct val="150000"/>
              </a:lnSpc>
            </a:pPr>
            <a:r>
              <a:rPr lang="en-GB" sz="2200" dirty="0"/>
              <a:t>Short interval between the first and second interview, the indicators reported in the second interview is influenced by the recall from the first interview </a:t>
            </a:r>
          </a:p>
          <a:p>
            <a:pPr lvl="1">
              <a:lnSpc>
                <a:spcPct val="150000"/>
              </a:lnSpc>
            </a:pPr>
            <a:r>
              <a:rPr lang="en-GB" sz="2200" dirty="0"/>
              <a:t>If long intervals were applied the reference period for the indicators were have changed and the estimations (difficult to have wash-out period) </a:t>
            </a:r>
          </a:p>
          <a:p>
            <a:pPr lvl="1">
              <a:lnSpc>
                <a:spcPct val="150000"/>
              </a:lnSpc>
            </a:pPr>
            <a:r>
              <a:rPr lang="en-GB" sz="2200" dirty="0">
                <a:latin typeface="Open Sans"/>
                <a:ea typeface="Open Sans"/>
                <a:cs typeface="Open Sans"/>
              </a:rPr>
              <a:t>The pre-exposure bias is not equivalent in the 2 arms of the study (one group is pre-exposed to phone interview and the other pre-exposed to F2F) </a:t>
            </a:r>
            <a:endParaRPr lang="en-GB" sz="2200" dirty="0"/>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23225" y="-363287"/>
            <a:ext cx="1202647" cy="320706"/>
          </a:xfrm>
          <a:prstGeom prst="rect">
            <a:avLst/>
          </a:prstGeom>
        </p:spPr>
      </p:pic>
    </p:spTree>
    <p:extLst>
      <p:ext uri="{BB962C8B-B14F-4D97-AF65-F5344CB8AC3E}">
        <p14:creationId xmlns:p14="http://schemas.microsoft.com/office/powerpoint/2010/main" val="710863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824938" y="519907"/>
            <a:ext cx="10542124" cy="1152000"/>
          </a:xfrm>
        </p:spPr>
        <p:txBody>
          <a:bodyPr/>
          <a:lstStyle/>
          <a:p>
            <a:r>
              <a:rPr lang="en-GB"/>
              <a:t>Limitations (Cont.)</a:t>
            </a:r>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824938" y="1575124"/>
            <a:ext cx="10542124" cy="3707752"/>
          </a:xfrm>
        </p:spPr>
        <p:txBody>
          <a:bodyPr anchor="t"/>
          <a:lstStyle/>
          <a:p>
            <a:pPr marL="514350" indent="-514350">
              <a:lnSpc>
                <a:spcPct val="150000"/>
              </a:lnSpc>
              <a:buFont typeface="+mj-lt"/>
              <a:buAutoNum type="arabicPeriod" startAt="2"/>
            </a:pPr>
            <a:r>
              <a:rPr lang="en-GB" sz="2400" b="1" dirty="0"/>
              <a:t>Different attrition rates between the two arms of the study</a:t>
            </a:r>
          </a:p>
          <a:p>
            <a:pPr marL="914400" lvl="1" indent="-514350">
              <a:lnSpc>
                <a:spcPct val="150000"/>
              </a:lnSpc>
              <a:buFont typeface="Arial" panose="020B0604020202020204" pitchFamily="34" charset="0"/>
              <a:buChar char="•"/>
            </a:pPr>
            <a:r>
              <a:rPr lang="en-GB" sz="2000" dirty="0"/>
              <a:t>28% for phone first and 37% for F2F first groups </a:t>
            </a:r>
          </a:p>
          <a:p>
            <a:pPr marL="914400" lvl="1" indent="-514350">
              <a:lnSpc>
                <a:spcPct val="150000"/>
              </a:lnSpc>
              <a:buFont typeface="Arial" panose="020B0604020202020204" pitchFamily="34" charset="0"/>
              <a:buChar char="•"/>
            </a:pPr>
            <a:r>
              <a:rPr lang="en-GB" sz="2000" dirty="0"/>
              <a:t>Probably F2F first were more reluctant to pick up the phone as they expect long interview over phone on the same questions</a:t>
            </a:r>
          </a:p>
          <a:p>
            <a:pPr marL="914400" lvl="1" indent="-514350">
              <a:lnSpc>
                <a:spcPct val="150000"/>
              </a:lnSpc>
              <a:buFont typeface="Arial" panose="020B0604020202020204" pitchFamily="34" charset="0"/>
              <a:buChar char="•"/>
            </a:pPr>
            <a:r>
              <a:rPr lang="en-GB" sz="2000" dirty="0">
                <a:latin typeface="Open Sans"/>
                <a:ea typeface="Open Sans"/>
                <a:cs typeface="Open Sans"/>
              </a:rPr>
              <a:t>However, the attrition didn’t influence the randomization, resulting in 2 comparable samples (no statistical differences between the observable information) see Slide 14 </a:t>
            </a:r>
            <a:endParaRPr lang="en-GB" sz="2000" dirty="0"/>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23225" y="-363287"/>
            <a:ext cx="1202647" cy="320706"/>
          </a:xfrm>
          <a:prstGeom prst="rect">
            <a:avLst/>
          </a:prstGeom>
        </p:spPr>
      </p:pic>
    </p:spTree>
    <p:extLst>
      <p:ext uri="{BB962C8B-B14F-4D97-AF65-F5344CB8AC3E}">
        <p14:creationId xmlns:p14="http://schemas.microsoft.com/office/powerpoint/2010/main" val="174327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824938" y="519907"/>
            <a:ext cx="10542124" cy="1152000"/>
          </a:xfrm>
        </p:spPr>
        <p:txBody>
          <a:bodyPr/>
          <a:lstStyle/>
          <a:p>
            <a:r>
              <a:rPr lang="en-GB"/>
              <a:t>Limitations (Cont.)</a:t>
            </a:r>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824938" y="1448710"/>
            <a:ext cx="10542124" cy="4801902"/>
          </a:xfrm>
        </p:spPr>
        <p:txBody>
          <a:bodyPr anchor="t">
            <a:normAutofit/>
          </a:bodyPr>
          <a:lstStyle/>
          <a:p>
            <a:pPr marL="514350" indent="-514350">
              <a:lnSpc>
                <a:spcPct val="150000"/>
              </a:lnSpc>
              <a:buFont typeface="+mj-lt"/>
              <a:buAutoNum type="arabicPeriod" startAt="3"/>
            </a:pPr>
            <a:r>
              <a:rPr lang="en-GB" sz="2800" b="1" dirty="0"/>
              <a:t>Respondent bias </a:t>
            </a:r>
          </a:p>
          <a:p>
            <a:pPr lvl="1">
              <a:lnSpc>
                <a:spcPct val="150000"/>
              </a:lnSpc>
            </a:pPr>
            <a:r>
              <a:rPr lang="en-GB" sz="2200" dirty="0"/>
              <a:t>Difficulty in getting the exact same respondent within the household to answer the two questionnaires</a:t>
            </a:r>
          </a:p>
          <a:p>
            <a:pPr lvl="2">
              <a:lnSpc>
                <a:spcPct val="150000"/>
              </a:lnSpc>
            </a:pPr>
            <a:r>
              <a:rPr lang="en-GB" sz="1900" dirty="0"/>
              <a:t>When the HH has only one phone (usually with the man) and the women answers the HH questionnaire (man is outside), the phone interview had to happen with the phone owner (man) </a:t>
            </a:r>
          </a:p>
          <a:p>
            <a:pPr lvl="2">
              <a:lnSpc>
                <a:spcPct val="150000"/>
              </a:lnSpc>
            </a:pPr>
            <a:r>
              <a:rPr lang="en-GB" sz="1900" dirty="0"/>
              <a:t>Several visits (2-3) visits to the same HH to catch the same person</a:t>
            </a:r>
          </a:p>
          <a:p>
            <a:pPr lvl="1">
              <a:lnSpc>
                <a:spcPct val="150000"/>
              </a:lnSpc>
            </a:pPr>
            <a:r>
              <a:rPr lang="en-GB" sz="2200" dirty="0">
                <a:latin typeface="Open Sans"/>
                <a:ea typeface="Open Sans"/>
                <a:cs typeface="Open Sans"/>
              </a:rPr>
              <a:t>This resulted in a very small sample size (134 HHs) for intra-HH comparison (80% attrition) </a:t>
            </a:r>
            <a:endParaRPr lang="en-GB" sz="2200" dirty="0"/>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23225" y="-363287"/>
            <a:ext cx="1202647" cy="320706"/>
          </a:xfrm>
          <a:prstGeom prst="rect">
            <a:avLst/>
          </a:prstGeom>
        </p:spPr>
      </p:pic>
    </p:spTree>
    <p:extLst>
      <p:ext uri="{BB962C8B-B14F-4D97-AF65-F5344CB8AC3E}">
        <p14:creationId xmlns:p14="http://schemas.microsoft.com/office/powerpoint/2010/main" val="812228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7CC5"/>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0E3D60-0C52-6949-089B-41F663E79586}"/>
              </a:ext>
            </a:extLst>
          </p:cNvPr>
          <p:cNvSpPr>
            <a:spLocks noGrp="1"/>
          </p:cNvSpPr>
          <p:nvPr>
            <p:ph type="title"/>
          </p:nvPr>
        </p:nvSpPr>
        <p:spPr>
          <a:xfrm>
            <a:off x="838200" y="1747968"/>
            <a:ext cx="10515600" cy="3362064"/>
          </a:xfrm>
        </p:spPr>
        <p:txBody>
          <a:bodyPr anchor="ctr">
            <a:noAutofit/>
          </a:bodyPr>
          <a:lstStyle/>
          <a:p>
            <a:pPr algn="ctr"/>
            <a:r>
              <a:rPr lang="en-US" sz="4800" dirty="0">
                <a:solidFill>
                  <a:srgbClr val="FFFFFF"/>
                </a:solidFill>
              </a:rPr>
              <a:t>Balance </a:t>
            </a:r>
            <a:r>
              <a:rPr lang="en-US" sz="4800">
                <a:solidFill>
                  <a:srgbClr val="FFFFFF"/>
                </a:solidFill>
              </a:rPr>
              <a:t>Test </a:t>
            </a:r>
            <a:br>
              <a:rPr lang="en-US" sz="4800">
                <a:solidFill>
                  <a:srgbClr val="FFFFFF"/>
                </a:solidFill>
              </a:rPr>
            </a:br>
            <a:r>
              <a:rPr lang="en-US" sz="4800">
                <a:solidFill>
                  <a:srgbClr val="FFFFFF"/>
                </a:solidFill>
              </a:rPr>
              <a:t>Remote First vs. F2F First</a:t>
            </a:r>
            <a:br>
              <a:rPr lang="en-US" sz="4800">
                <a:solidFill>
                  <a:srgbClr val="FFFFFF"/>
                </a:solidFill>
              </a:rPr>
            </a:br>
            <a:r>
              <a:rPr lang="en-US" sz="4800">
                <a:solidFill>
                  <a:srgbClr val="FFFFFF"/>
                </a:solidFill>
              </a:rPr>
              <a:t> </a:t>
            </a:r>
            <a:br>
              <a:rPr lang="en-US" sz="4800">
                <a:solidFill>
                  <a:srgbClr val="FFFFFF"/>
                </a:solidFill>
              </a:rPr>
            </a:br>
            <a:r>
              <a:rPr lang="en-US" sz="3200">
                <a:solidFill>
                  <a:srgbClr val="FFFFFF"/>
                </a:solidFill>
              </a:rPr>
              <a:t>Full Sample 221 vs. 233  </a:t>
            </a:r>
            <a:endParaRPr lang="en-US" sz="4800">
              <a:solidFill>
                <a:srgbClr val="FFFFFF"/>
              </a:solidFill>
            </a:endParaRPr>
          </a:p>
        </p:txBody>
      </p:sp>
    </p:spTree>
    <p:extLst>
      <p:ext uri="{BB962C8B-B14F-4D97-AF65-F5344CB8AC3E}">
        <p14:creationId xmlns:p14="http://schemas.microsoft.com/office/powerpoint/2010/main" val="93493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643055D-0556-6C0E-03B1-204EB7810FCF}"/>
              </a:ext>
            </a:extLst>
          </p:cNvPr>
          <p:cNvSpPr txBox="1">
            <a:spLocks/>
          </p:cNvSpPr>
          <p:nvPr/>
        </p:nvSpPr>
        <p:spPr>
          <a:xfrm>
            <a:off x="846311" y="340780"/>
            <a:ext cx="10542124" cy="1152000"/>
          </a:xfrm>
          <a:prstGeom prst="rect">
            <a:avLst/>
          </a:prstGeom>
        </p:spPr>
        <p:txBody>
          <a:bodyPr vert="horz" lIns="91440" tIns="45720" rIns="91440" bIns="45720" rtlCol="0" anchor="ctr">
            <a:normAutofit/>
          </a:bodyPr>
          <a:lstStyle>
            <a:lvl1pPr marL="0" marR="0" indent="0" algn="l" defTabSz="914400" rtl="0" eaLnBrk="1" fontAlgn="auto" latinLnBrk="0" hangingPunct="1">
              <a:lnSpc>
                <a:spcPct val="90000"/>
              </a:lnSpc>
              <a:spcBef>
                <a:spcPct val="0"/>
              </a:spcBef>
              <a:spcAft>
                <a:spcPts val="0"/>
              </a:spcAft>
              <a:buClrTx/>
              <a:buSzTx/>
              <a:buFontTx/>
              <a:buNone/>
              <a:tabLst/>
              <a:defRPr sz="3000" b="1" i="0" kern="120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pPr>
              <a:spcAft>
                <a:spcPts val="600"/>
              </a:spcAft>
            </a:pPr>
            <a:r>
              <a:rPr lang="it-IT"/>
              <a:t>Balance Test </a:t>
            </a:r>
            <a:r>
              <a:rPr lang="it-IT" err="1"/>
              <a:t>Results</a:t>
            </a:r>
            <a:r>
              <a:rPr lang="it-IT"/>
              <a:t>: </a:t>
            </a:r>
          </a:p>
          <a:p>
            <a:pPr>
              <a:spcAft>
                <a:spcPts val="600"/>
              </a:spcAft>
            </a:pPr>
            <a:r>
              <a:rPr lang="it-IT"/>
              <a:t>[Full] Remote First  vs. F2F First</a:t>
            </a:r>
          </a:p>
        </p:txBody>
      </p:sp>
      <p:graphicFrame>
        <p:nvGraphicFramePr>
          <p:cNvPr id="4" name="Table 3">
            <a:extLst>
              <a:ext uri="{FF2B5EF4-FFF2-40B4-BE49-F238E27FC236}">
                <a16:creationId xmlns:a16="http://schemas.microsoft.com/office/drawing/2014/main" id="{174541F2-BC43-258B-38EF-832174016580}"/>
              </a:ext>
            </a:extLst>
          </p:cNvPr>
          <p:cNvGraphicFramePr>
            <a:graphicFrameLocks noGrp="1"/>
          </p:cNvGraphicFramePr>
          <p:nvPr>
            <p:extLst>
              <p:ext uri="{D42A27DB-BD31-4B8C-83A1-F6EECF244321}">
                <p14:modId xmlns:p14="http://schemas.microsoft.com/office/powerpoint/2010/main" val="997476324"/>
              </p:ext>
            </p:extLst>
          </p:nvPr>
        </p:nvGraphicFramePr>
        <p:xfrm>
          <a:off x="1022388" y="1790952"/>
          <a:ext cx="10366047" cy="3778650"/>
        </p:xfrm>
        <a:graphic>
          <a:graphicData uri="http://schemas.openxmlformats.org/drawingml/2006/table">
            <a:tbl>
              <a:tblPr>
                <a:tableStyleId>{2A488322-F2BA-4B5B-9748-0D474271808F}</a:tableStyleId>
              </a:tblPr>
              <a:tblGrid>
                <a:gridCol w="3923646">
                  <a:extLst>
                    <a:ext uri="{9D8B030D-6E8A-4147-A177-3AD203B41FA5}">
                      <a16:colId xmlns:a16="http://schemas.microsoft.com/office/drawing/2014/main" val="2125240834"/>
                    </a:ext>
                  </a:extLst>
                </a:gridCol>
                <a:gridCol w="1389165">
                  <a:extLst>
                    <a:ext uri="{9D8B030D-6E8A-4147-A177-3AD203B41FA5}">
                      <a16:colId xmlns:a16="http://schemas.microsoft.com/office/drawing/2014/main" val="2277379610"/>
                    </a:ext>
                  </a:extLst>
                </a:gridCol>
                <a:gridCol w="1389165">
                  <a:extLst>
                    <a:ext uri="{9D8B030D-6E8A-4147-A177-3AD203B41FA5}">
                      <a16:colId xmlns:a16="http://schemas.microsoft.com/office/drawing/2014/main" val="3120279778"/>
                    </a:ext>
                  </a:extLst>
                </a:gridCol>
                <a:gridCol w="1628017">
                  <a:extLst>
                    <a:ext uri="{9D8B030D-6E8A-4147-A177-3AD203B41FA5}">
                      <a16:colId xmlns:a16="http://schemas.microsoft.com/office/drawing/2014/main" val="1367707880"/>
                    </a:ext>
                  </a:extLst>
                </a:gridCol>
                <a:gridCol w="2036054">
                  <a:extLst>
                    <a:ext uri="{9D8B030D-6E8A-4147-A177-3AD203B41FA5}">
                      <a16:colId xmlns:a16="http://schemas.microsoft.com/office/drawing/2014/main" val="1923219718"/>
                    </a:ext>
                  </a:extLst>
                </a:gridCol>
              </a:tblGrid>
              <a:tr h="229501">
                <a:tc>
                  <a:txBody>
                    <a:bodyPr/>
                    <a:lstStyle/>
                    <a:p>
                      <a:pPr algn="ctr" fontAlgn="b"/>
                      <a:r>
                        <a:rPr lang="en-US" sz="1600" u="none" strike="noStrike">
                          <a:effectLst/>
                          <a:latin typeface="Open Sans" pitchFamily="2" charset="0"/>
                          <a:ea typeface="Open Sans" pitchFamily="2" charset="0"/>
                          <a:cs typeface="Open Sans" pitchFamily="2" charset="0"/>
                        </a:rPr>
                        <a:t>Variable</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Total</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F2F First</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Remote First</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b="0" i="0" u="none" strike="noStrike">
                          <a:effectLst/>
                          <a:latin typeface="Open Sans" pitchFamily="2" charset="0"/>
                          <a:ea typeface="Open Sans" pitchFamily="2" charset="0"/>
                          <a:cs typeface="Open Sans" pitchFamily="2" charset="0"/>
                        </a:rPr>
                        <a:t>F2F – Remote Diff</a:t>
                      </a:r>
                    </a:p>
                  </a:txBody>
                  <a:tcPr marL="8070" marR="8070" marT="8070" marB="0" anchor="ctr"/>
                </a:tc>
                <a:extLst>
                  <a:ext uri="{0D108BD9-81ED-4DB2-BD59-A6C34878D82A}">
                    <a16:rowId xmlns:a16="http://schemas.microsoft.com/office/drawing/2014/main" val="2085629984"/>
                  </a:ext>
                </a:extLst>
              </a:tr>
              <a:tr h="229501">
                <a:tc>
                  <a:txBody>
                    <a:bodyPr/>
                    <a:lstStyle/>
                    <a:p>
                      <a:pPr algn="ctr" fontAlgn="b"/>
                      <a:endParaRPr lang="en-US" sz="1600" b="0" i="0" u="none" strike="noStrike">
                        <a:effectLst/>
                        <a:latin typeface="Open Sans" pitchFamily="2" charset="0"/>
                        <a:ea typeface="Open Sans" pitchFamily="2" charset="0"/>
                        <a:cs typeface="Open Sans" pitchFamily="2" charset="0"/>
                      </a:endParaRPr>
                    </a:p>
                  </a:txBody>
                  <a:tcPr marL="8070" marR="8070" marT="8070" marB="0" anchor="ctr">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latin typeface="Open Sans" pitchFamily="2" charset="0"/>
                          <a:ea typeface="Open Sans" pitchFamily="2" charset="0"/>
                          <a:cs typeface="Open Sans" pitchFamily="2" charset="0"/>
                        </a:rPr>
                        <a:t>Mean/(SE)</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latin typeface="Open Sans" pitchFamily="2" charset="0"/>
                          <a:ea typeface="Open Sans" pitchFamily="2" charset="0"/>
                          <a:cs typeface="Open Sans" pitchFamily="2" charset="0"/>
                        </a:rPr>
                        <a:t>Mean/(SE)</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latin typeface="Open Sans" pitchFamily="2" charset="0"/>
                          <a:ea typeface="Open Sans" pitchFamily="2" charset="0"/>
                          <a:cs typeface="Open Sans" pitchFamily="2" charset="0"/>
                        </a:rPr>
                        <a:t>Mean/(SE)</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lnB w="12700" cap="flat" cmpd="sng" algn="ctr">
                      <a:solidFill>
                        <a:schemeClr val="tx1"/>
                      </a:solidFill>
                      <a:prstDash val="solid"/>
                      <a:round/>
                      <a:headEnd type="none" w="med" len="med"/>
                      <a:tailEnd type="none" w="med" len="med"/>
                    </a:lnB>
                  </a:tcPr>
                </a:tc>
                <a:tc>
                  <a:txBody>
                    <a:bodyPr/>
                    <a:lstStyle/>
                    <a:p>
                      <a:pPr algn="ctr" fontAlgn="b"/>
                      <a:r>
                        <a:rPr lang="en-US" sz="1600" b="0" u="none" strike="noStrike">
                          <a:effectLst/>
                          <a:latin typeface="Open Sans" pitchFamily="2" charset="0"/>
                          <a:ea typeface="Open Sans" pitchFamily="2" charset="0"/>
                          <a:cs typeface="Open Sans" pitchFamily="2" charset="0"/>
                        </a:rPr>
                        <a:t>P-Value</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4520285"/>
                  </a:ext>
                </a:extLst>
              </a:tr>
              <a:tr h="229501">
                <a:tc>
                  <a:txBody>
                    <a:bodyPr/>
                    <a:lstStyle/>
                    <a:p>
                      <a:pPr algn="l" fontAlgn="b"/>
                      <a:r>
                        <a:rPr lang="en-US" sz="1600" u="none" strike="noStrike">
                          <a:effectLst/>
                          <a:latin typeface="Open Sans" pitchFamily="2" charset="0"/>
                          <a:ea typeface="Open Sans" pitchFamily="2" charset="0"/>
                          <a:cs typeface="Open Sans" pitchFamily="2" charset="0"/>
                        </a:rPr>
                        <a:t>Head of Household Respondent</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lnT w="12700" cap="flat" cmpd="sng" algn="ctr">
                      <a:solidFill>
                        <a:schemeClr val="tx1"/>
                      </a:solidFill>
                      <a:prstDash val="solid"/>
                      <a:round/>
                      <a:headEnd type="none" w="med" len="med"/>
                      <a:tailEnd type="none" w="med" len="med"/>
                    </a:lnT>
                  </a:tcPr>
                </a:tc>
                <a:tc>
                  <a:txBody>
                    <a:bodyPr/>
                    <a:lstStyle/>
                    <a:p>
                      <a:pPr algn="ctr" fontAlgn="b"/>
                      <a:r>
                        <a:rPr lang="en-US" sz="1600" u="none" strike="noStrike">
                          <a:effectLst/>
                          <a:latin typeface="Open Sans" pitchFamily="2" charset="0"/>
                          <a:ea typeface="Open Sans" pitchFamily="2" charset="0"/>
                          <a:cs typeface="Open Sans" pitchFamily="2" charset="0"/>
                        </a:rPr>
                        <a:t>0.65</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lnT w="12700" cap="flat" cmpd="sng" algn="ctr">
                      <a:solidFill>
                        <a:schemeClr val="tx1"/>
                      </a:solidFill>
                      <a:prstDash val="solid"/>
                      <a:round/>
                      <a:headEnd type="none" w="med" len="med"/>
                      <a:tailEnd type="none" w="med" len="med"/>
                    </a:lnT>
                  </a:tcPr>
                </a:tc>
                <a:tc>
                  <a:txBody>
                    <a:bodyPr/>
                    <a:lstStyle/>
                    <a:p>
                      <a:pPr algn="ctr" fontAlgn="b"/>
                      <a:r>
                        <a:rPr lang="en-US" sz="1600" u="none" strike="noStrike">
                          <a:effectLst/>
                          <a:latin typeface="Open Sans" pitchFamily="2" charset="0"/>
                          <a:ea typeface="Open Sans" pitchFamily="2" charset="0"/>
                          <a:cs typeface="Open Sans" pitchFamily="2" charset="0"/>
                        </a:rPr>
                        <a:t>0.62</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lnT w="12700" cap="flat" cmpd="sng" algn="ctr">
                      <a:solidFill>
                        <a:schemeClr val="tx1"/>
                      </a:solidFill>
                      <a:prstDash val="solid"/>
                      <a:round/>
                      <a:headEnd type="none" w="med" len="med"/>
                      <a:tailEnd type="none" w="med" len="med"/>
                    </a:lnT>
                  </a:tcPr>
                </a:tc>
                <a:tc>
                  <a:txBody>
                    <a:bodyPr/>
                    <a:lstStyle/>
                    <a:p>
                      <a:pPr algn="ctr" fontAlgn="b"/>
                      <a:r>
                        <a:rPr lang="en-US" sz="1600" u="none" strike="noStrike">
                          <a:effectLst/>
                          <a:latin typeface="Open Sans" pitchFamily="2" charset="0"/>
                          <a:ea typeface="Open Sans" pitchFamily="2" charset="0"/>
                          <a:cs typeface="Open Sans" pitchFamily="2" charset="0"/>
                        </a:rPr>
                        <a:t>0.67</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lnT w="12700" cap="flat" cmpd="sng" algn="ctr">
                      <a:solidFill>
                        <a:schemeClr val="tx1"/>
                      </a:solidFill>
                      <a:prstDash val="solid"/>
                      <a:round/>
                      <a:headEnd type="none" w="med" len="med"/>
                      <a:tailEnd type="none" w="med" len="med"/>
                    </a:lnT>
                  </a:tcPr>
                </a:tc>
                <a:tc>
                  <a:txBody>
                    <a:bodyPr/>
                    <a:lstStyle/>
                    <a:p>
                      <a:pPr algn="ctr" fontAlgn="b"/>
                      <a:r>
                        <a:rPr lang="en-US" sz="1600" u="none" strike="noStrike">
                          <a:effectLst/>
                          <a:latin typeface="Open Sans" pitchFamily="2" charset="0"/>
                          <a:ea typeface="Open Sans" pitchFamily="2" charset="0"/>
                          <a:cs typeface="Open Sans" pitchFamily="2" charset="0"/>
                        </a:rPr>
                        <a:t>-0.06</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769524160"/>
                  </a:ext>
                </a:extLst>
              </a:tr>
              <a:tr h="229501">
                <a:tc>
                  <a:txBody>
                    <a:bodyPr/>
                    <a:lstStyle/>
                    <a:p>
                      <a:pPr algn="l" fontAlgn="b"/>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(0.02)</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(0.03)</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(0.03)</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endParaRPr lang="en-US" sz="1600" b="0" i="0" u="none" strike="noStrike">
                        <a:effectLst/>
                        <a:latin typeface="Open Sans" pitchFamily="2" charset="0"/>
                        <a:ea typeface="Open Sans" pitchFamily="2" charset="0"/>
                        <a:cs typeface="Open Sans" pitchFamily="2" charset="0"/>
                      </a:endParaRPr>
                    </a:p>
                  </a:txBody>
                  <a:tcPr marL="8070" marR="8070" marT="8070" marB="0" anchor="ctr"/>
                </a:tc>
                <a:extLst>
                  <a:ext uri="{0D108BD9-81ED-4DB2-BD59-A6C34878D82A}">
                    <a16:rowId xmlns:a16="http://schemas.microsoft.com/office/drawing/2014/main" val="3726426858"/>
                  </a:ext>
                </a:extLst>
              </a:tr>
              <a:tr h="229501">
                <a:tc>
                  <a:txBody>
                    <a:bodyPr/>
                    <a:lstStyle/>
                    <a:p>
                      <a:pPr algn="l" fontAlgn="b"/>
                      <a:r>
                        <a:rPr lang="en-US" sz="1600" u="none" strike="noStrike">
                          <a:effectLst/>
                          <a:latin typeface="Open Sans" pitchFamily="2" charset="0"/>
                          <a:ea typeface="Open Sans" pitchFamily="2" charset="0"/>
                          <a:cs typeface="Open Sans" pitchFamily="2" charset="0"/>
                        </a:rPr>
                        <a:t>Respondent Age</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38.78</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38.34</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39.24</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-0.90</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extLst>
                  <a:ext uri="{0D108BD9-81ED-4DB2-BD59-A6C34878D82A}">
                    <a16:rowId xmlns:a16="http://schemas.microsoft.com/office/drawing/2014/main" val="2464178154"/>
                  </a:ext>
                </a:extLst>
              </a:tr>
              <a:tr h="229501">
                <a:tc>
                  <a:txBody>
                    <a:bodyPr/>
                    <a:lstStyle/>
                    <a:p>
                      <a:pPr algn="l" fontAlgn="b"/>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(0.56)</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(0.74)</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(0.85)</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endParaRPr lang="en-US" sz="1600" b="0" i="0" u="none" strike="noStrike">
                        <a:effectLst/>
                        <a:latin typeface="Open Sans" pitchFamily="2" charset="0"/>
                        <a:ea typeface="Open Sans" pitchFamily="2" charset="0"/>
                        <a:cs typeface="Open Sans" pitchFamily="2" charset="0"/>
                      </a:endParaRPr>
                    </a:p>
                  </a:txBody>
                  <a:tcPr marL="8070" marR="8070" marT="8070" marB="0" anchor="ctr"/>
                </a:tc>
                <a:extLst>
                  <a:ext uri="{0D108BD9-81ED-4DB2-BD59-A6C34878D82A}">
                    <a16:rowId xmlns:a16="http://schemas.microsoft.com/office/drawing/2014/main" val="2651965926"/>
                  </a:ext>
                </a:extLst>
              </a:tr>
              <a:tr h="229501">
                <a:tc>
                  <a:txBody>
                    <a:bodyPr/>
                    <a:lstStyle/>
                    <a:p>
                      <a:pPr algn="l" fontAlgn="b"/>
                      <a:r>
                        <a:rPr lang="en-US" sz="1600" u="none" strike="noStrike">
                          <a:effectLst/>
                          <a:latin typeface="Open Sans" pitchFamily="2" charset="0"/>
                          <a:ea typeface="Open Sans" pitchFamily="2" charset="0"/>
                          <a:cs typeface="Open Sans" pitchFamily="2" charset="0"/>
                        </a:rPr>
                        <a:t>Household Size</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5.85</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5.69</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6.01</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-0.32</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extLst>
                  <a:ext uri="{0D108BD9-81ED-4DB2-BD59-A6C34878D82A}">
                    <a16:rowId xmlns:a16="http://schemas.microsoft.com/office/drawing/2014/main" val="3737779939"/>
                  </a:ext>
                </a:extLst>
              </a:tr>
              <a:tr h="229501">
                <a:tc>
                  <a:txBody>
                    <a:bodyPr/>
                    <a:lstStyle/>
                    <a:p>
                      <a:pPr algn="l" fontAlgn="b"/>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(0.11)</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(0.15)</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(0.17)</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endParaRPr lang="en-US" sz="1600" b="0" i="0" u="none" strike="noStrike">
                        <a:effectLst/>
                        <a:latin typeface="Open Sans" pitchFamily="2" charset="0"/>
                        <a:ea typeface="Open Sans" pitchFamily="2" charset="0"/>
                        <a:cs typeface="Open Sans" pitchFamily="2" charset="0"/>
                      </a:endParaRPr>
                    </a:p>
                  </a:txBody>
                  <a:tcPr marL="8070" marR="8070" marT="8070" marB="0" anchor="ctr"/>
                </a:tc>
                <a:extLst>
                  <a:ext uri="{0D108BD9-81ED-4DB2-BD59-A6C34878D82A}">
                    <a16:rowId xmlns:a16="http://schemas.microsoft.com/office/drawing/2014/main" val="597395690"/>
                  </a:ext>
                </a:extLst>
              </a:tr>
              <a:tr h="229501">
                <a:tc>
                  <a:txBody>
                    <a:bodyPr/>
                    <a:lstStyle/>
                    <a:p>
                      <a:pPr algn="l" fontAlgn="b"/>
                      <a:r>
                        <a:rPr lang="en-US" sz="1600" u="none" strike="noStrike">
                          <a:effectLst/>
                          <a:latin typeface="Open Sans" pitchFamily="2" charset="0"/>
                          <a:ea typeface="Open Sans" pitchFamily="2" charset="0"/>
                          <a:cs typeface="Open Sans" pitchFamily="2" charset="0"/>
                        </a:rPr>
                        <a:t>Female Respondent</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0.51</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0.54</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0.48</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0.06</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extLst>
                  <a:ext uri="{0D108BD9-81ED-4DB2-BD59-A6C34878D82A}">
                    <a16:rowId xmlns:a16="http://schemas.microsoft.com/office/drawing/2014/main" val="1607610510"/>
                  </a:ext>
                </a:extLst>
              </a:tr>
              <a:tr h="229501">
                <a:tc>
                  <a:txBody>
                    <a:bodyPr/>
                    <a:lstStyle/>
                    <a:p>
                      <a:pPr algn="l" fontAlgn="b"/>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(0.02)</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(0.03)</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(0.03)</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endParaRPr lang="en-US" sz="1600" b="0" i="0" u="none" strike="noStrike">
                        <a:effectLst/>
                        <a:latin typeface="Open Sans" pitchFamily="2" charset="0"/>
                        <a:ea typeface="Open Sans" pitchFamily="2" charset="0"/>
                        <a:cs typeface="Open Sans" pitchFamily="2" charset="0"/>
                      </a:endParaRPr>
                    </a:p>
                  </a:txBody>
                  <a:tcPr marL="8070" marR="8070" marT="8070" marB="0" anchor="ctr"/>
                </a:tc>
                <a:extLst>
                  <a:ext uri="{0D108BD9-81ED-4DB2-BD59-A6C34878D82A}">
                    <a16:rowId xmlns:a16="http://schemas.microsoft.com/office/drawing/2014/main" val="1516470398"/>
                  </a:ext>
                </a:extLst>
              </a:tr>
              <a:tr h="229501">
                <a:tc>
                  <a:txBody>
                    <a:bodyPr/>
                    <a:lstStyle/>
                    <a:p>
                      <a:pPr algn="l" fontAlgn="b"/>
                      <a:r>
                        <a:rPr lang="en-US" sz="1600" u="none" strike="noStrike">
                          <a:effectLst/>
                          <a:latin typeface="Open Sans" pitchFamily="2" charset="0"/>
                          <a:ea typeface="Open Sans" pitchFamily="2" charset="0"/>
                          <a:cs typeface="Open Sans" pitchFamily="2" charset="0"/>
                        </a:rPr>
                        <a:t>Pregnant or Lactating Respondent</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0.09</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0.09</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0.10</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-0.00</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extLst>
                  <a:ext uri="{0D108BD9-81ED-4DB2-BD59-A6C34878D82A}">
                    <a16:rowId xmlns:a16="http://schemas.microsoft.com/office/drawing/2014/main" val="3504866585"/>
                  </a:ext>
                </a:extLst>
              </a:tr>
              <a:tr h="229501">
                <a:tc>
                  <a:txBody>
                    <a:bodyPr/>
                    <a:lstStyle/>
                    <a:p>
                      <a:pPr algn="l" fontAlgn="b"/>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(0.01)</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(0.02)</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(0.02)</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endParaRPr lang="en-US" sz="1600" b="0" i="0" u="none" strike="noStrike">
                        <a:effectLst/>
                        <a:latin typeface="Open Sans" pitchFamily="2" charset="0"/>
                        <a:ea typeface="Open Sans" pitchFamily="2" charset="0"/>
                        <a:cs typeface="Open Sans" pitchFamily="2" charset="0"/>
                      </a:endParaRPr>
                    </a:p>
                  </a:txBody>
                  <a:tcPr marL="8070" marR="8070" marT="8070" marB="0" anchor="ctr"/>
                </a:tc>
                <a:extLst>
                  <a:ext uri="{0D108BD9-81ED-4DB2-BD59-A6C34878D82A}">
                    <a16:rowId xmlns:a16="http://schemas.microsoft.com/office/drawing/2014/main" val="1504143409"/>
                  </a:ext>
                </a:extLst>
              </a:tr>
              <a:tr h="229501">
                <a:tc>
                  <a:txBody>
                    <a:bodyPr/>
                    <a:lstStyle/>
                    <a:p>
                      <a:pPr algn="l" fontAlgn="b"/>
                      <a:r>
                        <a:rPr lang="en-US" sz="1600" u="none" strike="noStrike">
                          <a:effectLst/>
                          <a:latin typeface="Open Sans" pitchFamily="2" charset="0"/>
                          <a:ea typeface="Open Sans" pitchFamily="2" charset="0"/>
                          <a:cs typeface="Open Sans" pitchFamily="2" charset="0"/>
                        </a:rPr>
                        <a:t>IDP Household</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0.48</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0.49</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0.47</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0.02</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extLst>
                  <a:ext uri="{0D108BD9-81ED-4DB2-BD59-A6C34878D82A}">
                    <a16:rowId xmlns:a16="http://schemas.microsoft.com/office/drawing/2014/main" val="3796707674"/>
                  </a:ext>
                </a:extLst>
              </a:tr>
              <a:tr h="229501">
                <a:tc>
                  <a:txBody>
                    <a:bodyPr/>
                    <a:lstStyle/>
                    <a:p>
                      <a:pPr algn="l" fontAlgn="b"/>
                      <a:endParaRPr lang="en-US" sz="1600" b="0" i="0" u="none" strike="noStrike">
                        <a:effectLst/>
                        <a:latin typeface="Open Sans" pitchFamily="2" charset="0"/>
                        <a:ea typeface="Open Sans" pitchFamily="2" charset="0"/>
                        <a:cs typeface="Open Sans" pitchFamily="2" charset="0"/>
                      </a:endParaRPr>
                    </a:p>
                  </a:txBody>
                  <a:tcPr marL="8070" marR="8070" marT="8070" marB="0" anchor="ctr">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latin typeface="Open Sans" pitchFamily="2" charset="0"/>
                          <a:ea typeface="Open Sans" pitchFamily="2" charset="0"/>
                          <a:cs typeface="Open Sans" pitchFamily="2" charset="0"/>
                        </a:rPr>
                        <a:t>(0.02)</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latin typeface="Open Sans" pitchFamily="2" charset="0"/>
                          <a:ea typeface="Open Sans" pitchFamily="2" charset="0"/>
                          <a:cs typeface="Open Sans" pitchFamily="2" charset="0"/>
                        </a:rPr>
                        <a:t>(0.03)</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latin typeface="Open Sans" pitchFamily="2" charset="0"/>
                          <a:ea typeface="Open Sans" pitchFamily="2" charset="0"/>
                          <a:cs typeface="Open Sans" pitchFamily="2" charset="0"/>
                        </a:rPr>
                        <a:t>(0.03)</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lnB w="12700" cap="flat" cmpd="sng" algn="ctr">
                      <a:solidFill>
                        <a:schemeClr val="tx1"/>
                      </a:solidFill>
                      <a:prstDash val="solid"/>
                      <a:round/>
                      <a:headEnd type="none" w="med" len="med"/>
                      <a:tailEnd type="none" w="med" len="med"/>
                    </a:lnB>
                  </a:tcPr>
                </a:tc>
                <a:tc>
                  <a:txBody>
                    <a:bodyPr/>
                    <a:lstStyle/>
                    <a:p>
                      <a:pPr algn="ctr" fontAlgn="b"/>
                      <a:endParaRPr lang="en-US" sz="1600" b="0" i="0" u="none" strike="noStrike">
                        <a:effectLst/>
                        <a:latin typeface="Open Sans" pitchFamily="2" charset="0"/>
                        <a:ea typeface="Open Sans" pitchFamily="2" charset="0"/>
                        <a:cs typeface="Open Sans" pitchFamily="2" charset="0"/>
                      </a:endParaRPr>
                    </a:p>
                  </a:txBody>
                  <a:tcPr marL="8070" marR="8070" marT="807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5127016"/>
                  </a:ext>
                </a:extLst>
              </a:tr>
              <a:tr h="229501">
                <a:tc>
                  <a:txBody>
                    <a:bodyPr/>
                    <a:lstStyle/>
                    <a:p>
                      <a:pPr algn="l" fontAlgn="b"/>
                      <a:r>
                        <a:rPr lang="en-US" sz="1600" u="none" strike="noStrike">
                          <a:effectLst/>
                          <a:latin typeface="Open Sans" pitchFamily="2" charset="0"/>
                          <a:ea typeface="Open Sans" pitchFamily="2" charset="0"/>
                          <a:cs typeface="Open Sans" pitchFamily="2" charset="0"/>
                        </a:rPr>
                        <a:t>Number of observations</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lnT w="12700" cap="flat" cmpd="sng" algn="ctr">
                      <a:solidFill>
                        <a:schemeClr val="tx1"/>
                      </a:solidFill>
                      <a:prstDash val="solid"/>
                      <a:round/>
                      <a:headEnd type="none" w="med" len="med"/>
                      <a:tailEnd type="none" w="med" len="med"/>
                    </a:lnT>
                  </a:tcPr>
                </a:tc>
                <a:tc>
                  <a:txBody>
                    <a:bodyPr/>
                    <a:lstStyle/>
                    <a:p>
                      <a:pPr algn="ctr" fontAlgn="b"/>
                      <a:r>
                        <a:rPr lang="en-US" sz="1600" u="none" strike="noStrike">
                          <a:effectLst/>
                          <a:latin typeface="Open Sans" pitchFamily="2" charset="0"/>
                          <a:ea typeface="Open Sans" pitchFamily="2" charset="0"/>
                          <a:cs typeface="Open Sans" pitchFamily="2" charset="0"/>
                        </a:rPr>
                        <a:t>454</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lnT w="12700" cap="flat" cmpd="sng" algn="ctr">
                      <a:solidFill>
                        <a:schemeClr val="tx1"/>
                      </a:solidFill>
                      <a:prstDash val="solid"/>
                      <a:round/>
                      <a:headEnd type="none" w="med" len="med"/>
                      <a:tailEnd type="none" w="med" len="med"/>
                    </a:lnT>
                  </a:tcPr>
                </a:tc>
                <a:tc>
                  <a:txBody>
                    <a:bodyPr/>
                    <a:lstStyle/>
                    <a:p>
                      <a:pPr algn="ctr" fontAlgn="b"/>
                      <a:r>
                        <a:rPr lang="en-US" sz="1600" u="none" strike="noStrike">
                          <a:effectLst/>
                          <a:latin typeface="Open Sans" pitchFamily="2" charset="0"/>
                          <a:ea typeface="Open Sans" pitchFamily="2" charset="0"/>
                          <a:cs typeface="Open Sans" pitchFamily="2" charset="0"/>
                        </a:rPr>
                        <a:t>233</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lnT w="12700" cap="flat" cmpd="sng" algn="ctr">
                      <a:solidFill>
                        <a:schemeClr val="tx1"/>
                      </a:solidFill>
                      <a:prstDash val="solid"/>
                      <a:round/>
                      <a:headEnd type="none" w="med" len="med"/>
                      <a:tailEnd type="none" w="med" len="med"/>
                    </a:lnT>
                  </a:tcPr>
                </a:tc>
                <a:tc>
                  <a:txBody>
                    <a:bodyPr/>
                    <a:lstStyle/>
                    <a:p>
                      <a:pPr algn="ctr" fontAlgn="b"/>
                      <a:r>
                        <a:rPr lang="en-US" sz="1600" u="none" strike="noStrike">
                          <a:effectLst/>
                          <a:latin typeface="Open Sans" pitchFamily="2" charset="0"/>
                          <a:ea typeface="Open Sans" pitchFamily="2" charset="0"/>
                          <a:cs typeface="Open Sans" pitchFamily="2" charset="0"/>
                        </a:rPr>
                        <a:t>221</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lnT w="12700" cap="flat" cmpd="sng" algn="ctr">
                      <a:solidFill>
                        <a:schemeClr val="tx1"/>
                      </a:solidFill>
                      <a:prstDash val="solid"/>
                      <a:round/>
                      <a:headEnd type="none" w="med" len="med"/>
                      <a:tailEnd type="none" w="med" len="med"/>
                    </a:lnT>
                  </a:tcPr>
                </a:tc>
                <a:tc>
                  <a:txBody>
                    <a:bodyPr/>
                    <a:lstStyle/>
                    <a:p>
                      <a:pPr algn="ctr" fontAlgn="b"/>
                      <a:endParaRPr lang="en-US" sz="1600" b="0" i="0" u="none" strike="noStrike">
                        <a:effectLst/>
                        <a:latin typeface="Open Sans" pitchFamily="2" charset="0"/>
                        <a:ea typeface="Open Sans" pitchFamily="2" charset="0"/>
                        <a:cs typeface="Open Sans" pitchFamily="2" charset="0"/>
                      </a:endParaRPr>
                    </a:p>
                  </a:txBody>
                  <a:tcPr marL="8070" marR="8070" marT="807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34281567"/>
                  </a:ext>
                </a:extLst>
              </a:tr>
            </a:tbl>
          </a:graphicData>
        </a:graphic>
      </p:graphicFrame>
      <p:sp>
        <p:nvSpPr>
          <p:cNvPr id="5" name="TextBox 4">
            <a:extLst>
              <a:ext uri="{FF2B5EF4-FFF2-40B4-BE49-F238E27FC236}">
                <a16:creationId xmlns:a16="http://schemas.microsoft.com/office/drawing/2014/main" id="{E47761D5-9154-FC18-2924-5A3037EEE8E1}"/>
              </a:ext>
            </a:extLst>
          </p:cNvPr>
          <p:cNvSpPr txBox="1"/>
          <p:nvPr/>
        </p:nvSpPr>
        <p:spPr>
          <a:xfrm>
            <a:off x="2225407" y="6178666"/>
            <a:ext cx="7335663" cy="338554"/>
          </a:xfrm>
          <a:prstGeom prst="rect">
            <a:avLst/>
          </a:prstGeom>
          <a:noFill/>
        </p:spPr>
        <p:txBody>
          <a:bodyPr wrap="none" rtlCol="0">
            <a:spAutoFit/>
          </a:bodyPr>
          <a:lstStyle/>
          <a:p>
            <a:r>
              <a:rPr lang="en-US" sz="1600">
                <a:effectLst/>
                <a:latin typeface="Open Sans" pitchFamily="2" charset="0"/>
                <a:ea typeface="Open Sans" pitchFamily="2" charset="0"/>
                <a:cs typeface="Open Sans" pitchFamily="2" charset="0"/>
              </a:rPr>
              <a:t>Note: Significance: * p&lt;0.10, ** p&lt;0.05, *** p&lt;0.01; Used F2F answers only </a:t>
            </a:r>
            <a:endParaRPr lang="en-US" sz="160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045701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7CC5"/>
        </a:solidFill>
        <a:effectLst/>
      </p:bgPr>
    </p:bg>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FB331400-FF8A-6915-8BD7-38439780BF64}"/>
              </a:ext>
            </a:extLst>
          </p:cNvPr>
          <p:cNvSpPr>
            <a:spLocks noGrp="1"/>
          </p:cNvSpPr>
          <p:nvPr>
            <p:ph type="title"/>
          </p:nvPr>
        </p:nvSpPr>
        <p:spPr>
          <a:xfrm>
            <a:off x="838200" y="1747968"/>
            <a:ext cx="10515600" cy="3362064"/>
          </a:xfrm>
        </p:spPr>
        <p:txBody>
          <a:bodyPr anchor="ctr">
            <a:noAutofit/>
          </a:bodyPr>
          <a:lstStyle/>
          <a:p>
            <a:pPr algn="ctr"/>
            <a:r>
              <a:rPr lang="en-US" sz="4800" dirty="0">
                <a:solidFill>
                  <a:srgbClr val="FFFFFF"/>
                </a:solidFill>
                <a:latin typeface="Open Sans"/>
                <a:ea typeface="Open Sans"/>
                <a:cs typeface="Open Sans"/>
              </a:rPr>
              <a:t>Balance Test </a:t>
            </a:r>
            <a:br>
              <a:rPr lang="en-US" sz="4800" dirty="0"/>
            </a:br>
            <a:r>
              <a:rPr lang="en-US" sz="4800" dirty="0">
                <a:solidFill>
                  <a:srgbClr val="FFFFFF"/>
                </a:solidFill>
                <a:latin typeface="Open Sans"/>
                <a:ea typeface="Open Sans"/>
                <a:cs typeface="Open Sans"/>
              </a:rPr>
              <a:t>Remote First vs. F2F First</a:t>
            </a:r>
            <a:br>
              <a:rPr lang="en-US" sz="4800" dirty="0"/>
            </a:br>
            <a:r>
              <a:rPr lang="en-US" sz="4800" dirty="0">
                <a:solidFill>
                  <a:srgbClr val="FFFFFF"/>
                </a:solidFill>
                <a:latin typeface="Open Sans"/>
                <a:ea typeface="Open Sans"/>
                <a:cs typeface="Open Sans"/>
              </a:rPr>
              <a:t> </a:t>
            </a:r>
            <a:br>
              <a:rPr lang="en-US" sz="4800" dirty="0"/>
            </a:br>
            <a:r>
              <a:rPr lang="en-US" sz="3200" dirty="0">
                <a:solidFill>
                  <a:srgbClr val="FFFFFF"/>
                </a:solidFill>
                <a:latin typeface="Open Sans"/>
                <a:ea typeface="Open Sans"/>
                <a:cs typeface="Open Sans"/>
              </a:rPr>
              <a:t>True Crossover 66 vs. 68  </a:t>
            </a:r>
            <a:endParaRPr lang="en-US" sz="4800" dirty="0">
              <a:solidFill>
                <a:srgbClr val="FFFFFF"/>
              </a:solidFill>
            </a:endParaRPr>
          </a:p>
        </p:txBody>
      </p:sp>
    </p:spTree>
    <p:extLst>
      <p:ext uri="{BB962C8B-B14F-4D97-AF65-F5344CB8AC3E}">
        <p14:creationId xmlns:p14="http://schemas.microsoft.com/office/powerpoint/2010/main" val="4131393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643055D-0556-6C0E-03B1-204EB7810FCF}"/>
              </a:ext>
            </a:extLst>
          </p:cNvPr>
          <p:cNvSpPr txBox="1">
            <a:spLocks/>
          </p:cNvSpPr>
          <p:nvPr/>
        </p:nvSpPr>
        <p:spPr>
          <a:xfrm>
            <a:off x="846311" y="340780"/>
            <a:ext cx="10542124" cy="1152000"/>
          </a:xfrm>
          <a:prstGeom prst="rect">
            <a:avLst/>
          </a:prstGeom>
        </p:spPr>
        <p:txBody>
          <a:bodyPr vert="horz" lIns="91440" tIns="45720" rIns="91440" bIns="45720" rtlCol="0" anchor="ctr">
            <a:normAutofit/>
          </a:bodyPr>
          <a:lstStyle>
            <a:lvl1pPr marL="0" marR="0" indent="0" algn="l" defTabSz="914400" rtl="0" eaLnBrk="1" fontAlgn="auto" latinLnBrk="0" hangingPunct="1">
              <a:lnSpc>
                <a:spcPct val="90000"/>
              </a:lnSpc>
              <a:spcBef>
                <a:spcPct val="0"/>
              </a:spcBef>
              <a:spcAft>
                <a:spcPts val="0"/>
              </a:spcAft>
              <a:buClrTx/>
              <a:buSzTx/>
              <a:buFontTx/>
              <a:buNone/>
              <a:tabLst/>
              <a:defRPr sz="3000" b="1" i="0" kern="120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pPr>
              <a:spcAft>
                <a:spcPts val="600"/>
              </a:spcAft>
            </a:pPr>
            <a:r>
              <a:rPr lang="it-IT"/>
              <a:t>Balance Test </a:t>
            </a:r>
            <a:r>
              <a:rPr lang="it-IT" err="1"/>
              <a:t>Results</a:t>
            </a:r>
            <a:endParaRPr lang="it-IT"/>
          </a:p>
          <a:p>
            <a:pPr>
              <a:spcAft>
                <a:spcPts val="600"/>
              </a:spcAft>
            </a:pPr>
            <a:r>
              <a:rPr lang="it-IT"/>
              <a:t>[True Crossover] Remote First  vs. F2F First</a:t>
            </a:r>
          </a:p>
        </p:txBody>
      </p:sp>
      <p:graphicFrame>
        <p:nvGraphicFramePr>
          <p:cNvPr id="4" name="Table 3">
            <a:extLst>
              <a:ext uri="{FF2B5EF4-FFF2-40B4-BE49-F238E27FC236}">
                <a16:creationId xmlns:a16="http://schemas.microsoft.com/office/drawing/2014/main" id="{174541F2-BC43-258B-38EF-832174016580}"/>
              </a:ext>
            </a:extLst>
          </p:cNvPr>
          <p:cNvGraphicFramePr>
            <a:graphicFrameLocks noGrp="1"/>
          </p:cNvGraphicFramePr>
          <p:nvPr>
            <p:extLst>
              <p:ext uri="{D42A27DB-BD31-4B8C-83A1-F6EECF244321}">
                <p14:modId xmlns:p14="http://schemas.microsoft.com/office/powerpoint/2010/main" val="2445726677"/>
              </p:ext>
            </p:extLst>
          </p:nvPr>
        </p:nvGraphicFramePr>
        <p:xfrm>
          <a:off x="1022388" y="1824003"/>
          <a:ext cx="10366047" cy="3797565"/>
        </p:xfrm>
        <a:graphic>
          <a:graphicData uri="http://schemas.openxmlformats.org/drawingml/2006/table">
            <a:tbl>
              <a:tblPr>
                <a:tableStyleId>{2A488322-F2BA-4B5B-9748-0D474271808F}</a:tableStyleId>
              </a:tblPr>
              <a:tblGrid>
                <a:gridCol w="3923646">
                  <a:extLst>
                    <a:ext uri="{9D8B030D-6E8A-4147-A177-3AD203B41FA5}">
                      <a16:colId xmlns:a16="http://schemas.microsoft.com/office/drawing/2014/main" val="2125240834"/>
                    </a:ext>
                  </a:extLst>
                </a:gridCol>
                <a:gridCol w="1389165">
                  <a:extLst>
                    <a:ext uri="{9D8B030D-6E8A-4147-A177-3AD203B41FA5}">
                      <a16:colId xmlns:a16="http://schemas.microsoft.com/office/drawing/2014/main" val="2277379610"/>
                    </a:ext>
                  </a:extLst>
                </a:gridCol>
                <a:gridCol w="1389165">
                  <a:extLst>
                    <a:ext uri="{9D8B030D-6E8A-4147-A177-3AD203B41FA5}">
                      <a16:colId xmlns:a16="http://schemas.microsoft.com/office/drawing/2014/main" val="3120279778"/>
                    </a:ext>
                  </a:extLst>
                </a:gridCol>
                <a:gridCol w="1628017">
                  <a:extLst>
                    <a:ext uri="{9D8B030D-6E8A-4147-A177-3AD203B41FA5}">
                      <a16:colId xmlns:a16="http://schemas.microsoft.com/office/drawing/2014/main" val="1367707880"/>
                    </a:ext>
                  </a:extLst>
                </a:gridCol>
                <a:gridCol w="2036054">
                  <a:extLst>
                    <a:ext uri="{9D8B030D-6E8A-4147-A177-3AD203B41FA5}">
                      <a16:colId xmlns:a16="http://schemas.microsoft.com/office/drawing/2014/main" val="1923219718"/>
                    </a:ext>
                  </a:extLst>
                </a:gridCol>
              </a:tblGrid>
              <a:tr h="229501">
                <a:tc>
                  <a:txBody>
                    <a:bodyPr/>
                    <a:lstStyle/>
                    <a:p>
                      <a:pPr algn="ctr" fontAlgn="b"/>
                      <a:r>
                        <a:rPr lang="en-US" sz="1600" u="none" strike="noStrike">
                          <a:effectLst/>
                          <a:latin typeface="Open Sans" pitchFamily="2" charset="0"/>
                          <a:ea typeface="Open Sans" pitchFamily="2" charset="0"/>
                          <a:cs typeface="Open Sans" pitchFamily="2" charset="0"/>
                        </a:rPr>
                        <a:t>Variable</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Total</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F2F First</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a:effectLst/>
                          <a:latin typeface="Open Sans" pitchFamily="2" charset="0"/>
                          <a:ea typeface="Open Sans" pitchFamily="2" charset="0"/>
                          <a:cs typeface="Open Sans" pitchFamily="2" charset="0"/>
                        </a:rPr>
                        <a:t>Remote First</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b="0" i="0" u="none" strike="noStrike">
                          <a:effectLst/>
                          <a:latin typeface="Open Sans" pitchFamily="2" charset="0"/>
                          <a:ea typeface="Open Sans" pitchFamily="2" charset="0"/>
                          <a:cs typeface="Open Sans" pitchFamily="2" charset="0"/>
                        </a:rPr>
                        <a:t>F2F – Remote Diff</a:t>
                      </a:r>
                    </a:p>
                  </a:txBody>
                  <a:tcPr marL="8070" marR="8070" marT="8070" marB="0" anchor="ctr"/>
                </a:tc>
                <a:extLst>
                  <a:ext uri="{0D108BD9-81ED-4DB2-BD59-A6C34878D82A}">
                    <a16:rowId xmlns:a16="http://schemas.microsoft.com/office/drawing/2014/main" val="2085629984"/>
                  </a:ext>
                </a:extLst>
              </a:tr>
              <a:tr h="229501">
                <a:tc>
                  <a:txBody>
                    <a:bodyPr/>
                    <a:lstStyle/>
                    <a:p>
                      <a:pPr algn="ctr" fontAlgn="b"/>
                      <a:endParaRPr lang="en-US" sz="1600" b="0" i="0" u="none" strike="noStrike">
                        <a:effectLst/>
                        <a:latin typeface="Open Sans" pitchFamily="2" charset="0"/>
                        <a:ea typeface="Open Sans" pitchFamily="2" charset="0"/>
                        <a:cs typeface="Open Sans" pitchFamily="2" charset="0"/>
                      </a:endParaRPr>
                    </a:p>
                  </a:txBody>
                  <a:tcPr marL="8070" marR="8070" marT="8070" marB="0" anchor="ctr">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latin typeface="Open Sans" pitchFamily="2" charset="0"/>
                          <a:ea typeface="Open Sans" pitchFamily="2" charset="0"/>
                          <a:cs typeface="Open Sans" pitchFamily="2" charset="0"/>
                        </a:rPr>
                        <a:t>Mean/(SE)</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latin typeface="Open Sans" pitchFamily="2" charset="0"/>
                          <a:ea typeface="Open Sans" pitchFamily="2" charset="0"/>
                          <a:cs typeface="Open Sans" pitchFamily="2" charset="0"/>
                        </a:rPr>
                        <a:t>Mean/(SE)</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latin typeface="Open Sans" pitchFamily="2" charset="0"/>
                          <a:ea typeface="Open Sans" pitchFamily="2" charset="0"/>
                          <a:cs typeface="Open Sans" pitchFamily="2" charset="0"/>
                        </a:rPr>
                        <a:t>Mean/(SE)</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lnB w="12700" cap="flat" cmpd="sng" algn="ctr">
                      <a:solidFill>
                        <a:schemeClr val="tx1"/>
                      </a:solidFill>
                      <a:prstDash val="solid"/>
                      <a:round/>
                      <a:headEnd type="none" w="med" len="med"/>
                      <a:tailEnd type="none" w="med" len="med"/>
                    </a:lnB>
                  </a:tcPr>
                </a:tc>
                <a:tc>
                  <a:txBody>
                    <a:bodyPr/>
                    <a:lstStyle/>
                    <a:p>
                      <a:pPr algn="ctr" fontAlgn="b"/>
                      <a:r>
                        <a:rPr lang="en-US" sz="1600" b="0" u="none" strike="noStrike">
                          <a:effectLst/>
                          <a:latin typeface="Open Sans" pitchFamily="2" charset="0"/>
                          <a:ea typeface="Open Sans" pitchFamily="2" charset="0"/>
                          <a:cs typeface="Open Sans" pitchFamily="2" charset="0"/>
                        </a:rPr>
                        <a:t>P-Value</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4520285"/>
                  </a:ext>
                </a:extLst>
              </a:tr>
              <a:tr h="229501">
                <a:tc>
                  <a:txBody>
                    <a:bodyPr/>
                    <a:lstStyle/>
                    <a:p>
                      <a:pPr algn="l" fontAlgn="b"/>
                      <a:r>
                        <a:rPr lang="en-US" sz="1600" u="none" strike="noStrike">
                          <a:effectLst/>
                          <a:latin typeface="Open Sans" pitchFamily="2" charset="0"/>
                          <a:ea typeface="Open Sans" pitchFamily="2" charset="0"/>
                          <a:cs typeface="Open Sans" pitchFamily="2" charset="0"/>
                        </a:rPr>
                        <a:t>Head of Household Respondent</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lnT w="12700" cap="flat" cmpd="sng" algn="ctr">
                      <a:solidFill>
                        <a:schemeClr val="tx1"/>
                      </a:solidFill>
                      <a:prstDash val="solid"/>
                      <a:round/>
                      <a:headEnd type="none" w="med" len="med"/>
                      <a:tailEnd type="none" w="med" len="med"/>
                    </a:lnT>
                  </a:tcP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0.96</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0.91</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1.00</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-0.09**</a:t>
                      </a:r>
                    </a:p>
                  </a:txBody>
                  <a:tcPr marL="9525" marR="9525" marT="9525"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769524160"/>
                  </a:ext>
                </a:extLst>
              </a:tr>
              <a:tr h="229501">
                <a:tc>
                  <a:txBody>
                    <a:bodyPr/>
                    <a:lstStyle/>
                    <a:p>
                      <a:pPr algn="l" fontAlgn="b"/>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(0.02)</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(0.03)</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(0.00)</a:t>
                      </a:r>
                    </a:p>
                  </a:txBody>
                  <a:tcPr marL="9525" marR="9525" marT="9525" marB="0" anchor="ctr"/>
                </a:tc>
                <a:tc>
                  <a:txBody>
                    <a:bodyPr/>
                    <a:lstStyle/>
                    <a:p>
                      <a:pPr algn="ctr" fontAlgn="b"/>
                      <a:endParaRPr lang="en-US" sz="1600" u="none" strike="noStrike" kern="1200">
                        <a:solidFill>
                          <a:schemeClr val="dk1"/>
                        </a:solidFill>
                        <a:effectLst/>
                        <a:latin typeface="Open Sans" pitchFamily="2" charset="0"/>
                        <a:ea typeface="Open Sans" pitchFamily="2" charset="0"/>
                        <a:cs typeface="Open Sans" pitchFamily="2" charset="0"/>
                      </a:endParaRPr>
                    </a:p>
                  </a:txBody>
                  <a:tcPr marL="9525" marR="9525" marT="9525" marB="0" anchor="ctr"/>
                </a:tc>
                <a:extLst>
                  <a:ext uri="{0D108BD9-81ED-4DB2-BD59-A6C34878D82A}">
                    <a16:rowId xmlns:a16="http://schemas.microsoft.com/office/drawing/2014/main" val="3726426858"/>
                  </a:ext>
                </a:extLst>
              </a:tr>
              <a:tr h="229501">
                <a:tc>
                  <a:txBody>
                    <a:bodyPr/>
                    <a:lstStyle/>
                    <a:p>
                      <a:pPr algn="l" fontAlgn="b"/>
                      <a:r>
                        <a:rPr lang="en-US" sz="1600" u="none" strike="noStrike">
                          <a:effectLst/>
                          <a:latin typeface="Open Sans" pitchFamily="2" charset="0"/>
                          <a:ea typeface="Open Sans" pitchFamily="2" charset="0"/>
                          <a:cs typeface="Open Sans" pitchFamily="2" charset="0"/>
                        </a:rPr>
                        <a:t>Respondent Age</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37.90</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38.15</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37.64</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0.51</a:t>
                      </a:r>
                    </a:p>
                  </a:txBody>
                  <a:tcPr marL="9525" marR="9525" marT="9525" marB="0" anchor="ctr"/>
                </a:tc>
                <a:extLst>
                  <a:ext uri="{0D108BD9-81ED-4DB2-BD59-A6C34878D82A}">
                    <a16:rowId xmlns:a16="http://schemas.microsoft.com/office/drawing/2014/main" val="2464178154"/>
                  </a:ext>
                </a:extLst>
              </a:tr>
              <a:tr h="229501">
                <a:tc>
                  <a:txBody>
                    <a:bodyPr/>
                    <a:lstStyle/>
                    <a:p>
                      <a:pPr algn="l" fontAlgn="b"/>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(0.92)</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(1.30)</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(1.31)</a:t>
                      </a:r>
                    </a:p>
                  </a:txBody>
                  <a:tcPr marL="9525" marR="9525" marT="9525" marB="0" anchor="ctr"/>
                </a:tc>
                <a:tc>
                  <a:txBody>
                    <a:bodyPr/>
                    <a:lstStyle/>
                    <a:p>
                      <a:pPr algn="ctr" fontAlgn="b"/>
                      <a:endParaRPr lang="en-US" sz="1600" u="none" strike="noStrike" kern="1200">
                        <a:solidFill>
                          <a:schemeClr val="dk1"/>
                        </a:solidFill>
                        <a:effectLst/>
                        <a:latin typeface="Open Sans" pitchFamily="2" charset="0"/>
                        <a:ea typeface="Open Sans" pitchFamily="2" charset="0"/>
                        <a:cs typeface="Open Sans" pitchFamily="2" charset="0"/>
                      </a:endParaRPr>
                    </a:p>
                  </a:txBody>
                  <a:tcPr marL="9525" marR="9525" marT="9525" marB="0" anchor="ctr"/>
                </a:tc>
                <a:extLst>
                  <a:ext uri="{0D108BD9-81ED-4DB2-BD59-A6C34878D82A}">
                    <a16:rowId xmlns:a16="http://schemas.microsoft.com/office/drawing/2014/main" val="2651965926"/>
                  </a:ext>
                </a:extLst>
              </a:tr>
              <a:tr h="229501">
                <a:tc>
                  <a:txBody>
                    <a:bodyPr/>
                    <a:lstStyle/>
                    <a:p>
                      <a:pPr algn="l" fontAlgn="b"/>
                      <a:r>
                        <a:rPr lang="en-US" sz="1600" u="none" strike="noStrike">
                          <a:effectLst/>
                          <a:latin typeface="Open Sans" pitchFamily="2" charset="0"/>
                          <a:ea typeface="Open Sans" pitchFamily="2" charset="0"/>
                          <a:cs typeface="Open Sans" pitchFamily="2" charset="0"/>
                        </a:rPr>
                        <a:t>Household Size</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5.94</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5.41</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6.48</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-1.07**</a:t>
                      </a:r>
                    </a:p>
                  </a:txBody>
                  <a:tcPr marL="9525" marR="9525" marT="9525" marB="0" anchor="ctr"/>
                </a:tc>
                <a:extLst>
                  <a:ext uri="{0D108BD9-81ED-4DB2-BD59-A6C34878D82A}">
                    <a16:rowId xmlns:a16="http://schemas.microsoft.com/office/drawing/2014/main" val="3737779939"/>
                  </a:ext>
                </a:extLst>
              </a:tr>
              <a:tr h="229501">
                <a:tc>
                  <a:txBody>
                    <a:bodyPr/>
                    <a:lstStyle/>
                    <a:p>
                      <a:pPr algn="l" fontAlgn="b"/>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(0.23)</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(0.27)</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(0.37)</a:t>
                      </a:r>
                    </a:p>
                  </a:txBody>
                  <a:tcPr marL="9525" marR="9525" marT="9525" marB="0" anchor="ctr"/>
                </a:tc>
                <a:tc>
                  <a:txBody>
                    <a:bodyPr/>
                    <a:lstStyle/>
                    <a:p>
                      <a:pPr algn="ctr" fontAlgn="b"/>
                      <a:endParaRPr lang="en-US" sz="1600" u="none" strike="noStrike" kern="1200">
                        <a:solidFill>
                          <a:schemeClr val="dk1"/>
                        </a:solidFill>
                        <a:effectLst/>
                        <a:latin typeface="Open Sans" pitchFamily="2" charset="0"/>
                        <a:ea typeface="Open Sans" pitchFamily="2" charset="0"/>
                        <a:cs typeface="Open Sans" pitchFamily="2" charset="0"/>
                      </a:endParaRPr>
                    </a:p>
                  </a:txBody>
                  <a:tcPr marL="9525" marR="9525" marT="9525" marB="0" anchor="ctr"/>
                </a:tc>
                <a:extLst>
                  <a:ext uri="{0D108BD9-81ED-4DB2-BD59-A6C34878D82A}">
                    <a16:rowId xmlns:a16="http://schemas.microsoft.com/office/drawing/2014/main" val="597395690"/>
                  </a:ext>
                </a:extLst>
              </a:tr>
              <a:tr h="229501">
                <a:tc>
                  <a:txBody>
                    <a:bodyPr/>
                    <a:lstStyle/>
                    <a:p>
                      <a:pPr algn="l" fontAlgn="b"/>
                      <a:r>
                        <a:rPr lang="en-US" sz="1600" u="none" strike="noStrike">
                          <a:effectLst/>
                          <a:latin typeface="Open Sans" pitchFamily="2" charset="0"/>
                          <a:ea typeface="Open Sans" pitchFamily="2" charset="0"/>
                          <a:cs typeface="Open Sans" pitchFamily="2" charset="0"/>
                        </a:rPr>
                        <a:t>Female Respondent</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0.18</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0.25</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0.11</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0.14**</a:t>
                      </a:r>
                    </a:p>
                  </a:txBody>
                  <a:tcPr marL="9525" marR="9525" marT="9525" marB="0" anchor="ctr"/>
                </a:tc>
                <a:extLst>
                  <a:ext uri="{0D108BD9-81ED-4DB2-BD59-A6C34878D82A}">
                    <a16:rowId xmlns:a16="http://schemas.microsoft.com/office/drawing/2014/main" val="1607610510"/>
                  </a:ext>
                </a:extLst>
              </a:tr>
              <a:tr h="229501">
                <a:tc>
                  <a:txBody>
                    <a:bodyPr/>
                    <a:lstStyle/>
                    <a:p>
                      <a:pPr algn="l" fontAlgn="b"/>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(0.03)</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(0.05)</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(0.04)</a:t>
                      </a:r>
                    </a:p>
                  </a:txBody>
                  <a:tcPr marL="9525" marR="9525" marT="9525" marB="0" anchor="ctr"/>
                </a:tc>
                <a:tc>
                  <a:txBody>
                    <a:bodyPr/>
                    <a:lstStyle/>
                    <a:p>
                      <a:pPr algn="ctr" fontAlgn="b"/>
                      <a:endParaRPr lang="en-US" sz="1600" u="none" strike="noStrike" kern="1200">
                        <a:solidFill>
                          <a:schemeClr val="dk1"/>
                        </a:solidFill>
                        <a:effectLst/>
                        <a:latin typeface="Open Sans" pitchFamily="2" charset="0"/>
                        <a:ea typeface="Open Sans" pitchFamily="2" charset="0"/>
                        <a:cs typeface="Open Sans" pitchFamily="2" charset="0"/>
                      </a:endParaRPr>
                    </a:p>
                  </a:txBody>
                  <a:tcPr marL="9525" marR="9525" marT="9525" marB="0" anchor="ctr"/>
                </a:tc>
                <a:extLst>
                  <a:ext uri="{0D108BD9-81ED-4DB2-BD59-A6C34878D82A}">
                    <a16:rowId xmlns:a16="http://schemas.microsoft.com/office/drawing/2014/main" val="1516470398"/>
                  </a:ext>
                </a:extLst>
              </a:tr>
              <a:tr h="229501">
                <a:tc>
                  <a:txBody>
                    <a:bodyPr/>
                    <a:lstStyle/>
                    <a:p>
                      <a:pPr algn="l" fontAlgn="b"/>
                      <a:r>
                        <a:rPr lang="en-US" sz="1600" u="none" strike="noStrike">
                          <a:effectLst/>
                          <a:latin typeface="Open Sans" pitchFamily="2" charset="0"/>
                          <a:ea typeface="Open Sans" pitchFamily="2" charset="0"/>
                          <a:cs typeface="Open Sans" pitchFamily="2" charset="0"/>
                        </a:rPr>
                        <a:t>Pregnant or Lactating Respondent</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0.01</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0.03</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0.00</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0.03</a:t>
                      </a:r>
                    </a:p>
                  </a:txBody>
                  <a:tcPr marL="9525" marR="9525" marT="9525" marB="0" anchor="ctr"/>
                </a:tc>
                <a:extLst>
                  <a:ext uri="{0D108BD9-81ED-4DB2-BD59-A6C34878D82A}">
                    <a16:rowId xmlns:a16="http://schemas.microsoft.com/office/drawing/2014/main" val="3504866585"/>
                  </a:ext>
                </a:extLst>
              </a:tr>
              <a:tr h="229501">
                <a:tc>
                  <a:txBody>
                    <a:bodyPr/>
                    <a:lstStyle/>
                    <a:p>
                      <a:pPr algn="l" fontAlgn="b"/>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(0.01)</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(0.02)</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(0.00)</a:t>
                      </a:r>
                    </a:p>
                  </a:txBody>
                  <a:tcPr marL="9525" marR="9525" marT="9525" marB="0" anchor="ctr"/>
                </a:tc>
                <a:tc>
                  <a:txBody>
                    <a:bodyPr/>
                    <a:lstStyle/>
                    <a:p>
                      <a:pPr algn="ctr" fontAlgn="b"/>
                      <a:endParaRPr lang="en-US" sz="1600" u="none" strike="noStrike" kern="1200">
                        <a:solidFill>
                          <a:schemeClr val="dk1"/>
                        </a:solidFill>
                        <a:effectLst/>
                        <a:latin typeface="Open Sans" pitchFamily="2" charset="0"/>
                        <a:ea typeface="Open Sans" pitchFamily="2" charset="0"/>
                        <a:cs typeface="Open Sans" pitchFamily="2" charset="0"/>
                      </a:endParaRPr>
                    </a:p>
                  </a:txBody>
                  <a:tcPr marL="9525" marR="9525" marT="9525" marB="0" anchor="ctr"/>
                </a:tc>
                <a:extLst>
                  <a:ext uri="{0D108BD9-81ED-4DB2-BD59-A6C34878D82A}">
                    <a16:rowId xmlns:a16="http://schemas.microsoft.com/office/drawing/2014/main" val="1504143409"/>
                  </a:ext>
                </a:extLst>
              </a:tr>
              <a:tr h="229501">
                <a:tc>
                  <a:txBody>
                    <a:bodyPr/>
                    <a:lstStyle/>
                    <a:p>
                      <a:pPr algn="l" fontAlgn="b"/>
                      <a:r>
                        <a:rPr lang="en-US" sz="1600" u="none" strike="noStrike">
                          <a:effectLst/>
                          <a:latin typeface="Open Sans" pitchFamily="2" charset="0"/>
                          <a:ea typeface="Open Sans" pitchFamily="2" charset="0"/>
                          <a:cs typeface="Open Sans" pitchFamily="2" charset="0"/>
                        </a:rPr>
                        <a:t>IDP Household</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0.59</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0.74</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0.44</a:t>
                      </a:r>
                    </a:p>
                  </a:txBody>
                  <a:tcPr marL="9525" marR="9525" marT="9525" marB="0" anchor="ct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0.30***</a:t>
                      </a:r>
                    </a:p>
                  </a:txBody>
                  <a:tcPr marL="9525" marR="9525" marT="9525" marB="0" anchor="ctr"/>
                </a:tc>
                <a:extLst>
                  <a:ext uri="{0D108BD9-81ED-4DB2-BD59-A6C34878D82A}">
                    <a16:rowId xmlns:a16="http://schemas.microsoft.com/office/drawing/2014/main" val="3796707674"/>
                  </a:ext>
                </a:extLst>
              </a:tr>
              <a:tr h="229501">
                <a:tc>
                  <a:txBody>
                    <a:bodyPr/>
                    <a:lstStyle/>
                    <a:p>
                      <a:pPr algn="l" fontAlgn="b"/>
                      <a:endParaRPr lang="en-US" sz="1600" b="0" i="0" u="none" strike="noStrike">
                        <a:effectLst/>
                        <a:latin typeface="Open Sans" pitchFamily="2" charset="0"/>
                        <a:ea typeface="Open Sans" pitchFamily="2" charset="0"/>
                        <a:cs typeface="Open Sans" pitchFamily="2" charset="0"/>
                      </a:endParaRPr>
                    </a:p>
                  </a:txBody>
                  <a:tcPr marL="8070" marR="8070" marT="8070" marB="0" anchor="ctr">
                    <a:lnB w="12700" cap="flat" cmpd="sng" algn="ctr">
                      <a:solidFill>
                        <a:schemeClr val="tx1"/>
                      </a:solidFill>
                      <a:prstDash val="solid"/>
                      <a:round/>
                      <a:headEnd type="none" w="med" len="med"/>
                      <a:tailEnd type="none" w="med" len="med"/>
                    </a:lnB>
                  </a:tcP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(0.04)</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(0.05)</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(0.06)</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endParaRPr lang="en-US" sz="1600" u="none" strike="noStrike" kern="1200">
                        <a:solidFill>
                          <a:schemeClr val="dk1"/>
                        </a:solidFill>
                        <a:effectLst/>
                        <a:latin typeface="Open Sans" pitchFamily="2" charset="0"/>
                        <a:ea typeface="Open Sans" pitchFamily="2" charset="0"/>
                        <a:cs typeface="Open Sans" pitchFamily="2" charset="0"/>
                      </a:endParaRP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5127016"/>
                  </a:ext>
                </a:extLst>
              </a:tr>
              <a:tr h="229501">
                <a:tc>
                  <a:txBody>
                    <a:bodyPr/>
                    <a:lstStyle/>
                    <a:p>
                      <a:pPr algn="l" fontAlgn="b"/>
                      <a:r>
                        <a:rPr lang="en-US" sz="1600" u="none" strike="noStrike">
                          <a:effectLst/>
                          <a:latin typeface="Open Sans" pitchFamily="2" charset="0"/>
                          <a:ea typeface="Open Sans" pitchFamily="2" charset="0"/>
                          <a:cs typeface="Open Sans" pitchFamily="2" charset="0"/>
                        </a:rPr>
                        <a:t>Number of observations</a:t>
                      </a:r>
                      <a:endParaRPr lang="en-US" sz="1600" b="0" i="0" u="none" strike="noStrike">
                        <a:effectLst/>
                        <a:latin typeface="Open Sans" pitchFamily="2" charset="0"/>
                        <a:ea typeface="Open Sans" pitchFamily="2" charset="0"/>
                        <a:cs typeface="Open Sans" pitchFamily="2" charset="0"/>
                      </a:endParaRPr>
                    </a:p>
                  </a:txBody>
                  <a:tcPr marL="8070" marR="8070" marT="8070" marB="0" anchor="ctr">
                    <a:lnT w="12700" cap="flat" cmpd="sng" algn="ctr">
                      <a:solidFill>
                        <a:schemeClr val="tx1"/>
                      </a:solidFill>
                      <a:prstDash val="solid"/>
                      <a:round/>
                      <a:headEnd type="none" w="med" len="med"/>
                      <a:tailEnd type="none" w="med" len="med"/>
                    </a:lnT>
                  </a:tcP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134</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68</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en-US" sz="1600" u="none" strike="noStrike" kern="1200">
                          <a:solidFill>
                            <a:schemeClr val="dk1"/>
                          </a:solidFill>
                          <a:effectLst/>
                          <a:latin typeface="Open Sans" pitchFamily="2" charset="0"/>
                          <a:ea typeface="Open Sans" pitchFamily="2" charset="0"/>
                          <a:cs typeface="Open Sans" pitchFamily="2" charset="0"/>
                        </a:rPr>
                        <a:t>66</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endParaRPr lang="en-US" sz="1600" u="none" strike="noStrike" kern="1200">
                        <a:solidFill>
                          <a:schemeClr val="dk1"/>
                        </a:solidFill>
                        <a:effectLst/>
                        <a:latin typeface="Open Sans" pitchFamily="2" charset="0"/>
                        <a:ea typeface="Open Sans" pitchFamily="2" charset="0"/>
                        <a:cs typeface="Open Sans" pitchFamily="2" charset="0"/>
                      </a:endParaRPr>
                    </a:p>
                  </a:txBody>
                  <a:tcPr marL="9525" marR="9525" marT="9525"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34281567"/>
                  </a:ext>
                </a:extLst>
              </a:tr>
            </a:tbl>
          </a:graphicData>
        </a:graphic>
      </p:graphicFrame>
      <p:sp>
        <p:nvSpPr>
          <p:cNvPr id="2" name="TextBox 1">
            <a:extLst>
              <a:ext uri="{FF2B5EF4-FFF2-40B4-BE49-F238E27FC236}">
                <a16:creationId xmlns:a16="http://schemas.microsoft.com/office/drawing/2014/main" id="{2FA20A63-618B-78DF-4C66-921733BACAEB}"/>
              </a:ext>
            </a:extLst>
          </p:cNvPr>
          <p:cNvSpPr txBox="1"/>
          <p:nvPr/>
        </p:nvSpPr>
        <p:spPr>
          <a:xfrm>
            <a:off x="2225407" y="6178666"/>
            <a:ext cx="7319632" cy="338554"/>
          </a:xfrm>
          <a:prstGeom prst="rect">
            <a:avLst/>
          </a:prstGeom>
          <a:noFill/>
        </p:spPr>
        <p:txBody>
          <a:bodyPr wrap="none" rtlCol="0">
            <a:spAutoFit/>
          </a:bodyPr>
          <a:lstStyle/>
          <a:p>
            <a:r>
              <a:rPr lang="en-US" sz="1600">
                <a:effectLst/>
                <a:latin typeface="Open Sans" pitchFamily="2" charset="0"/>
                <a:ea typeface="Open Sans" pitchFamily="2" charset="0"/>
                <a:cs typeface="Open Sans" pitchFamily="2" charset="0"/>
              </a:rPr>
              <a:t>Note: Significance: * p&lt;0.10, ** p&lt;0.05, *** p&lt;0.01. Used F2F answers only </a:t>
            </a:r>
            <a:endParaRPr lang="en-US" sz="160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654705270"/>
      </p:ext>
    </p:extLst>
  </p:cSld>
  <p:clrMapOvr>
    <a:masterClrMapping/>
  </p:clrMapOvr>
</p:sld>
</file>

<file path=ppt/theme/theme1.xml><?xml version="1.0" encoding="utf-8"?>
<a:theme xmlns:a="http://schemas.openxmlformats.org/drawingml/2006/main" name="Theme2">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2" id="{CEABC6C1-02E8-6E4D-9B35-02EDBE627B8A}" vid="{F8040699-0E4C-D043-8EE2-4232DCF6EB18}"/>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7EC5AEA005F3944B5281CE0F7F3B6DF" ma:contentTypeVersion="19" ma:contentTypeDescription="Create a new document." ma:contentTypeScope="" ma:versionID="43cac7850c215b99b189dd42ff5381b4">
  <xsd:schema xmlns:xsd="http://www.w3.org/2001/XMLSchema" xmlns:xs="http://www.w3.org/2001/XMLSchema" xmlns:p="http://schemas.microsoft.com/office/2006/metadata/properties" xmlns:ns2="49256dcf-74b5-4e0f-b2ab-e17546be8a80" xmlns:ns3="3940b711-dc1d-4235-b0a5-48d487f0d3b9" targetNamespace="http://schemas.microsoft.com/office/2006/metadata/properties" ma:root="true" ma:fieldsID="7f3b09dd81f609e653ddad0159f4af65" ns2:_="" ns3:_="">
    <xsd:import namespace="49256dcf-74b5-4e0f-b2ab-e17546be8a80"/>
    <xsd:import namespace="3940b711-dc1d-4235-b0a5-48d487f0d3b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256dcf-74b5-4e0f-b2ab-e17546be8a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acc4dc2-1d7d-4ba2-9bc5-748c4ad50a6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Notes" ma:index="26" nillable="true" ma:displayName="Notes" ma:description="Describe what this folder should contain"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940b711-dc1d-4235-b0a5-48d487f0d3b9"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517c2faf-511a-483c-a677-1ab92e51de83}" ma:internalName="TaxCatchAll" ma:showField="CatchAllData" ma:web="3940b711-dc1d-4235-b0a5-48d487f0d3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9256dcf-74b5-4e0f-b2ab-e17546be8a80">
      <Terms xmlns="http://schemas.microsoft.com/office/infopath/2007/PartnerControls"/>
    </lcf76f155ced4ddcb4097134ff3c332f>
    <TaxCatchAll xmlns="3940b711-dc1d-4235-b0a5-48d487f0d3b9" xsi:nil="true"/>
    <Notes xmlns="49256dcf-74b5-4e0f-b2ab-e17546be8a8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2372AC2-3863-4DF0-9A7C-61412BDBADEA}"/>
</file>

<file path=customXml/itemProps2.xml><?xml version="1.0" encoding="utf-8"?>
<ds:datastoreItem xmlns:ds="http://schemas.openxmlformats.org/officeDocument/2006/customXml" ds:itemID="{FF2CF057-9F0A-4CCB-B937-805ED701A0E8}">
  <ds:schemaRefs>
    <ds:schemaRef ds:uri="http://purl.org/dc/elements/1.1/"/>
    <ds:schemaRef ds:uri="http://schemas.microsoft.com/office/2006/documentManagement/types"/>
    <ds:schemaRef ds:uri="3940b711-dc1d-4235-b0a5-48d487f0d3b9"/>
    <ds:schemaRef ds:uri="http://purl.org/dc/terms/"/>
    <ds:schemaRef ds:uri="http://www.w3.org/XML/1998/namespace"/>
    <ds:schemaRef ds:uri="http://schemas.microsoft.com/office/infopath/2007/PartnerControls"/>
    <ds:schemaRef ds:uri="49256dcf-74b5-4e0f-b2ab-e17546be8a80"/>
    <ds:schemaRef ds:uri="http://schemas.openxmlformats.org/package/2006/metadata/core-propertie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D2C8538E-530A-445D-9A15-7CC7F4A16C2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180</TotalTime>
  <Words>1380</Words>
  <Application>Microsoft Office PowerPoint</Application>
  <PresentationFormat>Widescreen</PresentationFormat>
  <Paragraphs>285</Paragraphs>
  <Slides>16</Slides>
  <Notes>13</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Theme2</vt:lpstr>
      <vt:lpstr>Remote CARI (rCARI) Validation Study</vt:lpstr>
      <vt:lpstr>Background</vt:lpstr>
      <vt:lpstr>Background</vt:lpstr>
      <vt:lpstr>Background</vt:lpstr>
      <vt:lpstr>PowerPoint Presentation</vt:lpstr>
      <vt:lpstr>Iraq Pilot Sample Design</vt:lpstr>
      <vt:lpstr>Iraq Pilot Sample Design</vt:lpstr>
      <vt:lpstr>Implementation</vt:lpstr>
      <vt:lpstr>Implementation</vt:lpstr>
      <vt:lpstr>Limitations</vt:lpstr>
      <vt:lpstr>Limitations (Cont.)</vt:lpstr>
      <vt:lpstr>Limitations (Cont.)</vt:lpstr>
      <vt:lpstr>Balance Test  Remote First vs. F2F First   Full Sample 221 vs. 233  </vt:lpstr>
      <vt:lpstr>PowerPoint Presentation</vt:lpstr>
      <vt:lpstr>Balance Test  Remote First vs. F2F First   True Crossover 66 vs. 68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 slide Useful tips to correctly edit this powerpoint template</dc:title>
  <dc:creator>Helen CLARKE</dc:creator>
  <cp:lastModifiedBy>Mohamed SALEM</cp:lastModifiedBy>
  <cp:revision>25</cp:revision>
  <dcterms:created xsi:type="dcterms:W3CDTF">2018-08-20T09:35:59Z</dcterms:created>
  <dcterms:modified xsi:type="dcterms:W3CDTF">2023-08-15T09:58:39Z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0x01010007EC5AEA005F3944B5281CE0F7F3B6DF</vt:lpwstr>
  </property>
  <property fmtid="{D5CDD505-2E9C-101B-9397-08002B2CF9AE}" pid="3" name="MediaServiceImageTags">
    <vt:lpwstr/>
  </property>
</Properties>
</file>