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172_F0064747.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4"/>
  </p:sldMasterIdLst>
  <p:notesMasterIdLst>
    <p:notesMasterId r:id="rId27"/>
  </p:notesMasterIdLst>
  <p:handoutMasterIdLst>
    <p:handoutMasterId r:id="rId28"/>
  </p:handoutMasterIdLst>
  <p:sldIdLst>
    <p:sldId id="283" r:id="rId5"/>
    <p:sldId id="311" r:id="rId6"/>
    <p:sldId id="329" r:id="rId7"/>
    <p:sldId id="330" r:id="rId8"/>
    <p:sldId id="316" r:id="rId9"/>
    <p:sldId id="338" r:id="rId10"/>
    <p:sldId id="340" r:id="rId11"/>
    <p:sldId id="331" r:id="rId12"/>
    <p:sldId id="361" r:id="rId13"/>
    <p:sldId id="359" r:id="rId14"/>
    <p:sldId id="366" r:id="rId15"/>
    <p:sldId id="367" r:id="rId16"/>
    <p:sldId id="358" r:id="rId17"/>
    <p:sldId id="362" r:id="rId18"/>
    <p:sldId id="363" r:id="rId19"/>
    <p:sldId id="365" r:id="rId20"/>
    <p:sldId id="364" r:id="rId21"/>
    <p:sldId id="325" r:id="rId22"/>
    <p:sldId id="344" r:id="rId23"/>
    <p:sldId id="373" r:id="rId24"/>
    <p:sldId id="370" r:id="rId25"/>
    <p:sldId id="368" r:id="rId26"/>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686BFB65-520F-4649-842A-8FAC50C1638D}">
          <p14:sldIdLst>
            <p14:sldId id="283"/>
          </p14:sldIdLst>
        </p14:section>
        <p14:section name="Background" id="{2C4D1EE9-A3E0-4084-9198-0FB1A973D7CA}">
          <p14:sldIdLst>
            <p14:sldId id="311"/>
            <p14:sldId id="329"/>
            <p14:sldId id="330"/>
            <p14:sldId id="316"/>
          </p14:sldIdLst>
        </p14:section>
        <p14:section name="Study Design" id="{493AD70F-3663-6848-82DA-207AD5EAF590}">
          <p14:sldIdLst>
            <p14:sldId id="338"/>
            <p14:sldId id="340"/>
            <p14:sldId id="331"/>
            <p14:sldId id="361"/>
            <p14:sldId id="359"/>
            <p14:sldId id="366"/>
            <p14:sldId id="367"/>
            <p14:sldId id="358"/>
            <p14:sldId id="362"/>
            <p14:sldId id="363"/>
            <p14:sldId id="365"/>
            <p14:sldId id="364"/>
          </p14:sldIdLst>
        </p14:section>
        <p14:section name="Results - rCARI vs. CARI" id="{CD29A8FF-7046-4946-B44F-12A7625ADE33}">
          <p14:sldIdLst>
            <p14:sldId id="325"/>
            <p14:sldId id="344"/>
            <p14:sldId id="373"/>
            <p14:sldId id="370"/>
            <p14:sldId id="36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67EE71F-E4CF-2640-16B2-A6A6650BB44B}" name="Cassandra WALKER" initials="CW" userId="S::cassandra.walker@wfp.org::7d551a76-2a3b-46ce-9612-27f9694a0380" providerId="AD"/>
  <p188:author id="{E164B82E-70A5-DC7F-7202-998852D0418F}" name="Nicole Wu" initials="YW" userId="Nicole Wu" providerId="None"/>
  <p188:author id="{6A52989B-2D3B-6FC0-BBC3-D88A3726BC0B}" name="Mohamed SALEM" initials="MS" userId="S::mohamed.salem@wfp.org::13f12703-f1ce-4b8b-924c-fe401988a08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CC5"/>
    <a:srgbClr val="59CAFF"/>
    <a:srgbClr val="FFFFFF"/>
    <a:srgbClr val="73F4E2"/>
    <a:srgbClr val="6DE4D0"/>
    <a:srgbClr val="57C5F7"/>
    <a:srgbClr val="FFFFFE"/>
    <a:srgbClr val="0070BA"/>
    <a:srgbClr val="DEE5C9"/>
    <a:srgbClr val="FCED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147EE2-A070-42F5-AF01-0CEB9FFA3A93}" v="3418" dt="2023-08-11T15:48:11.811"/>
    <p1510:client id="{B9A02766-2417-4DA6-A608-15083E997C0E}" v="2363" dt="2023-08-11T12:11:17.430"/>
    <p1510:client id="{BFD6E29E-26B7-EC41-ABF8-BF9C6D773B6C}" v="4" dt="2023-08-11T10:03:51.0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56"/>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e WU" userId="4cf90142-5117-41df-a92b-6216d87bdf3c" providerId="ADAL" clId="{BFD6E29E-26B7-EC41-ABF8-BF9C6D773B6C}"/>
    <pc:docChg chg="undo custSel addSld delSld modSld sldOrd modMainMaster addSection delSection modSection">
      <pc:chgData name="Nicole WU" userId="4cf90142-5117-41df-a92b-6216d87bdf3c" providerId="ADAL" clId="{BFD6E29E-26B7-EC41-ABF8-BF9C6D773B6C}" dt="2023-08-11T10:03:51.059" v="3049" actId="20577"/>
      <pc:docMkLst>
        <pc:docMk/>
      </pc:docMkLst>
      <pc:sldChg chg="add del">
        <pc:chgData name="Nicole WU" userId="4cf90142-5117-41df-a92b-6216d87bdf3c" providerId="ADAL" clId="{BFD6E29E-26B7-EC41-ABF8-BF9C6D773B6C}" dt="2023-08-09T08:36:24.642" v="806" actId="2696"/>
        <pc:sldMkLst>
          <pc:docMk/>
          <pc:sldMk cId="2114144474" sldId="256"/>
        </pc:sldMkLst>
      </pc:sldChg>
      <pc:sldChg chg="modSp add del mod">
        <pc:chgData name="Nicole WU" userId="4cf90142-5117-41df-a92b-6216d87bdf3c" providerId="ADAL" clId="{BFD6E29E-26B7-EC41-ABF8-BF9C6D773B6C}" dt="2023-08-09T12:32:09.575" v="2692" actId="18676"/>
        <pc:sldMkLst>
          <pc:docMk/>
          <pc:sldMk cId="1597698527" sldId="257"/>
        </pc:sldMkLst>
        <pc:spChg chg="mod">
          <ac:chgData name="Nicole WU" userId="4cf90142-5117-41df-a92b-6216d87bdf3c" providerId="ADAL" clId="{BFD6E29E-26B7-EC41-ABF8-BF9C6D773B6C}" dt="2023-08-09T08:44:19.252" v="921" actId="1036"/>
          <ac:spMkLst>
            <pc:docMk/>
            <pc:sldMk cId="1597698527" sldId="257"/>
            <ac:spMk id="2" creationId="{1DC22872-D655-1E92-68A9-E82AB4A70663}"/>
          </ac:spMkLst>
        </pc:spChg>
        <pc:spChg chg="mod">
          <ac:chgData name="Nicole WU" userId="4cf90142-5117-41df-a92b-6216d87bdf3c" providerId="ADAL" clId="{BFD6E29E-26B7-EC41-ABF8-BF9C6D773B6C}" dt="2023-08-09T08:44:19.252" v="921" actId="1036"/>
          <ac:spMkLst>
            <pc:docMk/>
            <pc:sldMk cId="1597698527" sldId="257"/>
            <ac:spMk id="4" creationId="{C66ED16B-C167-BF65-764F-87564D9620DF}"/>
          </ac:spMkLst>
        </pc:spChg>
        <pc:spChg chg="mod">
          <ac:chgData name="Nicole WU" userId="4cf90142-5117-41df-a92b-6216d87bdf3c" providerId="ADAL" clId="{BFD6E29E-26B7-EC41-ABF8-BF9C6D773B6C}" dt="2023-08-09T08:44:19.252" v="921" actId="1036"/>
          <ac:spMkLst>
            <pc:docMk/>
            <pc:sldMk cId="1597698527" sldId="257"/>
            <ac:spMk id="6" creationId="{3988D96C-B3E6-27B8-A33E-F9D1D317D99C}"/>
          </ac:spMkLst>
        </pc:spChg>
        <pc:spChg chg="mod">
          <ac:chgData name="Nicole WU" userId="4cf90142-5117-41df-a92b-6216d87bdf3c" providerId="ADAL" clId="{BFD6E29E-26B7-EC41-ABF8-BF9C6D773B6C}" dt="2023-08-09T08:44:19.252" v="921" actId="1036"/>
          <ac:spMkLst>
            <pc:docMk/>
            <pc:sldMk cId="1597698527" sldId="257"/>
            <ac:spMk id="7" creationId="{8BDCFFFC-188D-04DC-A7BC-DD03DF407CCE}"/>
          </ac:spMkLst>
        </pc:spChg>
        <pc:graphicFrameChg chg="mod">
          <ac:chgData name="Nicole WU" userId="4cf90142-5117-41df-a92b-6216d87bdf3c" providerId="ADAL" clId="{BFD6E29E-26B7-EC41-ABF8-BF9C6D773B6C}" dt="2023-08-09T08:44:19.252" v="921" actId="1036"/>
          <ac:graphicFrameMkLst>
            <pc:docMk/>
            <pc:sldMk cId="1597698527" sldId="257"/>
            <ac:graphicFrameMk id="3" creationId="{304CDDB1-8915-4C34-85EB-3E1CC2FFCDB2}"/>
          </ac:graphicFrameMkLst>
        </pc:graphicFrameChg>
      </pc:sldChg>
      <pc:sldChg chg="modSp add del">
        <pc:chgData name="Nicole WU" userId="4cf90142-5117-41df-a92b-6216d87bdf3c" providerId="ADAL" clId="{BFD6E29E-26B7-EC41-ABF8-BF9C6D773B6C}" dt="2023-08-09T12:32:09.575" v="2692" actId="18676"/>
        <pc:sldMkLst>
          <pc:docMk/>
          <pc:sldMk cId="3058163267" sldId="258"/>
        </pc:sldMkLst>
        <pc:graphicFrameChg chg="mod">
          <ac:chgData name="Nicole WU" userId="4cf90142-5117-41df-a92b-6216d87bdf3c" providerId="ADAL" clId="{BFD6E29E-26B7-EC41-ABF8-BF9C6D773B6C}" dt="2023-08-09T08:43:58.894" v="897"/>
          <ac:graphicFrameMkLst>
            <pc:docMk/>
            <pc:sldMk cId="3058163267" sldId="258"/>
            <ac:graphicFrameMk id="4" creationId="{64039966-2DD7-4FE9-8122-9438ED4F162F}"/>
          </ac:graphicFrameMkLst>
        </pc:graphicFrameChg>
      </pc:sldChg>
      <pc:sldChg chg="modSp add del">
        <pc:chgData name="Nicole WU" userId="4cf90142-5117-41df-a92b-6216d87bdf3c" providerId="ADAL" clId="{BFD6E29E-26B7-EC41-ABF8-BF9C6D773B6C}" dt="2023-08-09T12:32:09.575" v="2692" actId="18676"/>
        <pc:sldMkLst>
          <pc:docMk/>
          <pc:sldMk cId="2298951675" sldId="259"/>
        </pc:sldMkLst>
        <pc:graphicFrameChg chg="mod">
          <ac:chgData name="Nicole WU" userId="4cf90142-5117-41df-a92b-6216d87bdf3c" providerId="ADAL" clId="{BFD6E29E-26B7-EC41-ABF8-BF9C6D773B6C}" dt="2023-08-09T08:43:55.212" v="896"/>
          <ac:graphicFrameMkLst>
            <pc:docMk/>
            <pc:sldMk cId="2298951675" sldId="259"/>
            <ac:graphicFrameMk id="3" creationId="{0DB30A30-8346-4621-BB7D-7024301ADA43}"/>
          </ac:graphicFrameMkLst>
        </pc:graphicFrameChg>
      </pc:sldChg>
      <pc:sldChg chg="modSp add del">
        <pc:chgData name="Nicole WU" userId="4cf90142-5117-41df-a92b-6216d87bdf3c" providerId="ADAL" clId="{BFD6E29E-26B7-EC41-ABF8-BF9C6D773B6C}" dt="2023-08-09T12:32:09.575" v="2692" actId="18676"/>
        <pc:sldMkLst>
          <pc:docMk/>
          <pc:sldMk cId="293301512" sldId="261"/>
        </pc:sldMkLst>
        <pc:graphicFrameChg chg="mod">
          <ac:chgData name="Nicole WU" userId="4cf90142-5117-41df-a92b-6216d87bdf3c" providerId="ADAL" clId="{BFD6E29E-26B7-EC41-ABF8-BF9C6D773B6C}" dt="2023-08-09T08:43:42.654" v="893"/>
          <ac:graphicFrameMkLst>
            <pc:docMk/>
            <pc:sldMk cId="293301512" sldId="261"/>
            <ac:graphicFrameMk id="3" creationId="{70E51C1E-168B-E9C0-7C3C-6984705EE7DF}"/>
          </ac:graphicFrameMkLst>
        </pc:graphicFrameChg>
      </pc:sldChg>
      <pc:sldChg chg="modSp add del">
        <pc:chgData name="Nicole WU" userId="4cf90142-5117-41df-a92b-6216d87bdf3c" providerId="ADAL" clId="{BFD6E29E-26B7-EC41-ABF8-BF9C6D773B6C}" dt="2023-08-09T12:32:09.575" v="2692" actId="18676"/>
        <pc:sldMkLst>
          <pc:docMk/>
          <pc:sldMk cId="215767806" sldId="262"/>
        </pc:sldMkLst>
        <pc:graphicFrameChg chg="mod">
          <ac:chgData name="Nicole WU" userId="4cf90142-5117-41df-a92b-6216d87bdf3c" providerId="ADAL" clId="{BFD6E29E-26B7-EC41-ABF8-BF9C6D773B6C}" dt="2023-08-09T08:43:35.137" v="890"/>
          <ac:graphicFrameMkLst>
            <pc:docMk/>
            <pc:sldMk cId="215767806" sldId="262"/>
            <ac:graphicFrameMk id="4" creationId="{729BB4F1-F4A5-38D0-ED0C-1B3CD90D843A}"/>
          </ac:graphicFrameMkLst>
        </pc:graphicFrameChg>
      </pc:sldChg>
      <pc:sldChg chg="modSp add del">
        <pc:chgData name="Nicole WU" userId="4cf90142-5117-41df-a92b-6216d87bdf3c" providerId="ADAL" clId="{BFD6E29E-26B7-EC41-ABF8-BF9C6D773B6C}" dt="2023-08-09T12:32:09.575" v="2692" actId="18676"/>
        <pc:sldMkLst>
          <pc:docMk/>
          <pc:sldMk cId="3657345393" sldId="263"/>
        </pc:sldMkLst>
        <pc:graphicFrameChg chg="mod">
          <ac:chgData name="Nicole WU" userId="4cf90142-5117-41df-a92b-6216d87bdf3c" providerId="ADAL" clId="{BFD6E29E-26B7-EC41-ABF8-BF9C6D773B6C}" dt="2023-08-09T08:43:50.484" v="895"/>
          <ac:graphicFrameMkLst>
            <pc:docMk/>
            <pc:sldMk cId="3657345393" sldId="263"/>
            <ac:graphicFrameMk id="5" creationId="{09FD656E-9926-85A7-9C2C-09B23F7EA2CC}"/>
          </ac:graphicFrameMkLst>
        </pc:graphicFrameChg>
      </pc:sldChg>
      <pc:sldChg chg="modSp add del">
        <pc:chgData name="Nicole WU" userId="4cf90142-5117-41df-a92b-6216d87bdf3c" providerId="ADAL" clId="{BFD6E29E-26B7-EC41-ABF8-BF9C6D773B6C}" dt="2023-08-09T12:32:09.575" v="2692" actId="18676"/>
        <pc:sldMkLst>
          <pc:docMk/>
          <pc:sldMk cId="4030499653" sldId="264"/>
        </pc:sldMkLst>
        <pc:graphicFrameChg chg="mod">
          <ac:chgData name="Nicole WU" userId="4cf90142-5117-41df-a92b-6216d87bdf3c" providerId="ADAL" clId="{BFD6E29E-26B7-EC41-ABF8-BF9C6D773B6C}" dt="2023-08-09T08:43:17.146" v="886" actId="20577"/>
          <ac:graphicFrameMkLst>
            <pc:docMk/>
            <pc:sldMk cId="4030499653" sldId="264"/>
            <ac:graphicFrameMk id="5" creationId="{578B5633-27E0-EE06-27A7-A3203C276ED2}"/>
          </ac:graphicFrameMkLst>
        </pc:graphicFrameChg>
      </pc:sldChg>
      <pc:sldChg chg="modSp add del">
        <pc:chgData name="Nicole WU" userId="4cf90142-5117-41df-a92b-6216d87bdf3c" providerId="ADAL" clId="{BFD6E29E-26B7-EC41-ABF8-BF9C6D773B6C}" dt="2023-08-09T12:32:09.575" v="2692" actId="18676"/>
        <pc:sldMkLst>
          <pc:docMk/>
          <pc:sldMk cId="28263254" sldId="265"/>
        </pc:sldMkLst>
        <pc:graphicFrameChg chg="mod">
          <ac:chgData name="Nicole WU" userId="4cf90142-5117-41df-a92b-6216d87bdf3c" providerId="ADAL" clId="{BFD6E29E-26B7-EC41-ABF8-BF9C6D773B6C}" dt="2023-08-09T08:42:43.776" v="873"/>
          <ac:graphicFrameMkLst>
            <pc:docMk/>
            <pc:sldMk cId="28263254" sldId="265"/>
            <ac:graphicFrameMk id="4" creationId="{C9DA5A40-9DF8-43DD-AD64-F1F69E2B6981}"/>
          </ac:graphicFrameMkLst>
        </pc:graphicFrameChg>
      </pc:sldChg>
      <pc:sldChg chg="modSp add del">
        <pc:chgData name="Nicole WU" userId="4cf90142-5117-41df-a92b-6216d87bdf3c" providerId="ADAL" clId="{BFD6E29E-26B7-EC41-ABF8-BF9C6D773B6C}" dt="2023-08-09T12:32:09.575" v="2692" actId="18676"/>
        <pc:sldMkLst>
          <pc:docMk/>
          <pc:sldMk cId="2508305753" sldId="266"/>
        </pc:sldMkLst>
        <pc:graphicFrameChg chg="mod">
          <ac:chgData name="Nicole WU" userId="4cf90142-5117-41df-a92b-6216d87bdf3c" providerId="ADAL" clId="{BFD6E29E-26B7-EC41-ABF8-BF9C6D773B6C}" dt="2023-08-09T08:43:25.745" v="888"/>
          <ac:graphicFrameMkLst>
            <pc:docMk/>
            <pc:sldMk cId="2508305753" sldId="266"/>
            <ac:graphicFrameMk id="5" creationId="{CBD1939D-CE81-387F-EE51-275AFAA2F802}"/>
          </ac:graphicFrameMkLst>
        </pc:graphicFrameChg>
      </pc:sldChg>
      <pc:sldChg chg="modSp add del">
        <pc:chgData name="Nicole WU" userId="4cf90142-5117-41df-a92b-6216d87bdf3c" providerId="ADAL" clId="{BFD6E29E-26B7-EC41-ABF8-BF9C6D773B6C}" dt="2023-08-09T12:32:09.575" v="2692" actId="18676"/>
        <pc:sldMkLst>
          <pc:docMk/>
          <pc:sldMk cId="2421293782" sldId="267"/>
        </pc:sldMkLst>
        <pc:graphicFrameChg chg="mod">
          <ac:chgData name="Nicole WU" userId="4cf90142-5117-41df-a92b-6216d87bdf3c" providerId="ADAL" clId="{BFD6E29E-26B7-EC41-ABF8-BF9C6D773B6C}" dt="2023-08-09T08:42:49.255" v="874"/>
          <ac:graphicFrameMkLst>
            <pc:docMk/>
            <pc:sldMk cId="2421293782" sldId="267"/>
            <ac:graphicFrameMk id="4" creationId="{80A2E296-EED1-4FD3-9D3D-DEE2FB41D7DF}"/>
          </ac:graphicFrameMkLst>
        </pc:graphicFrameChg>
      </pc:sldChg>
      <pc:sldChg chg="modSp add del">
        <pc:chgData name="Nicole WU" userId="4cf90142-5117-41df-a92b-6216d87bdf3c" providerId="ADAL" clId="{BFD6E29E-26B7-EC41-ABF8-BF9C6D773B6C}" dt="2023-08-09T12:32:09.575" v="2692" actId="18676"/>
        <pc:sldMkLst>
          <pc:docMk/>
          <pc:sldMk cId="895860762" sldId="268"/>
        </pc:sldMkLst>
        <pc:graphicFrameChg chg="mod">
          <ac:chgData name="Nicole WU" userId="4cf90142-5117-41df-a92b-6216d87bdf3c" providerId="ADAL" clId="{BFD6E29E-26B7-EC41-ABF8-BF9C6D773B6C}" dt="2023-08-09T08:43:02.028" v="876"/>
          <ac:graphicFrameMkLst>
            <pc:docMk/>
            <pc:sldMk cId="895860762" sldId="268"/>
            <ac:graphicFrameMk id="5" creationId="{4E738EE9-99FE-6D16-7668-5B891C660763}"/>
          </ac:graphicFrameMkLst>
        </pc:graphicFrameChg>
      </pc:sldChg>
      <pc:sldChg chg="modSp add del mod">
        <pc:chgData name="Nicole WU" userId="4cf90142-5117-41df-a92b-6216d87bdf3c" providerId="ADAL" clId="{BFD6E29E-26B7-EC41-ABF8-BF9C6D773B6C}" dt="2023-08-09T12:32:09.575" v="2692" actId="18676"/>
        <pc:sldMkLst>
          <pc:docMk/>
          <pc:sldMk cId="2381911866" sldId="269"/>
        </pc:sldMkLst>
        <pc:graphicFrameChg chg="mod">
          <ac:chgData name="Nicole WU" userId="4cf90142-5117-41df-a92b-6216d87bdf3c" providerId="ADAL" clId="{BFD6E29E-26B7-EC41-ABF8-BF9C6D773B6C}" dt="2023-08-09T08:42:27.870" v="870"/>
          <ac:graphicFrameMkLst>
            <pc:docMk/>
            <pc:sldMk cId="2381911866" sldId="269"/>
            <ac:graphicFrameMk id="5" creationId="{7F2D286F-E662-4638-857E-984151C95120}"/>
          </ac:graphicFrameMkLst>
        </pc:graphicFrameChg>
      </pc:sldChg>
      <pc:sldChg chg="add del">
        <pc:chgData name="Nicole WU" userId="4cf90142-5117-41df-a92b-6216d87bdf3c" providerId="ADAL" clId="{BFD6E29E-26B7-EC41-ABF8-BF9C6D773B6C}" dt="2023-08-09T12:32:00.576" v="2691" actId="18676"/>
        <pc:sldMkLst>
          <pc:docMk/>
          <pc:sldMk cId="2785540440" sldId="270"/>
        </pc:sldMkLst>
      </pc:sldChg>
      <pc:sldChg chg="add del">
        <pc:chgData name="Nicole WU" userId="4cf90142-5117-41df-a92b-6216d87bdf3c" providerId="ADAL" clId="{BFD6E29E-26B7-EC41-ABF8-BF9C6D773B6C}" dt="2023-08-09T12:32:00.576" v="2691" actId="18676"/>
        <pc:sldMkLst>
          <pc:docMk/>
          <pc:sldMk cId="3450427958" sldId="271"/>
        </pc:sldMkLst>
      </pc:sldChg>
      <pc:sldChg chg="add del">
        <pc:chgData name="Nicole WU" userId="4cf90142-5117-41df-a92b-6216d87bdf3c" providerId="ADAL" clId="{BFD6E29E-26B7-EC41-ABF8-BF9C6D773B6C}" dt="2023-08-09T08:48:54.160" v="967" actId="2696"/>
        <pc:sldMkLst>
          <pc:docMk/>
          <pc:sldMk cId="2816218809" sldId="275"/>
        </pc:sldMkLst>
      </pc:sldChg>
      <pc:sldChg chg="add del">
        <pc:chgData name="Nicole WU" userId="4cf90142-5117-41df-a92b-6216d87bdf3c" providerId="ADAL" clId="{BFD6E29E-26B7-EC41-ABF8-BF9C6D773B6C}" dt="2023-08-09T12:32:00.576" v="2691" actId="18676"/>
        <pc:sldMkLst>
          <pc:docMk/>
          <pc:sldMk cId="2770601361" sldId="276"/>
        </pc:sldMkLst>
      </pc:sldChg>
      <pc:sldChg chg="add del">
        <pc:chgData name="Nicole WU" userId="4cf90142-5117-41df-a92b-6216d87bdf3c" providerId="ADAL" clId="{BFD6E29E-26B7-EC41-ABF8-BF9C6D773B6C}" dt="2023-08-09T12:32:00.576" v="2691" actId="18676"/>
        <pc:sldMkLst>
          <pc:docMk/>
          <pc:sldMk cId="4220084653" sldId="278"/>
        </pc:sldMkLst>
      </pc:sldChg>
      <pc:sldChg chg="add del">
        <pc:chgData name="Nicole WU" userId="4cf90142-5117-41df-a92b-6216d87bdf3c" providerId="ADAL" clId="{BFD6E29E-26B7-EC41-ABF8-BF9C6D773B6C}" dt="2023-08-09T08:48:24.519" v="965" actId="2696"/>
        <pc:sldMkLst>
          <pc:docMk/>
          <pc:sldMk cId="1703921591" sldId="279"/>
        </pc:sldMkLst>
      </pc:sldChg>
      <pc:sldChg chg="modSp mod">
        <pc:chgData name="Nicole WU" userId="4cf90142-5117-41df-a92b-6216d87bdf3c" providerId="ADAL" clId="{BFD6E29E-26B7-EC41-ABF8-BF9C6D773B6C}" dt="2023-08-09T08:32:16.648" v="764"/>
        <pc:sldMkLst>
          <pc:docMk/>
          <pc:sldMk cId="3545166311" sldId="283"/>
        </pc:sldMkLst>
        <pc:spChg chg="mod">
          <ac:chgData name="Nicole WU" userId="4cf90142-5117-41df-a92b-6216d87bdf3c" providerId="ADAL" clId="{BFD6E29E-26B7-EC41-ABF8-BF9C6D773B6C}" dt="2023-08-09T08:32:16.648" v="764"/>
          <ac:spMkLst>
            <pc:docMk/>
            <pc:sldMk cId="3545166311" sldId="283"/>
            <ac:spMk id="2" creationId="{00000000-0000-0000-0000-000000000000}"/>
          </ac:spMkLst>
        </pc:spChg>
      </pc:sldChg>
      <pc:sldChg chg="add del">
        <pc:chgData name="Nicole WU" userId="4cf90142-5117-41df-a92b-6216d87bdf3c" providerId="ADAL" clId="{BFD6E29E-26B7-EC41-ABF8-BF9C6D773B6C}" dt="2023-08-09T08:48:55.408" v="968" actId="2696"/>
        <pc:sldMkLst>
          <pc:docMk/>
          <pc:sldMk cId="4212829442" sldId="285"/>
        </pc:sldMkLst>
      </pc:sldChg>
      <pc:sldChg chg="add del">
        <pc:chgData name="Nicole WU" userId="4cf90142-5117-41df-a92b-6216d87bdf3c" providerId="ADAL" clId="{BFD6E29E-26B7-EC41-ABF8-BF9C6D773B6C}" dt="2023-08-09T11:11:51.524" v="2545" actId="2696"/>
        <pc:sldMkLst>
          <pc:docMk/>
          <pc:sldMk cId="686522287" sldId="287"/>
        </pc:sldMkLst>
      </pc:sldChg>
      <pc:sldChg chg="add del">
        <pc:chgData name="Nicole WU" userId="4cf90142-5117-41df-a92b-6216d87bdf3c" providerId="ADAL" clId="{BFD6E29E-26B7-EC41-ABF8-BF9C6D773B6C}" dt="2023-08-09T11:11:48.553" v="2544" actId="2696"/>
        <pc:sldMkLst>
          <pc:docMk/>
          <pc:sldMk cId="4278016878" sldId="288"/>
        </pc:sldMkLst>
      </pc:sldChg>
      <pc:sldChg chg="add del setBg">
        <pc:chgData name="Nicole WU" userId="4cf90142-5117-41df-a92b-6216d87bdf3c" providerId="ADAL" clId="{BFD6E29E-26B7-EC41-ABF8-BF9C6D773B6C}" dt="2023-08-09T08:31:34.341" v="758"/>
        <pc:sldMkLst>
          <pc:docMk/>
          <pc:sldMk cId="635190737" sldId="292"/>
        </pc:sldMkLst>
      </pc:sldChg>
      <pc:sldChg chg="add del">
        <pc:chgData name="Nicole WU" userId="4cf90142-5117-41df-a92b-6216d87bdf3c" providerId="ADAL" clId="{BFD6E29E-26B7-EC41-ABF8-BF9C6D773B6C}" dt="2023-08-09T12:32:00.576" v="2691" actId="18676"/>
        <pc:sldMkLst>
          <pc:docMk/>
          <pc:sldMk cId="3089694377" sldId="293"/>
        </pc:sldMkLst>
      </pc:sldChg>
      <pc:sldChg chg="add del">
        <pc:chgData name="Nicole WU" userId="4cf90142-5117-41df-a92b-6216d87bdf3c" providerId="ADAL" clId="{BFD6E29E-26B7-EC41-ABF8-BF9C6D773B6C}" dt="2023-08-09T12:32:00.576" v="2691" actId="18676"/>
        <pc:sldMkLst>
          <pc:docMk/>
          <pc:sldMk cId="3521735625" sldId="294"/>
        </pc:sldMkLst>
      </pc:sldChg>
      <pc:sldChg chg="modSp add del mod">
        <pc:chgData name="Nicole WU" userId="4cf90142-5117-41df-a92b-6216d87bdf3c" providerId="ADAL" clId="{BFD6E29E-26B7-EC41-ABF8-BF9C6D773B6C}" dt="2023-08-09T12:32:00.576" v="2691" actId="18676"/>
        <pc:sldMkLst>
          <pc:docMk/>
          <pc:sldMk cId="2427191962" sldId="295"/>
        </pc:sldMkLst>
        <pc:picChg chg="mod">
          <ac:chgData name="Nicole WU" userId="4cf90142-5117-41df-a92b-6216d87bdf3c" providerId="ADAL" clId="{BFD6E29E-26B7-EC41-ABF8-BF9C6D773B6C}" dt="2023-08-09T08:39:52.253" v="855" actId="14100"/>
          <ac:picMkLst>
            <pc:docMk/>
            <pc:sldMk cId="2427191962" sldId="295"/>
            <ac:picMk id="3" creationId="{D0959091-5754-8527-2B6B-2718D571ADD6}"/>
          </ac:picMkLst>
        </pc:picChg>
      </pc:sldChg>
      <pc:sldChg chg="del">
        <pc:chgData name="Nicole WU" userId="4cf90142-5117-41df-a92b-6216d87bdf3c" providerId="ADAL" clId="{BFD6E29E-26B7-EC41-ABF8-BF9C6D773B6C}" dt="2023-08-09T07:45:28.600" v="0" actId="2696"/>
        <pc:sldMkLst>
          <pc:docMk/>
          <pc:sldMk cId="2571662685" sldId="296"/>
        </pc:sldMkLst>
      </pc:sldChg>
      <pc:sldChg chg="add del">
        <pc:chgData name="Nicole WU" userId="4cf90142-5117-41df-a92b-6216d87bdf3c" providerId="ADAL" clId="{BFD6E29E-26B7-EC41-ABF8-BF9C6D773B6C}" dt="2023-08-09T12:32:00.576" v="2691" actId="18676"/>
        <pc:sldMkLst>
          <pc:docMk/>
          <pc:sldMk cId="519637175" sldId="298"/>
        </pc:sldMkLst>
      </pc:sldChg>
      <pc:sldChg chg="add del">
        <pc:chgData name="Nicole WU" userId="4cf90142-5117-41df-a92b-6216d87bdf3c" providerId="ADAL" clId="{BFD6E29E-26B7-EC41-ABF8-BF9C6D773B6C}" dt="2023-08-09T12:32:00.576" v="2691" actId="18676"/>
        <pc:sldMkLst>
          <pc:docMk/>
          <pc:sldMk cId="1950438032" sldId="299"/>
        </pc:sldMkLst>
      </pc:sldChg>
      <pc:sldChg chg="add del">
        <pc:chgData name="Nicole WU" userId="4cf90142-5117-41df-a92b-6216d87bdf3c" providerId="ADAL" clId="{BFD6E29E-26B7-EC41-ABF8-BF9C6D773B6C}" dt="2023-08-09T12:32:00.576" v="2691" actId="18676"/>
        <pc:sldMkLst>
          <pc:docMk/>
          <pc:sldMk cId="3134875152" sldId="300"/>
        </pc:sldMkLst>
      </pc:sldChg>
      <pc:sldChg chg="add del">
        <pc:chgData name="Nicole WU" userId="4cf90142-5117-41df-a92b-6216d87bdf3c" providerId="ADAL" clId="{BFD6E29E-26B7-EC41-ABF8-BF9C6D773B6C}" dt="2023-08-09T12:32:00.576" v="2691" actId="18676"/>
        <pc:sldMkLst>
          <pc:docMk/>
          <pc:sldMk cId="3449011100" sldId="302"/>
        </pc:sldMkLst>
      </pc:sldChg>
      <pc:sldChg chg="add del">
        <pc:chgData name="Nicole WU" userId="4cf90142-5117-41df-a92b-6216d87bdf3c" providerId="ADAL" clId="{BFD6E29E-26B7-EC41-ABF8-BF9C6D773B6C}" dt="2023-08-09T12:32:00.576" v="2691" actId="18676"/>
        <pc:sldMkLst>
          <pc:docMk/>
          <pc:sldMk cId="2417848700" sldId="303"/>
        </pc:sldMkLst>
      </pc:sldChg>
      <pc:sldChg chg="add del">
        <pc:chgData name="Nicole WU" userId="4cf90142-5117-41df-a92b-6216d87bdf3c" providerId="ADAL" clId="{BFD6E29E-26B7-EC41-ABF8-BF9C6D773B6C}" dt="2023-08-09T08:48:52.887" v="966" actId="2696"/>
        <pc:sldMkLst>
          <pc:docMk/>
          <pc:sldMk cId="1674209721" sldId="304"/>
        </pc:sldMkLst>
      </pc:sldChg>
      <pc:sldChg chg="add del">
        <pc:chgData name="Nicole WU" userId="4cf90142-5117-41df-a92b-6216d87bdf3c" providerId="ADAL" clId="{BFD6E29E-26B7-EC41-ABF8-BF9C6D773B6C}" dt="2023-08-09T12:32:00.576" v="2691" actId="18676"/>
        <pc:sldMkLst>
          <pc:docMk/>
          <pc:sldMk cId="3028149983" sldId="308"/>
        </pc:sldMkLst>
      </pc:sldChg>
      <pc:sldChg chg="add del">
        <pc:chgData name="Nicole WU" userId="4cf90142-5117-41df-a92b-6216d87bdf3c" providerId="ADAL" clId="{BFD6E29E-26B7-EC41-ABF8-BF9C6D773B6C}" dt="2023-08-09T12:32:00.576" v="2691" actId="18676"/>
        <pc:sldMkLst>
          <pc:docMk/>
          <pc:sldMk cId="3717411103" sldId="309"/>
        </pc:sldMkLst>
      </pc:sldChg>
      <pc:sldChg chg="del">
        <pc:chgData name="Nicole WU" userId="4cf90142-5117-41df-a92b-6216d87bdf3c" providerId="ADAL" clId="{BFD6E29E-26B7-EC41-ABF8-BF9C6D773B6C}" dt="2023-08-09T08:20:53.828" v="714" actId="2696"/>
        <pc:sldMkLst>
          <pc:docMk/>
          <pc:sldMk cId="475964468" sldId="310"/>
        </pc:sldMkLst>
      </pc:sldChg>
      <pc:sldChg chg="add del">
        <pc:chgData name="Nicole WU" userId="4cf90142-5117-41df-a92b-6216d87bdf3c" providerId="ADAL" clId="{BFD6E29E-26B7-EC41-ABF8-BF9C6D773B6C}" dt="2023-08-09T08:48:20.242" v="963" actId="2696"/>
        <pc:sldMkLst>
          <pc:docMk/>
          <pc:sldMk cId="673842971" sldId="310"/>
        </pc:sldMkLst>
      </pc:sldChg>
      <pc:sldChg chg="addSp delSp modSp mod modNotesTx">
        <pc:chgData name="Nicole WU" userId="4cf90142-5117-41df-a92b-6216d87bdf3c" providerId="ADAL" clId="{BFD6E29E-26B7-EC41-ABF8-BF9C6D773B6C}" dt="2023-08-09T07:50:46.483" v="100"/>
        <pc:sldMkLst>
          <pc:docMk/>
          <pc:sldMk cId="2986976553" sldId="311"/>
        </pc:sldMkLst>
        <pc:spChg chg="add del mod">
          <ac:chgData name="Nicole WU" userId="4cf90142-5117-41df-a92b-6216d87bdf3c" providerId="ADAL" clId="{BFD6E29E-26B7-EC41-ABF8-BF9C6D773B6C}" dt="2023-08-09T07:50:46.483" v="100"/>
          <ac:spMkLst>
            <pc:docMk/>
            <pc:sldMk cId="2986976553" sldId="311"/>
            <ac:spMk id="3" creationId="{1F7E6FB8-D97C-C682-F07B-58A7B3F3D3EB}"/>
          </ac:spMkLst>
        </pc:spChg>
      </pc:sldChg>
      <pc:sldChg chg="addSp delSp modSp add del mod setBg">
        <pc:chgData name="Nicole WU" userId="4cf90142-5117-41df-a92b-6216d87bdf3c" providerId="ADAL" clId="{BFD6E29E-26B7-EC41-ABF8-BF9C6D773B6C}" dt="2023-08-09T12:32:09.575" v="2692" actId="18676"/>
        <pc:sldMkLst>
          <pc:docMk/>
          <pc:sldMk cId="4003102479" sldId="312"/>
        </pc:sldMkLst>
        <pc:spChg chg="add del mod">
          <ac:chgData name="Nicole WU" userId="4cf90142-5117-41df-a92b-6216d87bdf3c" providerId="ADAL" clId="{BFD6E29E-26B7-EC41-ABF8-BF9C6D773B6C}" dt="2023-08-09T08:44:51.629" v="927"/>
          <ac:spMkLst>
            <pc:docMk/>
            <pc:sldMk cId="4003102479" sldId="312"/>
            <ac:spMk id="2" creationId="{B5909532-782D-ED02-E254-DBD65FD9A08E}"/>
          </ac:spMkLst>
        </pc:spChg>
        <pc:spChg chg="mod">
          <ac:chgData name="Nicole WU" userId="4cf90142-5117-41df-a92b-6216d87bdf3c" providerId="ADAL" clId="{BFD6E29E-26B7-EC41-ABF8-BF9C6D773B6C}" dt="2023-08-09T08:45:24.642" v="943" actId="242"/>
          <ac:spMkLst>
            <pc:docMk/>
            <pc:sldMk cId="4003102479" sldId="312"/>
            <ac:spMk id="3" creationId="{CCA8148F-544E-29E3-D269-169C98F3C8D8}"/>
          </ac:spMkLst>
        </pc:spChg>
      </pc:sldChg>
      <pc:sldChg chg="add del">
        <pc:chgData name="Nicole WU" userId="4cf90142-5117-41df-a92b-6216d87bdf3c" providerId="ADAL" clId="{BFD6E29E-26B7-EC41-ABF8-BF9C6D773B6C}" dt="2023-08-09T08:36:25.570" v="807" actId="2696"/>
        <pc:sldMkLst>
          <pc:docMk/>
          <pc:sldMk cId="2266260950" sldId="313"/>
        </pc:sldMkLst>
      </pc:sldChg>
      <pc:sldChg chg="add del">
        <pc:chgData name="Nicole WU" userId="4cf90142-5117-41df-a92b-6216d87bdf3c" providerId="ADAL" clId="{BFD6E29E-26B7-EC41-ABF8-BF9C6D773B6C}" dt="2023-08-09T08:36:26.219" v="809" actId="2696"/>
        <pc:sldMkLst>
          <pc:docMk/>
          <pc:sldMk cId="664764005" sldId="315"/>
        </pc:sldMkLst>
      </pc:sldChg>
      <pc:sldChg chg="addSp delSp modSp add mod ord">
        <pc:chgData name="Nicole WU" userId="4cf90142-5117-41df-a92b-6216d87bdf3c" providerId="ADAL" clId="{BFD6E29E-26B7-EC41-ABF8-BF9C6D773B6C}" dt="2023-08-09T11:44:59.646" v="2576" actId="20578"/>
        <pc:sldMkLst>
          <pc:docMk/>
          <pc:sldMk cId="3249434575" sldId="316"/>
        </pc:sldMkLst>
        <pc:spChg chg="del mod">
          <ac:chgData name="Nicole WU" userId="4cf90142-5117-41df-a92b-6216d87bdf3c" providerId="ADAL" clId="{BFD6E29E-26B7-EC41-ABF8-BF9C6D773B6C}" dt="2023-08-09T08:23:11.918" v="737" actId="478"/>
          <ac:spMkLst>
            <pc:docMk/>
            <pc:sldMk cId="3249434575" sldId="316"/>
            <ac:spMk id="2" creationId="{4A5EC298-8031-96DE-0C2E-7D8D81AE6C57}"/>
          </ac:spMkLst>
        </pc:spChg>
        <pc:spChg chg="mod">
          <ac:chgData name="Nicole WU" userId="4cf90142-5117-41df-a92b-6216d87bdf3c" providerId="ADAL" clId="{BFD6E29E-26B7-EC41-ABF8-BF9C6D773B6C}" dt="2023-08-09T10:50:51.641" v="2496" actId="207"/>
          <ac:spMkLst>
            <pc:docMk/>
            <pc:sldMk cId="3249434575" sldId="316"/>
            <ac:spMk id="3" creationId="{62733AE4-1795-719D-F652-A5C5B14FFF7A}"/>
          </ac:spMkLst>
        </pc:spChg>
        <pc:spChg chg="add mod">
          <ac:chgData name="Nicole WU" userId="4cf90142-5117-41df-a92b-6216d87bdf3c" providerId="ADAL" clId="{BFD6E29E-26B7-EC41-ABF8-BF9C6D773B6C}" dt="2023-08-09T08:23:21.758" v="750" actId="20577"/>
          <ac:spMkLst>
            <pc:docMk/>
            <pc:sldMk cId="3249434575" sldId="316"/>
            <ac:spMk id="4" creationId="{BEE78D87-A9B7-C8C0-3FDA-3783672917BF}"/>
          </ac:spMkLst>
        </pc:spChg>
        <pc:spChg chg="add del mod">
          <ac:chgData name="Nicole WU" userId="4cf90142-5117-41df-a92b-6216d87bdf3c" providerId="ADAL" clId="{BFD6E29E-26B7-EC41-ABF8-BF9C6D773B6C}" dt="2023-08-09T08:23:14.249" v="739" actId="767"/>
          <ac:spMkLst>
            <pc:docMk/>
            <pc:sldMk cId="3249434575" sldId="316"/>
            <ac:spMk id="5" creationId="{01A41BCE-3710-EE93-9498-D89A2F41F73B}"/>
          </ac:spMkLst>
        </pc:spChg>
      </pc:sldChg>
      <pc:sldChg chg="add del">
        <pc:chgData name="Nicole WU" userId="4cf90142-5117-41df-a92b-6216d87bdf3c" providerId="ADAL" clId="{BFD6E29E-26B7-EC41-ABF8-BF9C6D773B6C}" dt="2023-08-09T08:36:27.044" v="810" actId="2696"/>
        <pc:sldMkLst>
          <pc:docMk/>
          <pc:sldMk cId="990972956" sldId="317"/>
        </pc:sldMkLst>
      </pc:sldChg>
      <pc:sldChg chg="addSp delSp modSp add del mod ord delCm">
        <pc:chgData name="Nicole WU" userId="4cf90142-5117-41df-a92b-6216d87bdf3c" providerId="ADAL" clId="{BFD6E29E-26B7-EC41-ABF8-BF9C6D773B6C}" dt="2023-08-09T12:40:36.110" v="2966" actId="2696"/>
        <pc:sldMkLst>
          <pc:docMk/>
          <pc:sldMk cId="2822220178" sldId="318"/>
        </pc:sldMkLst>
        <pc:spChg chg="del mod">
          <ac:chgData name="Nicole WU" userId="4cf90142-5117-41df-a92b-6216d87bdf3c" providerId="ADAL" clId="{BFD6E29E-26B7-EC41-ABF8-BF9C6D773B6C}" dt="2023-08-09T08:33:46.253" v="776" actId="478"/>
          <ac:spMkLst>
            <pc:docMk/>
            <pc:sldMk cId="2822220178" sldId="318"/>
            <ac:spMk id="2" creationId="{190EE630-7A4F-677F-C4B5-5517449BEC4C}"/>
          </ac:spMkLst>
        </pc:spChg>
        <pc:spChg chg="add mod">
          <ac:chgData name="Nicole WU" userId="4cf90142-5117-41df-a92b-6216d87bdf3c" providerId="ADAL" clId="{BFD6E29E-26B7-EC41-ABF8-BF9C6D773B6C}" dt="2023-08-09T08:33:43.575" v="775"/>
          <ac:spMkLst>
            <pc:docMk/>
            <pc:sldMk cId="2822220178" sldId="318"/>
            <ac:spMk id="3" creationId="{E643055D-0556-6C0E-03B1-204EB7810FCF}"/>
          </ac:spMkLst>
        </pc:spChg>
      </pc:sldChg>
      <pc:sldChg chg="addSp delSp modSp add del mod">
        <pc:chgData name="Nicole WU" userId="4cf90142-5117-41df-a92b-6216d87bdf3c" providerId="ADAL" clId="{BFD6E29E-26B7-EC41-ABF8-BF9C6D773B6C}" dt="2023-08-09T12:32:00.576" v="2691" actId="18676"/>
        <pc:sldMkLst>
          <pc:docMk/>
          <pc:sldMk cId="605082255" sldId="319"/>
        </pc:sldMkLst>
        <pc:spChg chg="mod">
          <ac:chgData name="Nicole WU" userId="4cf90142-5117-41df-a92b-6216d87bdf3c" providerId="ADAL" clId="{BFD6E29E-26B7-EC41-ABF8-BF9C6D773B6C}" dt="2023-08-09T09:23:17.688" v="1920" actId="20577"/>
          <ac:spMkLst>
            <pc:docMk/>
            <pc:sldMk cId="605082255" sldId="319"/>
            <ac:spMk id="2" creationId="{190EE630-7A4F-677F-C4B5-5517449BEC4C}"/>
          </ac:spMkLst>
        </pc:spChg>
        <pc:spChg chg="mod">
          <ac:chgData name="Nicole WU" userId="4cf90142-5117-41df-a92b-6216d87bdf3c" providerId="ADAL" clId="{BFD6E29E-26B7-EC41-ABF8-BF9C6D773B6C}" dt="2023-08-09T09:19:55.850" v="1889" actId="20577"/>
          <ac:spMkLst>
            <pc:docMk/>
            <pc:sldMk cId="605082255" sldId="319"/>
            <ac:spMk id="8" creationId="{4F0D6EFD-6ADF-1042-9853-D74704A0CBEA}"/>
          </ac:spMkLst>
        </pc:spChg>
        <pc:spChg chg="mod">
          <ac:chgData name="Nicole WU" userId="4cf90142-5117-41df-a92b-6216d87bdf3c" providerId="ADAL" clId="{BFD6E29E-26B7-EC41-ABF8-BF9C6D773B6C}" dt="2023-08-09T11:00:41.839" v="2499" actId="20577"/>
          <ac:spMkLst>
            <pc:docMk/>
            <pc:sldMk cId="605082255" sldId="319"/>
            <ac:spMk id="10" creationId="{5E92AB56-F891-C738-3631-2EBAB8A7F76E}"/>
          </ac:spMkLst>
        </pc:spChg>
        <pc:spChg chg="mod">
          <ac:chgData name="Nicole WU" userId="4cf90142-5117-41df-a92b-6216d87bdf3c" providerId="ADAL" clId="{BFD6E29E-26B7-EC41-ABF8-BF9C6D773B6C}" dt="2023-08-09T09:19:30.047" v="1888" actId="404"/>
          <ac:spMkLst>
            <pc:docMk/>
            <pc:sldMk cId="605082255" sldId="319"/>
            <ac:spMk id="11" creationId="{22794AC6-B373-F500-A4B6-EDCD19885FF4}"/>
          </ac:spMkLst>
        </pc:spChg>
        <pc:spChg chg="mod">
          <ac:chgData name="Nicole WU" userId="4cf90142-5117-41df-a92b-6216d87bdf3c" providerId="ADAL" clId="{BFD6E29E-26B7-EC41-ABF8-BF9C6D773B6C}" dt="2023-08-09T09:19:30.047" v="1888" actId="404"/>
          <ac:spMkLst>
            <pc:docMk/>
            <pc:sldMk cId="605082255" sldId="319"/>
            <ac:spMk id="12" creationId="{AFB8DC8E-979C-C698-4CE4-04AAD84C0D43}"/>
          </ac:spMkLst>
        </pc:spChg>
        <pc:spChg chg="mod topLvl">
          <ac:chgData name="Nicole WU" userId="4cf90142-5117-41df-a92b-6216d87bdf3c" providerId="ADAL" clId="{BFD6E29E-26B7-EC41-ABF8-BF9C6D773B6C}" dt="2023-08-09T09:22:59.481" v="1907" actId="165"/>
          <ac:spMkLst>
            <pc:docMk/>
            <pc:sldMk cId="605082255" sldId="319"/>
            <ac:spMk id="16" creationId="{662B592E-D82E-DDA4-C7F9-10C2A5AB1255}"/>
          </ac:spMkLst>
        </pc:spChg>
        <pc:spChg chg="mod">
          <ac:chgData name="Nicole WU" userId="4cf90142-5117-41df-a92b-6216d87bdf3c" providerId="ADAL" clId="{BFD6E29E-26B7-EC41-ABF8-BF9C6D773B6C}" dt="2023-08-09T09:19:59.023" v="1891"/>
          <ac:spMkLst>
            <pc:docMk/>
            <pc:sldMk cId="605082255" sldId="319"/>
            <ac:spMk id="23" creationId="{88DF81C6-455B-C0FB-7B17-9A40E760C651}"/>
          </ac:spMkLst>
        </pc:spChg>
        <pc:spChg chg="mod">
          <ac:chgData name="Nicole WU" userId="4cf90142-5117-41df-a92b-6216d87bdf3c" providerId="ADAL" clId="{BFD6E29E-26B7-EC41-ABF8-BF9C6D773B6C}" dt="2023-08-09T09:20:42.643" v="1899" actId="20577"/>
          <ac:spMkLst>
            <pc:docMk/>
            <pc:sldMk cId="605082255" sldId="319"/>
            <ac:spMk id="24" creationId="{B6900567-1BCE-8B7F-CDEC-76F49A0C2B8F}"/>
          </ac:spMkLst>
        </pc:spChg>
        <pc:grpChg chg="mod">
          <ac:chgData name="Nicole WU" userId="4cf90142-5117-41df-a92b-6216d87bdf3c" providerId="ADAL" clId="{BFD6E29E-26B7-EC41-ABF8-BF9C6D773B6C}" dt="2023-08-09T09:19:00.839" v="1876" actId="14100"/>
          <ac:grpSpMkLst>
            <pc:docMk/>
            <pc:sldMk cId="605082255" sldId="319"/>
            <ac:grpSpMk id="14" creationId="{59E3FA7C-BA72-A28B-8A71-F6EB93576F9C}"/>
          </ac:grpSpMkLst>
        </pc:grpChg>
        <pc:grpChg chg="del">
          <ac:chgData name="Nicole WU" userId="4cf90142-5117-41df-a92b-6216d87bdf3c" providerId="ADAL" clId="{BFD6E29E-26B7-EC41-ABF8-BF9C6D773B6C}" dt="2023-08-09T09:19:58.342" v="1890" actId="478"/>
          <ac:grpSpMkLst>
            <pc:docMk/>
            <pc:sldMk cId="605082255" sldId="319"/>
            <ac:grpSpMk id="15" creationId="{0C4386A0-B50E-A2F0-C8EC-DB91BD9BDE2D}"/>
          </ac:grpSpMkLst>
        </pc:grpChg>
        <pc:grpChg chg="add mod">
          <ac:chgData name="Nicole WU" userId="4cf90142-5117-41df-a92b-6216d87bdf3c" providerId="ADAL" clId="{BFD6E29E-26B7-EC41-ABF8-BF9C6D773B6C}" dt="2023-08-09T09:20:05.263" v="1892" actId="1076"/>
          <ac:grpSpMkLst>
            <pc:docMk/>
            <pc:sldMk cId="605082255" sldId="319"/>
            <ac:grpSpMk id="22" creationId="{E4963C0C-CFA6-5FF5-B860-1D976184418F}"/>
          </ac:grpSpMkLst>
        </pc:grpChg>
        <pc:grpChg chg="add mod topLvl">
          <ac:chgData name="Nicole WU" userId="4cf90142-5117-41df-a92b-6216d87bdf3c" providerId="ADAL" clId="{BFD6E29E-26B7-EC41-ABF8-BF9C6D773B6C}" dt="2023-08-09T09:22:59.481" v="1907" actId="165"/>
          <ac:grpSpMkLst>
            <pc:docMk/>
            <pc:sldMk cId="605082255" sldId="319"/>
            <ac:grpSpMk id="28" creationId="{4EB4E9FC-CC1B-C4A8-EC7F-828AB7EFE7D6}"/>
          </ac:grpSpMkLst>
        </pc:grpChg>
        <pc:grpChg chg="add mod">
          <ac:chgData name="Nicole WU" userId="4cf90142-5117-41df-a92b-6216d87bdf3c" providerId="ADAL" clId="{BFD6E29E-26B7-EC41-ABF8-BF9C6D773B6C}" dt="2023-08-09T09:25:39.420" v="1935" actId="1037"/>
          <ac:grpSpMkLst>
            <pc:docMk/>
            <pc:sldMk cId="605082255" sldId="319"/>
            <ac:grpSpMk id="29" creationId="{FA429BCE-E3CF-3543-2C61-847B3B227959}"/>
          </ac:grpSpMkLst>
        </pc:grpChg>
        <pc:grpChg chg="add del mod">
          <ac:chgData name="Nicole WU" userId="4cf90142-5117-41df-a92b-6216d87bdf3c" providerId="ADAL" clId="{BFD6E29E-26B7-EC41-ABF8-BF9C6D773B6C}" dt="2023-08-09T09:22:59.481" v="1907" actId="165"/>
          <ac:grpSpMkLst>
            <pc:docMk/>
            <pc:sldMk cId="605082255" sldId="319"/>
            <ac:grpSpMk id="30" creationId="{FE9E59F3-336B-459E-B174-C4F56D1A89CA}"/>
          </ac:grpSpMkLst>
        </pc:grpChg>
        <pc:grpChg chg="add mod">
          <ac:chgData name="Nicole WU" userId="4cf90142-5117-41df-a92b-6216d87bdf3c" providerId="ADAL" clId="{BFD6E29E-26B7-EC41-ABF8-BF9C6D773B6C}" dt="2023-08-09T09:25:39.420" v="1935" actId="1037"/>
          <ac:grpSpMkLst>
            <pc:docMk/>
            <pc:sldMk cId="605082255" sldId="319"/>
            <ac:grpSpMk id="31" creationId="{3B31C3B7-CBBC-45BD-2383-03479FA7EA98}"/>
          </ac:grpSpMkLst>
        </pc:grpChg>
        <pc:picChg chg="del">
          <ac:chgData name="Nicole WU" userId="4cf90142-5117-41df-a92b-6216d87bdf3c" providerId="ADAL" clId="{BFD6E29E-26B7-EC41-ABF8-BF9C6D773B6C}" dt="2023-08-09T09:17:13.502" v="1830" actId="478"/>
          <ac:picMkLst>
            <pc:docMk/>
            <pc:sldMk cId="605082255" sldId="319"/>
            <ac:picMk id="4" creationId="{B1E98A46-6D40-15F4-64D8-923A32951E99}"/>
          </ac:picMkLst>
        </pc:picChg>
        <pc:picChg chg="del">
          <ac:chgData name="Nicole WU" userId="4cf90142-5117-41df-a92b-6216d87bdf3c" providerId="ADAL" clId="{BFD6E29E-26B7-EC41-ABF8-BF9C6D773B6C}" dt="2023-08-09T09:17:04.167" v="1827" actId="478"/>
          <ac:picMkLst>
            <pc:docMk/>
            <pc:sldMk cId="605082255" sldId="319"/>
            <ac:picMk id="5" creationId="{44FFDAEB-8AE5-151B-AFE8-9695747BAD9E}"/>
          </ac:picMkLst>
        </pc:picChg>
        <pc:picChg chg="del">
          <ac:chgData name="Nicole WU" userId="4cf90142-5117-41df-a92b-6216d87bdf3c" providerId="ADAL" clId="{BFD6E29E-26B7-EC41-ABF8-BF9C6D773B6C}" dt="2023-08-09T09:17:18.675" v="1831" actId="478"/>
          <ac:picMkLst>
            <pc:docMk/>
            <pc:sldMk cId="605082255" sldId="319"/>
            <ac:picMk id="9" creationId="{4935CC02-4117-4C53-26A8-CF1147845301}"/>
          </ac:picMkLst>
        </pc:picChg>
        <pc:picChg chg="add mod">
          <ac:chgData name="Nicole WU" userId="4cf90142-5117-41df-a92b-6216d87bdf3c" providerId="ADAL" clId="{BFD6E29E-26B7-EC41-ABF8-BF9C6D773B6C}" dt="2023-08-09T09:19:00.839" v="1876" actId="14100"/>
          <ac:picMkLst>
            <pc:docMk/>
            <pc:sldMk cId="605082255" sldId="319"/>
            <ac:picMk id="17" creationId="{90C127D3-D4A3-9EC0-D106-48BAFC2CFD92}"/>
          </ac:picMkLst>
        </pc:picChg>
        <pc:picChg chg="add del mod">
          <ac:chgData name="Nicole WU" userId="4cf90142-5117-41df-a92b-6216d87bdf3c" providerId="ADAL" clId="{BFD6E29E-26B7-EC41-ABF8-BF9C6D773B6C}" dt="2023-08-09T09:17:21.152" v="1833"/>
          <ac:picMkLst>
            <pc:docMk/>
            <pc:sldMk cId="605082255" sldId="319"/>
            <ac:picMk id="19" creationId="{026B6A72-2C9D-69F2-607F-FE8EFF65D632}"/>
          </ac:picMkLst>
        </pc:picChg>
        <pc:picChg chg="add mod">
          <ac:chgData name="Nicole WU" userId="4cf90142-5117-41df-a92b-6216d87bdf3c" providerId="ADAL" clId="{BFD6E29E-26B7-EC41-ABF8-BF9C6D773B6C}" dt="2023-08-09T09:19:17.583" v="1886" actId="1037"/>
          <ac:picMkLst>
            <pc:docMk/>
            <pc:sldMk cId="605082255" sldId="319"/>
            <ac:picMk id="20" creationId="{9D047B27-D003-BF5D-0460-8E2551254DA5}"/>
          </ac:picMkLst>
        </pc:picChg>
        <pc:picChg chg="add mod">
          <ac:chgData name="Nicole WU" userId="4cf90142-5117-41df-a92b-6216d87bdf3c" providerId="ADAL" clId="{BFD6E29E-26B7-EC41-ABF8-BF9C6D773B6C}" dt="2023-08-09T09:25:28.227" v="1925" actId="207"/>
          <ac:picMkLst>
            <pc:docMk/>
            <pc:sldMk cId="605082255" sldId="319"/>
            <ac:picMk id="21" creationId="{0CF9D749-9629-43C2-9D68-66EFC52EBCBA}"/>
          </ac:picMkLst>
        </pc:picChg>
        <pc:picChg chg="add mod">
          <ac:chgData name="Nicole WU" userId="4cf90142-5117-41df-a92b-6216d87bdf3c" providerId="ADAL" clId="{BFD6E29E-26B7-EC41-ABF8-BF9C6D773B6C}" dt="2023-08-09T09:20:05.263" v="1892" actId="1076"/>
          <ac:picMkLst>
            <pc:docMk/>
            <pc:sldMk cId="605082255" sldId="319"/>
            <ac:picMk id="25" creationId="{CEB9E53A-F34E-B6C3-3951-6AA059B60FBE}"/>
          </ac:picMkLst>
        </pc:picChg>
        <pc:picChg chg="add mod">
          <ac:chgData name="Nicole WU" userId="4cf90142-5117-41df-a92b-6216d87bdf3c" providerId="ADAL" clId="{BFD6E29E-26B7-EC41-ABF8-BF9C6D773B6C}" dt="2023-08-09T09:20:05.263" v="1892" actId="1076"/>
          <ac:picMkLst>
            <pc:docMk/>
            <pc:sldMk cId="605082255" sldId="319"/>
            <ac:picMk id="26" creationId="{BB851B21-FBE1-DBAA-404C-F6185596D43F}"/>
          </ac:picMkLst>
        </pc:picChg>
        <pc:picChg chg="add mod">
          <ac:chgData name="Nicole WU" userId="4cf90142-5117-41df-a92b-6216d87bdf3c" providerId="ADAL" clId="{BFD6E29E-26B7-EC41-ABF8-BF9C6D773B6C}" dt="2023-08-09T09:25:32.704" v="1926" actId="207"/>
          <ac:picMkLst>
            <pc:docMk/>
            <pc:sldMk cId="605082255" sldId="319"/>
            <ac:picMk id="27" creationId="{787EB2E5-0B31-8D45-BBE7-2FDD43E93C60}"/>
          </ac:picMkLst>
        </pc:picChg>
        <pc:cxnChg chg="mod topLvl">
          <ac:chgData name="Nicole WU" userId="4cf90142-5117-41df-a92b-6216d87bdf3c" providerId="ADAL" clId="{BFD6E29E-26B7-EC41-ABF8-BF9C6D773B6C}" dt="2023-08-09T09:25:39.420" v="1935" actId="1037"/>
          <ac:cxnSpMkLst>
            <pc:docMk/>
            <pc:sldMk cId="605082255" sldId="319"/>
            <ac:cxnSpMk id="18" creationId="{8C0396B2-D91B-2F6E-8CB5-E138D9634A15}"/>
          </ac:cxnSpMkLst>
        </pc:cxnChg>
      </pc:sldChg>
      <pc:sldChg chg="add del">
        <pc:chgData name="Nicole WU" userId="4cf90142-5117-41df-a92b-6216d87bdf3c" providerId="ADAL" clId="{BFD6E29E-26B7-EC41-ABF8-BF9C6D773B6C}" dt="2023-08-09T08:48:16.496" v="962" actId="2696"/>
        <pc:sldMkLst>
          <pc:docMk/>
          <pc:sldMk cId="966205770" sldId="321"/>
        </pc:sldMkLst>
      </pc:sldChg>
      <pc:sldChg chg="add del">
        <pc:chgData name="Nicole WU" userId="4cf90142-5117-41df-a92b-6216d87bdf3c" providerId="ADAL" clId="{BFD6E29E-26B7-EC41-ABF8-BF9C6D773B6C}" dt="2023-08-09T08:48:22.091" v="964" actId="2696"/>
        <pc:sldMkLst>
          <pc:docMk/>
          <pc:sldMk cId="215623040" sldId="322"/>
        </pc:sldMkLst>
      </pc:sldChg>
      <pc:sldChg chg="addSp delSp modSp add del mod">
        <pc:chgData name="Nicole WU" userId="4cf90142-5117-41df-a92b-6216d87bdf3c" providerId="ADAL" clId="{BFD6E29E-26B7-EC41-ABF8-BF9C6D773B6C}" dt="2023-08-09T12:32:00.576" v="2691" actId="18676"/>
        <pc:sldMkLst>
          <pc:docMk/>
          <pc:sldMk cId="3668855635" sldId="323"/>
        </pc:sldMkLst>
        <pc:spChg chg="del mod">
          <ac:chgData name="Nicole WU" userId="4cf90142-5117-41df-a92b-6216d87bdf3c" providerId="ADAL" clId="{BFD6E29E-26B7-EC41-ABF8-BF9C6D773B6C}" dt="2023-08-09T08:51:30.165" v="971" actId="478"/>
          <ac:spMkLst>
            <pc:docMk/>
            <pc:sldMk cId="3668855635" sldId="323"/>
            <ac:spMk id="2" creationId="{8ABE952C-1E67-B8FB-60AD-22779C716717}"/>
          </ac:spMkLst>
        </pc:spChg>
        <pc:spChg chg="mod modVis">
          <ac:chgData name="Nicole WU" userId="4cf90142-5117-41df-a92b-6216d87bdf3c" providerId="ADAL" clId="{BFD6E29E-26B7-EC41-ABF8-BF9C6D773B6C}" dt="2023-08-09T09:13:30.439" v="1777" actId="1037"/>
          <ac:spMkLst>
            <pc:docMk/>
            <pc:sldMk cId="3668855635" sldId="323"/>
            <ac:spMk id="3" creationId="{77608083-5014-97A6-49FD-E4050303EE80}"/>
          </ac:spMkLst>
        </pc:spChg>
        <pc:spChg chg="add mod modVis">
          <ac:chgData name="Nicole WU" userId="4cf90142-5117-41df-a92b-6216d87bdf3c" providerId="ADAL" clId="{BFD6E29E-26B7-EC41-ABF8-BF9C6D773B6C}" dt="2023-08-09T09:11:30.994" v="1708" actId="33934"/>
          <ac:spMkLst>
            <pc:docMk/>
            <pc:sldMk cId="3668855635" sldId="323"/>
            <ac:spMk id="5" creationId="{0133D35B-545E-A739-0439-A74459B50B8A}"/>
          </ac:spMkLst>
        </pc:spChg>
        <pc:spChg chg="mod">
          <ac:chgData name="Nicole WU" userId="4cf90142-5117-41df-a92b-6216d87bdf3c" providerId="ADAL" clId="{BFD6E29E-26B7-EC41-ABF8-BF9C6D773B6C}" dt="2023-08-09T09:37:58.732" v="1938" actId="20577"/>
          <ac:spMkLst>
            <pc:docMk/>
            <pc:sldMk cId="3668855635" sldId="323"/>
            <ac:spMk id="8" creationId="{1C226FD2-54F5-BC62-3B80-0000B948C08E}"/>
          </ac:spMkLst>
        </pc:spChg>
        <pc:spChg chg="mod modVis">
          <ac:chgData name="Nicole WU" userId="4cf90142-5117-41df-a92b-6216d87bdf3c" providerId="ADAL" clId="{BFD6E29E-26B7-EC41-ABF8-BF9C6D773B6C}" dt="2023-08-09T09:38:06.665" v="1944" actId="20577"/>
          <ac:spMkLst>
            <pc:docMk/>
            <pc:sldMk cId="3668855635" sldId="323"/>
            <ac:spMk id="9" creationId="{45BE2CED-43E2-39B5-8F93-FFA098C44B0D}"/>
          </ac:spMkLst>
        </pc:spChg>
        <pc:spChg chg="mod">
          <ac:chgData name="Nicole WU" userId="4cf90142-5117-41df-a92b-6216d87bdf3c" providerId="ADAL" clId="{BFD6E29E-26B7-EC41-ABF8-BF9C6D773B6C}" dt="2023-08-09T09:38:03.350" v="1941" actId="20577"/>
          <ac:spMkLst>
            <pc:docMk/>
            <pc:sldMk cId="3668855635" sldId="323"/>
            <ac:spMk id="10" creationId="{95ED5BB3-68B9-632C-D6F8-12A63CCF5CE6}"/>
          </ac:spMkLst>
        </pc:spChg>
        <pc:spChg chg="mod modVis">
          <ac:chgData name="Nicole WU" userId="4cf90142-5117-41df-a92b-6216d87bdf3c" providerId="ADAL" clId="{BFD6E29E-26B7-EC41-ABF8-BF9C6D773B6C}" dt="2023-08-09T09:38:10.749" v="1947" actId="20577"/>
          <ac:spMkLst>
            <pc:docMk/>
            <pc:sldMk cId="3668855635" sldId="323"/>
            <ac:spMk id="11" creationId="{5266A1DD-ADC8-2AF4-E5A6-FB8A42FC69D1}"/>
          </ac:spMkLst>
        </pc:spChg>
        <pc:spChg chg="mod">
          <ac:chgData name="Nicole WU" userId="4cf90142-5117-41df-a92b-6216d87bdf3c" providerId="ADAL" clId="{BFD6E29E-26B7-EC41-ABF8-BF9C6D773B6C}" dt="2023-08-09T09:38:14.023" v="1950" actId="20577"/>
          <ac:spMkLst>
            <pc:docMk/>
            <pc:sldMk cId="3668855635" sldId="323"/>
            <ac:spMk id="12" creationId="{4431A90D-34F1-3911-D560-F34EFF3B2CEF}"/>
          </ac:spMkLst>
        </pc:spChg>
        <pc:spChg chg="mod modVis">
          <ac:chgData name="Nicole WU" userId="4cf90142-5117-41df-a92b-6216d87bdf3c" providerId="ADAL" clId="{BFD6E29E-26B7-EC41-ABF8-BF9C6D773B6C}" dt="2023-08-09T09:38:17.342" v="1953" actId="20577"/>
          <ac:spMkLst>
            <pc:docMk/>
            <pc:sldMk cId="3668855635" sldId="323"/>
            <ac:spMk id="13" creationId="{0CBDB650-0E73-F0B3-8BB5-06C5DCF22D3A}"/>
          </ac:spMkLst>
        </pc:spChg>
        <pc:spChg chg="mod">
          <ac:chgData name="Nicole WU" userId="4cf90142-5117-41df-a92b-6216d87bdf3c" providerId="ADAL" clId="{BFD6E29E-26B7-EC41-ABF8-BF9C6D773B6C}" dt="2023-08-09T09:38:21.947" v="1957" actId="20577"/>
          <ac:spMkLst>
            <pc:docMk/>
            <pc:sldMk cId="3668855635" sldId="323"/>
            <ac:spMk id="14" creationId="{340F41E6-2B57-E8AF-8891-3D26E73050B6}"/>
          </ac:spMkLst>
        </pc:spChg>
        <pc:spChg chg="mod modVis">
          <ac:chgData name="Nicole WU" userId="4cf90142-5117-41df-a92b-6216d87bdf3c" providerId="ADAL" clId="{BFD6E29E-26B7-EC41-ABF8-BF9C6D773B6C}" dt="2023-08-09T09:38:25.116" v="1961" actId="20577"/>
          <ac:spMkLst>
            <pc:docMk/>
            <pc:sldMk cId="3668855635" sldId="323"/>
            <ac:spMk id="15" creationId="{8B8B1E37-8CF2-5605-E7EE-C07D19DD515A}"/>
          </ac:spMkLst>
        </pc:spChg>
        <pc:spChg chg="mod">
          <ac:chgData name="Nicole WU" userId="4cf90142-5117-41df-a92b-6216d87bdf3c" providerId="ADAL" clId="{BFD6E29E-26B7-EC41-ABF8-BF9C6D773B6C}" dt="2023-08-09T09:38:29.787" v="1964" actId="20577"/>
          <ac:spMkLst>
            <pc:docMk/>
            <pc:sldMk cId="3668855635" sldId="323"/>
            <ac:spMk id="16" creationId="{A3B1C261-C0F5-2C2A-A69E-74AFADC957CC}"/>
          </ac:spMkLst>
        </pc:spChg>
        <pc:spChg chg="mod modVis">
          <ac:chgData name="Nicole WU" userId="4cf90142-5117-41df-a92b-6216d87bdf3c" providerId="ADAL" clId="{BFD6E29E-26B7-EC41-ABF8-BF9C6D773B6C}" dt="2023-08-09T09:38:33.387" v="1967" actId="20577"/>
          <ac:spMkLst>
            <pc:docMk/>
            <pc:sldMk cId="3668855635" sldId="323"/>
            <ac:spMk id="17" creationId="{B11A32AE-E3D4-D4F6-47E6-88D7316887C7}"/>
          </ac:spMkLst>
        </pc:spChg>
        <pc:spChg chg="mod">
          <ac:chgData name="Nicole WU" userId="4cf90142-5117-41df-a92b-6216d87bdf3c" providerId="ADAL" clId="{BFD6E29E-26B7-EC41-ABF8-BF9C6D773B6C}" dt="2023-08-09T09:41:13.275" v="1970" actId="20577"/>
          <ac:spMkLst>
            <pc:docMk/>
            <pc:sldMk cId="3668855635" sldId="323"/>
            <ac:spMk id="18" creationId="{0343ADF1-1B1C-7C1A-9BF2-AAEAA3DED0E4}"/>
          </ac:spMkLst>
        </pc:spChg>
        <pc:spChg chg="mod modVis">
          <ac:chgData name="Nicole WU" userId="4cf90142-5117-41df-a92b-6216d87bdf3c" providerId="ADAL" clId="{BFD6E29E-26B7-EC41-ABF8-BF9C6D773B6C}" dt="2023-08-09T09:41:19.306" v="1975" actId="20577"/>
          <ac:spMkLst>
            <pc:docMk/>
            <pc:sldMk cId="3668855635" sldId="323"/>
            <ac:spMk id="19" creationId="{820DD506-A52E-3304-CBE4-E3653D604151}"/>
          </ac:spMkLst>
        </pc:spChg>
        <pc:spChg chg="mod">
          <ac:chgData name="Nicole WU" userId="4cf90142-5117-41df-a92b-6216d87bdf3c" providerId="ADAL" clId="{BFD6E29E-26B7-EC41-ABF8-BF9C6D773B6C}" dt="2023-08-09T09:41:24.705" v="1978" actId="20577"/>
          <ac:spMkLst>
            <pc:docMk/>
            <pc:sldMk cId="3668855635" sldId="323"/>
            <ac:spMk id="20" creationId="{8134CD50-B0A8-E729-5669-8E471A5E8B44}"/>
          </ac:spMkLst>
        </pc:spChg>
        <pc:spChg chg="mod modVis">
          <ac:chgData name="Nicole WU" userId="4cf90142-5117-41df-a92b-6216d87bdf3c" providerId="ADAL" clId="{BFD6E29E-26B7-EC41-ABF8-BF9C6D773B6C}" dt="2023-08-09T09:41:30.689" v="1981" actId="20577"/>
          <ac:spMkLst>
            <pc:docMk/>
            <pc:sldMk cId="3668855635" sldId="323"/>
            <ac:spMk id="21" creationId="{F2E6E09F-A820-0B50-D36F-7A0C7576B602}"/>
          </ac:spMkLst>
        </pc:spChg>
        <pc:spChg chg="mod">
          <ac:chgData name="Nicole WU" userId="4cf90142-5117-41df-a92b-6216d87bdf3c" providerId="ADAL" clId="{BFD6E29E-26B7-EC41-ABF8-BF9C6D773B6C}" dt="2023-08-09T09:41:37.157" v="1986" actId="20577"/>
          <ac:spMkLst>
            <pc:docMk/>
            <pc:sldMk cId="3668855635" sldId="323"/>
            <ac:spMk id="22" creationId="{1C1D116D-EC94-D767-31DE-782B66D5CC79}"/>
          </ac:spMkLst>
        </pc:spChg>
        <pc:spChg chg="mod modVis">
          <ac:chgData name="Nicole WU" userId="4cf90142-5117-41df-a92b-6216d87bdf3c" providerId="ADAL" clId="{BFD6E29E-26B7-EC41-ABF8-BF9C6D773B6C}" dt="2023-08-09T09:41:40.971" v="1989" actId="20577"/>
          <ac:spMkLst>
            <pc:docMk/>
            <pc:sldMk cId="3668855635" sldId="323"/>
            <ac:spMk id="23" creationId="{68E369C0-0AC9-7ECA-EDE4-3715D5D3AFB5}"/>
          </ac:spMkLst>
        </pc:spChg>
        <pc:spChg chg="mod">
          <ac:chgData name="Nicole WU" userId="4cf90142-5117-41df-a92b-6216d87bdf3c" providerId="ADAL" clId="{BFD6E29E-26B7-EC41-ABF8-BF9C6D773B6C}" dt="2023-08-09T09:42:13.914" v="1992" actId="20577"/>
          <ac:spMkLst>
            <pc:docMk/>
            <pc:sldMk cId="3668855635" sldId="323"/>
            <ac:spMk id="24" creationId="{BC4D0700-0355-E380-271D-781D0394C930}"/>
          </ac:spMkLst>
        </pc:spChg>
        <pc:spChg chg="mod modVis">
          <ac:chgData name="Nicole WU" userId="4cf90142-5117-41df-a92b-6216d87bdf3c" providerId="ADAL" clId="{BFD6E29E-26B7-EC41-ABF8-BF9C6D773B6C}" dt="2023-08-09T09:42:17.717" v="1995" actId="20577"/>
          <ac:spMkLst>
            <pc:docMk/>
            <pc:sldMk cId="3668855635" sldId="323"/>
            <ac:spMk id="25" creationId="{7D60D62A-8D89-2A4C-2236-6A3395B3D3E2}"/>
          </ac:spMkLst>
        </pc:spChg>
        <pc:spChg chg="mod">
          <ac:chgData name="Nicole WU" userId="4cf90142-5117-41df-a92b-6216d87bdf3c" providerId="ADAL" clId="{BFD6E29E-26B7-EC41-ABF8-BF9C6D773B6C}" dt="2023-08-09T09:42:22.278" v="1998" actId="20577"/>
          <ac:spMkLst>
            <pc:docMk/>
            <pc:sldMk cId="3668855635" sldId="323"/>
            <ac:spMk id="26" creationId="{7D83229B-A036-BDC5-A096-DE59CC114FCC}"/>
          </ac:spMkLst>
        </pc:spChg>
        <pc:spChg chg="mod modVis">
          <ac:chgData name="Nicole WU" userId="4cf90142-5117-41df-a92b-6216d87bdf3c" providerId="ADAL" clId="{BFD6E29E-26B7-EC41-ABF8-BF9C6D773B6C}" dt="2023-08-09T09:42:27.546" v="2001" actId="20577"/>
          <ac:spMkLst>
            <pc:docMk/>
            <pc:sldMk cId="3668855635" sldId="323"/>
            <ac:spMk id="27" creationId="{FA9EEEE1-9738-E98A-369A-A3BD6D29C65D}"/>
          </ac:spMkLst>
        </pc:spChg>
        <pc:spChg chg="add mod">
          <ac:chgData name="Nicole WU" userId="4cf90142-5117-41df-a92b-6216d87bdf3c" providerId="ADAL" clId="{BFD6E29E-26B7-EC41-ABF8-BF9C6D773B6C}" dt="2023-08-09T11:01:15.831" v="2515" actId="1076"/>
          <ac:spMkLst>
            <pc:docMk/>
            <pc:sldMk cId="3668855635" sldId="323"/>
            <ac:spMk id="40" creationId="{6C63E195-E4C7-6943-D854-A6365CB43958}"/>
          </ac:spMkLst>
        </pc:spChg>
        <pc:grpChg chg="add mod modVis">
          <ac:chgData name="Nicole WU" userId="4cf90142-5117-41df-a92b-6216d87bdf3c" providerId="ADAL" clId="{BFD6E29E-26B7-EC41-ABF8-BF9C6D773B6C}" dt="2023-08-09T09:13:30.439" v="1777" actId="1037"/>
          <ac:grpSpMkLst>
            <pc:docMk/>
            <pc:sldMk cId="3668855635" sldId="323"/>
            <ac:grpSpMk id="32" creationId="{3372B06A-522A-4FC1-8869-DF1B0DBBCEE6}"/>
          </ac:grpSpMkLst>
        </pc:grpChg>
        <pc:grpChg chg="add mod">
          <ac:chgData name="Nicole WU" userId="4cf90142-5117-41df-a92b-6216d87bdf3c" providerId="ADAL" clId="{BFD6E29E-26B7-EC41-ABF8-BF9C6D773B6C}" dt="2023-08-09T09:25:20.081" v="1924" actId="207"/>
          <ac:grpSpMkLst>
            <pc:docMk/>
            <pc:sldMk cId="3668855635" sldId="323"/>
            <ac:grpSpMk id="34" creationId="{A0879575-3266-99B7-C879-06EEE435762A}"/>
          </ac:grpSpMkLst>
        </pc:grpChg>
        <pc:grpChg chg="add mod">
          <ac:chgData name="Nicole WU" userId="4cf90142-5117-41df-a92b-6216d87bdf3c" providerId="ADAL" clId="{BFD6E29E-26B7-EC41-ABF8-BF9C6D773B6C}" dt="2023-08-09T09:13:30.439" v="1777" actId="1037"/>
          <ac:grpSpMkLst>
            <pc:docMk/>
            <pc:sldMk cId="3668855635" sldId="323"/>
            <ac:grpSpMk id="36" creationId="{5F2369E5-4558-C33F-2DD6-ACC8E8F65784}"/>
          </ac:grpSpMkLst>
        </pc:grpChg>
        <pc:picChg chg="add del mod">
          <ac:chgData name="Nicole WU" userId="4cf90142-5117-41df-a92b-6216d87bdf3c" providerId="ADAL" clId="{BFD6E29E-26B7-EC41-ABF8-BF9C6D773B6C}" dt="2023-08-09T08:54:47.146" v="1032" actId="478"/>
          <ac:picMkLst>
            <pc:docMk/>
            <pc:sldMk cId="3668855635" sldId="323"/>
            <ac:picMk id="4" creationId="{8C85E194-4B49-DDCF-DB02-72E78C698985}"/>
          </ac:picMkLst>
        </pc:picChg>
        <pc:picChg chg="del">
          <ac:chgData name="Nicole WU" userId="4cf90142-5117-41df-a92b-6216d87bdf3c" providerId="ADAL" clId="{BFD6E29E-26B7-EC41-ABF8-BF9C6D773B6C}" dt="2023-08-09T08:52:38.748" v="993" actId="478"/>
          <ac:picMkLst>
            <pc:docMk/>
            <pc:sldMk cId="3668855635" sldId="323"/>
            <ac:picMk id="6" creationId="{66DC944F-14A9-36BF-3EA4-59693F9A15EE}"/>
          </ac:picMkLst>
        </pc:picChg>
        <pc:picChg chg="del">
          <ac:chgData name="Nicole WU" userId="4cf90142-5117-41df-a92b-6216d87bdf3c" providerId="ADAL" clId="{BFD6E29E-26B7-EC41-ABF8-BF9C6D773B6C}" dt="2023-08-09T08:52:31.143" v="990" actId="478"/>
          <ac:picMkLst>
            <pc:docMk/>
            <pc:sldMk cId="3668855635" sldId="323"/>
            <ac:picMk id="7" creationId="{432A4D23-E914-51F3-65D3-8AA5C6BA277C}"/>
          </ac:picMkLst>
        </pc:picChg>
        <pc:picChg chg="add mod">
          <ac:chgData name="Nicole WU" userId="4cf90142-5117-41df-a92b-6216d87bdf3c" providerId="ADAL" clId="{BFD6E29E-26B7-EC41-ABF8-BF9C6D773B6C}" dt="2023-08-09T09:23:42.541" v="1921" actId="1076"/>
          <ac:picMkLst>
            <pc:docMk/>
            <pc:sldMk cId="3668855635" sldId="323"/>
            <ac:picMk id="28" creationId="{D359A59E-2286-A200-9A3F-6BB834A14188}"/>
          </ac:picMkLst>
        </pc:picChg>
        <pc:picChg chg="mod modVis">
          <ac:chgData name="Nicole WU" userId="4cf90142-5117-41df-a92b-6216d87bdf3c" providerId="ADAL" clId="{BFD6E29E-26B7-EC41-ABF8-BF9C6D773B6C}" dt="2023-08-09T09:11:30.994" v="1708" actId="33934"/>
          <ac:picMkLst>
            <pc:docMk/>
            <pc:sldMk cId="3668855635" sldId="323"/>
            <ac:picMk id="29" creationId="{E025AA30-399A-1590-C1E4-3FE80CA41F15}"/>
          </ac:picMkLst>
        </pc:picChg>
        <pc:picChg chg="add del mod">
          <ac:chgData name="Nicole WU" userId="4cf90142-5117-41df-a92b-6216d87bdf3c" providerId="ADAL" clId="{BFD6E29E-26B7-EC41-ABF8-BF9C6D773B6C}" dt="2023-08-09T08:53:03.448" v="1000"/>
          <ac:picMkLst>
            <pc:docMk/>
            <pc:sldMk cId="3668855635" sldId="323"/>
            <ac:picMk id="30" creationId="{6A1315C0-782A-6822-8F27-458F86CADB23}"/>
          </ac:picMkLst>
        </pc:picChg>
        <pc:picChg chg="add mod modVis">
          <ac:chgData name="Nicole WU" userId="4cf90142-5117-41df-a92b-6216d87bdf3c" providerId="ADAL" clId="{BFD6E29E-26B7-EC41-ABF8-BF9C6D773B6C}" dt="2023-08-09T09:25:20.081" v="1924" actId="207"/>
          <ac:picMkLst>
            <pc:docMk/>
            <pc:sldMk cId="3668855635" sldId="323"/>
            <ac:picMk id="31" creationId="{94B99A40-F200-C27A-A18C-59220BBC24D0}"/>
          </ac:picMkLst>
        </pc:picChg>
        <pc:picChg chg="mod modVis">
          <ac:chgData name="Nicole WU" userId="4cf90142-5117-41df-a92b-6216d87bdf3c" providerId="ADAL" clId="{BFD6E29E-26B7-EC41-ABF8-BF9C6D773B6C}" dt="2023-08-09T09:11:30.994" v="1708" actId="33934"/>
          <ac:picMkLst>
            <pc:docMk/>
            <pc:sldMk cId="3668855635" sldId="323"/>
            <ac:picMk id="33" creationId="{0ED52A76-F268-62A5-CB6B-7B817A169A00}"/>
          </ac:picMkLst>
        </pc:picChg>
        <pc:picChg chg="mod modVis">
          <ac:chgData name="Nicole WU" userId="4cf90142-5117-41df-a92b-6216d87bdf3c" providerId="ADAL" clId="{BFD6E29E-26B7-EC41-ABF8-BF9C6D773B6C}" dt="2023-08-09T09:11:30.994" v="1708" actId="33934"/>
          <ac:picMkLst>
            <pc:docMk/>
            <pc:sldMk cId="3668855635" sldId="323"/>
            <ac:picMk id="35" creationId="{255D4BB3-45EA-8D9B-4298-779E5ED2B98A}"/>
          </ac:picMkLst>
        </pc:picChg>
        <pc:picChg chg="mod modVis">
          <ac:chgData name="Nicole WU" userId="4cf90142-5117-41df-a92b-6216d87bdf3c" providerId="ADAL" clId="{BFD6E29E-26B7-EC41-ABF8-BF9C6D773B6C}" dt="2023-08-09T09:11:30.994" v="1708" actId="33934"/>
          <ac:picMkLst>
            <pc:docMk/>
            <pc:sldMk cId="3668855635" sldId="323"/>
            <ac:picMk id="37" creationId="{BB37A1E3-15B0-7924-A3D9-F92F43439625}"/>
          </ac:picMkLst>
        </pc:picChg>
        <pc:picChg chg="add mod">
          <ac:chgData name="Nicole WU" userId="4cf90142-5117-41df-a92b-6216d87bdf3c" providerId="ADAL" clId="{BFD6E29E-26B7-EC41-ABF8-BF9C6D773B6C}" dt="2023-08-09T09:14:36.122" v="1825" actId="1038"/>
          <ac:picMkLst>
            <pc:docMk/>
            <pc:sldMk cId="3668855635" sldId="323"/>
            <ac:picMk id="38" creationId="{0CDB29E1-DE79-2A45-BEDB-8A2DCDF5EF50}"/>
          </ac:picMkLst>
        </pc:picChg>
        <pc:picChg chg="mod modVis">
          <ac:chgData name="Nicole WU" userId="4cf90142-5117-41df-a92b-6216d87bdf3c" providerId="ADAL" clId="{BFD6E29E-26B7-EC41-ABF8-BF9C6D773B6C}" dt="2023-08-09T09:11:30.994" v="1708" actId="33934"/>
          <ac:picMkLst>
            <pc:docMk/>
            <pc:sldMk cId="3668855635" sldId="323"/>
            <ac:picMk id="39" creationId="{A8769BDC-C047-A6E8-6B94-A2210C4528B8}"/>
          </ac:picMkLst>
        </pc:picChg>
        <pc:picChg chg="mod modVis">
          <ac:chgData name="Nicole WU" userId="4cf90142-5117-41df-a92b-6216d87bdf3c" providerId="ADAL" clId="{BFD6E29E-26B7-EC41-ABF8-BF9C6D773B6C}" dt="2023-08-09T09:11:30.994" v="1708" actId="33934"/>
          <ac:picMkLst>
            <pc:docMk/>
            <pc:sldMk cId="3668855635" sldId="323"/>
            <ac:picMk id="41" creationId="{122AB7FB-22E9-2E7F-84F2-BBC3BC1B6F81}"/>
          </ac:picMkLst>
        </pc:picChg>
        <pc:picChg chg="mod modVis">
          <ac:chgData name="Nicole WU" userId="4cf90142-5117-41df-a92b-6216d87bdf3c" providerId="ADAL" clId="{BFD6E29E-26B7-EC41-ABF8-BF9C6D773B6C}" dt="2023-08-09T09:11:30.994" v="1708" actId="33934"/>
          <ac:picMkLst>
            <pc:docMk/>
            <pc:sldMk cId="3668855635" sldId="323"/>
            <ac:picMk id="43" creationId="{22CB05E9-597D-714F-E991-2AA1F1A228C9}"/>
          </ac:picMkLst>
        </pc:picChg>
        <pc:picChg chg="mod modVis">
          <ac:chgData name="Nicole WU" userId="4cf90142-5117-41df-a92b-6216d87bdf3c" providerId="ADAL" clId="{BFD6E29E-26B7-EC41-ABF8-BF9C6D773B6C}" dt="2023-08-09T09:11:30.994" v="1708" actId="33934"/>
          <ac:picMkLst>
            <pc:docMk/>
            <pc:sldMk cId="3668855635" sldId="323"/>
            <ac:picMk id="44" creationId="{4667755C-C206-2A6C-21F9-599C791FBFF8}"/>
          </ac:picMkLst>
        </pc:picChg>
        <pc:picChg chg="mod modVis">
          <ac:chgData name="Nicole WU" userId="4cf90142-5117-41df-a92b-6216d87bdf3c" providerId="ADAL" clId="{BFD6E29E-26B7-EC41-ABF8-BF9C6D773B6C}" dt="2023-08-09T09:11:30.994" v="1708" actId="33934"/>
          <ac:picMkLst>
            <pc:docMk/>
            <pc:sldMk cId="3668855635" sldId="323"/>
            <ac:picMk id="46" creationId="{8A866149-533B-A40E-83F2-DA011C0E9747}"/>
          </ac:picMkLst>
        </pc:picChg>
        <pc:picChg chg="mod modVis">
          <ac:chgData name="Nicole WU" userId="4cf90142-5117-41df-a92b-6216d87bdf3c" providerId="ADAL" clId="{BFD6E29E-26B7-EC41-ABF8-BF9C6D773B6C}" dt="2023-08-09T09:11:30.994" v="1708" actId="33934"/>
          <ac:picMkLst>
            <pc:docMk/>
            <pc:sldMk cId="3668855635" sldId="323"/>
            <ac:picMk id="48" creationId="{75C9ECE0-F3CB-172D-5FD9-D415DA4545F3}"/>
          </ac:picMkLst>
        </pc:picChg>
      </pc:sldChg>
      <pc:sldChg chg="addSp delSp modSp add del mod modShow">
        <pc:chgData name="Nicole WU" userId="4cf90142-5117-41df-a92b-6216d87bdf3c" providerId="ADAL" clId="{BFD6E29E-26B7-EC41-ABF8-BF9C6D773B6C}" dt="2023-08-09T11:05:35.964" v="2526" actId="2696"/>
        <pc:sldMkLst>
          <pc:docMk/>
          <pc:sldMk cId="506927897" sldId="324"/>
        </pc:sldMkLst>
        <pc:spChg chg="add del mod">
          <ac:chgData name="Nicole WU" userId="4cf90142-5117-41df-a92b-6216d87bdf3c" providerId="ADAL" clId="{BFD6E29E-26B7-EC41-ABF8-BF9C6D773B6C}" dt="2023-08-09T10:05:50.910" v="2413"/>
          <ac:spMkLst>
            <pc:docMk/>
            <pc:sldMk cId="506927897" sldId="324"/>
            <ac:spMk id="28" creationId="{EA0EBDDA-8545-0F62-9C2E-AFE93E956816}"/>
          </ac:spMkLst>
        </pc:spChg>
      </pc:sldChg>
      <pc:sldChg chg="addSp delSp modSp add mod setBg">
        <pc:chgData name="Nicole WU" userId="4cf90142-5117-41df-a92b-6216d87bdf3c" providerId="ADAL" clId="{BFD6E29E-26B7-EC41-ABF8-BF9C6D773B6C}" dt="2023-08-09T08:38:54.447" v="847"/>
        <pc:sldMkLst>
          <pc:docMk/>
          <pc:sldMk cId="93493557" sldId="325"/>
        </pc:sldMkLst>
        <pc:spChg chg="add del mod">
          <ac:chgData name="Nicole WU" userId="4cf90142-5117-41df-a92b-6216d87bdf3c" providerId="ADAL" clId="{BFD6E29E-26B7-EC41-ABF8-BF9C6D773B6C}" dt="2023-08-09T08:38:44.577" v="845"/>
          <ac:spMkLst>
            <pc:docMk/>
            <pc:sldMk cId="93493557" sldId="325"/>
            <ac:spMk id="2" creationId="{0B786E61-2678-1BD7-E594-0BC492D03883}"/>
          </ac:spMkLst>
        </pc:spChg>
        <pc:spChg chg="mod">
          <ac:chgData name="Nicole WU" userId="4cf90142-5117-41df-a92b-6216d87bdf3c" providerId="ADAL" clId="{BFD6E29E-26B7-EC41-ABF8-BF9C6D773B6C}" dt="2023-08-09T08:33:02.855" v="769" actId="1076"/>
          <ac:spMkLst>
            <pc:docMk/>
            <pc:sldMk cId="93493557" sldId="325"/>
            <ac:spMk id="4" creationId="{270E3D60-0C52-6949-089B-41F663E79586}"/>
          </ac:spMkLst>
        </pc:spChg>
      </pc:sldChg>
      <pc:sldChg chg="modSp add del">
        <pc:chgData name="Nicole WU" userId="4cf90142-5117-41df-a92b-6216d87bdf3c" providerId="ADAL" clId="{BFD6E29E-26B7-EC41-ABF8-BF9C6D773B6C}" dt="2023-08-09T12:32:00.576" v="2691" actId="18676"/>
        <pc:sldMkLst>
          <pc:docMk/>
          <pc:sldMk cId="2217200269" sldId="326"/>
        </pc:sldMkLst>
        <pc:spChg chg="mod">
          <ac:chgData name="Nicole WU" userId="4cf90142-5117-41df-a92b-6216d87bdf3c" providerId="ADAL" clId="{BFD6E29E-26B7-EC41-ABF8-BF9C6D773B6C}" dt="2023-08-09T11:41:05.475" v="2547"/>
          <ac:spMkLst>
            <pc:docMk/>
            <pc:sldMk cId="2217200269" sldId="326"/>
            <ac:spMk id="4" creationId="{270E3D60-0C52-6949-089B-41F663E79586}"/>
          </ac:spMkLst>
        </pc:spChg>
        <pc:spChg chg="mod">
          <ac:chgData name="Nicole WU" userId="4cf90142-5117-41df-a92b-6216d87bdf3c" providerId="ADAL" clId="{BFD6E29E-26B7-EC41-ABF8-BF9C6D773B6C}" dt="2023-08-09T11:41:05.475" v="2547"/>
          <ac:spMkLst>
            <pc:docMk/>
            <pc:sldMk cId="2217200269" sldId="326"/>
            <ac:spMk id="5" creationId="{B0FDF3EA-8E6C-2D63-5CB8-EFA782BADD83}"/>
          </ac:spMkLst>
        </pc:spChg>
      </pc:sldChg>
      <pc:sldChg chg="addSp delSp modSp add del">
        <pc:chgData name="Nicole WU" userId="4cf90142-5117-41df-a92b-6216d87bdf3c" providerId="ADAL" clId="{BFD6E29E-26B7-EC41-ABF8-BF9C6D773B6C}" dt="2023-08-09T10:05:38.369" v="2409" actId="2696"/>
        <pc:sldMkLst>
          <pc:docMk/>
          <pc:sldMk cId="109277154" sldId="327"/>
        </pc:sldMkLst>
        <pc:spChg chg="mod">
          <ac:chgData name="Nicole WU" userId="4cf90142-5117-41df-a92b-6216d87bdf3c" providerId="ADAL" clId="{BFD6E29E-26B7-EC41-ABF8-BF9C6D773B6C}" dt="2023-08-09T09:46:01.417" v="2005"/>
          <ac:spMkLst>
            <pc:docMk/>
            <pc:sldMk cId="109277154" sldId="327"/>
            <ac:spMk id="16" creationId="{E82988D2-90D0-D9F7-972D-10ABB13FA70A}"/>
          </ac:spMkLst>
        </pc:spChg>
        <pc:spChg chg="mod">
          <ac:chgData name="Nicole WU" userId="4cf90142-5117-41df-a92b-6216d87bdf3c" providerId="ADAL" clId="{BFD6E29E-26B7-EC41-ABF8-BF9C6D773B6C}" dt="2023-08-09T09:46:01.417" v="2005"/>
          <ac:spMkLst>
            <pc:docMk/>
            <pc:sldMk cId="109277154" sldId="327"/>
            <ac:spMk id="21" creationId="{C3ECA32F-FBEE-E084-7468-1A5DBAEDA9E8}"/>
          </ac:spMkLst>
        </pc:spChg>
        <pc:spChg chg="mod">
          <ac:chgData name="Nicole WU" userId="4cf90142-5117-41df-a92b-6216d87bdf3c" providerId="ADAL" clId="{BFD6E29E-26B7-EC41-ABF8-BF9C6D773B6C}" dt="2023-08-09T09:46:01.417" v="2005"/>
          <ac:spMkLst>
            <pc:docMk/>
            <pc:sldMk cId="109277154" sldId="327"/>
            <ac:spMk id="22" creationId="{9CEBEC10-96C3-543B-9E1E-C6679498D25E}"/>
          </ac:spMkLst>
        </pc:spChg>
        <pc:spChg chg="mod">
          <ac:chgData name="Nicole WU" userId="4cf90142-5117-41df-a92b-6216d87bdf3c" providerId="ADAL" clId="{BFD6E29E-26B7-EC41-ABF8-BF9C6D773B6C}" dt="2023-08-09T09:46:09.626" v="2007"/>
          <ac:spMkLst>
            <pc:docMk/>
            <pc:sldMk cId="109277154" sldId="327"/>
            <ac:spMk id="24" creationId="{04B3A3AA-0A96-0A02-04F2-3B51CAFBB6A4}"/>
          </ac:spMkLst>
        </pc:spChg>
        <pc:spChg chg="mod">
          <ac:chgData name="Nicole WU" userId="4cf90142-5117-41df-a92b-6216d87bdf3c" providerId="ADAL" clId="{BFD6E29E-26B7-EC41-ABF8-BF9C6D773B6C}" dt="2023-08-09T09:46:09.626" v="2007"/>
          <ac:spMkLst>
            <pc:docMk/>
            <pc:sldMk cId="109277154" sldId="327"/>
            <ac:spMk id="29" creationId="{920BEC68-E461-6B12-23C7-B00602533AAA}"/>
          </ac:spMkLst>
        </pc:spChg>
        <pc:spChg chg="mod">
          <ac:chgData name="Nicole WU" userId="4cf90142-5117-41df-a92b-6216d87bdf3c" providerId="ADAL" clId="{BFD6E29E-26B7-EC41-ABF8-BF9C6D773B6C}" dt="2023-08-09T09:46:09.626" v="2007"/>
          <ac:spMkLst>
            <pc:docMk/>
            <pc:sldMk cId="109277154" sldId="327"/>
            <ac:spMk id="30" creationId="{0ED179E3-7DB6-6F23-AAE1-371A3B537ADC}"/>
          </ac:spMkLst>
        </pc:spChg>
        <pc:grpChg chg="add del mod">
          <ac:chgData name="Nicole WU" userId="4cf90142-5117-41df-a92b-6216d87bdf3c" providerId="ADAL" clId="{BFD6E29E-26B7-EC41-ABF8-BF9C6D773B6C}" dt="2023-08-09T09:46:05.033" v="2006"/>
          <ac:grpSpMkLst>
            <pc:docMk/>
            <pc:sldMk cId="109277154" sldId="327"/>
            <ac:grpSpMk id="3" creationId="{75A2B05E-2589-E06F-B7AC-FAA6343EB6E5}"/>
          </ac:grpSpMkLst>
        </pc:grpChg>
        <pc:grpChg chg="mod">
          <ac:chgData name="Nicole WU" userId="4cf90142-5117-41df-a92b-6216d87bdf3c" providerId="ADAL" clId="{BFD6E29E-26B7-EC41-ABF8-BF9C6D773B6C}" dt="2023-08-09T09:46:01.417" v="2005"/>
          <ac:grpSpMkLst>
            <pc:docMk/>
            <pc:sldMk cId="109277154" sldId="327"/>
            <ac:grpSpMk id="17" creationId="{D9A8053E-15C8-EDD0-2808-25A15DFF4D0F}"/>
          </ac:grpSpMkLst>
        </pc:grpChg>
        <pc:grpChg chg="add del mod">
          <ac:chgData name="Nicole WU" userId="4cf90142-5117-41df-a92b-6216d87bdf3c" providerId="ADAL" clId="{BFD6E29E-26B7-EC41-ABF8-BF9C6D773B6C}" dt="2023-08-09T09:46:10.678" v="2008"/>
          <ac:grpSpMkLst>
            <pc:docMk/>
            <pc:sldMk cId="109277154" sldId="327"/>
            <ac:grpSpMk id="23" creationId="{80FBCD8C-5179-172F-70F6-694938F8DAF3}"/>
          </ac:grpSpMkLst>
        </pc:grpChg>
        <pc:grpChg chg="mod">
          <ac:chgData name="Nicole WU" userId="4cf90142-5117-41df-a92b-6216d87bdf3c" providerId="ADAL" clId="{BFD6E29E-26B7-EC41-ABF8-BF9C6D773B6C}" dt="2023-08-09T09:46:09.626" v="2007"/>
          <ac:grpSpMkLst>
            <pc:docMk/>
            <pc:sldMk cId="109277154" sldId="327"/>
            <ac:grpSpMk id="25" creationId="{7087D54B-8FF2-DD45-946E-A0B1B2531574}"/>
          </ac:grpSpMkLst>
        </pc:grpChg>
        <pc:picChg chg="mod">
          <ac:chgData name="Nicole WU" userId="4cf90142-5117-41df-a92b-6216d87bdf3c" providerId="ADAL" clId="{BFD6E29E-26B7-EC41-ABF8-BF9C6D773B6C}" dt="2023-08-09T09:46:01.417" v="2005"/>
          <ac:picMkLst>
            <pc:docMk/>
            <pc:sldMk cId="109277154" sldId="327"/>
            <ac:picMk id="18" creationId="{C1ADFA10-0435-915F-52F6-3D3D05FBD187}"/>
          </ac:picMkLst>
        </pc:picChg>
        <pc:picChg chg="mod">
          <ac:chgData name="Nicole WU" userId="4cf90142-5117-41df-a92b-6216d87bdf3c" providerId="ADAL" clId="{BFD6E29E-26B7-EC41-ABF8-BF9C6D773B6C}" dt="2023-08-09T09:46:01.417" v="2005"/>
          <ac:picMkLst>
            <pc:docMk/>
            <pc:sldMk cId="109277154" sldId="327"/>
            <ac:picMk id="19" creationId="{9C8122BC-8158-FBC4-8C0C-D4C891CE114C}"/>
          </ac:picMkLst>
        </pc:picChg>
        <pc:picChg chg="mod">
          <ac:chgData name="Nicole WU" userId="4cf90142-5117-41df-a92b-6216d87bdf3c" providerId="ADAL" clId="{BFD6E29E-26B7-EC41-ABF8-BF9C6D773B6C}" dt="2023-08-09T09:46:01.417" v="2005"/>
          <ac:picMkLst>
            <pc:docMk/>
            <pc:sldMk cId="109277154" sldId="327"/>
            <ac:picMk id="20" creationId="{1BAAA765-5EDF-1E7C-9178-0BCDA4A35C4A}"/>
          </ac:picMkLst>
        </pc:picChg>
        <pc:picChg chg="mod">
          <ac:chgData name="Nicole WU" userId="4cf90142-5117-41df-a92b-6216d87bdf3c" providerId="ADAL" clId="{BFD6E29E-26B7-EC41-ABF8-BF9C6D773B6C}" dt="2023-08-09T09:46:09.626" v="2007"/>
          <ac:picMkLst>
            <pc:docMk/>
            <pc:sldMk cId="109277154" sldId="327"/>
            <ac:picMk id="26" creationId="{BBF9BBE4-E9BE-E6F9-71CA-FAF1F361E4CE}"/>
          </ac:picMkLst>
        </pc:picChg>
        <pc:picChg chg="mod">
          <ac:chgData name="Nicole WU" userId="4cf90142-5117-41df-a92b-6216d87bdf3c" providerId="ADAL" clId="{BFD6E29E-26B7-EC41-ABF8-BF9C6D773B6C}" dt="2023-08-09T09:46:09.626" v="2007"/>
          <ac:picMkLst>
            <pc:docMk/>
            <pc:sldMk cId="109277154" sldId="327"/>
            <ac:picMk id="27" creationId="{A010E319-DEBC-770A-59B0-4099D9FCA46B}"/>
          </ac:picMkLst>
        </pc:picChg>
        <pc:picChg chg="mod">
          <ac:chgData name="Nicole WU" userId="4cf90142-5117-41df-a92b-6216d87bdf3c" providerId="ADAL" clId="{BFD6E29E-26B7-EC41-ABF8-BF9C6D773B6C}" dt="2023-08-09T09:46:09.626" v="2007"/>
          <ac:picMkLst>
            <pc:docMk/>
            <pc:sldMk cId="109277154" sldId="327"/>
            <ac:picMk id="28" creationId="{00A77601-9DAF-1B85-A8A4-A4E8E2CCC6B6}"/>
          </ac:picMkLst>
        </pc:picChg>
      </pc:sldChg>
      <pc:sldChg chg="add del">
        <pc:chgData name="Nicole WU" userId="4cf90142-5117-41df-a92b-6216d87bdf3c" providerId="ADAL" clId="{BFD6E29E-26B7-EC41-ABF8-BF9C6D773B6C}" dt="2023-08-09T12:32:00.576" v="2691" actId="18676"/>
        <pc:sldMkLst>
          <pc:docMk/>
          <pc:sldMk cId="1538255732" sldId="328"/>
        </pc:sldMkLst>
      </pc:sldChg>
      <pc:sldChg chg="modNotesTx">
        <pc:chgData name="Nicole WU" userId="4cf90142-5117-41df-a92b-6216d87bdf3c" providerId="ADAL" clId="{BFD6E29E-26B7-EC41-ABF8-BF9C6D773B6C}" dt="2023-08-09T07:46:59.640" v="26" actId="20577"/>
        <pc:sldMkLst>
          <pc:docMk/>
          <pc:sldMk cId="1521495400" sldId="329"/>
        </pc:sldMkLst>
      </pc:sldChg>
      <pc:sldChg chg="modSp add mod ord modNotesTx">
        <pc:chgData name="Nicole WU" userId="4cf90142-5117-41df-a92b-6216d87bdf3c" providerId="ADAL" clId="{BFD6E29E-26B7-EC41-ABF8-BF9C6D773B6C}" dt="2023-08-09T11:45:00.993" v="2577" actId="20578"/>
        <pc:sldMkLst>
          <pc:docMk/>
          <pc:sldMk cId="3282286893" sldId="330"/>
        </pc:sldMkLst>
        <pc:spChg chg="mod">
          <ac:chgData name="Nicole WU" userId="4cf90142-5117-41df-a92b-6216d87bdf3c" providerId="ADAL" clId="{BFD6E29E-26B7-EC41-ABF8-BF9C6D773B6C}" dt="2023-08-09T07:47:40.342" v="40" actId="20577"/>
          <ac:spMkLst>
            <pc:docMk/>
            <pc:sldMk cId="3282286893" sldId="330"/>
            <ac:spMk id="6" creationId="{C77D6C2F-AC0C-CDE5-6C26-DEC4BD426D97}"/>
          </ac:spMkLst>
        </pc:spChg>
      </pc:sldChg>
      <pc:sldChg chg="modSp add mod ord modNotesTx">
        <pc:chgData name="Nicole WU" userId="4cf90142-5117-41df-a92b-6216d87bdf3c" providerId="ADAL" clId="{BFD6E29E-26B7-EC41-ABF8-BF9C6D773B6C}" dt="2023-08-09T11:47:26.980" v="2601" actId="20577"/>
        <pc:sldMkLst>
          <pc:docMk/>
          <pc:sldMk cId="3313085326" sldId="331"/>
        </pc:sldMkLst>
        <pc:spChg chg="mod">
          <ac:chgData name="Nicole WU" userId="4cf90142-5117-41df-a92b-6216d87bdf3c" providerId="ADAL" clId="{BFD6E29E-26B7-EC41-ABF8-BF9C6D773B6C}" dt="2023-08-09T11:47:14.351" v="2592" actId="20577"/>
          <ac:spMkLst>
            <pc:docMk/>
            <pc:sldMk cId="3313085326" sldId="331"/>
            <ac:spMk id="2" creationId="{F029B89D-5416-48E5-81EA-436AE51F041C}"/>
          </ac:spMkLst>
        </pc:spChg>
        <pc:spChg chg="mod">
          <ac:chgData name="Nicole WU" userId="4cf90142-5117-41df-a92b-6216d87bdf3c" providerId="ADAL" clId="{BFD6E29E-26B7-EC41-ABF8-BF9C6D773B6C}" dt="2023-08-09T11:47:26.980" v="2601" actId="20577"/>
          <ac:spMkLst>
            <pc:docMk/>
            <pc:sldMk cId="3313085326" sldId="331"/>
            <ac:spMk id="6" creationId="{C77D6C2F-AC0C-CDE5-6C26-DEC4BD426D97}"/>
          </ac:spMkLst>
        </pc:spChg>
      </pc:sldChg>
      <pc:sldChg chg="add del">
        <pc:chgData name="Nicole WU" userId="4cf90142-5117-41df-a92b-6216d87bdf3c" providerId="ADAL" clId="{BFD6E29E-26B7-EC41-ABF8-BF9C6D773B6C}" dt="2023-08-09T12:32:00.576" v="2691" actId="18676"/>
        <pc:sldMkLst>
          <pc:docMk/>
          <pc:sldMk cId="833375509" sldId="332"/>
        </pc:sldMkLst>
      </pc:sldChg>
      <pc:sldChg chg="modSp add del">
        <pc:chgData name="Nicole WU" userId="4cf90142-5117-41df-a92b-6216d87bdf3c" providerId="ADAL" clId="{BFD6E29E-26B7-EC41-ABF8-BF9C6D773B6C}" dt="2023-08-09T12:32:00.576" v="2691" actId="18676"/>
        <pc:sldMkLst>
          <pc:docMk/>
          <pc:sldMk cId="2536486432" sldId="333"/>
        </pc:sldMkLst>
        <pc:spChg chg="mod">
          <ac:chgData name="Nicole WU" userId="4cf90142-5117-41df-a92b-6216d87bdf3c" providerId="ADAL" clId="{BFD6E29E-26B7-EC41-ABF8-BF9C6D773B6C}" dt="2023-08-09T11:41:05.475" v="2547"/>
          <ac:spMkLst>
            <pc:docMk/>
            <pc:sldMk cId="2536486432" sldId="333"/>
            <ac:spMk id="4" creationId="{270E3D60-0C52-6949-089B-41F663E79586}"/>
          </ac:spMkLst>
        </pc:spChg>
        <pc:spChg chg="mod">
          <ac:chgData name="Nicole WU" userId="4cf90142-5117-41df-a92b-6216d87bdf3c" providerId="ADAL" clId="{BFD6E29E-26B7-EC41-ABF8-BF9C6D773B6C}" dt="2023-08-09T11:41:05.475" v="2547"/>
          <ac:spMkLst>
            <pc:docMk/>
            <pc:sldMk cId="2536486432" sldId="333"/>
            <ac:spMk id="5" creationId="{B0FDF3EA-8E6C-2D63-5CB8-EFA782BADD83}"/>
          </ac:spMkLst>
        </pc:spChg>
      </pc:sldChg>
      <pc:sldChg chg="add del">
        <pc:chgData name="Nicole WU" userId="4cf90142-5117-41df-a92b-6216d87bdf3c" providerId="ADAL" clId="{BFD6E29E-26B7-EC41-ABF8-BF9C6D773B6C}" dt="2023-08-09T12:32:00.576" v="2691" actId="18676"/>
        <pc:sldMkLst>
          <pc:docMk/>
          <pc:sldMk cId="1427221906" sldId="334"/>
        </pc:sldMkLst>
      </pc:sldChg>
      <pc:sldChg chg="modSp add del mod">
        <pc:chgData name="Nicole WU" userId="4cf90142-5117-41df-a92b-6216d87bdf3c" providerId="ADAL" clId="{BFD6E29E-26B7-EC41-ABF8-BF9C6D773B6C}" dt="2023-08-09T12:32:19.188" v="2695" actId="18676"/>
        <pc:sldMkLst>
          <pc:docMk/>
          <pc:sldMk cId="2596995658" sldId="335"/>
        </pc:sldMkLst>
        <pc:spChg chg="mod">
          <ac:chgData name="Nicole WU" userId="4cf90142-5117-41df-a92b-6216d87bdf3c" providerId="ADAL" clId="{BFD6E29E-26B7-EC41-ABF8-BF9C6D773B6C}" dt="2023-08-09T11:41:05.475" v="2547"/>
          <ac:spMkLst>
            <pc:docMk/>
            <pc:sldMk cId="2596995658" sldId="335"/>
            <ac:spMk id="2" creationId="{3EA1334C-73EC-8D84-12E8-8E48D9C1754D}"/>
          </ac:spMkLst>
        </pc:spChg>
        <pc:spChg chg="mod">
          <ac:chgData name="Nicole WU" userId="4cf90142-5117-41df-a92b-6216d87bdf3c" providerId="ADAL" clId="{BFD6E29E-26B7-EC41-ABF8-BF9C6D773B6C}" dt="2023-08-09T11:41:05.475" v="2547"/>
          <ac:spMkLst>
            <pc:docMk/>
            <pc:sldMk cId="2596995658" sldId="335"/>
            <ac:spMk id="3" creationId="{3181B65E-B1A4-18C7-F8EB-9960E6AF2927}"/>
          </ac:spMkLst>
        </pc:spChg>
      </pc:sldChg>
      <pc:sldChg chg="modSp add del mod">
        <pc:chgData name="Nicole WU" userId="4cf90142-5117-41df-a92b-6216d87bdf3c" providerId="ADAL" clId="{BFD6E29E-26B7-EC41-ABF8-BF9C6D773B6C}" dt="2023-08-09T12:32:19.188" v="2695" actId="18676"/>
        <pc:sldMkLst>
          <pc:docMk/>
          <pc:sldMk cId="881648821" sldId="336"/>
        </pc:sldMkLst>
        <pc:spChg chg="mod">
          <ac:chgData name="Nicole WU" userId="4cf90142-5117-41df-a92b-6216d87bdf3c" providerId="ADAL" clId="{BFD6E29E-26B7-EC41-ABF8-BF9C6D773B6C}" dt="2023-08-09T11:41:05.475" v="2547"/>
          <ac:spMkLst>
            <pc:docMk/>
            <pc:sldMk cId="881648821" sldId="336"/>
            <ac:spMk id="2" creationId="{3EA1334C-73EC-8D84-12E8-8E48D9C1754D}"/>
          </ac:spMkLst>
        </pc:spChg>
        <pc:spChg chg="mod">
          <ac:chgData name="Nicole WU" userId="4cf90142-5117-41df-a92b-6216d87bdf3c" providerId="ADAL" clId="{BFD6E29E-26B7-EC41-ABF8-BF9C6D773B6C}" dt="2023-08-09T11:41:05.475" v="2547"/>
          <ac:spMkLst>
            <pc:docMk/>
            <pc:sldMk cId="881648821" sldId="336"/>
            <ac:spMk id="3" creationId="{3181B65E-B1A4-18C7-F8EB-9960E6AF2927}"/>
          </ac:spMkLst>
        </pc:spChg>
      </pc:sldChg>
      <pc:sldChg chg="add del">
        <pc:chgData name="Nicole WU" userId="4cf90142-5117-41df-a92b-6216d87bdf3c" providerId="ADAL" clId="{BFD6E29E-26B7-EC41-ABF8-BF9C6D773B6C}" dt="2023-08-09T08:36:25.945" v="808" actId="2696"/>
        <pc:sldMkLst>
          <pc:docMk/>
          <pc:sldMk cId="1155241656" sldId="337"/>
        </pc:sldMkLst>
      </pc:sldChg>
      <pc:sldChg chg="addSp delSp modSp add mod">
        <pc:chgData name="Nicole WU" userId="4cf90142-5117-41df-a92b-6216d87bdf3c" providerId="ADAL" clId="{BFD6E29E-26B7-EC41-ABF8-BF9C6D773B6C}" dt="2023-08-09T11:44:14.827" v="2573" actId="20577"/>
        <pc:sldMkLst>
          <pc:docMk/>
          <pc:sldMk cId="2161376106" sldId="338"/>
        </pc:sldMkLst>
        <pc:spChg chg="del mod">
          <ac:chgData name="Nicole WU" userId="4cf90142-5117-41df-a92b-6216d87bdf3c" providerId="ADAL" clId="{BFD6E29E-26B7-EC41-ABF8-BF9C6D773B6C}" dt="2023-08-09T07:52:51.920" v="149" actId="478"/>
          <ac:spMkLst>
            <pc:docMk/>
            <pc:sldMk cId="2161376106" sldId="338"/>
            <ac:spMk id="2" creationId="{0CA7E2A8-8E42-14EB-29CA-516DD8287C61}"/>
          </ac:spMkLst>
        </pc:spChg>
        <pc:spChg chg="add del mod">
          <ac:chgData name="Nicole WU" userId="4cf90142-5117-41df-a92b-6216d87bdf3c" providerId="ADAL" clId="{BFD6E29E-26B7-EC41-ABF8-BF9C6D773B6C}" dt="2023-08-09T07:53:09.714" v="159" actId="478"/>
          <ac:spMkLst>
            <pc:docMk/>
            <pc:sldMk cId="2161376106" sldId="338"/>
            <ac:spMk id="4" creationId="{CBC0C0D1-3BE2-B8C4-64CA-7FFCC9BF0BB1}"/>
          </ac:spMkLst>
        </pc:spChg>
        <pc:spChg chg="mod">
          <ac:chgData name="Nicole WU" userId="4cf90142-5117-41df-a92b-6216d87bdf3c" providerId="ADAL" clId="{BFD6E29E-26B7-EC41-ABF8-BF9C6D773B6C}" dt="2023-08-09T08:14:05.840" v="530" actId="404"/>
          <ac:spMkLst>
            <pc:docMk/>
            <pc:sldMk cId="2161376106" sldId="338"/>
            <ac:spMk id="6" creationId="{E767ABE5-0184-8B36-5479-76A24B961185}"/>
          </ac:spMkLst>
        </pc:spChg>
        <pc:spChg chg="mod">
          <ac:chgData name="Nicole WU" userId="4cf90142-5117-41df-a92b-6216d87bdf3c" providerId="ADAL" clId="{BFD6E29E-26B7-EC41-ABF8-BF9C6D773B6C}" dt="2023-08-09T08:14:05.840" v="530" actId="404"/>
          <ac:spMkLst>
            <pc:docMk/>
            <pc:sldMk cId="2161376106" sldId="338"/>
            <ac:spMk id="7" creationId="{B127FBED-1089-3247-8B90-6B4E1540C7F9}"/>
          </ac:spMkLst>
        </pc:spChg>
        <pc:spChg chg="mod">
          <ac:chgData name="Nicole WU" userId="4cf90142-5117-41df-a92b-6216d87bdf3c" providerId="ADAL" clId="{BFD6E29E-26B7-EC41-ABF8-BF9C6D773B6C}" dt="2023-08-09T08:14:11.536" v="531" actId="242"/>
          <ac:spMkLst>
            <pc:docMk/>
            <pc:sldMk cId="2161376106" sldId="338"/>
            <ac:spMk id="8" creationId="{7843C2A3-0D84-EBD3-3E1D-44C9C42539D5}"/>
          </ac:spMkLst>
        </pc:spChg>
        <pc:spChg chg="mod">
          <ac:chgData name="Nicole WU" userId="4cf90142-5117-41df-a92b-6216d87bdf3c" providerId="ADAL" clId="{BFD6E29E-26B7-EC41-ABF8-BF9C6D773B6C}" dt="2023-08-09T08:14:05.840" v="530" actId="404"/>
          <ac:spMkLst>
            <pc:docMk/>
            <pc:sldMk cId="2161376106" sldId="338"/>
            <ac:spMk id="13" creationId="{C43AE659-56B1-DDEA-BC20-2A836DA367AB}"/>
          </ac:spMkLst>
        </pc:spChg>
        <pc:spChg chg="mod">
          <ac:chgData name="Nicole WU" userId="4cf90142-5117-41df-a92b-6216d87bdf3c" providerId="ADAL" clId="{BFD6E29E-26B7-EC41-ABF8-BF9C6D773B6C}" dt="2023-08-09T08:14:05.840" v="530" actId="404"/>
          <ac:spMkLst>
            <pc:docMk/>
            <pc:sldMk cId="2161376106" sldId="338"/>
            <ac:spMk id="14" creationId="{9FF8F268-8BCF-E8B2-5B5B-9C53BF57908E}"/>
          </ac:spMkLst>
        </pc:spChg>
        <pc:spChg chg="mod">
          <ac:chgData name="Nicole WU" userId="4cf90142-5117-41df-a92b-6216d87bdf3c" providerId="ADAL" clId="{BFD6E29E-26B7-EC41-ABF8-BF9C6D773B6C}" dt="2023-08-09T08:14:05.840" v="530" actId="404"/>
          <ac:spMkLst>
            <pc:docMk/>
            <pc:sldMk cId="2161376106" sldId="338"/>
            <ac:spMk id="15" creationId="{5EA3E412-3D92-88B3-CB0C-9BC829A14E5C}"/>
          </ac:spMkLst>
        </pc:spChg>
        <pc:spChg chg="mod">
          <ac:chgData name="Nicole WU" userId="4cf90142-5117-41df-a92b-6216d87bdf3c" providerId="ADAL" clId="{BFD6E29E-26B7-EC41-ABF8-BF9C6D773B6C}" dt="2023-08-09T08:14:05.840" v="530" actId="404"/>
          <ac:spMkLst>
            <pc:docMk/>
            <pc:sldMk cId="2161376106" sldId="338"/>
            <ac:spMk id="16" creationId="{118DE8F7-07C2-1395-819C-52F5FC744EFF}"/>
          </ac:spMkLst>
        </pc:spChg>
        <pc:spChg chg="mod">
          <ac:chgData name="Nicole WU" userId="4cf90142-5117-41df-a92b-6216d87bdf3c" providerId="ADAL" clId="{BFD6E29E-26B7-EC41-ABF8-BF9C6D773B6C}" dt="2023-08-09T08:14:05.840" v="530" actId="404"/>
          <ac:spMkLst>
            <pc:docMk/>
            <pc:sldMk cId="2161376106" sldId="338"/>
            <ac:spMk id="18" creationId="{60979141-BBD0-EE11-5468-9E2EBEE02D3B}"/>
          </ac:spMkLst>
        </pc:spChg>
        <pc:spChg chg="mod">
          <ac:chgData name="Nicole WU" userId="4cf90142-5117-41df-a92b-6216d87bdf3c" providerId="ADAL" clId="{BFD6E29E-26B7-EC41-ABF8-BF9C6D773B6C}" dt="2023-08-09T08:14:05.840" v="530" actId="404"/>
          <ac:spMkLst>
            <pc:docMk/>
            <pc:sldMk cId="2161376106" sldId="338"/>
            <ac:spMk id="19" creationId="{88DFF2FE-F4E0-D427-91B3-D5676BB1D961}"/>
          </ac:spMkLst>
        </pc:spChg>
        <pc:spChg chg="mod">
          <ac:chgData name="Nicole WU" userId="4cf90142-5117-41df-a92b-6216d87bdf3c" providerId="ADAL" clId="{BFD6E29E-26B7-EC41-ABF8-BF9C6D773B6C}" dt="2023-08-09T08:14:26.640" v="538" actId="1036"/>
          <ac:spMkLst>
            <pc:docMk/>
            <pc:sldMk cId="2161376106" sldId="338"/>
            <ac:spMk id="20" creationId="{F5E7CE51-DE28-E6B6-7877-6BEAEA2258FA}"/>
          </ac:spMkLst>
        </pc:spChg>
        <pc:spChg chg="mod">
          <ac:chgData name="Nicole WU" userId="4cf90142-5117-41df-a92b-6216d87bdf3c" providerId="ADAL" clId="{BFD6E29E-26B7-EC41-ABF8-BF9C6D773B6C}" dt="2023-08-09T08:14:20.457" v="534" actId="1036"/>
          <ac:spMkLst>
            <pc:docMk/>
            <pc:sldMk cId="2161376106" sldId="338"/>
            <ac:spMk id="21" creationId="{98C21982-688B-3CDB-BD72-E95BAFCBFA3D}"/>
          </ac:spMkLst>
        </pc:spChg>
        <pc:spChg chg="add del mod">
          <ac:chgData name="Nicole WU" userId="4cf90142-5117-41df-a92b-6216d87bdf3c" providerId="ADAL" clId="{BFD6E29E-26B7-EC41-ABF8-BF9C6D773B6C}" dt="2023-08-09T07:53:12.860" v="162" actId="478"/>
          <ac:spMkLst>
            <pc:docMk/>
            <pc:sldMk cId="2161376106" sldId="338"/>
            <ac:spMk id="22" creationId="{06C59A2C-2D37-A62D-F317-F217EA8AB75D}"/>
          </ac:spMkLst>
        </pc:spChg>
        <pc:spChg chg="add del mod">
          <ac:chgData name="Nicole WU" userId="4cf90142-5117-41df-a92b-6216d87bdf3c" providerId="ADAL" clId="{BFD6E29E-26B7-EC41-ABF8-BF9C6D773B6C}" dt="2023-08-09T07:53:11.305" v="161"/>
          <ac:spMkLst>
            <pc:docMk/>
            <pc:sldMk cId="2161376106" sldId="338"/>
            <ac:spMk id="23" creationId="{BB2B3DAF-D514-6B9E-D175-A558951EF600}"/>
          </ac:spMkLst>
        </pc:spChg>
        <pc:spChg chg="add del mod">
          <ac:chgData name="Nicole WU" userId="4cf90142-5117-41df-a92b-6216d87bdf3c" providerId="ADAL" clId="{BFD6E29E-26B7-EC41-ABF8-BF9C6D773B6C}" dt="2023-08-09T08:21:39.119" v="719" actId="478"/>
          <ac:spMkLst>
            <pc:docMk/>
            <pc:sldMk cId="2161376106" sldId="338"/>
            <ac:spMk id="24" creationId="{BA236012-10B1-0CA9-D2B6-A62B2BED374B}"/>
          </ac:spMkLst>
        </pc:spChg>
        <pc:spChg chg="add del mod">
          <ac:chgData name="Nicole WU" userId="4cf90142-5117-41df-a92b-6216d87bdf3c" providerId="ADAL" clId="{BFD6E29E-26B7-EC41-ABF8-BF9C6D773B6C}" dt="2023-08-09T07:53:15.085" v="165" actId="767"/>
          <ac:spMkLst>
            <pc:docMk/>
            <pc:sldMk cId="2161376106" sldId="338"/>
            <ac:spMk id="25" creationId="{C0E65FF4-EBCF-5951-28AE-D09143002D4B}"/>
          </ac:spMkLst>
        </pc:spChg>
        <pc:spChg chg="add del mod">
          <ac:chgData name="Nicole WU" userId="4cf90142-5117-41df-a92b-6216d87bdf3c" providerId="ADAL" clId="{BFD6E29E-26B7-EC41-ABF8-BF9C6D773B6C}" dt="2023-08-09T08:21:41.678" v="721" actId="478"/>
          <ac:spMkLst>
            <pc:docMk/>
            <pc:sldMk cId="2161376106" sldId="338"/>
            <ac:spMk id="28" creationId="{90198E92-A406-AE09-43E5-70FF3A0F36F3}"/>
          </ac:spMkLst>
        </pc:spChg>
        <pc:spChg chg="add del mod">
          <ac:chgData name="Nicole WU" userId="4cf90142-5117-41df-a92b-6216d87bdf3c" providerId="ADAL" clId="{BFD6E29E-26B7-EC41-ABF8-BF9C6D773B6C}" dt="2023-08-09T08:21:56.235" v="722" actId="478"/>
          <ac:spMkLst>
            <pc:docMk/>
            <pc:sldMk cId="2161376106" sldId="338"/>
            <ac:spMk id="29" creationId="{79661590-DACF-6FD2-BAC7-D83BD0A5D616}"/>
          </ac:spMkLst>
        </pc:spChg>
        <pc:spChg chg="add mod">
          <ac:chgData name="Nicole WU" userId="4cf90142-5117-41df-a92b-6216d87bdf3c" providerId="ADAL" clId="{BFD6E29E-26B7-EC41-ABF8-BF9C6D773B6C}" dt="2023-08-09T11:44:14.827" v="2573" actId="20577"/>
          <ac:spMkLst>
            <pc:docMk/>
            <pc:sldMk cId="2161376106" sldId="338"/>
            <ac:spMk id="30" creationId="{43A27B2C-3292-3987-1B6D-F6B9FEA32C12}"/>
          </ac:spMkLst>
        </pc:spChg>
        <pc:cxnChg chg="mod">
          <ac:chgData name="Nicole WU" userId="4cf90142-5117-41df-a92b-6216d87bdf3c" providerId="ADAL" clId="{BFD6E29E-26B7-EC41-ABF8-BF9C6D773B6C}" dt="2023-08-09T07:56:38.518" v="253" actId="1076"/>
          <ac:cxnSpMkLst>
            <pc:docMk/>
            <pc:sldMk cId="2161376106" sldId="338"/>
            <ac:cxnSpMk id="9" creationId="{AAB9B6E4-B3CC-1511-4DBD-381DB03C63CF}"/>
          </ac:cxnSpMkLst>
        </pc:cxnChg>
        <pc:cxnChg chg="mod">
          <ac:chgData name="Nicole WU" userId="4cf90142-5117-41df-a92b-6216d87bdf3c" providerId="ADAL" clId="{BFD6E29E-26B7-EC41-ABF8-BF9C6D773B6C}" dt="2023-08-09T07:56:38.518" v="253" actId="1076"/>
          <ac:cxnSpMkLst>
            <pc:docMk/>
            <pc:sldMk cId="2161376106" sldId="338"/>
            <ac:cxnSpMk id="10" creationId="{D8CBDB44-F00E-8AC4-2D83-98856084BC9C}"/>
          </ac:cxnSpMkLst>
        </pc:cxnChg>
        <pc:cxnChg chg="mod">
          <ac:chgData name="Nicole WU" userId="4cf90142-5117-41df-a92b-6216d87bdf3c" providerId="ADAL" clId="{BFD6E29E-26B7-EC41-ABF8-BF9C6D773B6C}" dt="2023-08-09T07:56:38.518" v="253" actId="1076"/>
          <ac:cxnSpMkLst>
            <pc:docMk/>
            <pc:sldMk cId="2161376106" sldId="338"/>
            <ac:cxnSpMk id="11" creationId="{979EB662-F96D-10F9-4186-10F1B95C82E6}"/>
          </ac:cxnSpMkLst>
        </pc:cxnChg>
        <pc:cxnChg chg="mod">
          <ac:chgData name="Nicole WU" userId="4cf90142-5117-41df-a92b-6216d87bdf3c" providerId="ADAL" clId="{BFD6E29E-26B7-EC41-ABF8-BF9C6D773B6C}" dt="2023-08-09T07:56:38.518" v="253" actId="1076"/>
          <ac:cxnSpMkLst>
            <pc:docMk/>
            <pc:sldMk cId="2161376106" sldId="338"/>
            <ac:cxnSpMk id="12" creationId="{FCADB271-BE11-A886-327B-4826785721F7}"/>
          </ac:cxnSpMkLst>
        </pc:cxnChg>
        <pc:cxnChg chg="mod">
          <ac:chgData name="Nicole WU" userId="4cf90142-5117-41df-a92b-6216d87bdf3c" providerId="ADAL" clId="{BFD6E29E-26B7-EC41-ABF8-BF9C6D773B6C}" dt="2023-08-09T07:56:38.518" v="253" actId="1076"/>
          <ac:cxnSpMkLst>
            <pc:docMk/>
            <pc:sldMk cId="2161376106" sldId="338"/>
            <ac:cxnSpMk id="17" creationId="{E848B589-B2DE-3381-029B-B90850A7D8C4}"/>
          </ac:cxnSpMkLst>
        </pc:cxnChg>
      </pc:sldChg>
      <pc:sldChg chg="addSp delSp modSp add del mod modTransition addAnim delAnim modAnim">
        <pc:chgData name="Nicole WU" userId="4cf90142-5117-41df-a92b-6216d87bdf3c" providerId="ADAL" clId="{BFD6E29E-26B7-EC41-ABF8-BF9C6D773B6C}" dt="2023-08-09T08:36:27.684" v="812" actId="2696"/>
        <pc:sldMkLst>
          <pc:docMk/>
          <pc:sldMk cId="222680801" sldId="339"/>
        </pc:sldMkLst>
        <pc:spChg chg="del">
          <ac:chgData name="Nicole WU" userId="4cf90142-5117-41df-a92b-6216d87bdf3c" providerId="ADAL" clId="{BFD6E29E-26B7-EC41-ABF8-BF9C6D773B6C}" dt="2023-08-09T07:58:51.904" v="336" actId="478"/>
          <ac:spMkLst>
            <pc:docMk/>
            <pc:sldMk cId="222680801" sldId="339"/>
            <ac:spMk id="3" creationId="{58DF4EA1-0911-9123-CB79-6E24EF2A8DC7}"/>
          </ac:spMkLst>
        </pc:spChg>
        <pc:spChg chg="del">
          <ac:chgData name="Nicole WU" userId="4cf90142-5117-41df-a92b-6216d87bdf3c" providerId="ADAL" clId="{BFD6E29E-26B7-EC41-ABF8-BF9C6D773B6C}" dt="2023-08-09T07:57:42.340" v="263" actId="478"/>
          <ac:spMkLst>
            <pc:docMk/>
            <pc:sldMk cId="222680801" sldId="339"/>
            <ac:spMk id="4" creationId="{D67519DD-8D03-B56A-BD76-0097D8F5A43B}"/>
          </ac:spMkLst>
        </pc:spChg>
        <pc:spChg chg="add del mod">
          <ac:chgData name="Nicole WU" userId="4cf90142-5117-41df-a92b-6216d87bdf3c" providerId="ADAL" clId="{BFD6E29E-26B7-EC41-ABF8-BF9C6D773B6C}" dt="2023-08-09T07:59:57.244" v="356" actId="478"/>
          <ac:spMkLst>
            <pc:docMk/>
            <pc:sldMk cId="222680801" sldId="339"/>
            <ac:spMk id="6" creationId="{34256E60-CE04-018A-D6DF-4D42603B0177}"/>
          </ac:spMkLst>
        </pc:spChg>
        <pc:spChg chg="add mod">
          <ac:chgData name="Nicole WU" userId="4cf90142-5117-41df-a92b-6216d87bdf3c" providerId="ADAL" clId="{BFD6E29E-26B7-EC41-ABF8-BF9C6D773B6C}" dt="2023-08-09T08:01:29.027" v="411" actId="14100"/>
          <ac:spMkLst>
            <pc:docMk/>
            <pc:sldMk cId="222680801" sldId="339"/>
            <ac:spMk id="8" creationId="{2F56F0F4-6BB4-6051-4F18-AEE7B7F46C9E}"/>
          </ac:spMkLst>
        </pc:spChg>
        <pc:spChg chg="add mod">
          <ac:chgData name="Nicole WU" userId="4cf90142-5117-41df-a92b-6216d87bdf3c" providerId="ADAL" clId="{BFD6E29E-26B7-EC41-ABF8-BF9C6D773B6C}" dt="2023-08-09T08:01:10.137" v="406" actId="14100"/>
          <ac:spMkLst>
            <pc:docMk/>
            <pc:sldMk cId="222680801" sldId="339"/>
            <ac:spMk id="9" creationId="{FAFD4B9B-112B-288F-4691-BF76618986A3}"/>
          </ac:spMkLst>
        </pc:spChg>
        <pc:spChg chg="add mod">
          <ac:chgData name="Nicole WU" userId="4cf90142-5117-41df-a92b-6216d87bdf3c" providerId="ADAL" clId="{BFD6E29E-26B7-EC41-ABF8-BF9C6D773B6C}" dt="2023-08-09T08:01:25.607" v="410" actId="14100"/>
          <ac:spMkLst>
            <pc:docMk/>
            <pc:sldMk cId="222680801" sldId="339"/>
            <ac:spMk id="10" creationId="{C028DF2C-6DA6-A2A4-D1AE-418EFA4824F0}"/>
          </ac:spMkLst>
        </pc:spChg>
        <pc:spChg chg="add mod">
          <ac:chgData name="Nicole WU" userId="4cf90142-5117-41df-a92b-6216d87bdf3c" providerId="ADAL" clId="{BFD6E29E-26B7-EC41-ABF8-BF9C6D773B6C}" dt="2023-08-09T08:01:16.412" v="408" actId="14100"/>
          <ac:spMkLst>
            <pc:docMk/>
            <pc:sldMk cId="222680801" sldId="339"/>
            <ac:spMk id="11" creationId="{3460F4E3-F929-8D3A-93A0-933F4A6D1461}"/>
          </ac:spMkLst>
        </pc:spChg>
        <pc:spChg chg="add mod">
          <ac:chgData name="Nicole WU" userId="4cf90142-5117-41df-a92b-6216d87bdf3c" providerId="ADAL" clId="{BFD6E29E-26B7-EC41-ABF8-BF9C6D773B6C}" dt="2023-08-09T08:04:00.138" v="467" actId="14100"/>
          <ac:spMkLst>
            <pc:docMk/>
            <pc:sldMk cId="222680801" sldId="339"/>
            <ac:spMk id="15" creationId="{E8D6EF77-AAEE-A36F-9ACE-9C41D81C53EF}"/>
          </ac:spMkLst>
        </pc:spChg>
        <pc:spChg chg="add del mod">
          <ac:chgData name="Nicole WU" userId="4cf90142-5117-41df-a92b-6216d87bdf3c" providerId="ADAL" clId="{BFD6E29E-26B7-EC41-ABF8-BF9C6D773B6C}" dt="2023-08-09T08:01:18.889" v="409" actId="478"/>
          <ac:spMkLst>
            <pc:docMk/>
            <pc:sldMk cId="222680801" sldId="339"/>
            <ac:spMk id="16" creationId="{0F22F0CB-1A52-61CF-6556-16591C6EB0A6}"/>
          </ac:spMkLst>
        </pc:spChg>
        <pc:spChg chg="add mod">
          <ac:chgData name="Nicole WU" userId="4cf90142-5117-41df-a92b-6216d87bdf3c" providerId="ADAL" clId="{BFD6E29E-26B7-EC41-ABF8-BF9C6D773B6C}" dt="2023-08-09T08:00:12.664" v="363" actId="14100"/>
          <ac:spMkLst>
            <pc:docMk/>
            <pc:sldMk cId="222680801" sldId="339"/>
            <ac:spMk id="20" creationId="{19D6B7C4-92FD-39C1-7A53-F5239432A730}"/>
          </ac:spMkLst>
        </pc:spChg>
        <pc:spChg chg="del mod">
          <ac:chgData name="Nicole WU" userId="4cf90142-5117-41df-a92b-6216d87bdf3c" providerId="ADAL" clId="{BFD6E29E-26B7-EC41-ABF8-BF9C6D773B6C}" dt="2023-08-09T07:57:57.644" v="266" actId="478"/>
          <ac:spMkLst>
            <pc:docMk/>
            <pc:sldMk cId="222680801" sldId="339"/>
            <ac:spMk id="25" creationId="{FEF0743A-E23B-FC4F-255C-EC055BBA1420}"/>
          </ac:spMkLst>
        </pc:spChg>
        <pc:spChg chg="del mod">
          <ac:chgData name="Nicole WU" userId="4cf90142-5117-41df-a92b-6216d87bdf3c" providerId="ADAL" clId="{BFD6E29E-26B7-EC41-ABF8-BF9C6D773B6C}" dt="2023-08-09T07:58:01.745" v="269" actId="478"/>
          <ac:spMkLst>
            <pc:docMk/>
            <pc:sldMk cId="222680801" sldId="339"/>
            <ac:spMk id="26" creationId="{E1A5DCDC-EE83-617B-0A13-223B8FA8C0F2}"/>
          </ac:spMkLst>
        </pc:spChg>
        <pc:spChg chg="del">
          <ac:chgData name="Nicole WU" userId="4cf90142-5117-41df-a92b-6216d87bdf3c" providerId="ADAL" clId="{BFD6E29E-26B7-EC41-ABF8-BF9C6D773B6C}" dt="2023-08-09T07:57:58.867" v="267" actId="478"/>
          <ac:spMkLst>
            <pc:docMk/>
            <pc:sldMk cId="222680801" sldId="339"/>
            <ac:spMk id="27" creationId="{F0DADB58-B58A-2FC4-FDB1-C5802E927C61}"/>
          </ac:spMkLst>
        </pc:spChg>
        <pc:spChg chg="del">
          <ac:chgData name="Nicole WU" userId="4cf90142-5117-41df-a92b-6216d87bdf3c" providerId="ADAL" clId="{BFD6E29E-26B7-EC41-ABF8-BF9C6D773B6C}" dt="2023-08-09T08:04:28.976" v="502" actId="478"/>
          <ac:spMkLst>
            <pc:docMk/>
            <pc:sldMk cId="222680801" sldId="339"/>
            <ac:spMk id="29" creationId="{030403E6-9755-70D2-C8C9-9D1823179D90}"/>
          </ac:spMkLst>
        </pc:spChg>
        <pc:spChg chg="mod">
          <ac:chgData name="Nicole WU" userId="4cf90142-5117-41df-a92b-6216d87bdf3c" providerId="ADAL" clId="{BFD6E29E-26B7-EC41-ABF8-BF9C6D773B6C}" dt="2023-08-09T08:04:38.731" v="507" actId="1036"/>
          <ac:spMkLst>
            <pc:docMk/>
            <pc:sldMk cId="222680801" sldId="339"/>
            <ac:spMk id="30" creationId="{3457CF6C-2E2F-8598-2400-118829C532A4}"/>
          </ac:spMkLst>
        </pc:spChg>
        <pc:spChg chg="del mod">
          <ac:chgData name="Nicole WU" userId="4cf90142-5117-41df-a92b-6216d87bdf3c" providerId="ADAL" clId="{BFD6E29E-26B7-EC41-ABF8-BF9C6D773B6C}" dt="2023-08-09T08:03:39.468" v="442" actId="478"/>
          <ac:spMkLst>
            <pc:docMk/>
            <pc:sldMk cId="222680801" sldId="339"/>
            <ac:spMk id="31" creationId="{447672DA-C69C-EA8E-4EAE-E22B911455EC}"/>
          </ac:spMkLst>
        </pc:spChg>
        <pc:spChg chg="mod">
          <ac:chgData name="Nicole WU" userId="4cf90142-5117-41df-a92b-6216d87bdf3c" providerId="ADAL" clId="{BFD6E29E-26B7-EC41-ABF8-BF9C6D773B6C}" dt="2023-08-09T08:00:58.964" v="390" actId="14100"/>
          <ac:spMkLst>
            <pc:docMk/>
            <pc:sldMk cId="222680801" sldId="339"/>
            <ac:spMk id="32" creationId="{67C8EBBC-7ABC-48A9-1A21-20C2F7425DA8}"/>
          </ac:spMkLst>
        </pc:spChg>
        <pc:spChg chg="mod">
          <ac:chgData name="Nicole WU" userId="4cf90142-5117-41df-a92b-6216d87bdf3c" providerId="ADAL" clId="{BFD6E29E-26B7-EC41-ABF8-BF9C6D773B6C}" dt="2023-08-09T08:01:01.719" v="398" actId="1037"/>
          <ac:spMkLst>
            <pc:docMk/>
            <pc:sldMk cId="222680801" sldId="339"/>
            <ac:spMk id="33" creationId="{26DAF795-59AD-AFAA-F50F-0C0CC9F33930}"/>
          </ac:spMkLst>
        </pc:spChg>
        <pc:spChg chg="mod">
          <ac:chgData name="Nicole WU" userId="4cf90142-5117-41df-a92b-6216d87bdf3c" providerId="ADAL" clId="{BFD6E29E-26B7-EC41-ABF8-BF9C6D773B6C}" dt="2023-08-09T08:01:05.172" v="405" actId="1037"/>
          <ac:spMkLst>
            <pc:docMk/>
            <pc:sldMk cId="222680801" sldId="339"/>
            <ac:spMk id="34" creationId="{4377BDC8-3C15-C71F-8833-EE4A31BC896C}"/>
          </ac:spMkLst>
        </pc:spChg>
        <pc:spChg chg="add del mod">
          <ac:chgData name="Nicole WU" userId="4cf90142-5117-41df-a92b-6216d87bdf3c" providerId="ADAL" clId="{BFD6E29E-26B7-EC41-ABF8-BF9C6D773B6C}" dt="2023-08-09T08:03:40.827" v="443" actId="478"/>
          <ac:spMkLst>
            <pc:docMk/>
            <pc:sldMk cId="222680801" sldId="339"/>
            <ac:spMk id="35" creationId="{E88D17CE-2114-CBB7-1DD3-1D390DA50F6E}"/>
          </ac:spMkLst>
        </pc:spChg>
        <pc:spChg chg="add del mod">
          <ac:chgData name="Nicole WU" userId="4cf90142-5117-41df-a92b-6216d87bdf3c" providerId="ADAL" clId="{BFD6E29E-26B7-EC41-ABF8-BF9C6D773B6C}" dt="2023-08-09T08:03:42.186" v="444" actId="478"/>
          <ac:spMkLst>
            <pc:docMk/>
            <pc:sldMk cId="222680801" sldId="339"/>
            <ac:spMk id="36" creationId="{1E74CA04-6249-53A5-1A19-A0A08700BF55}"/>
          </ac:spMkLst>
        </pc:spChg>
        <pc:spChg chg="del">
          <ac:chgData name="Nicole WU" userId="4cf90142-5117-41df-a92b-6216d87bdf3c" providerId="ADAL" clId="{BFD6E29E-26B7-EC41-ABF8-BF9C6D773B6C}" dt="2023-08-09T07:58:05.708" v="271" actId="478"/>
          <ac:spMkLst>
            <pc:docMk/>
            <pc:sldMk cId="222680801" sldId="339"/>
            <ac:spMk id="42" creationId="{C0A2DE01-8335-EE23-FD5B-7BCE46E5468D}"/>
          </ac:spMkLst>
        </pc:spChg>
        <pc:spChg chg="del mod">
          <ac:chgData name="Nicole WU" userId="4cf90142-5117-41df-a92b-6216d87bdf3c" providerId="ADAL" clId="{BFD6E29E-26B7-EC41-ABF8-BF9C6D773B6C}" dt="2023-08-09T07:59:05.052" v="341" actId="478"/>
          <ac:spMkLst>
            <pc:docMk/>
            <pc:sldMk cId="222680801" sldId="339"/>
            <ac:spMk id="43" creationId="{6422C3DC-F089-EB33-33FD-988B9E740243}"/>
          </ac:spMkLst>
        </pc:spChg>
        <pc:spChg chg="add del mod">
          <ac:chgData name="Nicole WU" userId="4cf90142-5117-41df-a92b-6216d87bdf3c" providerId="ADAL" clId="{BFD6E29E-26B7-EC41-ABF8-BF9C6D773B6C}" dt="2023-08-09T08:03:02.913" v="418" actId="767"/>
          <ac:spMkLst>
            <pc:docMk/>
            <pc:sldMk cId="222680801" sldId="339"/>
            <ac:spMk id="51" creationId="{48A34389-7256-D71A-8C37-93DF246C0818}"/>
          </ac:spMkLst>
        </pc:spChg>
        <pc:spChg chg="add mod">
          <ac:chgData name="Nicole WU" userId="4cf90142-5117-41df-a92b-6216d87bdf3c" providerId="ADAL" clId="{BFD6E29E-26B7-EC41-ABF8-BF9C6D773B6C}" dt="2023-08-09T08:04:03.988" v="468" actId="14100"/>
          <ac:spMkLst>
            <pc:docMk/>
            <pc:sldMk cId="222680801" sldId="339"/>
            <ac:spMk id="52" creationId="{2B20190A-0497-E291-9F21-5AB6378DBD03}"/>
          </ac:spMkLst>
        </pc:spChg>
        <pc:spChg chg="add mod">
          <ac:chgData name="Nicole WU" userId="4cf90142-5117-41df-a92b-6216d87bdf3c" providerId="ADAL" clId="{BFD6E29E-26B7-EC41-ABF8-BF9C6D773B6C}" dt="2023-08-09T08:04:08.961" v="474" actId="1038"/>
          <ac:spMkLst>
            <pc:docMk/>
            <pc:sldMk cId="222680801" sldId="339"/>
            <ac:spMk id="53" creationId="{6443F78C-DF18-02EA-414B-0355C3E29C99}"/>
          </ac:spMkLst>
        </pc:spChg>
        <pc:spChg chg="add mod">
          <ac:chgData name="Nicole WU" userId="4cf90142-5117-41df-a92b-6216d87bdf3c" providerId="ADAL" clId="{BFD6E29E-26B7-EC41-ABF8-BF9C6D773B6C}" dt="2023-08-09T08:04:08.961" v="474" actId="1038"/>
          <ac:spMkLst>
            <pc:docMk/>
            <pc:sldMk cId="222680801" sldId="339"/>
            <ac:spMk id="54" creationId="{C11B2250-6D64-6186-9F70-A4B046379A5F}"/>
          </ac:spMkLst>
        </pc:spChg>
        <pc:spChg chg="add mod">
          <ac:chgData name="Nicole WU" userId="4cf90142-5117-41df-a92b-6216d87bdf3c" providerId="ADAL" clId="{BFD6E29E-26B7-EC41-ABF8-BF9C6D773B6C}" dt="2023-08-09T08:04:33.110" v="504" actId="1076"/>
          <ac:spMkLst>
            <pc:docMk/>
            <pc:sldMk cId="222680801" sldId="339"/>
            <ac:spMk id="55" creationId="{7EC64D46-56D7-31F5-3B7E-C00056109DDD}"/>
          </ac:spMkLst>
        </pc:spChg>
        <pc:spChg chg="add mod">
          <ac:chgData name="Nicole WU" userId="4cf90142-5117-41df-a92b-6216d87bdf3c" providerId="ADAL" clId="{BFD6E29E-26B7-EC41-ABF8-BF9C6D773B6C}" dt="2023-08-09T08:04:50.966" v="512" actId="1038"/>
          <ac:spMkLst>
            <pc:docMk/>
            <pc:sldMk cId="222680801" sldId="339"/>
            <ac:spMk id="56" creationId="{67D3A089-B45F-FFE8-6F07-2276AE5439D3}"/>
          </ac:spMkLst>
        </pc:spChg>
        <pc:cxnChg chg="del mod">
          <ac:chgData name="Nicole WU" userId="4cf90142-5117-41df-a92b-6216d87bdf3c" providerId="ADAL" clId="{BFD6E29E-26B7-EC41-ABF8-BF9C6D773B6C}" dt="2023-08-09T08:00:00.365" v="358" actId="478"/>
          <ac:cxnSpMkLst>
            <pc:docMk/>
            <pc:sldMk cId="222680801" sldId="339"/>
            <ac:cxnSpMk id="5" creationId="{2E5167ED-8894-2E85-79D1-A04E50053CE8}"/>
          </ac:cxnSpMkLst>
        </pc:cxnChg>
        <pc:cxnChg chg="add mod">
          <ac:chgData name="Nicole WU" userId="4cf90142-5117-41df-a92b-6216d87bdf3c" providerId="ADAL" clId="{BFD6E29E-26B7-EC41-ABF8-BF9C6D773B6C}" dt="2023-08-09T07:58:20.162" v="332" actId="1035"/>
          <ac:cxnSpMkLst>
            <pc:docMk/>
            <pc:sldMk cId="222680801" sldId="339"/>
            <ac:cxnSpMk id="7" creationId="{44FF47E2-217B-FD7E-661F-CD95CB2F3213}"/>
          </ac:cxnSpMkLst>
        </pc:cxnChg>
        <pc:cxnChg chg="add mod">
          <ac:chgData name="Nicole WU" userId="4cf90142-5117-41df-a92b-6216d87bdf3c" providerId="ADAL" clId="{BFD6E29E-26B7-EC41-ABF8-BF9C6D773B6C}" dt="2023-08-09T08:00:58.964" v="390" actId="14100"/>
          <ac:cxnSpMkLst>
            <pc:docMk/>
            <pc:sldMk cId="222680801" sldId="339"/>
            <ac:cxnSpMk id="21" creationId="{7BB0D190-76B1-8EB2-7239-D2AEF7A12EEE}"/>
          </ac:cxnSpMkLst>
        </pc:cxnChg>
        <pc:cxnChg chg="del mod">
          <ac:chgData name="Nicole WU" userId="4cf90142-5117-41df-a92b-6216d87bdf3c" providerId="ADAL" clId="{BFD6E29E-26B7-EC41-ABF8-BF9C6D773B6C}" dt="2023-08-09T07:59:59.062" v="357" actId="478"/>
          <ac:cxnSpMkLst>
            <pc:docMk/>
            <pc:sldMk cId="222680801" sldId="339"/>
            <ac:cxnSpMk id="22" creationId="{36B9B8CF-D013-B28F-CE6B-88AEE9EE8D10}"/>
          </ac:cxnSpMkLst>
        </pc:cxnChg>
        <pc:cxnChg chg="del">
          <ac:chgData name="Nicole WU" userId="4cf90142-5117-41df-a92b-6216d87bdf3c" providerId="ADAL" clId="{BFD6E29E-26B7-EC41-ABF8-BF9C6D773B6C}" dt="2023-08-09T07:58:03.505" v="270" actId="478"/>
          <ac:cxnSpMkLst>
            <pc:docMk/>
            <pc:sldMk cId="222680801" sldId="339"/>
            <ac:cxnSpMk id="24" creationId="{73C56564-2AF3-B7E4-ABE2-7A8A391D6F0D}"/>
          </ac:cxnSpMkLst>
        </pc:cxnChg>
        <pc:cxnChg chg="mod">
          <ac:chgData name="Nicole WU" userId="4cf90142-5117-41df-a92b-6216d87bdf3c" providerId="ADAL" clId="{BFD6E29E-26B7-EC41-ABF8-BF9C6D773B6C}" dt="2023-08-09T07:58:01.745" v="269" actId="478"/>
          <ac:cxnSpMkLst>
            <pc:docMk/>
            <pc:sldMk cId="222680801" sldId="339"/>
            <ac:cxnSpMk id="28" creationId="{7EF2A77E-17A4-CD5D-A420-B6581319B2D9}"/>
          </ac:cxnSpMkLst>
        </pc:cxnChg>
        <pc:cxnChg chg="add mod">
          <ac:chgData name="Nicole WU" userId="4cf90142-5117-41df-a92b-6216d87bdf3c" providerId="ADAL" clId="{BFD6E29E-26B7-EC41-ABF8-BF9C6D773B6C}" dt="2023-08-09T08:01:10.137" v="406" actId="14100"/>
          <ac:cxnSpMkLst>
            <pc:docMk/>
            <pc:sldMk cId="222680801" sldId="339"/>
            <ac:cxnSpMk id="37" creationId="{5AA6E688-E6D2-0DB0-8347-45B509AF96A2}"/>
          </ac:cxnSpMkLst>
        </pc:cxnChg>
      </pc:sldChg>
      <pc:sldChg chg="addSp delSp modSp add mod">
        <pc:chgData name="Nicole WU" userId="4cf90142-5117-41df-a92b-6216d87bdf3c" providerId="ADAL" clId="{BFD6E29E-26B7-EC41-ABF8-BF9C6D773B6C}" dt="2023-08-09T11:44:25.661" v="2574"/>
        <pc:sldMkLst>
          <pc:docMk/>
          <pc:sldMk cId="300030145" sldId="340"/>
        </pc:sldMkLst>
        <pc:spChg chg="del mod">
          <ac:chgData name="Nicole WU" userId="4cf90142-5117-41df-a92b-6216d87bdf3c" providerId="ADAL" clId="{BFD6E29E-26B7-EC41-ABF8-BF9C6D773B6C}" dt="2023-08-09T08:22:12.391" v="730" actId="478"/>
          <ac:spMkLst>
            <pc:docMk/>
            <pc:sldMk cId="300030145" sldId="340"/>
            <ac:spMk id="2" creationId="{0CA7E2A8-8E42-14EB-29CA-516DD8287C61}"/>
          </ac:spMkLst>
        </pc:spChg>
        <pc:spChg chg="mod">
          <ac:chgData name="Nicole WU" userId="4cf90142-5117-41df-a92b-6216d87bdf3c" providerId="ADAL" clId="{BFD6E29E-26B7-EC41-ABF8-BF9C6D773B6C}" dt="2023-08-09T08:38:23.510" v="839" actId="1035"/>
          <ac:spMkLst>
            <pc:docMk/>
            <pc:sldMk cId="300030145" sldId="340"/>
            <ac:spMk id="3" creationId="{58DF4EA1-0911-9123-CB79-6E24EF2A8DC7}"/>
          </ac:spMkLst>
        </pc:spChg>
        <pc:spChg chg="del">
          <ac:chgData name="Nicole WU" userId="4cf90142-5117-41df-a92b-6216d87bdf3c" providerId="ADAL" clId="{BFD6E29E-26B7-EC41-ABF8-BF9C6D773B6C}" dt="2023-08-09T08:13:27.688" v="525" actId="478"/>
          <ac:spMkLst>
            <pc:docMk/>
            <pc:sldMk cId="300030145" sldId="340"/>
            <ac:spMk id="4" creationId="{D67519DD-8D03-B56A-BD76-0097D8F5A43B}"/>
          </ac:spMkLst>
        </pc:spChg>
        <pc:spChg chg="add mod">
          <ac:chgData name="Nicole WU" userId="4cf90142-5117-41df-a92b-6216d87bdf3c" providerId="ADAL" clId="{BFD6E29E-26B7-EC41-ABF8-BF9C6D773B6C}" dt="2023-08-09T08:38:34.812" v="842" actId="1076"/>
          <ac:spMkLst>
            <pc:docMk/>
            <pc:sldMk cId="300030145" sldId="340"/>
            <ac:spMk id="6" creationId="{F8774377-2D40-33CD-652F-418A320A13C6}"/>
          </ac:spMkLst>
        </pc:spChg>
        <pc:spChg chg="add mod">
          <ac:chgData name="Nicole WU" userId="4cf90142-5117-41df-a92b-6216d87bdf3c" providerId="ADAL" clId="{BFD6E29E-26B7-EC41-ABF8-BF9C6D773B6C}" dt="2023-08-09T08:20:07.558" v="680" actId="1038"/>
          <ac:spMkLst>
            <pc:docMk/>
            <pc:sldMk cId="300030145" sldId="340"/>
            <ac:spMk id="8" creationId="{73BFB3AE-F771-7B25-3727-7C88FE390FC2}"/>
          </ac:spMkLst>
        </pc:spChg>
        <pc:spChg chg="add del mod">
          <ac:chgData name="Nicole WU" userId="4cf90142-5117-41df-a92b-6216d87bdf3c" providerId="ADAL" clId="{BFD6E29E-26B7-EC41-ABF8-BF9C6D773B6C}" dt="2023-08-09T08:22:15.404" v="733" actId="478"/>
          <ac:spMkLst>
            <pc:docMk/>
            <pc:sldMk cId="300030145" sldId="340"/>
            <ac:spMk id="12" creationId="{8AAA1093-15E4-CC55-8A20-EAFFE5DE1EE4}"/>
          </ac:spMkLst>
        </pc:spChg>
        <pc:spChg chg="add del mod">
          <ac:chgData name="Nicole WU" userId="4cf90142-5117-41df-a92b-6216d87bdf3c" providerId="ADAL" clId="{BFD6E29E-26B7-EC41-ABF8-BF9C6D773B6C}" dt="2023-08-09T08:22:14.034" v="732"/>
          <ac:spMkLst>
            <pc:docMk/>
            <pc:sldMk cId="300030145" sldId="340"/>
            <ac:spMk id="13" creationId="{BB1EE277-7731-5E9B-3A53-12C8EE5D19AC}"/>
          </ac:spMkLst>
        </pc:spChg>
        <pc:spChg chg="add mod">
          <ac:chgData name="Nicole WU" userId="4cf90142-5117-41df-a92b-6216d87bdf3c" providerId="ADAL" clId="{BFD6E29E-26B7-EC41-ABF8-BF9C6D773B6C}" dt="2023-08-09T11:44:25.661" v="2574"/>
          <ac:spMkLst>
            <pc:docMk/>
            <pc:sldMk cId="300030145" sldId="340"/>
            <ac:spMk id="14" creationId="{F79A39CB-82AC-81CA-C90C-F66576AD99B6}"/>
          </ac:spMkLst>
        </pc:spChg>
        <pc:spChg chg="del mod">
          <ac:chgData name="Nicole WU" userId="4cf90142-5117-41df-a92b-6216d87bdf3c" providerId="ADAL" clId="{BFD6E29E-26B7-EC41-ABF8-BF9C6D773B6C}" dt="2023-08-09T08:16:33.488" v="560" actId="478"/>
          <ac:spMkLst>
            <pc:docMk/>
            <pc:sldMk cId="300030145" sldId="340"/>
            <ac:spMk id="25" creationId="{FEF0743A-E23B-FC4F-255C-EC055BBA1420}"/>
          </ac:spMkLst>
        </pc:spChg>
        <pc:spChg chg="mod">
          <ac:chgData name="Nicole WU" userId="4cf90142-5117-41df-a92b-6216d87bdf3c" providerId="ADAL" clId="{BFD6E29E-26B7-EC41-ABF8-BF9C6D773B6C}" dt="2023-08-09T08:20:07.558" v="680" actId="1038"/>
          <ac:spMkLst>
            <pc:docMk/>
            <pc:sldMk cId="300030145" sldId="340"/>
            <ac:spMk id="26" creationId="{E1A5DCDC-EE83-617B-0A13-223B8FA8C0F2}"/>
          </ac:spMkLst>
        </pc:spChg>
        <pc:spChg chg="mod">
          <ac:chgData name="Nicole WU" userId="4cf90142-5117-41df-a92b-6216d87bdf3c" providerId="ADAL" clId="{BFD6E29E-26B7-EC41-ABF8-BF9C6D773B6C}" dt="2023-08-09T08:20:07.558" v="680" actId="1038"/>
          <ac:spMkLst>
            <pc:docMk/>
            <pc:sldMk cId="300030145" sldId="340"/>
            <ac:spMk id="27" creationId="{F0DADB58-B58A-2FC4-FDB1-C5802E927C61}"/>
          </ac:spMkLst>
        </pc:spChg>
        <pc:spChg chg="mod">
          <ac:chgData name="Nicole WU" userId="4cf90142-5117-41df-a92b-6216d87bdf3c" providerId="ADAL" clId="{BFD6E29E-26B7-EC41-ABF8-BF9C6D773B6C}" dt="2023-08-09T08:20:07.558" v="680" actId="1038"/>
          <ac:spMkLst>
            <pc:docMk/>
            <pc:sldMk cId="300030145" sldId="340"/>
            <ac:spMk id="29" creationId="{030403E6-9755-70D2-C8C9-9D1823179D90}"/>
          </ac:spMkLst>
        </pc:spChg>
        <pc:spChg chg="mod">
          <ac:chgData name="Nicole WU" userId="4cf90142-5117-41df-a92b-6216d87bdf3c" providerId="ADAL" clId="{BFD6E29E-26B7-EC41-ABF8-BF9C6D773B6C}" dt="2023-08-09T08:20:07.558" v="680" actId="1038"/>
          <ac:spMkLst>
            <pc:docMk/>
            <pc:sldMk cId="300030145" sldId="340"/>
            <ac:spMk id="30" creationId="{3457CF6C-2E2F-8598-2400-118829C532A4}"/>
          </ac:spMkLst>
        </pc:spChg>
        <pc:spChg chg="mod">
          <ac:chgData name="Nicole WU" userId="4cf90142-5117-41df-a92b-6216d87bdf3c" providerId="ADAL" clId="{BFD6E29E-26B7-EC41-ABF8-BF9C6D773B6C}" dt="2023-08-09T08:38:09.401" v="824" actId="2085"/>
          <ac:spMkLst>
            <pc:docMk/>
            <pc:sldMk cId="300030145" sldId="340"/>
            <ac:spMk id="31" creationId="{447672DA-C69C-EA8E-4EAE-E22B911455EC}"/>
          </ac:spMkLst>
        </pc:spChg>
        <pc:spChg chg="mod">
          <ac:chgData name="Nicole WU" userId="4cf90142-5117-41df-a92b-6216d87bdf3c" providerId="ADAL" clId="{BFD6E29E-26B7-EC41-ABF8-BF9C6D773B6C}" dt="2023-08-09T08:38:23.510" v="839" actId="1035"/>
          <ac:spMkLst>
            <pc:docMk/>
            <pc:sldMk cId="300030145" sldId="340"/>
            <ac:spMk id="32" creationId="{67C8EBBC-7ABC-48A9-1A21-20C2F7425DA8}"/>
          </ac:spMkLst>
        </pc:spChg>
        <pc:spChg chg="mod">
          <ac:chgData name="Nicole WU" userId="4cf90142-5117-41df-a92b-6216d87bdf3c" providerId="ADAL" clId="{BFD6E29E-26B7-EC41-ABF8-BF9C6D773B6C}" dt="2023-08-09T08:38:23.510" v="839" actId="1035"/>
          <ac:spMkLst>
            <pc:docMk/>
            <pc:sldMk cId="300030145" sldId="340"/>
            <ac:spMk id="33" creationId="{26DAF795-59AD-AFAA-F50F-0C0CC9F33930}"/>
          </ac:spMkLst>
        </pc:spChg>
        <pc:spChg chg="mod">
          <ac:chgData name="Nicole WU" userId="4cf90142-5117-41df-a92b-6216d87bdf3c" providerId="ADAL" clId="{BFD6E29E-26B7-EC41-ABF8-BF9C6D773B6C}" dt="2023-08-09T08:38:23.510" v="839" actId="1035"/>
          <ac:spMkLst>
            <pc:docMk/>
            <pc:sldMk cId="300030145" sldId="340"/>
            <ac:spMk id="34" creationId="{4377BDC8-3C15-C71F-8833-EE4A31BC896C}"/>
          </ac:spMkLst>
        </pc:spChg>
        <pc:spChg chg="mod">
          <ac:chgData name="Nicole WU" userId="4cf90142-5117-41df-a92b-6216d87bdf3c" providerId="ADAL" clId="{BFD6E29E-26B7-EC41-ABF8-BF9C6D773B6C}" dt="2023-08-09T08:20:07.558" v="680" actId="1038"/>
          <ac:spMkLst>
            <pc:docMk/>
            <pc:sldMk cId="300030145" sldId="340"/>
            <ac:spMk id="35" creationId="{E88D17CE-2114-CBB7-1DD3-1D390DA50F6E}"/>
          </ac:spMkLst>
        </pc:spChg>
        <pc:spChg chg="mod">
          <ac:chgData name="Nicole WU" userId="4cf90142-5117-41df-a92b-6216d87bdf3c" providerId="ADAL" clId="{BFD6E29E-26B7-EC41-ABF8-BF9C6D773B6C}" dt="2023-08-09T08:20:07.558" v="680" actId="1038"/>
          <ac:spMkLst>
            <pc:docMk/>
            <pc:sldMk cId="300030145" sldId="340"/>
            <ac:spMk id="36" creationId="{1E74CA04-6249-53A5-1A19-A0A08700BF55}"/>
          </ac:spMkLst>
        </pc:spChg>
        <pc:spChg chg="mod">
          <ac:chgData name="Nicole WU" userId="4cf90142-5117-41df-a92b-6216d87bdf3c" providerId="ADAL" clId="{BFD6E29E-26B7-EC41-ABF8-BF9C6D773B6C}" dt="2023-08-09T08:20:07.558" v="680" actId="1038"/>
          <ac:spMkLst>
            <pc:docMk/>
            <pc:sldMk cId="300030145" sldId="340"/>
            <ac:spMk id="42" creationId="{C0A2DE01-8335-EE23-FD5B-7BCE46E5468D}"/>
          </ac:spMkLst>
        </pc:spChg>
        <pc:spChg chg="mod">
          <ac:chgData name="Nicole WU" userId="4cf90142-5117-41df-a92b-6216d87bdf3c" providerId="ADAL" clId="{BFD6E29E-26B7-EC41-ABF8-BF9C6D773B6C}" dt="2023-08-09T08:38:23.510" v="839" actId="1035"/>
          <ac:spMkLst>
            <pc:docMk/>
            <pc:sldMk cId="300030145" sldId="340"/>
            <ac:spMk id="43" creationId="{6422C3DC-F089-EB33-33FD-988B9E740243}"/>
          </ac:spMkLst>
        </pc:spChg>
        <pc:cxnChg chg="mod">
          <ac:chgData name="Nicole WU" userId="4cf90142-5117-41df-a92b-6216d87bdf3c" providerId="ADAL" clId="{BFD6E29E-26B7-EC41-ABF8-BF9C6D773B6C}" dt="2023-08-09T08:38:30.392" v="841" actId="14100"/>
          <ac:cxnSpMkLst>
            <pc:docMk/>
            <pc:sldMk cId="300030145" sldId="340"/>
            <ac:cxnSpMk id="5" creationId="{2E5167ED-8894-2E85-79D1-A04E50053CE8}"/>
          </ac:cxnSpMkLst>
        </pc:cxnChg>
        <pc:cxnChg chg="mod">
          <ac:chgData name="Nicole WU" userId="4cf90142-5117-41df-a92b-6216d87bdf3c" providerId="ADAL" clId="{BFD6E29E-26B7-EC41-ABF8-BF9C6D773B6C}" dt="2023-08-09T08:20:07.558" v="680" actId="1038"/>
          <ac:cxnSpMkLst>
            <pc:docMk/>
            <pc:sldMk cId="300030145" sldId="340"/>
            <ac:cxnSpMk id="22" creationId="{36B9B8CF-D013-B28F-CE6B-88AEE9EE8D10}"/>
          </ac:cxnSpMkLst>
        </pc:cxnChg>
        <pc:cxnChg chg="mod">
          <ac:chgData name="Nicole WU" userId="4cf90142-5117-41df-a92b-6216d87bdf3c" providerId="ADAL" clId="{BFD6E29E-26B7-EC41-ABF8-BF9C6D773B6C}" dt="2023-08-09T08:38:23.510" v="839" actId="1035"/>
          <ac:cxnSpMkLst>
            <pc:docMk/>
            <pc:sldMk cId="300030145" sldId="340"/>
            <ac:cxnSpMk id="23" creationId="{959D9D4C-1E61-1A4B-A1A3-033DC7A5E5C2}"/>
          </ac:cxnSpMkLst>
        </pc:cxnChg>
        <pc:cxnChg chg="mod">
          <ac:chgData name="Nicole WU" userId="4cf90142-5117-41df-a92b-6216d87bdf3c" providerId="ADAL" clId="{BFD6E29E-26B7-EC41-ABF8-BF9C6D773B6C}" dt="2023-08-09T08:20:07.558" v="680" actId="1038"/>
          <ac:cxnSpMkLst>
            <pc:docMk/>
            <pc:sldMk cId="300030145" sldId="340"/>
            <ac:cxnSpMk id="24" creationId="{73C56564-2AF3-B7E4-ABE2-7A8A391D6F0D}"/>
          </ac:cxnSpMkLst>
        </pc:cxnChg>
        <pc:cxnChg chg="mod">
          <ac:chgData name="Nicole WU" userId="4cf90142-5117-41df-a92b-6216d87bdf3c" providerId="ADAL" clId="{BFD6E29E-26B7-EC41-ABF8-BF9C6D773B6C}" dt="2023-08-09T08:20:07.558" v="680" actId="1038"/>
          <ac:cxnSpMkLst>
            <pc:docMk/>
            <pc:sldMk cId="300030145" sldId="340"/>
            <ac:cxnSpMk id="28" creationId="{7EF2A77E-17A4-CD5D-A420-B6581319B2D9}"/>
          </ac:cxnSpMkLst>
        </pc:cxnChg>
      </pc:sldChg>
      <pc:sldChg chg="add del">
        <pc:chgData name="Nicole WU" userId="4cf90142-5117-41df-a92b-6216d87bdf3c" providerId="ADAL" clId="{BFD6E29E-26B7-EC41-ABF8-BF9C6D773B6C}" dt="2023-08-09T08:09:35.887" v="523" actId="2696"/>
        <pc:sldMkLst>
          <pc:docMk/>
          <pc:sldMk cId="1316117956" sldId="340"/>
        </pc:sldMkLst>
      </pc:sldChg>
      <pc:sldChg chg="add del">
        <pc:chgData name="Nicole WU" userId="4cf90142-5117-41df-a92b-6216d87bdf3c" providerId="ADAL" clId="{BFD6E29E-26B7-EC41-ABF8-BF9C6D773B6C}" dt="2023-08-09T07:57:33.652" v="261" actId="2696"/>
        <pc:sldMkLst>
          <pc:docMk/>
          <pc:sldMk cId="2661249955" sldId="340"/>
        </pc:sldMkLst>
      </pc:sldChg>
      <pc:sldChg chg="add del">
        <pc:chgData name="Nicole WU" userId="4cf90142-5117-41df-a92b-6216d87bdf3c" providerId="ADAL" clId="{BFD6E29E-26B7-EC41-ABF8-BF9C6D773B6C}" dt="2023-08-09T08:36:32.551" v="817" actId="2696"/>
        <pc:sldMkLst>
          <pc:docMk/>
          <pc:sldMk cId="2209449643" sldId="341"/>
        </pc:sldMkLst>
      </pc:sldChg>
      <pc:sldChg chg="modSp add del mod">
        <pc:chgData name="Nicole WU" userId="4cf90142-5117-41df-a92b-6216d87bdf3c" providerId="ADAL" clId="{BFD6E29E-26B7-EC41-ABF8-BF9C6D773B6C}" dt="2023-08-09T08:34:11.748" v="782" actId="2696"/>
        <pc:sldMkLst>
          <pc:docMk/>
          <pc:sldMk cId="3919590192" sldId="341"/>
        </pc:sldMkLst>
        <pc:spChg chg="mod">
          <ac:chgData name="Nicole WU" userId="4cf90142-5117-41df-a92b-6216d87bdf3c" providerId="ADAL" clId="{BFD6E29E-26B7-EC41-ABF8-BF9C6D773B6C}" dt="2023-08-09T08:34:07.717" v="780" actId="21"/>
          <ac:spMkLst>
            <pc:docMk/>
            <pc:sldMk cId="3919590192" sldId="341"/>
            <ac:spMk id="2" creationId="{190EE630-7A4F-677F-C4B5-5517449BEC4C}"/>
          </ac:spMkLst>
        </pc:spChg>
      </pc:sldChg>
      <pc:sldChg chg="modSp add del mod">
        <pc:chgData name="Nicole WU" userId="4cf90142-5117-41df-a92b-6216d87bdf3c" providerId="ADAL" clId="{BFD6E29E-26B7-EC41-ABF8-BF9C6D773B6C}" dt="2023-08-09T08:36:33.236" v="818" actId="2696"/>
        <pc:sldMkLst>
          <pc:docMk/>
          <pc:sldMk cId="1019434282" sldId="342"/>
        </pc:sldMkLst>
        <pc:spChg chg="mod">
          <ac:chgData name="Nicole WU" userId="4cf90142-5117-41df-a92b-6216d87bdf3c" providerId="ADAL" clId="{BFD6E29E-26B7-EC41-ABF8-BF9C6D773B6C}" dt="2023-08-09T08:36:21.339" v="805" actId="27636"/>
          <ac:spMkLst>
            <pc:docMk/>
            <pc:sldMk cId="1019434282" sldId="342"/>
            <ac:spMk id="4" creationId="{3DF975A9-D43F-EC27-2696-BFAA74C72CB2}"/>
          </ac:spMkLst>
        </pc:spChg>
      </pc:sldChg>
      <pc:sldChg chg="add del">
        <pc:chgData name="Nicole WU" userId="4cf90142-5117-41df-a92b-6216d87bdf3c" providerId="ADAL" clId="{BFD6E29E-26B7-EC41-ABF8-BF9C6D773B6C}" dt="2023-08-09T08:34:15.196" v="783" actId="2696"/>
        <pc:sldMkLst>
          <pc:docMk/>
          <pc:sldMk cId="2209449643" sldId="342"/>
        </pc:sldMkLst>
      </pc:sldChg>
      <pc:sldChg chg="modSp add del mod">
        <pc:chgData name="Nicole WU" userId="4cf90142-5117-41df-a92b-6216d87bdf3c" providerId="ADAL" clId="{BFD6E29E-26B7-EC41-ABF8-BF9C6D773B6C}" dt="2023-08-09T08:34:51.279" v="790" actId="2696"/>
        <pc:sldMkLst>
          <pc:docMk/>
          <pc:sldMk cId="1019434282" sldId="343"/>
        </pc:sldMkLst>
        <pc:spChg chg="mod">
          <ac:chgData name="Nicole WU" userId="4cf90142-5117-41df-a92b-6216d87bdf3c" providerId="ADAL" clId="{BFD6E29E-26B7-EC41-ABF8-BF9C6D773B6C}" dt="2023-08-09T08:34:46.975" v="788" actId="27636"/>
          <ac:spMkLst>
            <pc:docMk/>
            <pc:sldMk cId="1019434282" sldId="343"/>
            <ac:spMk id="4" creationId="{3DF975A9-D43F-EC27-2696-BFAA74C72CB2}"/>
          </ac:spMkLst>
        </pc:spChg>
      </pc:sldChg>
      <pc:sldChg chg="addSp modSp add mod delCm">
        <pc:chgData name="Nicole WU" userId="4cf90142-5117-41df-a92b-6216d87bdf3c" providerId="ADAL" clId="{BFD6E29E-26B7-EC41-ABF8-BF9C6D773B6C}" dt="2023-08-09T12:39:21.592" v="2964" actId="113"/>
        <pc:sldMkLst>
          <pc:docMk/>
          <pc:sldMk cId="1045701143" sldId="344"/>
        </pc:sldMkLst>
        <pc:spChg chg="mod">
          <ac:chgData name="Nicole WU" userId="4cf90142-5117-41df-a92b-6216d87bdf3c" providerId="ADAL" clId="{BFD6E29E-26B7-EC41-ABF8-BF9C6D773B6C}" dt="2023-08-09T08:34:09.764" v="781"/>
          <ac:spMkLst>
            <pc:docMk/>
            <pc:sldMk cId="1045701143" sldId="344"/>
            <ac:spMk id="3" creationId="{E643055D-0556-6C0E-03B1-204EB7810FCF}"/>
          </ac:spMkLst>
        </pc:spChg>
        <pc:graphicFrameChg chg="add mod modGraphic">
          <ac:chgData name="Nicole WU" userId="4cf90142-5117-41df-a92b-6216d87bdf3c" providerId="ADAL" clId="{BFD6E29E-26B7-EC41-ABF8-BF9C6D773B6C}" dt="2023-08-09T12:39:21.592" v="2964" actId="113"/>
          <ac:graphicFrameMkLst>
            <pc:docMk/>
            <pc:sldMk cId="1045701143" sldId="344"/>
            <ac:graphicFrameMk id="2" creationId="{2E0279B9-A3C0-8973-278C-9667519FD8BA}"/>
          </ac:graphicFrameMkLst>
        </pc:graphicFrameChg>
      </pc:sldChg>
      <pc:sldChg chg="addSp delSp modSp add del mod">
        <pc:chgData name="Nicole WU" userId="4cf90142-5117-41df-a92b-6216d87bdf3c" providerId="ADAL" clId="{BFD6E29E-26B7-EC41-ABF8-BF9C6D773B6C}" dt="2023-08-09T12:40:36.618" v="2967" actId="2696"/>
        <pc:sldMkLst>
          <pc:docMk/>
          <pc:sldMk cId="4137494129" sldId="345"/>
        </pc:sldMkLst>
        <pc:spChg chg="mod">
          <ac:chgData name="Nicole WU" userId="4cf90142-5117-41df-a92b-6216d87bdf3c" providerId="ADAL" clId="{BFD6E29E-26B7-EC41-ABF8-BF9C6D773B6C}" dt="2023-08-09T12:34:42.396" v="2699" actId="26606"/>
          <ac:spMkLst>
            <pc:docMk/>
            <pc:sldMk cId="4137494129" sldId="345"/>
            <ac:spMk id="3" creationId="{E643055D-0556-6C0E-03B1-204EB7810FCF}"/>
          </ac:spMkLst>
        </pc:spChg>
        <pc:graphicFrameChg chg="add del mod modGraphic">
          <ac:chgData name="Nicole WU" userId="4cf90142-5117-41df-a92b-6216d87bdf3c" providerId="ADAL" clId="{BFD6E29E-26B7-EC41-ABF8-BF9C6D773B6C}" dt="2023-08-09T12:35:09.366" v="2707" actId="21"/>
          <ac:graphicFrameMkLst>
            <pc:docMk/>
            <pc:sldMk cId="4137494129" sldId="345"/>
            <ac:graphicFrameMk id="2" creationId="{71C8A5F3-96FD-7BBC-EC6C-093719D8F1D5}"/>
          </ac:graphicFrameMkLst>
        </pc:graphicFrameChg>
      </pc:sldChg>
      <pc:sldChg chg="modSp add del mod">
        <pc:chgData name="Nicole WU" userId="4cf90142-5117-41df-a92b-6216d87bdf3c" providerId="ADAL" clId="{BFD6E29E-26B7-EC41-ABF8-BF9C6D773B6C}" dt="2023-08-09T12:31:46.751" v="2688" actId="2696"/>
        <pc:sldMkLst>
          <pc:docMk/>
          <pc:sldMk cId="3985298437" sldId="346"/>
        </pc:sldMkLst>
        <pc:spChg chg="mod">
          <ac:chgData name="Nicole WU" userId="4cf90142-5117-41df-a92b-6216d87bdf3c" providerId="ADAL" clId="{BFD6E29E-26B7-EC41-ABF8-BF9C6D773B6C}" dt="2023-08-09T08:35:08.540" v="802" actId="20577"/>
          <ac:spMkLst>
            <pc:docMk/>
            <pc:sldMk cId="3985298437" sldId="346"/>
            <ac:spMk id="3" creationId="{E643055D-0556-6C0E-03B1-204EB7810FCF}"/>
          </ac:spMkLst>
        </pc:spChg>
      </pc:sldChg>
      <pc:sldChg chg="add del">
        <pc:chgData name="Nicole WU" userId="4cf90142-5117-41df-a92b-6216d87bdf3c" providerId="ADAL" clId="{BFD6E29E-26B7-EC41-ABF8-BF9C6D773B6C}" dt="2023-08-09T08:36:27.305" v="811" actId="2696"/>
        <pc:sldMkLst>
          <pc:docMk/>
          <pc:sldMk cId="2751214730" sldId="347"/>
        </pc:sldMkLst>
      </pc:sldChg>
      <pc:sldChg chg="add del">
        <pc:chgData name="Nicole WU" userId="4cf90142-5117-41df-a92b-6216d87bdf3c" providerId="ADAL" clId="{BFD6E29E-26B7-EC41-ABF8-BF9C6D773B6C}" dt="2023-08-09T08:36:28.722" v="813" actId="2696"/>
        <pc:sldMkLst>
          <pc:docMk/>
          <pc:sldMk cId="733980227" sldId="348"/>
        </pc:sldMkLst>
      </pc:sldChg>
      <pc:sldChg chg="modSp add del mod">
        <pc:chgData name="Nicole WU" userId="4cf90142-5117-41df-a92b-6216d87bdf3c" providerId="ADAL" clId="{BFD6E29E-26B7-EC41-ABF8-BF9C6D773B6C}" dt="2023-08-09T08:36:29.334" v="814" actId="2696"/>
        <pc:sldMkLst>
          <pc:docMk/>
          <pc:sldMk cId="1218122088" sldId="349"/>
        </pc:sldMkLst>
        <pc:spChg chg="mod">
          <ac:chgData name="Nicole WU" userId="4cf90142-5117-41df-a92b-6216d87bdf3c" providerId="ADAL" clId="{BFD6E29E-26B7-EC41-ABF8-BF9C6D773B6C}" dt="2023-08-09T08:36:21.337" v="804" actId="27636"/>
          <ac:spMkLst>
            <pc:docMk/>
            <pc:sldMk cId="1218122088" sldId="349"/>
            <ac:spMk id="4" creationId="{270E3D60-0C52-6949-089B-41F663E79586}"/>
          </ac:spMkLst>
        </pc:spChg>
      </pc:sldChg>
      <pc:sldChg chg="add del">
        <pc:chgData name="Nicole WU" userId="4cf90142-5117-41df-a92b-6216d87bdf3c" providerId="ADAL" clId="{BFD6E29E-26B7-EC41-ABF8-BF9C6D773B6C}" dt="2023-08-09T08:36:31.924" v="815" actId="2696"/>
        <pc:sldMkLst>
          <pc:docMk/>
          <pc:sldMk cId="3178428366" sldId="350"/>
        </pc:sldMkLst>
      </pc:sldChg>
      <pc:sldChg chg="add del">
        <pc:chgData name="Nicole WU" userId="4cf90142-5117-41df-a92b-6216d87bdf3c" providerId="ADAL" clId="{BFD6E29E-26B7-EC41-ABF8-BF9C6D773B6C}" dt="2023-08-09T08:36:32.205" v="816" actId="2696"/>
        <pc:sldMkLst>
          <pc:docMk/>
          <pc:sldMk cId="3919590192" sldId="351"/>
        </pc:sldMkLst>
      </pc:sldChg>
      <pc:sldChg chg="add del">
        <pc:chgData name="Nicole WU" userId="4cf90142-5117-41df-a92b-6216d87bdf3c" providerId="ADAL" clId="{BFD6E29E-26B7-EC41-ABF8-BF9C6D773B6C}" dt="2023-08-09T12:32:00.576" v="2691" actId="18676"/>
        <pc:sldMkLst>
          <pc:docMk/>
          <pc:sldMk cId="3674843508" sldId="352"/>
        </pc:sldMkLst>
      </pc:sldChg>
      <pc:sldChg chg="addSp delSp modSp add del mod">
        <pc:chgData name="Nicole WU" userId="4cf90142-5117-41df-a92b-6216d87bdf3c" providerId="ADAL" clId="{BFD6E29E-26B7-EC41-ABF8-BF9C6D773B6C}" dt="2023-08-09T12:32:00.576" v="2691" actId="18676"/>
        <pc:sldMkLst>
          <pc:docMk/>
          <pc:sldMk cId="4011624524" sldId="353"/>
        </pc:sldMkLst>
        <pc:picChg chg="add del mod modCrop">
          <ac:chgData name="Nicole WU" userId="4cf90142-5117-41df-a92b-6216d87bdf3c" providerId="ADAL" clId="{BFD6E29E-26B7-EC41-ABF8-BF9C6D773B6C}" dt="2023-08-09T11:09:20.384" v="2540" actId="14100"/>
          <ac:picMkLst>
            <pc:docMk/>
            <pc:sldMk cId="4011624524" sldId="353"/>
            <ac:picMk id="2" creationId="{45188E71-B43B-8939-49E3-E2BF0E0FB26E}"/>
          </ac:picMkLst>
        </pc:picChg>
        <pc:picChg chg="add del mod">
          <ac:chgData name="Nicole WU" userId="4cf90142-5117-41df-a92b-6216d87bdf3c" providerId="ADAL" clId="{BFD6E29E-26B7-EC41-ABF8-BF9C6D773B6C}" dt="2023-08-09T11:08:47.164" v="2531"/>
          <ac:picMkLst>
            <pc:docMk/>
            <pc:sldMk cId="4011624524" sldId="353"/>
            <ac:picMk id="4" creationId="{023F9A1C-9D79-B93E-D02B-07EE3B517D99}"/>
          </ac:picMkLst>
        </pc:picChg>
        <pc:picChg chg="add del mod">
          <ac:chgData name="Nicole WU" userId="4cf90142-5117-41df-a92b-6216d87bdf3c" providerId="ADAL" clId="{BFD6E29E-26B7-EC41-ABF8-BF9C6D773B6C}" dt="2023-08-09T11:08:57.973" v="2535"/>
          <ac:picMkLst>
            <pc:docMk/>
            <pc:sldMk cId="4011624524" sldId="353"/>
            <ac:picMk id="6" creationId="{DA48C0EC-E7F9-0BC0-D90A-FA741F732253}"/>
          </ac:picMkLst>
        </pc:picChg>
        <pc:picChg chg="add mod">
          <ac:chgData name="Nicole WU" userId="4cf90142-5117-41df-a92b-6216d87bdf3c" providerId="ADAL" clId="{BFD6E29E-26B7-EC41-ABF8-BF9C6D773B6C}" dt="2023-08-09T11:09:29.685" v="2543" actId="1076"/>
          <ac:picMkLst>
            <pc:docMk/>
            <pc:sldMk cId="4011624524" sldId="353"/>
            <ac:picMk id="8" creationId="{5F6A817E-C653-501E-AE26-702EF569804B}"/>
          </ac:picMkLst>
        </pc:picChg>
      </pc:sldChg>
      <pc:sldChg chg="modSp add del">
        <pc:chgData name="Nicole WU" userId="4cf90142-5117-41df-a92b-6216d87bdf3c" providerId="ADAL" clId="{BFD6E29E-26B7-EC41-ABF8-BF9C6D773B6C}" dt="2023-08-09T12:32:00.576" v="2691" actId="18676"/>
        <pc:sldMkLst>
          <pc:docMk/>
          <pc:sldMk cId="3468892837" sldId="354"/>
        </pc:sldMkLst>
        <pc:spChg chg="mod">
          <ac:chgData name="Nicole WU" userId="4cf90142-5117-41df-a92b-6216d87bdf3c" providerId="ADAL" clId="{BFD6E29E-26B7-EC41-ABF8-BF9C6D773B6C}" dt="2023-08-09T11:41:05.475" v="2547"/>
          <ac:spMkLst>
            <pc:docMk/>
            <pc:sldMk cId="3468892837" sldId="354"/>
            <ac:spMk id="2" creationId="{8ABE952C-1E67-B8FB-60AD-22779C716717}"/>
          </ac:spMkLst>
        </pc:spChg>
      </pc:sldChg>
      <pc:sldChg chg="add del">
        <pc:chgData name="Nicole WU" userId="4cf90142-5117-41df-a92b-6216d87bdf3c" providerId="ADAL" clId="{BFD6E29E-26B7-EC41-ABF8-BF9C6D773B6C}" dt="2023-08-09T12:32:00.576" v="2691" actId="18676"/>
        <pc:sldMkLst>
          <pc:docMk/>
          <pc:sldMk cId="1591029554" sldId="355"/>
        </pc:sldMkLst>
      </pc:sldChg>
      <pc:sldChg chg="new del">
        <pc:chgData name="Nicole WU" userId="4cf90142-5117-41df-a92b-6216d87bdf3c" providerId="ADAL" clId="{BFD6E29E-26B7-EC41-ABF8-BF9C6D773B6C}" dt="2023-08-09T08:45:31.964" v="945" actId="680"/>
        <pc:sldMkLst>
          <pc:docMk/>
          <pc:sldMk cId="1301760997" sldId="356"/>
        </pc:sldMkLst>
      </pc:sldChg>
      <pc:sldChg chg="add del setBg">
        <pc:chgData name="Nicole WU" userId="4cf90142-5117-41df-a92b-6216d87bdf3c" providerId="ADAL" clId="{BFD6E29E-26B7-EC41-ABF8-BF9C6D773B6C}" dt="2023-08-09T08:44:40.379" v="923"/>
        <pc:sldMkLst>
          <pc:docMk/>
          <pc:sldMk cId="1792859252" sldId="356"/>
        </pc:sldMkLst>
      </pc:sldChg>
      <pc:sldChg chg="addSp delSp modSp add del mod">
        <pc:chgData name="Nicole WU" userId="4cf90142-5117-41df-a92b-6216d87bdf3c" providerId="ADAL" clId="{BFD6E29E-26B7-EC41-ABF8-BF9C6D773B6C}" dt="2023-08-09T12:32:00.576" v="2691" actId="18676"/>
        <pc:sldMkLst>
          <pc:docMk/>
          <pc:sldMk cId="2196241703" sldId="356"/>
        </pc:sldMkLst>
        <pc:spChg chg="mod">
          <ac:chgData name="Nicole WU" userId="4cf90142-5117-41df-a92b-6216d87bdf3c" providerId="ADAL" clId="{BFD6E29E-26B7-EC41-ABF8-BF9C6D773B6C}" dt="2023-08-09T10:04:18.424" v="2358" actId="1076"/>
          <ac:spMkLst>
            <pc:docMk/>
            <pc:sldMk cId="2196241703" sldId="356"/>
            <ac:spMk id="2" creationId="{190EE630-7A4F-677F-C4B5-5517449BEC4C}"/>
          </ac:spMkLst>
        </pc:spChg>
        <pc:spChg chg="add mod topLvl">
          <ac:chgData name="Nicole WU" userId="4cf90142-5117-41df-a92b-6216d87bdf3c" providerId="ADAL" clId="{BFD6E29E-26B7-EC41-ABF8-BF9C6D773B6C}" dt="2023-08-09T10:03:51.812" v="2354" actId="165"/>
          <ac:spMkLst>
            <pc:docMk/>
            <pc:sldMk cId="2196241703" sldId="356"/>
            <ac:spMk id="3" creationId="{0E55E8BB-476B-348D-3300-739FB420DD33}"/>
          </ac:spMkLst>
        </pc:spChg>
        <pc:spChg chg="add mod topLvl">
          <ac:chgData name="Nicole WU" userId="4cf90142-5117-41df-a92b-6216d87bdf3c" providerId="ADAL" clId="{BFD6E29E-26B7-EC41-ABF8-BF9C6D773B6C}" dt="2023-08-09T10:05:28.276" v="2408" actId="1076"/>
          <ac:spMkLst>
            <pc:docMk/>
            <pc:sldMk cId="2196241703" sldId="356"/>
            <ac:spMk id="4" creationId="{54A56C3D-B8B4-8289-F454-4DD0E3EB564A}"/>
          </ac:spMkLst>
        </pc:spChg>
        <pc:spChg chg="add del mod">
          <ac:chgData name="Nicole WU" userId="4cf90142-5117-41df-a92b-6216d87bdf3c" providerId="ADAL" clId="{BFD6E29E-26B7-EC41-ABF8-BF9C6D773B6C}" dt="2023-08-09T09:47:09.303" v="2029"/>
          <ac:spMkLst>
            <pc:docMk/>
            <pc:sldMk cId="2196241703" sldId="356"/>
            <ac:spMk id="6" creationId="{62A87E29-D91A-92C1-EAF7-647A13C91375}"/>
          </ac:spMkLst>
        </pc:spChg>
        <pc:spChg chg="add mod topLvl">
          <ac:chgData name="Nicole WU" userId="4cf90142-5117-41df-a92b-6216d87bdf3c" providerId="ADAL" clId="{BFD6E29E-26B7-EC41-ABF8-BF9C6D773B6C}" dt="2023-08-09T10:04:47.260" v="2397" actId="1076"/>
          <ac:spMkLst>
            <pc:docMk/>
            <pc:sldMk cId="2196241703" sldId="356"/>
            <ac:spMk id="7" creationId="{90B9A22B-68FA-0D7E-F725-12437AE46631}"/>
          </ac:spMkLst>
        </pc:spChg>
        <pc:spChg chg="add mod topLvl">
          <ac:chgData name="Nicole WU" userId="4cf90142-5117-41df-a92b-6216d87bdf3c" providerId="ADAL" clId="{BFD6E29E-26B7-EC41-ABF8-BF9C6D773B6C}" dt="2023-08-09T10:05:02.092" v="2402" actId="1076"/>
          <ac:spMkLst>
            <pc:docMk/>
            <pc:sldMk cId="2196241703" sldId="356"/>
            <ac:spMk id="8" creationId="{D89AAE3F-0BA6-51C8-1E39-ECB11C542367}"/>
          </ac:spMkLst>
        </pc:spChg>
        <pc:spChg chg="mod topLvl">
          <ac:chgData name="Nicole WU" userId="4cf90142-5117-41df-a92b-6216d87bdf3c" providerId="ADAL" clId="{BFD6E29E-26B7-EC41-ABF8-BF9C6D773B6C}" dt="2023-08-09T10:05:13.092" v="2404" actId="1076"/>
          <ac:spMkLst>
            <pc:docMk/>
            <pc:sldMk cId="2196241703" sldId="356"/>
            <ac:spMk id="10" creationId="{5E92AB56-F891-C738-3631-2EBAB8A7F76E}"/>
          </ac:spMkLst>
        </pc:spChg>
        <pc:spChg chg="mod topLvl">
          <ac:chgData name="Nicole WU" userId="4cf90142-5117-41df-a92b-6216d87bdf3c" providerId="ADAL" clId="{BFD6E29E-26B7-EC41-ABF8-BF9C6D773B6C}" dt="2023-08-09T10:03:51.812" v="2354" actId="165"/>
          <ac:spMkLst>
            <pc:docMk/>
            <pc:sldMk cId="2196241703" sldId="356"/>
            <ac:spMk id="11" creationId="{22794AC6-B373-F500-A4B6-EDCD19885FF4}"/>
          </ac:spMkLst>
        </pc:spChg>
        <pc:spChg chg="mod topLvl">
          <ac:chgData name="Nicole WU" userId="4cf90142-5117-41df-a92b-6216d87bdf3c" providerId="ADAL" clId="{BFD6E29E-26B7-EC41-ABF8-BF9C6D773B6C}" dt="2023-08-09T10:05:28.276" v="2408" actId="1076"/>
          <ac:spMkLst>
            <pc:docMk/>
            <pc:sldMk cId="2196241703" sldId="356"/>
            <ac:spMk id="12" creationId="{AFB8DC8E-979C-C698-4CE4-04AAD84C0D43}"/>
          </ac:spMkLst>
        </pc:spChg>
        <pc:grpChg chg="add del mod topLvl">
          <ac:chgData name="Nicole WU" userId="4cf90142-5117-41df-a92b-6216d87bdf3c" providerId="ADAL" clId="{BFD6E29E-26B7-EC41-ABF8-BF9C6D773B6C}" dt="2023-08-09T09:59:42.016" v="2168" actId="165"/>
          <ac:grpSpMkLst>
            <pc:docMk/>
            <pc:sldMk cId="2196241703" sldId="356"/>
            <ac:grpSpMk id="5" creationId="{2AFF1821-DAEB-9294-096E-FA505C0814D8}"/>
          </ac:grpSpMkLst>
        </pc:grpChg>
        <pc:grpChg chg="add del mod">
          <ac:chgData name="Nicole WU" userId="4cf90142-5117-41df-a92b-6216d87bdf3c" providerId="ADAL" clId="{BFD6E29E-26B7-EC41-ABF8-BF9C6D773B6C}" dt="2023-08-09T09:59:31.680" v="2162" actId="165"/>
          <ac:grpSpMkLst>
            <pc:docMk/>
            <pc:sldMk cId="2196241703" sldId="356"/>
            <ac:grpSpMk id="9" creationId="{523DEB94-AD51-731F-ECB8-C946D47D6E02}"/>
          </ac:grpSpMkLst>
        </pc:grpChg>
        <pc:grpChg chg="add del mod">
          <ac:chgData name="Nicole WU" userId="4cf90142-5117-41df-a92b-6216d87bdf3c" providerId="ADAL" clId="{BFD6E29E-26B7-EC41-ABF8-BF9C6D773B6C}" dt="2023-08-09T10:03:51.812" v="2354" actId="165"/>
          <ac:grpSpMkLst>
            <pc:docMk/>
            <pc:sldMk cId="2196241703" sldId="356"/>
            <ac:grpSpMk id="13" creationId="{397CAB5A-DEA5-199C-1AC9-89337C46F317}"/>
          </ac:grpSpMkLst>
        </pc:grpChg>
        <pc:grpChg chg="del topLvl">
          <ac:chgData name="Nicole WU" userId="4cf90142-5117-41df-a92b-6216d87bdf3c" providerId="ADAL" clId="{BFD6E29E-26B7-EC41-ABF8-BF9C6D773B6C}" dt="2023-08-09T09:59:56.980" v="2172" actId="165"/>
          <ac:grpSpMkLst>
            <pc:docMk/>
            <pc:sldMk cId="2196241703" sldId="356"/>
            <ac:grpSpMk id="14" creationId="{59E3FA7C-BA72-A28B-8A71-F6EB93576F9C}"/>
          </ac:grpSpMkLst>
        </pc:grpChg>
        <pc:grpChg chg="add del mod">
          <ac:chgData name="Nicole WU" userId="4cf90142-5117-41df-a92b-6216d87bdf3c" providerId="ADAL" clId="{BFD6E29E-26B7-EC41-ABF8-BF9C6D773B6C}" dt="2023-08-09T10:04:28.158" v="2359" actId="165"/>
          <ac:grpSpMkLst>
            <pc:docMk/>
            <pc:sldMk cId="2196241703" sldId="356"/>
            <ac:grpSpMk id="15" creationId="{0DDBAD16-A282-76AC-4770-AB5110F6878A}"/>
          </ac:grpSpMkLst>
        </pc:grpChg>
        <pc:grpChg chg="del topLvl">
          <ac:chgData name="Nicole WU" userId="4cf90142-5117-41df-a92b-6216d87bdf3c" providerId="ADAL" clId="{BFD6E29E-26B7-EC41-ABF8-BF9C6D773B6C}" dt="2023-08-09T09:59:48.665" v="2169" actId="165"/>
          <ac:grpSpMkLst>
            <pc:docMk/>
            <pc:sldMk cId="2196241703" sldId="356"/>
            <ac:grpSpMk id="29" creationId="{FA429BCE-E3CF-3543-2C61-847B3B227959}"/>
          </ac:grpSpMkLst>
        </pc:grpChg>
        <pc:grpChg chg="del">
          <ac:chgData name="Nicole WU" userId="4cf90142-5117-41df-a92b-6216d87bdf3c" providerId="ADAL" clId="{BFD6E29E-26B7-EC41-ABF8-BF9C6D773B6C}" dt="2023-08-09T09:46:21.239" v="2009" actId="478"/>
          <ac:grpSpMkLst>
            <pc:docMk/>
            <pc:sldMk cId="2196241703" sldId="356"/>
            <ac:grpSpMk id="31" creationId="{3B31C3B7-CBBC-45BD-2383-03479FA7EA98}"/>
          </ac:grpSpMkLst>
        </pc:grpChg>
        <pc:picChg chg="mod topLvl">
          <ac:chgData name="Nicole WU" userId="4cf90142-5117-41df-a92b-6216d87bdf3c" providerId="ADAL" clId="{BFD6E29E-26B7-EC41-ABF8-BF9C6D773B6C}" dt="2023-08-09T10:05:18.161" v="2406" actId="1076"/>
          <ac:picMkLst>
            <pc:docMk/>
            <pc:sldMk cId="2196241703" sldId="356"/>
            <ac:picMk id="17" creationId="{90C127D3-D4A3-9EC0-D106-48BAFC2CFD92}"/>
          </ac:picMkLst>
        </pc:picChg>
        <pc:picChg chg="mod topLvl">
          <ac:chgData name="Nicole WU" userId="4cf90142-5117-41df-a92b-6216d87bdf3c" providerId="ADAL" clId="{BFD6E29E-26B7-EC41-ABF8-BF9C6D773B6C}" dt="2023-08-09T10:05:16.773" v="2405" actId="1076"/>
          <ac:picMkLst>
            <pc:docMk/>
            <pc:sldMk cId="2196241703" sldId="356"/>
            <ac:picMk id="20" creationId="{9D047B27-D003-BF5D-0460-8E2551254DA5}"/>
          </ac:picMkLst>
        </pc:picChg>
        <pc:picChg chg="mod topLvl">
          <ac:chgData name="Nicole WU" userId="4cf90142-5117-41df-a92b-6216d87bdf3c" providerId="ADAL" clId="{BFD6E29E-26B7-EC41-ABF8-BF9C6D773B6C}" dt="2023-08-09T10:05:20.193" v="2407" actId="1076"/>
          <ac:picMkLst>
            <pc:docMk/>
            <pc:sldMk cId="2196241703" sldId="356"/>
            <ac:picMk id="21" creationId="{0CF9D749-9629-43C2-9D68-66EFC52EBCBA}"/>
          </ac:picMkLst>
        </pc:picChg>
        <pc:cxnChg chg="del">
          <ac:chgData name="Nicole WU" userId="4cf90142-5117-41df-a92b-6216d87bdf3c" providerId="ADAL" clId="{BFD6E29E-26B7-EC41-ABF8-BF9C6D773B6C}" dt="2023-08-09T09:46:21.239" v="2009" actId="478"/>
          <ac:cxnSpMkLst>
            <pc:docMk/>
            <pc:sldMk cId="2196241703" sldId="356"/>
            <ac:cxnSpMk id="18" creationId="{8C0396B2-D91B-2F6E-8CB5-E138D9634A15}"/>
          </ac:cxnSpMkLst>
        </pc:cxnChg>
      </pc:sldChg>
      <pc:sldChg chg="add del">
        <pc:chgData name="Nicole WU" userId="4cf90142-5117-41df-a92b-6216d87bdf3c" providerId="ADAL" clId="{BFD6E29E-26B7-EC41-ABF8-BF9C6D773B6C}" dt="2023-08-09T12:29:17.920" v="2646" actId="2696"/>
        <pc:sldMkLst>
          <pc:docMk/>
          <pc:sldMk cId="1374445404" sldId="357"/>
        </pc:sldMkLst>
      </pc:sldChg>
      <pc:sldChg chg="addSp delSp modSp add del mod modShow">
        <pc:chgData name="Nicole WU" userId="4cf90142-5117-41df-a92b-6216d87bdf3c" providerId="ADAL" clId="{BFD6E29E-26B7-EC41-ABF8-BF9C6D773B6C}" dt="2023-08-09T11:05:34.784" v="2525" actId="2696"/>
        <pc:sldMkLst>
          <pc:docMk/>
          <pc:sldMk cId="1583280286" sldId="357"/>
        </pc:sldMkLst>
        <pc:spChg chg="add del mod">
          <ac:chgData name="Nicole WU" userId="4cf90142-5117-41df-a92b-6216d87bdf3c" providerId="ADAL" clId="{BFD6E29E-26B7-EC41-ABF8-BF9C6D773B6C}" dt="2023-08-09T10:06:46.824" v="2474"/>
          <ac:spMkLst>
            <pc:docMk/>
            <pc:sldMk cId="1583280286" sldId="357"/>
            <ac:spMk id="2" creationId="{EE15B356-70C7-C1EB-F301-CCF18059107F}"/>
          </ac:spMkLst>
        </pc:spChg>
        <pc:spChg chg="del">
          <ac:chgData name="Nicole WU" userId="4cf90142-5117-41df-a92b-6216d87bdf3c" providerId="ADAL" clId="{BFD6E29E-26B7-EC41-ABF8-BF9C6D773B6C}" dt="2023-08-09T10:06:57.439" v="2481" actId="478"/>
          <ac:spMkLst>
            <pc:docMk/>
            <pc:sldMk cId="1583280286" sldId="357"/>
            <ac:spMk id="3" creationId="{77608083-5014-97A6-49FD-E4050303EE80}"/>
          </ac:spMkLst>
        </pc:spChg>
        <pc:spChg chg="add del mod">
          <ac:chgData name="Nicole WU" userId="4cf90142-5117-41df-a92b-6216d87bdf3c" providerId="ADAL" clId="{BFD6E29E-26B7-EC41-ABF8-BF9C6D773B6C}" dt="2023-08-09T10:06:46.824" v="2474"/>
          <ac:spMkLst>
            <pc:docMk/>
            <pc:sldMk cId="1583280286" sldId="357"/>
            <ac:spMk id="4" creationId="{6CF0C2F5-E32D-2947-3CA7-D36A474238EB}"/>
          </ac:spMkLst>
        </pc:spChg>
        <pc:spChg chg="mod">
          <ac:chgData name="Nicole WU" userId="4cf90142-5117-41df-a92b-6216d87bdf3c" providerId="ADAL" clId="{BFD6E29E-26B7-EC41-ABF8-BF9C6D773B6C}" dt="2023-08-09T10:06:23.275" v="2472" actId="14100"/>
          <ac:spMkLst>
            <pc:docMk/>
            <pc:sldMk cId="1583280286" sldId="357"/>
            <ac:spMk id="5" creationId="{0133D35B-545E-A739-0439-A74459B50B8A}"/>
          </ac:spMkLst>
        </pc:spChg>
        <pc:spChg chg="add del mod">
          <ac:chgData name="Nicole WU" userId="4cf90142-5117-41df-a92b-6216d87bdf3c" providerId="ADAL" clId="{BFD6E29E-26B7-EC41-ABF8-BF9C6D773B6C}" dt="2023-08-09T10:06:46.824" v="2474"/>
          <ac:spMkLst>
            <pc:docMk/>
            <pc:sldMk cId="1583280286" sldId="357"/>
            <ac:spMk id="6" creationId="{31A1206B-5146-BAB1-36D1-52CFD96A260A}"/>
          </ac:spMkLst>
        </pc:spChg>
        <pc:spChg chg="add del mod">
          <ac:chgData name="Nicole WU" userId="4cf90142-5117-41df-a92b-6216d87bdf3c" providerId="ADAL" clId="{BFD6E29E-26B7-EC41-ABF8-BF9C6D773B6C}" dt="2023-08-09T10:06:46.824" v="2474"/>
          <ac:spMkLst>
            <pc:docMk/>
            <pc:sldMk cId="1583280286" sldId="357"/>
            <ac:spMk id="7" creationId="{DCA4F730-DED2-15DC-3C22-316135392FAA}"/>
          </ac:spMkLst>
        </pc:spChg>
        <pc:spChg chg="mod">
          <ac:chgData name="Nicole WU" userId="4cf90142-5117-41df-a92b-6216d87bdf3c" providerId="ADAL" clId="{BFD6E29E-26B7-EC41-ABF8-BF9C6D773B6C}" dt="2023-08-09T10:06:52.154" v="2478" actId="20577"/>
          <ac:spMkLst>
            <pc:docMk/>
            <pc:sldMk cId="1583280286" sldId="357"/>
            <ac:spMk id="8" creationId="{1C226FD2-54F5-BC62-3B80-0000B948C08E}"/>
          </ac:spMkLst>
        </pc:spChg>
        <pc:spChg chg="mod">
          <ac:chgData name="Nicole WU" userId="4cf90142-5117-41df-a92b-6216d87bdf3c" providerId="ADAL" clId="{BFD6E29E-26B7-EC41-ABF8-BF9C6D773B6C}" dt="2023-08-09T10:06:54.737" v="2480" actId="20577"/>
          <ac:spMkLst>
            <pc:docMk/>
            <pc:sldMk cId="1583280286" sldId="357"/>
            <ac:spMk id="9" creationId="{45BE2CED-43E2-39B5-8F93-FFA098C44B0D}"/>
          </ac:spMkLst>
        </pc:spChg>
        <pc:spChg chg="mod">
          <ac:chgData name="Nicole WU" userId="4cf90142-5117-41df-a92b-6216d87bdf3c" providerId="ADAL" clId="{BFD6E29E-26B7-EC41-ABF8-BF9C6D773B6C}" dt="2023-08-09T10:07:03.747" v="2485" actId="20577"/>
          <ac:spMkLst>
            <pc:docMk/>
            <pc:sldMk cId="1583280286" sldId="357"/>
            <ac:spMk id="10" creationId="{95ED5BB3-68B9-632C-D6F8-12A63CCF5CE6}"/>
          </ac:spMkLst>
        </pc:spChg>
        <pc:spChg chg="mod">
          <ac:chgData name="Nicole WU" userId="4cf90142-5117-41df-a92b-6216d87bdf3c" providerId="ADAL" clId="{BFD6E29E-26B7-EC41-ABF8-BF9C6D773B6C}" dt="2023-08-09T10:07:06.798" v="2489" actId="20577"/>
          <ac:spMkLst>
            <pc:docMk/>
            <pc:sldMk cId="1583280286" sldId="357"/>
            <ac:spMk id="11" creationId="{5266A1DD-ADC8-2AF4-E5A6-FB8A42FC69D1}"/>
          </ac:spMkLst>
        </pc:spChg>
        <pc:spChg chg="mod">
          <ac:chgData name="Nicole WU" userId="4cf90142-5117-41df-a92b-6216d87bdf3c" providerId="ADAL" clId="{BFD6E29E-26B7-EC41-ABF8-BF9C6D773B6C}" dt="2023-08-09T10:08:06.736" v="2492" actId="20577"/>
          <ac:spMkLst>
            <pc:docMk/>
            <pc:sldMk cId="1583280286" sldId="357"/>
            <ac:spMk id="12" creationId="{4431A90D-34F1-3911-D560-F34EFF3B2CEF}"/>
          </ac:spMkLst>
        </pc:spChg>
        <pc:spChg chg="mod">
          <ac:chgData name="Nicole WU" userId="4cf90142-5117-41df-a92b-6216d87bdf3c" providerId="ADAL" clId="{BFD6E29E-26B7-EC41-ABF8-BF9C6D773B6C}" dt="2023-08-09T10:08:09.889" v="2495" actId="20577"/>
          <ac:spMkLst>
            <pc:docMk/>
            <pc:sldMk cId="1583280286" sldId="357"/>
            <ac:spMk id="13" creationId="{0CBDB650-0E73-F0B3-8BB5-06C5DCF22D3A}"/>
          </ac:spMkLst>
        </pc:spChg>
        <pc:spChg chg="add del mod">
          <ac:chgData name="Nicole WU" userId="4cf90142-5117-41df-a92b-6216d87bdf3c" providerId="ADAL" clId="{BFD6E29E-26B7-EC41-ABF8-BF9C6D773B6C}" dt="2023-08-09T10:06:46.824" v="2474"/>
          <ac:spMkLst>
            <pc:docMk/>
            <pc:sldMk cId="1583280286" sldId="357"/>
            <ac:spMk id="30" creationId="{295E4EC8-AA0F-B1D8-ED94-65401E72B098}"/>
          </ac:spMkLst>
        </pc:spChg>
        <pc:spChg chg="add del mod">
          <ac:chgData name="Nicole WU" userId="4cf90142-5117-41df-a92b-6216d87bdf3c" providerId="ADAL" clId="{BFD6E29E-26B7-EC41-ABF8-BF9C6D773B6C}" dt="2023-08-09T10:06:46.824" v="2474"/>
          <ac:spMkLst>
            <pc:docMk/>
            <pc:sldMk cId="1583280286" sldId="357"/>
            <ac:spMk id="40" creationId="{B46FCA7B-AFBC-900C-11DC-8C37A061B600}"/>
          </ac:spMkLst>
        </pc:spChg>
        <pc:spChg chg="add del mod">
          <ac:chgData name="Nicole WU" userId="4cf90142-5117-41df-a92b-6216d87bdf3c" providerId="ADAL" clId="{BFD6E29E-26B7-EC41-ABF8-BF9C6D773B6C}" dt="2023-08-09T10:06:46.824" v="2474"/>
          <ac:spMkLst>
            <pc:docMk/>
            <pc:sldMk cId="1583280286" sldId="357"/>
            <ac:spMk id="42" creationId="{ED6FB835-E7FD-7C35-0BC2-6648E96406A1}"/>
          </ac:spMkLst>
        </pc:spChg>
        <pc:spChg chg="add del mod">
          <ac:chgData name="Nicole WU" userId="4cf90142-5117-41df-a92b-6216d87bdf3c" providerId="ADAL" clId="{BFD6E29E-26B7-EC41-ABF8-BF9C6D773B6C}" dt="2023-08-09T10:06:46.824" v="2474"/>
          <ac:spMkLst>
            <pc:docMk/>
            <pc:sldMk cId="1583280286" sldId="357"/>
            <ac:spMk id="45" creationId="{BF980D6A-0C28-0BA5-2A70-6E1853B03302}"/>
          </ac:spMkLst>
        </pc:spChg>
        <pc:spChg chg="add del mod">
          <ac:chgData name="Nicole WU" userId="4cf90142-5117-41df-a92b-6216d87bdf3c" providerId="ADAL" clId="{BFD6E29E-26B7-EC41-ABF8-BF9C6D773B6C}" dt="2023-08-09T10:06:46.824" v="2474"/>
          <ac:spMkLst>
            <pc:docMk/>
            <pc:sldMk cId="1583280286" sldId="357"/>
            <ac:spMk id="47" creationId="{DF634323-D4AF-1C43-4574-27C7578AD627}"/>
          </ac:spMkLst>
        </pc:spChg>
        <pc:spChg chg="add del mod">
          <ac:chgData name="Nicole WU" userId="4cf90142-5117-41df-a92b-6216d87bdf3c" providerId="ADAL" clId="{BFD6E29E-26B7-EC41-ABF8-BF9C6D773B6C}" dt="2023-08-09T10:06:46.824" v="2474"/>
          <ac:spMkLst>
            <pc:docMk/>
            <pc:sldMk cId="1583280286" sldId="357"/>
            <ac:spMk id="49" creationId="{0AED8469-D4A9-9440-D0D2-888E3BE586CF}"/>
          </ac:spMkLst>
        </pc:spChg>
        <pc:spChg chg="add del mod">
          <ac:chgData name="Nicole WU" userId="4cf90142-5117-41df-a92b-6216d87bdf3c" providerId="ADAL" clId="{BFD6E29E-26B7-EC41-ABF8-BF9C6D773B6C}" dt="2023-08-09T10:06:46.824" v="2474"/>
          <ac:spMkLst>
            <pc:docMk/>
            <pc:sldMk cId="1583280286" sldId="357"/>
            <ac:spMk id="50" creationId="{0554DBD2-4B66-4167-4443-547D9A69F081}"/>
          </ac:spMkLst>
        </pc:spChg>
        <pc:spChg chg="add del mod">
          <ac:chgData name="Nicole WU" userId="4cf90142-5117-41df-a92b-6216d87bdf3c" providerId="ADAL" clId="{BFD6E29E-26B7-EC41-ABF8-BF9C6D773B6C}" dt="2023-08-09T10:06:46.824" v="2474"/>
          <ac:spMkLst>
            <pc:docMk/>
            <pc:sldMk cId="1583280286" sldId="357"/>
            <ac:spMk id="51" creationId="{85481DB7-4AD3-46A9-1A0A-CA71B4618703}"/>
          </ac:spMkLst>
        </pc:spChg>
        <pc:spChg chg="add del mod">
          <ac:chgData name="Nicole WU" userId="4cf90142-5117-41df-a92b-6216d87bdf3c" providerId="ADAL" clId="{BFD6E29E-26B7-EC41-ABF8-BF9C6D773B6C}" dt="2023-08-09T10:06:46.824" v="2474"/>
          <ac:spMkLst>
            <pc:docMk/>
            <pc:sldMk cId="1583280286" sldId="357"/>
            <ac:spMk id="52" creationId="{FA603C78-7F15-03FB-F4F0-FF767DEE9BAF}"/>
          </ac:spMkLst>
        </pc:spChg>
        <pc:spChg chg="add del mod">
          <ac:chgData name="Nicole WU" userId="4cf90142-5117-41df-a92b-6216d87bdf3c" providerId="ADAL" clId="{BFD6E29E-26B7-EC41-ABF8-BF9C6D773B6C}" dt="2023-08-09T10:06:46.824" v="2474"/>
          <ac:spMkLst>
            <pc:docMk/>
            <pc:sldMk cId="1583280286" sldId="357"/>
            <ac:spMk id="53" creationId="{8796A02A-2B32-EB48-516C-E29F6AE74331}"/>
          </ac:spMkLst>
        </pc:spChg>
        <pc:spChg chg="add del mod">
          <ac:chgData name="Nicole WU" userId="4cf90142-5117-41df-a92b-6216d87bdf3c" providerId="ADAL" clId="{BFD6E29E-26B7-EC41-ABF8-BF9C6D773B6C}" dt="2023-08-09T10:06:46.824" v="2474"/>
          <ac:spMkLst>
            <pc:docMk/>
            <pc:sldMk cId="1583280286" sldId="357"/>
            <ac:spMk id="54" creationId="{07D30759-074D-D734-873C-C02EFB378244}"/>
          </ac:spMkLst>
        </pc:spChg>
        <pc:spChg chg="add del mod">
          <ac:chgData name="Nicole WU" userId="4cf90142-5117-41df-a92b-6216d87bdf3c" providerId="ADAL" clId="{BFD6E29E-26B7-EC41-ABF8-BF9C6D773B6C}" dt="2023-08-09T10:06:46.824" v="2474"/>
          <ac:spMkLst>
            <pc:docMk/>
            <pc:sldMk cId="1583280286" sldId="357"/>
            <ac:spMk id="55" creationId="{96F777DD-8A21-F9F0-3A9F-84908E9ECE67}"/>
          </ac:spMkLst>
        </pc:spChg>
        <pc:spChg chg="add del mod">
          <ac:chgData name="Nicole WU" userId="4cf90142-5117-41df-a92b-6216d87bdf3c" providerId="ADAL" clId="{BFD6E29E-26B7-EC41-ABF8-BF9C6D773B6C}" dt="2023-08-09T10:06:46.824" v="2474"/>
          <ac:spMkLst>
            <pc:docMk/>
            <pc:sldMk cId="1583280286" sldId="357"/>
            <ac:spMk id="56" creationId="{668BBC09-A78E-DBDF-6880-37A6A406A3BC}"/>
          </ac:spMkLst>
        </pc:spChg>
        <pc:spChg chg="add del mod">
          <ac:chgData name="Nicole WU" userId="4cf90142-5117-41df-a92b-6216d87bdf3c" providerId="ADAL" clId="{BFD6E29E-26B7-EC41-ABF8-BF9C6D773B6C}" dt="2023-08-09T10:06:46.824" v="2474"/>
          <ac:spMkLst>
            <pc:docMk/>
            <pc:sldMk cId="1583280286" sldId="357"/>
            <ac:spMk id="57" creationId="{69709302-D0DA-9251-D3A5-5DD5F9E2A345}"/>
          </ac:spMkLst>
        </pc:spChg>
        <pc:spChg chg="add del mod">
          <ac:chgData name="Nicole WU" userId="4cf90142-5117-41df-a92b-6216d87bdf3c" providerId="ADAL" clId="{BFD6E29E-26B7-EC41-ABF8-BF9C6D773B6C}" dt="2023-08-09T10:06:46.824" v="2474"/>
          <ac:spMkLst>
            <pc:docMk/>
            <pc:sldMk cId="1583280286" sldId="357"/>
            <ac:spMk id="58" creationId="{39439708-C815-5708-7BD3-9470C4BD3E17}"/>
          </ac:spMkLst>
        </pc:spChg>
        <pc:spChg chg="add del mod">
          <ac:chgData name="Nicole WU" userId="4cf90142-5117-41df-a92b-6216d87bdf3c" providerId="ADAL" clId="{BFD6E29E-26B7-EC41-ABF8-BF9C6D773B6C}" dt="2023-08-09T10:06:46.824" v="2474"/>
          <ac:spMkLst>
            <pc:docMk/>
            <pc:sldMk cId="1583280286" sldId="357"/>
            <ac:spMk id="59" creationId="{D2DACFE6-D8F0-8146-4978-88105C603563}"/>
          </ac:spMkLst>
        </pc:spChg>
        <pc:spChg chg="add del mod">
          <ac:chgData name="Nicole WU" userId="4cf90142-5117-41df-a92b-6216d87bdf3c" providerId="ADAL" clId="{BFD6E29E-26B7-EC41-ABF8-BF9C6D773B6C}" dt="2023-08-09T10:06:46.824" v="2474"/>
          <ac:spMkLst>
            <pc:docMk/>
            <pc:sldMk cId="1583280286" sldId="357"/>
            <ac:spMk id="60" creationId="{8C0C540A-4293-2646-49F7-1997BB5AA860}"/>
          </ac:spMkLst>
        </pc:spChg>
        <pc:spChg chg="add del mod">
          <ac:chgData name="Nicole WU" userId="4cf90142-5117-41df-a92b-6216d87bdf3c" providerId="ADAL" clId="{BFD6E29E-26B7-EC41-ABF8-BF9C6D773B6C}" dt="2023-08-09T10:06:46.824" v="2474"/>
          <ac:spMkLst>
            <pc:docMk/>
            <pc:sldMk cId="1583280286" sldId="357"/>
            <ac:spMk id="61" creationId="{F5E0863E-A139-E702-D4DF-391F1AA6FF0A}"/>
          </ac:spMkLst>
        </pc:spChg>
        <pc:spChg chg="add del mod">
          <ac:chgData name="Nicole WU" userId="4cf90142-5117-41df-a92b-6216d87bdf3c" providerId="ADAL" clId="{BFD6E29E-26B7-EC41-ABF8-BF9C6D773B6C}" dt="2023-08-09T11:01:32.226" v="2518" actId="478"/>
          <ac:spMkLst>
            <pc:docMk/>
            <pc:sldMk cId="1583280286" sldId="357"/>
            <ac:spMk id="62" creationId="{B64AC1B0-036C-75F2-83DF-78759D4F3ACD}"/>
          </ac:spMkLst>
        </pc:spChg>
        <pc:spChg chg="add del mod">
          <ac:chgData name="Nicole WU" userId="4cf90142-5117-41df-a92b-6216d87bdf3c" providerId="ADAL" clId="{BFD6E29E-26B7-EC41-ABF8-BF9C6D773B6C}" dt="2023-08-09T11:05:10.083" v="2522"/>
          <ac:spMkLst>
            <pc:docMk/>
            <pc:sldMk cId="1583280286" sldId="357"/>
            <ac:spMk id="63" creationId="{736B2036-D934-D7B9-B70A-62372E946DEE}"/>
          </ac:spMkLst>
        </pc:spChg>
      </pc:sldChg>
      <pc:sldChg chg="addSp delSp modSp add mod">
        <pc:chgData name="Nicole WU" userId="4cf90142-5117-41df-a92b-6216d87bdf3c" providerId="ADAL" clId="{BFD6E29E-26B7-EC41-ABF8-BF9C6D773B6C}" dt="2023-08-09T12:29:13.561" v="2645" actId="1076"/>
        <pc:sldMkLst>
          <pc:docMk/>
          <pc:sldMk cId="1221167371" sldId="358"/>
        </pc:sldMkLst>
        <pc:spChg chg="add del">
          <ac:chgData name="Nicole WU" userId="4cf90142-5117-41df-a92b-6216d87bdf3c" providerId="ADAL" clId="{BFD6E29E-26B7-EC41-ABF8-BF9C6D773B6C}" dt="2023-08-09T12:11:30.573" v="2631" actId="478"/>
          <ac:spMkLst>
            <pc:docMk/>
            <pc:sldMk cId="1221167371" sldId="358"/>
            <ac:spMk id="4" creationId="{A07B39DE-0A32-FFCE-0C16-01EA37A679CD}"/>
          </ac:spMkLst>
        </pc:spChg>
        <pc:spChg chg="add del mod">
          <ac:chgData name="Nicole WU" userId="4cf90142-5117-41df-a92b-6216d87bdf3c" providerId="ADAL" clId="{BFD6E29E-26B7-EC41-ABF8-BF9C6D773B6C}" dt="2023-08-09T12:11:17.214" v="2608" actId="478"/>
          <ac:spMkLst>
            <pc:docMk/>
            <pc:sldMk cId="1221167371" sldId="358"/>
            <ac:spMk id="5" creationId="{35DC441D-E4A3-02B8-6695-64CC2E91A309}"/>
          </ac:spMkLst>
        </pc:spChg>
        <pc:spChg chg="add del mod">
          <ac:chgData name="Nicole WU" userId="4cf90142-5117-41df-a92b-6216d87bdf3c" providerId="ADAL" clId="{BFD6E29E-26B7-EC41-ABF8-BF9C6D773B6C}" dt="2023-08-09T12:11:16.428" v="2606"/>
          <ac:spMkLst>
            <pc:docMk/>
            <pc:sldMk cId="1221167371" sldId="358"/>
            <ac:spMk id="11" creationId="{034C7380-0C9C-E67D-A709-3E8951D32BCE}"/>
          </ac:spMkLst>
        </pc:spChg>
        <pc:spChg chg="add mod">
          <ac:chgData name="Nicole WU" userId="4cf90142-5117-41df-a92b-6216d87bdf3c" providerId="ADAL" clId="{BFD6E29E-26B7-EC41-ABF8-BF9C6D773B6C}" dt="2023-08-09T12:11:52.379" v="2640" actId="1076"/>
          <ac:spMkLst>
            <pc:docMk/>
            <pc:sldMk cId="1221167371" sldId="358"/>
            <ac:spMk id="12" creationId="{99352C4F-04AB-98EA-C7FA-AE2D3BF42182}"/>
          </ac:spMkLst>
        </pc:spChg>
        <pc:spChg chg="mod">
          <ac:chgData name="Nicole WU" userId="4cf90142-5117-41df-a92b-6216d87bdf3c" providerId="ADAL" clId="{BFD6E29E-26B7-EC41-ABF8-BF9C6D773B6C}" dt="2023-08-09T12:29:13.561" v="2645" actId="1076"/>
          <ac:spMkLst>
            <pc:docMk/>
            <pc:sldMk cId="1221167371" sldId="358"/>
            <ac:spMk id="19" creationId="{1EDAF009-955F-90C4-06AC-124525076127}"/>
          </ac:spMkLst>
        </pc:spChg>
        <pc:spChg chg="add del mod">
          <ac:chgData name="Nicole WU" userId="4cf90142-5117-41df-a92b-6216d87bdf3c" providerId="ADAL" clId="{BFD6E29E-26B7-EC41-ABF8-BF9C6D773B6C}" dt="2023-08-09T12:11:32.788" v="2632" actId="478"/>
          <ac:spMkLst>
            <pc:docMk/>
            <pc:sldMk cId="1221167371" sldId="358"/>
            <ac:spMk id="21" creationId="{E5BC80AD-6089-E899-EFCE-BF343B5338AB}"/>
          </ac:spMkLst>
        </pc:spChg>
      </pc:sldChg>
      <pc:sldChg chg="modSp add mod">
        <pc:chgData name="Nicole WU" userId="4cf90142-5117-41df-a92b-6216d87bdf3c" providerId="ADAL" clId="{BFD6E29E-26B7-EC41-ABF8-BF9C6D773B6C}" dt="2023-08-09T12:30:12.145" v="2672" actId="1076"/>
        <pc:sldMkLst>
          <pc:docMk/>
          <pc:sldMk cId="710863415" sldId="359"/>
        </pc:sldMkLst>
        <pc:spChg chg="mod">
          <ac:chgData name="Nicole WU" userId="4cf90142-5117-41df-a92b-6216d87bdf3c" providerId="ADAL" clId="{BFD6E29E-26B7-EC41-ABF8-BF9C6D773B6C}" dt="2023-08-09T12:29:41.576" v="2658" actId="20577"/>
          <ac:spMkLst>
            <pc:docMk/>
            <pc:sldMk cId="710863415" sldId="359"/>
            <ac:spMk id="2" creationId="{F029B89D-5416-48E5-81EA-436AE51F041C}"/>
          </ac:spMkLst>
        </pc:spChg>
        <pc:spChg chg="mod">
          <ac:chgData name="Nicole WU" userId="4cf90142-5117-41df-a92b-6216d87bdf3c" providerId="ADAL" clId="{BFD6E29E-26B7-EC41-ABF8-BF9C6D773B6C}" dt="2023-08-09T12:30:12.145" v="2672" actId="1076"/>
          <ac:spMkLst>
            <pc:docMk/>
            <pc:sldMk cId="710863415" sldId="359"/>
            <ac:spMk id="6" creationId="{C77D6C2F-AC0C-CDE5-6C26-DEC4BD426D97}"/>
          </ac:spMkLst>
        </pc:spChg>
      </pc:sldChg>
      <pc:sldChg chg="modSp add mod">
        <pc:chgData name="Nicole WU" userId="4cf90142-5117-41df-a92b-6216d87bdf3c" providerId="ADAL" clId="{BFD6E29E-26B7-EC41-ABF8-BF9C6D773B6C}" dt="2023-08-09T12:31:02.205" v="2687" actId="1076"/>
        <pc:sldMkLst>
          <pc:docMk/>
          <pc:sldMk cId="4215624154" sldId="360"/>
        </pc:sldMkLst>
        <pc:spChg chg="mod">
          <ac:chgData name="Nicole WU" userId="4cf90142-5117-41df-a92b-6216d87bdf3c" providerId="ADAL" clId="{BFD6E29E-26B7-EC41-ABF8-BF9C6D773B6C}" dt="2023-08-09T12:30:36.722" v="2681" actId="20577"/>
          <ac:spMkLst>
            <pc:docMk/>
            <pc:sldMk cId="4215624154" sldId="360"/>
            <ac:spMk id="2" creationId="{F029B89D-5416-48E5-81EA-436AE51F041C}"/>
          </ac:spMkLst>
        </pc:spChg>
        <pc:spChg chg="mod">
          <ac:chgData name="Nicole WU" userId="4cf90142-5117-41df-a92b-6216d87bdf3c" providerId="ADAL" clId="{BFD6E29E-26B7-EC41-ABF8-BF9C6D773B6C}" dt="2023-08-09T12:31:02.205" v="2687" actId="1076"/>
          <ac:spMkLst>
            <pc:docMk/>
            <pc:sldMk cId="4215624154" sldId="360"/>
            <ac:spMk id="6" creationId="{C77D6C2F-AC0C-CDE5-6C26-DEC4BD426D97}"/>
          </ac:spMkLst>
        </pc:spChg>
      </pc:sldChg>
      <pc:sldChg chg="modSp add mod ord">
        <pc:chgData name="Nicole WU" userId="4cf90142-5117-41df-a92b-6216d87bdf3c" providerId="ADAL" clId="{BFD6E29E-26B7-EC41-ABF8-BF9C6D773B6C}" dt="2023-08-11T09:50:27.249" v="3045" actId="20577"/>
        <pc:sldMkLst>
          <pc:docMk/>
          <pc:sldMk cId="773978157" sldId="361"/>
        </pc:sldMkLst>
        <pc:spChg chg="mod">
          <ac:chgData name="Nicole WU" userId="4cf90142-5117-41df-a92b-6216d87bdf3c" providerId="ADAL" clId="{BFD6E29E-26B7-EC41-ABF8-BF9C6D773B6C}" dt="2023-08-11T09:50:25.186" v="3040" actId="20577"/>
          <ac:spMkLst>
            <pc:docMk/>
            <pc:sldMk cId="773978157" sldId="361"/>
            <ac:spMk id="6" creationId="{E767ABE5-0184-8B36-5479-76A24B961185}"/>
          </ac:spMkLst>
        </pc:spChg>
        <pc:spChg chg="mod">
          <ac:chgData name="Nicole WU" userId="4cf90142-5117-41df-a92b-6216d87bdf3c" providerId="ADAL" clId="{BFD6E29E-26B7-EC41-ABF8-BF9C6D773B6C}" dt="2023-08-11T09:50:10.443" v="3037" actId="20577"/>
          <ac:spMkLst>
            <pc:docMk/>
            <pc:sldMk cId="773978157" sldId="361"/>
            <ac:spMk id="7" creationId="{B127FBED-1089-3247-8B90-6B4E1540C7F9}"/>
          </ac:spMkLst>
        </pc:spChg>
        <pc:spChg chg="mod">
          <ac:chgData name="Nicole WU" userId="4cf90142-5117-41df-a92b-6216d87bdf3c" providerId="ADAL" clId="{BFD6E29E-26B7-EC41-ABF8-BF9C6D773B6C}" dt="2023-08-10T23:18:52.927" v="3032" actId="20577"/>
          <ac:spMkLst>
            <pc:docMk/>
            <pc:sldMk cId="773978157" sldId="361"/>
            <ac:spMk id="8" creationId="{7843C2A3-0D84-EBD3-3E1D-44C9C42539D5}"/>
          </ac:spMkLst>
        </pc:spChg>
        <pc:spChg chg="mod">
          <ac:chgData name="Nicole WU" userId="4cf90142-5117-41df-a92b-6216d87bdf3c" providerId="ADAL" clId="{BFD6E29E-26B7-EC41-ABF8-BF9C6D773B6C}" dt="2023-08-11T09:50:27.249" v="3045" actId="20577"/>
          <ac:spMkLst>
            <pc:docMk/>
            <pc:sldMk cId="773978157" sldId="361"/>
            <ac:spMk id="14" creationId="{9FF8F268-8BCF-E8B2-5B5B-9C53BF57908E}"/>
          </ac:spMkLst>
        </pc:spChg>
        <pc:spChg chg="mod">
          <ac:chgData name="Nicole WU" userId="4cf90142-5117-41df-a92b-6216d87bdf3c" providerId="ADAL" clId="{BFD6E29E-26B7-EC41-ABF8-BF9C6D773B6C}" dt="2023-08-11T09:50:07.889" v="3035" actId="20577"/>
          <ac:spMkLst>
            <pc:docMk/>
            <pc:sldMk cId="773978157" sldId="361"/>
            <ac:spMk id="15" creationId="{5EA3E412-3D92-88B3-CB0C-9BC829A14E5C}"/>
          </ac:spMkLst>
        </pc:spChg>
        <pc:spChg chg="mod">
          <ac:chgData name="Nicole WU" userId="4cf90142-5117-41df-a92b-6216d87bdf3c" providerId="ADAL" clId="{BFD6E29E-26B7-EC41-ABF8-BF9C6D773B6C}" dt="2023-08-10T21:31:39.056" v="3004" actId="20577"/>
          <ac:spMkLst>
            <pc:docMk/>
            <pc:sldMk cId="773978157" sldId="361"/>
            <ac:spMk id="30" creationId="{43A27B2C-3292-3987-1B6D-F6B9FEA32C12}"/>
          </ac:spMkLst>
        </pc:spChg>
      </pc:sldChg>
      <pc:sldChg chg="modSp mod">
        <pc:chgData name="Nicole WU" userId="4cf90142-5117-41df-a92b-6216d87bdf3c" providerId="ADAL" clId="{BFD6E29E-26B7-EC41-ABF8-BF9C6D773B6C}" dt="2023-08-11T10:03:51.059" v="3049" actId="20577"/>
        <pc:sldMkLst>
          <pc:docMk/>
          <pc:sldMk cId="1886951123" sldId="363"/>
        </pc:sldMkLst>
        <pc:spChg chg="mod">
          <ac:chgData name="Nicole WU" userId="4cf90142-5117-41df-a92b-6216d87bdf3c" providerId="ADAL" clId="{BFD6E29E-26B7-EC41-ABF8-BF9C6D773B6C}" dt="2023-08-11T10:03:51.059" v="3049" actId="20577"/>
          <ac:spMkLst>
            <pc:docMk/>
            <pc:sldMk cId="1886951123" sldId="363"/>
            <ac:spMk id="3" creationId="{8AE3F3D9-A39B-C3FB-D191-FA718D7CD366}"/>
          </ac:spMkLst>
        </pc:spChg>
      </pc:sldChg>
      <pc:sldMasterChg chg="setBg">
        <pc:chgData name="Nicole WU" userId="4cf90142-5117-41df-a92b-6216d87bdf3c" providerId="ADAL" clId="{BFD6E29E-26B7-EC41-ABF8-BF9C6D773B6C}" dt="2023-08-09T08:32:05.730" v="760"/>
        <pc:sldMasterMkLst>
          <pc:docMk/>
          <pc:sldMasterMk cId="818424624" sldId="2147483665"/>
        </pc:sldMasterMkLst>
      </pc:sldMasterChg>
    </pc:docChg>
  </pc:docChgLst>
  <pc:docChgLst>
    <pc:chgData name="Mohamed SALEM" userId="S::mohamed.salem@wfp.org::13f12703-f1ce-4b8b-924c-fe401988a08b" providerId="AD" clId="Web-{0B22CE77-9971-D537-5EC5-896DDA5AE69E}"/>
    <pc:docChg chg="modSld">
      <pc:chgData name="Mohamed SALEM" userId="S::mohamed.salem@wfp.org::13f12703-f1ce-4b8b-924c-fe401988a08b" providerId="AD" clId="Web-{0B22CE77-9971-D537-5EC5-896DDA5AE69E}" dt="2023-08-09T12:06:37.695" v="19" actId="20577"/>
      <pc:docMkLst>
        <pc:docMk/>
      </pc:docMkLst>
      <pc:sldChg chg="modSp">
        <pc:chgData name="Mohamed SALEM" userId="S::mohamed.salem@wfp.org::13f12703-f1ce-4b8b-924c-fe401988a08b" providerId="AD" clId="Web-{0B22CE77-9971-D537-5EC5-896DDA5AE69E}" dt="2023-08-09T12:06:37.695" v="19" actId="20577"/>
        <pc:sldMkLst>
          <pc:docMk/>
          <pc:sldMk cId="3545166311" sldId="283"/>
        </pc:sldMkLst>
        <pc:spChg chg="mod">
          <ac:chgData name="Mohamed SALEM" userId="S::mohamed.salem@wfp.org::13f12703-f1ce-4b8b-924c-fe401988a08b" providerId="AD" clId="Web-{0B22CE77-9971-D537-5EC5-896DDA5AE69E}" dt="2023-08-09T12:06:37.695" v="19" actId="20577"/>
          <ac:spMkLst>
            <pc:docMk/>
            <pc:sldMk cId="3545166311" sldId="283"/>
            <ac:spMk id="3" creationId="{00000000-0000-0000-0000-000000000000}"/>
          </ac:spMkLst>
        </pc:spChg>
      </pc:sldChg>
    </pc:docChg>
  </pc:docChgLst>
  <pc:docChgLst>
    <pc:chgData name="Alirah WEYORI" userId="1c7cbaa8-91f0-4806-8632-e4be5028c1b4" providerId="ADAL" clId="{B9A02766-2417-4DA6-A608-15083E997C0E}"/>
    <pc:docChg chg="undo custSel addSld modSld sldOrd modSection">
      <pc:chgData name="Alirah WEYORI" userId="1c7cbaa8-91f0-4806-8632-e4be5028c1b4" providerId="ADAL" clId="{B9A02766-2417-4DA6-A608-15083E997C0E}" dt="2023-08-11T12:11:17.430" v="2381" actId="14100"/>
      <pc:docMkLst>
        <pc:docMk/>
      </pc:docMkLst>
      <pc:sldChg chg="modSp mod">
        <pc:chgData name="Alirah WEYORI" userId="1c7cbaa8-91f0-4806-8632-e4be5028c1b4" providerId="ADAL" clId="{B9A02766-2417-4DA6-A608-15083E997C0E}" dt="2023-08-09T10:12:58.112" v="9" actId="20577"/>
        <pc:sldMkLst>
          <pc:docMk/>
          <pc:sldMk cId="2161376106" sldId="338"/>
        </pc:sldMkLst>
        <pc:spChg chg="mod">
          <ac:chgData name="Alirah WEYORI" userId="1c7cbaa8-91f0-4806-8632-e4be5028c1b4" providerId="ADAL" clId="{B9A02766-2417-4DA6-A608-15083E997C0E}" dt="2023-08-09T10:12:58.112" v="9" actId="20577"/>
          <ac:spMkLst>
            <pc:docMk/>
            <pc:sldMk cId="2161376106" sldId="338"/>
            <ac:spMk id="8" creationId="{7843C2A3-0D84-EBD3-3E1D-44C9C42539D5}"/>
          </ac:spMkLst>
        </pc:spChg>
      </pc:sldChg>
      <pc:sldChg chg="modSp mod">
        <pc:chgData name="Alirah WEYORI" userId="1c7cbaa8-91f0-4806-8632-e4be5028c1b4" providerId="ADAL" clId="{B9A02766-2417-4DA6-A608-15083E997C0E}" dt="2023-08-09T10:13:05.469" v="19" actId="20577"/>
        <pc:sldMkLst>
          <pc:docMk/>
          <pc:sldMk cId="300030145" sldId="340"/>
        </pc:sldMkLst>
        <pc:spChg chg="mod">
          <ac:chgData name="Alirah WEYORI" userId="1c7cbaa8-91f0-4806-8632-e4be5028c1b4" providerId="ADAL" clId="{B9A02766-2417-4DA6-A608-15083E997C0E}" dt="2023-08-09T10:13:05.469" v="19" actId="20577"/>
          <ac:spMkLst>
            <pc:docMk/>
            <pc:sldMk cId="300030145" sldId="340"/>
            <ac:spMk id="6" creationId="{F8774377-2D40-33CD-652F-418A320A13C6}"/>
          </ac:spMkLst>
        </pc:spChg>
      </pc:sldChg>
      <pc:sldChg chg="modSp mod">
        <pc:chgData name="Alirah WEYORI" userId="1c7cbaa8-91f0-4806-8632-e4be5028c1b4" providerId="ADAL" clId="{B9A02766-2417-4DA6-A608-15083E997C0E}" dt="2023-08-11T11:52:04.637" v="2376" actId="14100"/>
        <pc:sldMkLst>
          <pc:docMk/>
          <pc:sldMk cId="1045701143" sldId="344"/>
        </pc:sldMkLst>
        <pc:graphicFrameChg chg="mod modGraphic">
          <ac:chgData name="Alirah WEYORI" userId="1c7cbaa8-91f0-4806-8632-e4be5028c1b4" providerId="ADAL" clId="{B9A02766-2417-4DA6-A608-15083E997C0E}" dt="2023-08-11T11:52:04.637" v="2376" actId="14100"/>
          <ac:graphicFrameMkLst>
            <pc:docMk/>
            <pc:sldMk cId="1045701143" sldId="344"/>
            <ac:graphicFrameMk id="2" creationId="{2E0279B9-A3C0-8973-278C-9667519FD8BA}"/>
          </ac:graphicFrameMkLst>
        </pc:graphicFrameChg>
      </pc:sldChg>
      <pc:sldChg chg="modSp mod">
        <pc:chgData name="Alirah WEYORI" userId="1c7cbaa8-91f0-4806-8632-e4be5028c1b4" providerId="ADAL" clId="{B9A02766-2417-4DA6-A608-15083E997C0E}" dt="2023-08-11T12:11:17.430" v="2381" actId="14100"/>
        <pc:sldMkLst>
          <pc:docMk/>
          <pc:sldMk cId="1221167371" sldId="358"/>
        </pc:sldMkLst>
        <pc:spChg chg="mod">
          <ac:chgData name="Alirah WEYORI" userId="1c7cbaa8-91f0-4806-8632-e4be5028c1b4" providerId="ADAL" clId="{B9A02766-2417-4DA6-A608-15083E997C0E}" dt="2023-08-11T12:11:09.855" v="2378" actId="14100"/>
          <ac:spMkLst>
            <pc:docMk/>
            <pc:sldMk cId="1221167371" sldId="358"/>
            <ac:spMk id="2" creationId="{4BD550DD-AB5C-72B3-0E0E-5502B3CE021E}"/>
          </ac:spMkLst>
        </pc:spChg>
        <pc:spChg chg="mod">
          <ac:chgData name="Alirah WEYORI" userId="1c7cbaa8-91f0-4806-8632-e4be5028c1b4" providerId="ADAL" clId="{B9A02766-2417-4DA6-A608-15083E997C0E}" dt="2023-08-11T12:11:05.391" v="2377" actId="14100"/>
          <ac:spMkLst>
            <pc:docMk/>
            <pc:sldMk cId="1221167371" sldId="358"/>
            <ac:spMk id="8" creationId="{9DF347FB-234F-257F-DD27-73CCE6B83A61}"/>
          </ac:spMkLst>
        </pc:spChg>
        <pc:spChg chg="mod">
          <ac:chgData name="Alirah WEYORI" userId="1c7cbaa8-91f0-4806-8632-e4be5028c1b4" providerId="ADAL" clId="{B9A02766-2417-4DA6-A608-15083E997C0E}" dt="2023-08-11T11:40:52.789" v="2250" actId="1076"/>
          <ac:spMkLst>
            <pc:docMk/>
            <pc:sldMk cId="1221167371" sldId="358"/>
            <ac:spMk id="13" creationId="{4BEA4343-4452-115B-2756-0D935B5F77CF}"/>
          </ac:spMkLst>
        </pc:spChg>
        <pc:spChg chg="mod">
          <ac:chgData name="Alirah WEYORI" userId="1c7cbaa8-91f0-4806-8632-e4be5028c1b4" providerId="ADAL" clId="{B9A02766-2417-4DA6-A608-15083E997C0E}" dt="2023-08-11T11:40:56.140" v="2251" actId="1076"/>
          <ac:spMkLst>
            <pc:docMk/>
            <pc:sldMk cId="1221167371" sldId="358"/>
            <ac:spMk id="14" creationId="{0E4C302D-0DC3-15A7-A093-5E26205DD058}"/>
          </ac:spMkLst>
        </pc:spChg>
        <pc:spChg chg="mod">
          <ac:chgData name="Alirah WEYORI" userId="1c7cbaa8-91f0-4806-8632-e4be5028c1b4" providerId="ADAL" clId="{B9A02766-2417-4DA6-A608-15083E997C0E}" dt="2023-08-11T12:11:17.430" v="2381" actId="14100"/>
          <ac:spMkLst>
            <pc:docMk/>
            <pc:sldMk cId="1221167371" sldId="358"/>
            <ac:spMk id="15" creationId="{3AF36D7B-56DB-811C-8FBF-5B9845FF7777}"/>
          </ac:spMkLst>
        </pc:spChg>
        <pc:spChg chg="mod">
          <ac:chgData name="Alirah WEYORI" userId="1c7cbaa8-91f0-4806-8632-e4be5028c1b4" providerId="ADAL" clId="{B9A02766-2417-4DA6-A608-15083E997C0E}" dt="2023-08-11T11:44:23.453" v="2374" actId="1076"/>
          <ac:spMkLst>
            <pc:docMk/>
            <pc:sldMk cId="1221167371" sldId="358"/>
            <ac:spMk id="19" creationId="{1EDAF009-955F-90C4-06AC-124525076127}"/>
          </ac:spMkLst>
        </pc:spChg>
        <pc:grpChg chg="mod">
          <ac:chgData name="Alirah WEYORI" userId="1c7cbaa8-91f0-4806-8632-e4be5028c1b4" providerId="ADAL" clId="{B9A02766-2417-4DA6-A608-15083E997C0E}" dt="2023-08-11T11:41:03.044" v="2252" actId="14100"/>
          <ac:grpSpMkLst>
            <pc:docMk/>
            <pc:sldMk cId="1221167371" sldId="358"/>
            <ac:grpSpMk id="18" creationId="{77C3E4A0-B0AF-5988-A9EC-DAE2FC992ED0}"/>
          </ac:grpSpMkLst>
        </pc:grpChg>
      </pc:sldChg>
      <pc:sldChg chg="addSp delSp modSp add mod">
        <pc:chgData name="Alirah WEYORI" userId="1c7cbaa8-91f0-4806-8632-e4be5028c1b4" providerId="ADAL" clId="{B9A02766-2417-4DA6-A608-15083E997C0E}" dt="2023-08-11T11:40:01.900" v="2247" actId="14100"/>
        <pc:sldMkLst>
          <pc:docMk/>
          <pc:sldMk cId="1928998422" sldId="362"/>
        </pc:sldMkLst>
        <pc:spChg chg="mod topLvl">
          <ac:chgData name="Alirah WEYORI" userId="1c7cbaa8-91f0-4806-8632-e4be5028c1b4" providerId="ADAL" clId="{B9A02766-2417-4DA6-A608-15083E997C0E}" dt="2023-08-11T07:52:03.906" v="308" actId="14100"/>
          <ac:spMkLst>
            <pc:docMk/>
            <pc:sldMk cId="1928998422" sldId="362"/>
            <ac:spMk id="2" creationId="{4BD550DD-AB5C-72B3-0E0E-5502B3CE021E}"/>
          </ac:spMkLst>
        </pc:spChg>
        <pc:spChg chg="add del">
          <ac:chgData name="Alirah WEYORI" userId="1c7cbaa8-91f0-4806-8632-e4be5028c1b4" providerId="ADAL" clId="{B9A02766-2417-4DA6-A608-15083E997C0E}" dt="2023-08-11T07:36:19.342" v="46" actId="478"/>
          <ac:spMkLst>
            <pc:docMk/>
            <pc:sldMk cId="1928998422" sldId="362"/>
            <ac:spMk id="4" creationId="{F4BD68EA-EBFF-02F0-9697-0F481EAC90F7}"/>
          </ac:spMkLst>
        </pc:spChg>
        <pc:spChg chg="add mod">
          <ac:chgData name="Alirah WEYORI" userId="1c7cbaa8-91f0-4806-8632-e4be5028c1b4" providerId="ADAL" clId="{B9A02766-2417-4DA6-A608-15083E997C0E}" dt="2023-08-11T11:20:59.675" v="1854" actId="113"/>
          <ac:spMkLst>
            <pc:docMk/>
            <pc:sldMk cId="1928998422" sldId="362"/>
            <ac:spMk id="5" creationId="{F671DC31-0157-4418-5B5E-EFAD2B14A3C0}"/>
          </ac:spMkLst>
        </pc:spChg>
        <pc:spChg chg="add del">
          <ac:chgData name="Alirah WEYORI" userId="1c7cbaa8-91f0-4806-8632-e4be5028c1b4" providerId="ADAL" clId="{B9A02766-2417-4DA6-A608-15083E997C0E}" dt="2023-08-11T07:40:44.501" v="121" actId="478"/>
          <ac:spMkLst>
            <pc:docMk/>
            <pc:sldMk cId="1928998422" sldId="362"/>
            <ac:spMk id="6" creationId="{18E373F1-A85C-7FA4-DF53-7679E497C7FA}"/>
          </ac:spMkLst>
        </pc:spChg>
        <pc:spChg chg="mod topLvl">
          <ac:chgData name="Alirah WEYORI" userId="1c7cbaa8-91f0-4806-8632-e4be5028c1b4" providerId="ADAL" clId="{B9A02766-2417-4DA6-A608-15083E997C0E}" dt="2023-08-11T11:20:10.077" v="1840" actId="20577"/>
          <ac:spMkLst>
            <pc:docMk/>
            <pc:sldMk cId="1928998422" sldId="362"/>
            <ac:spMk id="7" creationId="{9BA608D8-4BA2-588D-2493-A8F4EEF86A38}"/>
          </ac:spMkLst>
        </pc:spChg>
        <pc:spChg chg="mod topLvl">
          <ac:chgData name="Alirah WEYORI" userId="1c7cbaa8-91f0-4806-8632-e4be5028c1b4" providerId="ADAL" clId="{B9A02766-2417-4DA6-A608-15083E997C0E}" dt="2023-08-11T07:52:19.161" v="312" actId="14100"/>
          <ac:spMkLst>
            <pc:docMk/>
            <pc:sldMk cId="1928998422" sldId="362"/>
            <ac:spMk id="8" creationId="{9DF347FB-234F-257F-DD27-73CCE6B83A61}"/>
          </ac:spMkLst>
        </pc:spChg>
        <pc:spChg chg="del">
          <ac:chgData name="Alirah WEYORI" userId="1c7cbaa8-91f0-4806-8632-e4be5028c1b4" providerId="ADAL" clId="{B9A02766-2417-4DA6-A608-15083E997C0E}" dt="2023-08-11T07:35:54.750" v="41" actId="478"/>
          <ac:spMkLst>
            <pc:docMk/>
            <pc:sldMk cId="1928998422" sldId="362"/>
            <ac:spMk id="9" creationId="{6ABE61DE-B779-D6E5-2FF6-5585004BD172}"/>
          </ac:spMkLst>
        </pc:spChg>
        <pc:spChg chg="del">
          <ac:chgData name="Alirah WEYORI" userId="1c7cbaa8-91f0-4806-8632-e4be5028c1b4" providerId="ADAL" clId="{B9A02766-2417-4DA6-A608-15083E997C0E}" dt="2023-08-11T07:36:00.658" v="42" actId="478"/>
          <ac:spMkLst>
            <pc:docMk/>
            <pc:sldMk cId="1928998422" sldId="362"/>
            <ac:spMk id="10" creationId="{33167780-2556-3B12-D22B-B889FA40A852}"/>
          </ac:spMkLst>
        </pc:spChg>
        <pc:spChg chg="add del mod">
          <ac:chgData name="Alirah WEYORI" userId="1c7cbaa8-91f0-4806-8632-e4be5028c1b4" providerId="ADAL" clId="{B9A02766-2417-4DA6-A608-15083E997C0E}" dt="2023-08-11T11:20:27.830" v="1846" actId="478"/>
          <ac:spMkLst>
            <pc:docMk/>
            <pc:sldMk cId="1928998422" sldId="362"/>
            <ac:spMk id="11" creationId="{6B075E2A-BC39-260F-43BE-DA1E09C62032}"/>
          </ac:spMkLst>
        </pc:spChg>
        <pc:spChg chg="del">
          <ac:chgData name="Alirah WEYORI" userId="1c7cbaa8-91f0-4806-8632-e4be5028c1b4" providerId="ADAL" clId="{B9A02766-2417-4DA6-A608-15083E997C0E}" dt="2023-08-11T07:35:39.385" v="40" actId="478"/>
          <ac:spMkLst>
            <pc:docMk/>
            <pc:sldMk cId="1928998422" sldId="362"/>
            <ac:spMk id="13" creationId="{4BEA4343-4452-115B-2756-0D935B5F77CF}"/>
          </ac:spMkLst>
        </pc:spChg>
        <pc:spChg chg="del">
          <ac:chgData name="Alirah WEYORI" userId="1c7cbaa8-91f0-4806-8632-e4be5028c1b4" providerId="ADAL" clId="{B9A02766-2417-4DA6-A608-15083E997C0E}" dt="2023-08-11T07:36:05.186" v="43" actId="478"/>
          <ac:spMkLst>
            <pc:docMk/>
            <pc:sldMk cId="1928998422" sldId="362"/>
            <ac:spMk id="14" creationId="{0E4C302D-0DC3-15A7-A093-5E26205DD058}"/>
          </ac:spMkLst>
        </pc:spChg>
        <pc:spChg chg="mod topLvl">
          <ac:chgData name="Alirah WEYORI" userId="1c7cbaa8-91f0-4806-8632-e4be5028c1b4" providerId="ADAL" clId="{B9A02766-2417-4DA6-A608-15083E997C0E}" dt="2023-08-11T07:52:10.161" v="309" actId="14100"/>
          <ac:spMkLst>
            <pc:docMk/>
            <pc:sldMk cId="1928998422" sldId="362"/>
            <ac:spMk id="15" creationId="{3AF36D7B-56DB-811C-8FBF-5B9845FF7777}"/>
          </ac:spMkLst>
        </pc:spChg>
        <pc:spChg chg="del">
          <ac:chgData name="Alirah WEYORI" userId="1c7cbaa8-91f0-4806-8632-e4be5028c1b4" providerId="ADAL" clId="{B9A02766-2417-4DA6-A608-15083E997C0E}" dt="2023-08-11T07:40:17.320" v="115" actId="478"/>
          <ac:spMkLst>
            <pc:docMk/>
            <pc:sldMk cId="1928998422" sldId="362"/>
            <ac:spMk id="16" creationId="{2AF414CC-F6CD-2084-1C84-89168117E531}"/>
          </ac:spMkLst>
        </pc:spChg>
        <pc:spChg chg="del">
          <ac:chgData name="Alirah WEYORI" userId="1c7cbaa8-91f0-4806-8632-e4be5028c1b4" providerId="ADAL" clId="{B9A02766-2417-4DA6-A608-15083E997C0E}" dt="2023-08-11T07:40:20.684" v="116" actId="478"/>
          <ac:spMkLst>
            <pc:docMk/>
            <pc:sldMk cId="1928998422" sldId="362"/>
            <ac:spMk id="17" creationId="{EBC58A6E-F7AB-6F73-DEF0-118996EE88BA}"/>
          </ac:spMkLst>
        </pc:spChg>
        <pc:spChg chg="del">
          <ac:chgData name="Alirah WEYORI" userId="1c7cbaa8-91f0-4806-8632-e4be5028c1b4" providerId="ADAL" clId="{B9A02766-2417-4DA6-A608-15083E997C0E}" dt="2023-08-11T07:34:30.262" v="21" actId="478"/>
          <ac:spMkLst>
            <pc:docMk/>
            <pc:sldMk cId="1928998422" sldId="362"/>
            <ac:spMk id="19" creationId="{1EDAF009-955F-90C4-06AC-124525076127}"/>
          </ac:spMkLst>
        </pc:spChg>
        <pc:spChg chg="add del mod">
          <ac:chgData name="Alirah WEYORI" userId="1c7cbaa8-91f0-4806-8632-e4be5028c1b4" providerId="ADAL" clId="{B9A02766-2417-4DA6-A608-15083E997C0E}" dt="2023-08-11T11:19:58.383" v="1832" actId="478"/>
          <ac:spMkLst>
            <pc:docMk/>
            <pc:sldMk cId="1928998422" sldId="362"/>
            <ac:spMk id="20" creationId="{7CBAA822-D134-1104-1433-30B9E3CDB949}"/>
          </ac:spMkLst>
        </pc:spChg>
        <pc:spChg chg="add del mod">
          <ac:chgData name="Alirah WEYORI" userId="1c7cbaa8-91f0-4806-8632-e4be5028c1b4" providerId="ADAL" clId="{B9A02766-2417-4DA6-A608-15083E997C0E}" dt="2023-08-11T11:20:24.663" v="1845" actId="20577"/>
          <ac:spMkLst>
            <pc:docMk/>
            <pc:sldMk cId="1928998422" sldId="362"/>
            <ac:spMk id="21" creationId="{114640A0-BB84-0ABB-7F98-75EFDF1F27D0}"/>
          </ac:spMkLst>
        </pc:spChg>
        <pc:spChg chg="add del mod">
          <ac:chgData name="Alirah WEYORI" userId="1c7cbaa8-91f0-4806-8632-e4be5028c1b4" providerId="ADAL" clId="{B9A02766-2417-4DA6-A608-15083E997C0E}" dt="2023-08-11T11:20:18.275" v="1841" actId="478"/>
          <ac:spMkLst>
            <pc:docMk/>
            <pc:sldMk cId="1928998422" sldId="362"/>
            <ac:spMk id="22" creationId="{6F6CA764-E134-E7BD-BFAC-0AD781AFA793}"/>
          </ac:spMkLst>
        </pc:spChg>
        <pc:spChg chg="add mod">
          <ac:chgData name="Alirah WEYORI" userId="1c7cbaa8-91f0-4806-8632-e4be5028c1b4" providerId="ADAL" clId="{B9A02766-2417-4DA6-A608-15083E997C0E}" dt="2023-08-11T11:21:03.459" v="1855" actId="113"/>
          <ac:spMkLst>
            <pc:docMk/>
            <pc:sldMk cId="1928998422" sldId="362"/>
            <ac:spMk id="23" creationId="{E82D1DF9-FAA7-A9C8-FE45-459F2C53B2B9}"/>
          </ac:spMkLst>
        </pc:spChg>
        <pc:spChg chg="add del mod">
          <ac:chgData name="Alirah WEYORI" userId="1c7cbaa8-91f0-4806-8632-e4be5028c1b4" providerId="ADAL" clId="{B9A02766-2417-4DA6-A608-15083E997C0E}" dt="2023-08-11T11:20:42.141" v="1847" actId="478"/>
          <ac:spMkLst>
            <pc:docMk/>
            <pc:sldMk cId="1928998422" sldId="362"/>
            <ac:spMk id="24" creationId="{4EB48A74-655C-3211-B768-1AD3B7B0ACF1}"/>
          </ac:spMkLst>
        </pc:spChg>
        <pc:spChg chg="add del mod">
          <ac:chgData name="Alirah WEYORI" userId="1c7cbaa8-91f0-4806-8632-e4be5028c1b4" providerId="ADAL" clId="{B9A02766-2417-4DA6-A608-15083E997C0E}" dt="2023-08-11T07:43:39.454" v="175"/>
          <ac:spMkLst>
            <pc:docMk/>
            <pc:sldMk cId="1928998422" sldId="362"/>
            <ac:spMk id="25" creationId="{564D8760-7AF4-6CCF-4912-D8DE87A0AE84}"/>
          </ac:spMkLst>
        </pc:spChg>
        <pc:spChg chg="add del mod">
          <ac:chgData name="Alirah WEYORI" userId="1c7cbaa8-91f0-4806-8632-e4be5028c1b4" providerId="ADAL" clId="{B9A02766-2417-4DA6-A608-15083E997C0E}" dt="2023-08-11T07:43:39.454" v="175"/>
          <ac:spMkLst>
            <pc:docMk/>
            <pc:sldMk cId="1928998422" sldId="362"/>
            <ac:spMk id="26" creationId="{3F2A45AC-7A61-122F-C7D6-3FF7AA863281}"/>
          </ac:spMkLst>
        </pc:spChg>
        <pc:spChg chg="add del mod">
          <ac:chgData name="Alirah WEYORI" userId="1c7cbaa8-91f0-4806-8632-e4be5028c1b4" providerId="ADAL" clId="{B9A02766-2417-4DA6-A608-15083E997C0E}" dt="2023-08-11T07:43:56.342" v="177"/>
          <ac:spMkLst>
            <pc:docMk/>
            <pc:sldMk cId="1928998422" sldId="362"/>
            <ac:spMk id="27" creationId="{0EF906F5-8254-F9D4-CF99-DC0459C901A3}"/>
          </ac:spMkLst>
        </pc:spChg>
        <pc:spChg chg="add del mod">
          <ac:chgData name="Alirah WEYORI" userId="1c7cbaa8-91f0-4806-8632-e4be5028c1b4" providerId="ADAL" clId="{B9A02766-2417-4DA6-A608-15083E997C0E}" dt="2023-08-11T07:43:56.342" v="177"/>
          <ac:spMkLst>
            <pc:docMk/>
            <pc:sldMk cId="1928998422" sldId="362"/>
            <ac:spMk id="28" creationId="{86A1B26B-09FD-4BF8-2060-F6E816516522}"/>
          </ac:spMkLst>
        </pc:spChg>
        <pc:spChg chg="add mod">
          <ac:chgData name="Alirah WEYORI" userId="1c7cbaa8-91f0-4806-8632-e4be5028c1b4" providerId="ADAL" clId="{B9A02766-2417-4DA6-A608-15083E997C0E}" dt="2023-08-11T07:57:27.178" v="382" actId="14100"/>
          <ac:spMkLst>
            <pc:docMk/>
            <pc:sldMk cId="1928998422" sldId="362"/>
            <ac:spMk id="29" creationId="{E9337006-9823-7249-1188-4352B64FD667}"/>
          </ac:spMkLst>
        </pc:spChg>
        <pc:spChg chg="add mod">
          <ac:chgData name="Alirah WEYORI" userId="1c7cbaa8-91f0-4806-8632-e4be5028c1b4" providerId="ADAL" clId="{B9A02766-2417-4DA6-A608-15083E997C0E}" dt="2023-08-11T08:06:28.184" v="475" actId="14100"/>
          <ac:spMkLst>
            <pc:docMk/>
            <pc:sldMk cId="1928998422" sldId="362"/>
            <ac:spMk id="30" creationId="{998BC983-D63E-CD9E-F4DE-B68137FC6685}"/>
          </ac:spMkLst>
        </pc:spChg>
        <pc:spChg chg="add mod">
          <ac:chgData name="Alirah WEYORI" userId="1c7cbaa8-91f0-4806-8632-e4be5028c1b4" providerId="ADAL" clId="{B9A02766-2417-4DA6-A608-15083E997C0E}" dt="2023-08-11T08:09:38.058" v="491" actId="20577"/>
          <ac:spMkLst>
            <pc:docMk/>
            <pc:sldMk cId="1928998422" sldId="362"/>
            <ac:spMk id="33" creationId="{BA135178-7002-B0C0-4829-574D7AE9BBDB}"/>
          </ac:spMkLst>
        </pc:spChg>
        <pc:spChg chg="add mod">
          <ac:chgData name="Alirah WEYORI" userId="1c7cbaa8-91f0-4806-8632-e4be5028c1b4" providerId="ADAL" clId="{B9A02766-2417-4DA6-A608-15083E997C0E}" dt="2023-08-11T08:10:19.586" v="517" actId="20577"/>
          <ac:spMkLst>
            <pc:docMk/>
            <pc:sldMk cId="1928998422" sldId="362"/>
            <ac:spMk id="34" creationId="{6779CA2D-91A0-929E-87A3-D6A158B01867}"/>
          </ac:spMkLst>
        </pc:spChg>
        <pc:spChg chg="add del mod">
          <ac:chgData name="Alirah WEYORI" userId="1c7cbaa8-91f0-4806-8632-e4be5028c1b4" providerId="ADAL" clId="{B9A02766-2417-4DA6-A608-15083E997C0E}" dt="2023-08-11T08:04:58.992" v="457" actId="478"/>
          <ac:spMkLst>
            <pc:docMk/>
            <pc:sldMk cId="1928998422" sldId="362"/>
            <ac:spMk id="35" creationId="{22EDFFF2-134B-6D5B-5961-D9A0CFA02097}"/>
          </ac:spMkLst>
        </pc:spChg>
        <pc:spChg chg="add mod">
          <ac:chgData name="Alirah WEYORI" userId="1c7cbaa8-91f0-4806-8632-e4be5028c1b4" providerId="ADAL" clId="{B9A02766-2417-4DA6-A608-15083E997C0E}" dt="2023-08-11T08:05:54.584" v="470" actId="1076"/>
          <ac:spMkLst>
            <pc:docMk/>
            <pc:sldMk cId="1928998422" sldId="362"/>
            <ac:spMk id="36" creationId="{219DB5CC-B3DE-5C3D-DAA5-14BE5B6EA3BF}"/>
          </ac:spMkLst>
        </pc:spChg>
        <pc:spChg chg="add mod">
          <ac:chgData name="Alirah WEYORI" userId="1c7cbaa8-91f0-4806-8632-e4be5028c1b4" providerId="ADAL" clId="{B9A02766-2417-4DA6-A608-15083E997C0E}" dt="2023-08-11T08:09:45.377" v="492" actId="1076"/>
          <ac:spMkLst>
            <pc:docMk/>
            <pc:sldMk cId="1928998422" sldId="362"/>
            <ac:spMk id="37" creationId="{6D9DEAB7-9B51-C0FE-36F2-EE89DF0A7023}"/>
          </ac:spMkLst>
        </pc:spChg>
        <pc:spChg chg="add del mod">
          <ac:chgData name="Alirah WEYORI" userId="1c7cbaa8-91f0-4806-8632-e4be5028c1b4" providerId="ADAL" clId="{B9A02766-2417-4DA6-A608-15083E997C0E}" dt="2023-08-11T07:55:46.590" v="367" actId="478"/>
          <ac:spMkLst>
            <pc:docMk/>
            <pc:sldMk cId="1928998422" sldId="362"/>
            <ac:spMk id="38" creationId="{C9E0228B-B6AF-1B5A-C8D5-8691AFE87D6B}"/>
          </ac:spMkLst>
        </pc:spChg>
        <pc:spChg chg="add del mod">
          <ac:chgData name="Alirah WEYORI" userId="1c7cbaa8-91f0-4806-8632-e4be5028c1b4" providerId="ADAL" clId="{B9A02766-2417-4DA6-A608-15083E997C0E}" dt="2023-08-11T07:55:44.413" v="366" actId="478"/>
          <ac:spMkLst>
            <pc:docMk/>
            <pc:sldMk cId="1928998422" sldId="362"/>
            <ac:spMk id="39" creationId="{14618744-8919-5ABF-A8B2-52A7C7312245}"/>
          </ac:spMkLst>
        </pc:spChg>
        <pc:spChg chg="add del mod">
          <ac:chgData name="Alirah WEYORI" userId="1c7cbaa8-91f0-4806-8632-e4be5028c1b4" providerId="ADAL" clId="{B9A02766-2417-4DA6-A608-15083E997C0E}" dt="2023-08-11T08:02:51.172" v="439" actId="478"/>
          <ac:spMkLst>
            <pc:docMk/>
            <pc:sldMk cId="1928998422" sldId="362"/>
            <ac:spMk id="40" creationId="{7848A04D-1D9F-30D0-FA3E-4B93498CB022}"/>
          </ac:spMkLst>
        </pc:spChg>
        <pc:spChg chg="add del mod">
          <ac:chgData name="Alirah WEYORI" userId="1c7cbaa8-91f0-4806-8632-e4be5028c1b4" providerId="ADAL" clId="{B9A02766-2417-4DA6-A608-15083E997C0E}" dt="2023-08-11T08:01:26.219" v="423" actId="478"/>
          <ac:spMkLst>
            <pc:docMk/>
            <pc:sldMk cId="1928998422" sldId="362"/>
            <ac:spMk id="41" creationId="{24DC7AFB-E634-1011-BFF9-8CBDD8502EBE}"/>
          </ac:spMkLst>
        </pc:spChg>
        <pc:spChg chg="add del mod">
          <ac:chgData name="Alirah WEYORI" userId="1c7cbaa8-91f0-4806-8632-e4be5028c1b4" providerId="ADAL" clId="{B9A02766-2417-4DA6-A608-15083E997C0E}" dt="2023-08-11T08:01:24.909" v="422" actId="478"/>
          <ac:spMkLst>
            <pc:docMk/>
            <pc:sldMk cId="1928998422" sldId="362"/>
            <ac:spMk id="42" creationId="{78F6BED2-C7EF-22C4-25C7-8CA4393415E1}"/>
          </ac:spMkLst>
        </pc:spChg>
        <pc:spChg chg="add mod">
          <ac:chgData name="Alirah WEYORI" userId="1c7cbaa8-91f0-4806-8632-e4be5028c1b4" providerId="ADAL" clId="{B9A02766-2417-4DA6-A608-15083E997C0E}" dt="2023-08-11T11:23:20.085" v="1856" actId="14100"/>
          <ac:spMkLst>
            <pc:docMk/>
            <pc:sldMk cId="1928998422" sldId="362"/>
            <ac:spMk id="43" creationId="{7365DC8A-D6DB-0820-4DCE-F0E34311E3FA}"/>
          </ac:spMkLst>
        </pc:spChg>
        <pc:spChg chg="add mod">
          <ac:chgData name="Alirah WEYORI" userId="1c7cbaa8-91f0-4806-8632-e4be5028c1b4" providerId="ADAL" clId="{B9A02766-2417-4DA6-A608-15083E997C0E}" dt="2023-08-11T08:05:21.416" v="461" actId="164"/>
          <ac:spMkLst>
            <pc:docMk/>
            <pc:sldMk cId="1928998422" sldId="362"/>
            <ac:spMk id="45" creationId="{593AAE8C-EEC4-08C2-B41C-9F169B30B1FB}"/>
          </ac:spMkLst>
        </pc:spChg>
        <pc:spChg chg="add mod">
          <ac:chgData name="Alirah WEYORI" userId="1c7cbaa8-91f0-4806-8632-e4be5028c1b4" providerId="ADAL" clId="{B9A02766-2417-4DA6-A608-15083E997C0E}" dt="2023-08-11T11:40:01.900" v="2247" actId="14100"/>
          <ac:spMkLst>
            <pc:docMk/>
            <pc:sldMk cId="1928998422" sldId="362"/>
            <ac:spMk id="48" creationId="{2734B2DB-FE37-7540-BD8B-4BED8C4728B5}"/>
          </ac:spMkLst>
        </pc:spChg>
        <pc:grpChg chg="del mod">
          <ac:chgData name="Alirah WEYORI" userId="1c7cbaa8-91f0-4806-8632-e4be5028c1b4" providerId="ADAL" clId="{B9A02766-2417-4DA6-A608-15083E997C0E}" dt="2023-08-11T07:46:45.090" v="187" actId="165"/>
          <ac:grpSpMkLst>
            <pc:docMk/>
            <pc:sldMk cId="1928998422" sldId="362"/>
            <ac:grpSpMk id="18" creationId="{77C3E4A0-B0AF-5988-A9EC-DAE2FC992ED0}"/>
          </ac:grpSpMkLst>
        </pc:grpChg>
        <pc:grpChg chg="add mod">
          <ac:chgData name="Alirah WEYORI" userId="1c7cbaa8-91f0-4806-8632-e4be5028c1b4" providerId="ADAL" clId="{B9A02766-2417-4DA6-A608-15083E997C0E}" dt="2023-08-11T08:08:49.615" v="476" actId="164"/>
          <ac:grpSpMkLst>
            <pc:docMk/>
            <pc:sldMk cId="1928998422" sldId="362"/>
            <ac:grpSpMk id="31" creationId="{071EBE12-A6E2-C6F6-C71B-A70358BB49E1}"/>
          </ac:grpSpMkLst>
        </pc:grpChg>
        <pc:grpChg chg="add mod">
          <ac:chgData name="Alirah WEYORI" userId="1c7cbaa8-91f0-4806-8632-e4be5028c1b4" providerId="ADAL" clId="{B9A02766-2417-4DA6-A608-15083E997C0E}" dt="2023-08-11T08:08:49.615" v="476" actId="164"/>
          <ac:grpSpMkLst>
            <pc:docMk/>
            <pc:sldMk cId="1928998422" sldId="362"/>
            <ac:grpSpMk id="32" creationId="{5A4F4A61-142E-7ADE-E33D-846E801565DD}"/>
          </ac:grpSpMkLst>
        </pc:grpChg>
        <pc:grpChg chg="add mod">
          <ac:chgData name="Alirah WEYORI" userId="1c7cbaa8-91f0-4806-8632-e4be5028c1b4" providerId="ADAL" clId="{B9A02766-2417-4DA6-A608-15083E997C0E}" dt="2023-08-11T08:05:21.416" v="461" actId="164"/>
          <ac:grpSpMkLst>
            <pc:docMk/>
            <pc:sldMk cId="1928998422" sldId="362"/>
            <ac:grpSpMk id="44" creationId="{7F0D5F86-6627-80E1-DC63-F1EAC3523156}"/>
          </ac:grpSpMkLst>
        </pc:grpChg>
        <pc:grpChg chg="add mod">
          <ac:chgData name="Alirah WEYORI" userId="1c7cbaa8-91f0-4806-8632-e4be5028c1b4" providerId="ADAL" clId="{B9A02766-2417-4DA6-A608-15083E997C0E}" dt="2023-08-11T08:06:01.419" v="471" actId="1076"/>
          <ac:grpSpMkLst>
            <pc:docMk/>
            <pc:sldMk cId="1928998422" sldId="362"/>
            <ac:grpSpMk id="46" creationId="{840F2A57-E6FB-D27A-059A-52869400D04C}"/>
          </ac:grpSpMkLst>
        </pc:grpChg>
        <pc:grpChg chg="add mod">
          <ac:chgData name="Alirah WEYORI" userId="1c7cbaa8-91f0-4806-8632-e4be5028c1b4" providerId="ADAL" clId="{B9A02766-2417-4DA6-A608-15083E997C0E}" dt="2023-08-11T08:15:59.921" v="874" actId="1076"/>
          <ac:grpSpMkLst>
            <pc:docMk/>
            <pc:sldMk cId="1928998422" sldId="362"/>
            <ac:grpSpMk id="47" creationId="{3F33F585-B878-C88B-9B68-DA639242F16B}"/>
          </ac:grpSpMkLst>
        </pc:grpChg>
      </pc:sldChg>
      <pc:sldChg chg="addSp delSp modSp add mod ord">
        <pc:chgData name="Alirah WEYORI" userId="1c7cbaa8-91f0-4806-8632-e4be5028c1b4" providerId="ADAL" clId="{B9A02766-2417-4DA6-A608-15083E997C0E}" dt="2023-08-11T11:32:49.709" v="2230" actId="113"/>
        <pc:sldMkLst>
          <pc:docMk/>
          <pc:sldMk cId="1886951123" sldId="363"/>
        </pc:sldMkLst>
        <pc:spChg chg="add mod">
          <ac:chgData name="Alirah WEYORI" userId="1c7cbaa8-91f0-4806-8632-e4be5028c1b4" providerId="ADAL" clId="{B9A02766-2417-4DA6-A608-15083E997C0E}" dt="2023-08-11T11:32:49.709" v="2230" actId="113"/>
          <ac:spMkLst>
            <pc:docMk/>
            <pc:sldMk cId="1886951123" sldId="363"/>
            <ac:spMk id="3" creationId="{8AE3F3D9-A39B-C3FB-D191-FA718D7CD366}"/>
          </ac:spMkLst>
        </pc:spChg>
        <pc:spChg chg="del">
          <ac:chgData name="Alirah WEYORI" userId="1c7cbaa8-91f0-4806-8632-e4be5028c1b4" providerId="ADAL" clId="{B9A02766-2417-4DA6-A608-15083E997C0E}" dt="2023-08-11T08:21:30.065" v="1038" actId="478"/>
          <ac:spMkLst>
            <pc:docMk/>
            <pc:sldMk cId="1886951123" sldId="363"/>
            <ac:spMk id="33" creationId="{BA135178-7002-B0C0-4829-574D7AE9BBDB}"/>
          </ac:spMkLst>
        </pc:spChg>
        <pc:spChg chg="del">
          <ac:chgData name="Alirah WEYORI" userId="1c7cbaa8-91f0-4806-8632-e4be5028c1b4" providerId="ADAL" clId="{B9A02766-2417-4DA6-A608-15083E997C0E}" dt="2023-08-11T08:21:32.952" v="1041" actId="478"/>
          <ac:spMkLst>
            <pc:docMk/>
            <pc:sldMk cId="1886951123" sldId="363"/>
            <ac:spMk id="34" creationId="{6779CA2D-91A0-929E-87A3-D6A158B01867}"/>
          </ac:spMkLst>
        </pc:spChg>
        <pc:spChg chg="del">
          <ac:chgData name="Alirah WEYORI" userId="1c7cbaa8-91f0-4806-8632-e4be5028c1b4" providerId="ADAL" clId="{B9A02766-2417-4DA6-A608-15083E997C0E}" dt="2023-08-11T08:21:31.048" v="1039" actId="478"/>
          <ac:spMkLst>
            <pc:docMk/>
            <pc:sldMk cId="1886951123" sldId="363"/>
            <ac:spMk id="35" creationId="{22EDFFF2-134B-6D5B-5961-D9A0CFA02097}"/>
          </ac:spMkLst>
        </pc:spChg>
        <pc:spChg chg="del">
          <ac:chgData name="Alirah WEYORI" userId="1c7cbaa8-91f0-4806-8632-e4be5028c1b4" providerId="ADAL" clId="{B9A02766-2417-4DA6-A608-15083E997C0E}" dt="2023-08-11T08:21:31.950" v="1040" actId="478"/>
          <ac:spMkLst>
            <pc:docMk/>
            <pc:sldMk cId="1886951123" sldId="363"/>
            <ac:spMk id="36" creationId="{219DB5CC-B3DE-5C3D-DAA5-14BE5B6EA3BF}"/>
          </ac:spMkLst>
        </pc:spChg>
        <pc:spChg chg="del">
          <ac:chgData name="Alirah WEYORI" userId="1c7cbaa8-91f0-4806-8632-e4be5028c1b4" providerId="ADAL" clId="{B9A02766-2417-4DA6-A608-15083E997C0E}" dt="2023-08-11T08:21:34.146" v="1042" actId="478"/>
          <ac:spMkLst>
            <pc:docMk/>
            <pc:sldMk cId="1886951123" sldId="363"/>
            <ac:spMk id="37" creationId="{6D9DEAB7-9B51-C0FE-36F2-EE89DF0A7023}"/>
          </ac:spMkLst>
        </pc:spChg>
        <pc:grpChg chg="del">
          <ac:chgData name="Alirah WEYORI" userId="1c7cbaa8-91f0-4806-8632-e4be5028c1b4" providerId="ADAL" clId="{B9A02766-2417-4DA6-A608-15083E997C0E}" dt="2023-08-11T08:21:28.863" v="1037" actId="478"/>
          <ac:grpSpMkLst>
            <pc:docMk/>
            <pc:sldMk cId="1886951123" sldId="363"/>
            <ac:grpSpMk id="31" creationId="{071EBE12-A6E2-C6F6-C71B-A70358BB49E1}"/>
          </ac:grpSpMkLst>
        </pc:grpChg>
        <pc:grpChg chg="del">
          <ac:chgData name="Alirah WEYORI" userId="1c7cbaa8-91f0-4806-8632-e4be5028c1b4" providerId="ADAL" clId="{B9A02766-2417-4DA6-A608-15083E997C0E}" dt="2023-08-11T08:21:25.889" v="1036" actId="478"/>
          <ac:grpSpMkLst>
            <pc:docMk/>
            <pc:sldMk cId="1886951123" sldId="363"/>
            <ac:grpSpMk id="32" creationId="{5A4F4A61-142E-7ADE-E33D-846E801565DD}"/>
          </ac:grpSpMkLst>
        </pc:grpChg>
      </pc:sldChg>
      <pc:sldChg chg="delSp add mod">
        <pc:chgData name="Alirah WEYORI" userId="1c7cbaa8-91f0-4806-8632-e4be5028c1b4" providerId="ADAL" clId="{B9A02766-2417-4DA6-A608-15083E997C0E}" dt="2023-08-11T11:28:22.285" v="1979" actId="478"/>
        <pc:sldMkLst>
          <pc:docMk/>
          <pc:sldMk cId="683733318" sldId="364"/>
        </pc:sldMkLst>
        <pc:spChg chg="del">
          <ac:chgData name="Alirah WEYORI" userId="1c7cbaa8-91f0-4806-8632-e4be5028c1b4" providerId="ADAL" clId="{B9A02766-2417-4DA6-A608-15083E997C0E}" dt="2023-08-11T11:28:18.105" v="1975" actId="478"/>
          <ac:spMkLst>
            <pc:docMk/>
            <pc:sldMk cId="683733318" sldId="364"/>
            <ac:spMk id="33" creationId="{BA135178-7002-B0C0-4829-574D7AE9BBDB}"/>
          </ac:spMkLst>
        </pc:spChg>
        <pc:spChg chg="del">
          <ac:chgData name="Alirah WEYORI" userId="1c7cbaa8-91f0-4806-8632-e4be5028c1b4" providerId="ADAL" clId="{B9A02766-2417-4DA6-A608-15083E997C0E}" dt="2023-08-11T11:28:20.349" v="1977" actId="478"/>
          <ac:spMkLst>
            <pc:docMk/>
            <pc:sldMk cId="683733318" sldId="364"/>
            <ac:spMk id="34" creationId="{6779CA2D-91A0-929E-87A3-D6A158B01867}"/>
          </ac:spMkLst>
        </pc:spChg>
        <pc:spChg chg="del">
          <ac:chgData name="Alirah WEYORI" userId="1c7cbaa8-91f0-4806-8632-e4be5028c1b4" providerId="ADAL" clId="{B9A02766-2417-4DA6-A608-15083E997C0E}" dt="2023-08-11T11:28:19.232" v="1976" actId="478"/>
          <ac:spMkLst>
            <pc:docMk/>
            <pc:sldMk cId="683733318" sldId="364"/>
            <ac:spMk id="35" creationId="{22EDFFF2-134B-6D5B-5961-D9A0CFA02097}"/>
          </ac:spMkLst>
        </pc:spChg>
        <pc:spChg chg="del">
          <ac:chgData name="Alirah WEYORI" userId="1c7cbaa8-91f0-4806-8632-e4be5028c1b4" providerId="ADAL" clId="{B9A02766-2417-4DA6-A608-15083E997C0E}" dt="2023-08-11T11:28:21.213" v="1978" actId="478"/>
          <ac:spMkLst>
            <pc:docMk/>
            <pc:sldMk cId="683733318" sldId="364"/>
            <ac:spMk id="36" creationId="{219DB5CC-B3DE-5C3D-DAA5-14BE5B6EA3BF}"/>
          </ac:spMkLst>
        </pc:spChg>
        <pc:spChg chg="del">
          <ac:chgData name="Alirah WEYORI" userId="1c7cbaa8-91f0-4806-8632-e4be5028c1b4" providerId="ADAL" clId="{B9A02766-2417-4DA6-A608-15083E997C0E}" dt="2023-08-11T11:28:22.285" v="1979" actId="478"/>
          <ac:spMkLst>
            <pc:docMk/>
            <pc:sldMk cId="683733318" sldId="364"/>
            <ac:spMk id="37" creationId="{6D9DEAB7-9B51-C0FE-36F2-EE89DF0A7023}"/>
          </ac:spMkLst>
        </pc:spChg>
        <pc:grpChg chg="del">
          <ac:chgData name="Alirah WEYORI" userId="1c7cbaa8-91f0-4806-8632-e4be5028c1b4" providerId="ADAL" clId="{B9A02766-2417-4DA6-A608-15083E997C0E}" dt="2023-08-11T11:28:16.673" v="1974" actId="478"/>
          <ac:grpSpMkLst>
            <pc:docMk/>
            <pc:sldMk cId="683733318" sldId="364"/>
            <ac:grpSpMk id="31" creationId="{071EBE12-A6E2-C6F6-C71B-A70358BB49E1}"/>
          </ac:grpSpMkLst>
        </pc:grpChg>
        <pc:grpChg chg="del">
          <ac:chgData name="Alirah WEYORI" userId="1c7cbaa8-91f0-4806-8632-e4be5028c1b4" providerId="ADAL" clId="{B9A02766-2417-4DA6-A608-15083E997C0E}" dt="2023-08-11T11:28:12.776" v="1973" actId="478"/>
          <ac:grpSpMkLst>
            <pc:docMk/>
            <pc:sldMk cId="683733318" sldId="364"/>
            <ac:grpSpMk id="32" creationId="{5A4F4A61-142E-7ADE-E33D-846E801565DD}"/>
          </ac:grpSpMkLst>
        </pc:grpChg>
      </pc:sldChg>
      <pc:sldChg chg="addSp delSp modSp add mod">
        <pc:chgData name="Alirah WEYORI" userId="1c7cbaa8-91f0-4806-8632-e4be5028c1b4" providerId="ADAL" clId="{B9A02766-2417-4DA6-A608-15083E997C0E}" dt="2023-08-11T11:36:06.920" v="2240" actId="1076"/>
        <pc:sldMkLst>
          <pc:docMk/>
          <pc:sldMk cId="2898973529" sldId="365"/>
        </pc:sldMkLst>
        <pc:spChg chg="mod">
          <ac:chgData name="Alirah WEYORI" userId="1c7cbaa8-91f0-4806-8632-e4be5028c1b4" providerId="ADAL" clId="{B9A02766-2417-4DA6-A608-15083E997C0E}" dt="2023-08-11T11:36:06.920" v="2240" actId="1076"/>
          <ac:spMkLst>
            <pc:docMk/>
            <pc:sldMk cId="2898973529" sldId="365"/>
            <ac:spMk id="2" creationId="{4BD550DD-AB5C-72B3-0E0E-5502B3CE021E}"/>
          </ac:spMkLst>
        </pc:spChg>
        <pc:spChg chg="mod">
          <ac:chgData name="Alirah WEYORI" userId="1c7cbaa8-91f0-4806-8632-e4be5028c1b4" providerId="ADAL" clId="{B9A02766-2417-4DA6-A608-15083E997C0E}" dt="2023-08-11T11:16:08.046" v="1575" actId="20577"/>
          <ac:spMkLst>
            <pc:docMk/>
            <pc:sldMk cId="2898973529" sldId="365"/>
            <ac:spMk id="5" creationId="{F671DC31-0157-4418-5B5E-EFAD2B14A3C0}"/>
          </ac:spMkLst>
        </pc:spChg>
        <pc:spChg chg="mod">
          <ac:chgData name="Alirah WEYORI" userId="1c7cbaa8-91f0-4806-8632-e4be5028c1b4" providerId="ADAL" clId="{B9A02766-2417-4DA6-A608-15083E997C0E}" dt="2023-08-11T11:33:35.678" v="2237" actId="14100"/>
          <ac:spMkLst>
            <pc:docMk/>
            <pc:sldMk cId="2898973529" sldId="365"/>
            <ac:spMk id="7" creationId="{9BA608D8-4BA2-588D-2493-A8F4EEF86A38}"/>
          </ac:spMkLst>
        </pc:spChg>
        <pc:spChg chg="mod">
          <ac:chgData name="Alirah WEYORI" userId="1c7cbaa8-91f0-4806-8632-e4be5028c1b4" providerId="ADAL" clId="{B9A02766-2417-4DA6-A608-15083E997C0E}" dt="2023-08-11T11:33:08.086" v="2232" actId="1076"/>
          <ac:spMkLst>
            <pc:docMk/>
            <pc:sldMk cId="2898973529" sldId="365"/>
            <ac:spMk id="8" creationId="{9DF347FB-234F-257F-DD27-73CCE6B83A61}"/>
          </ac:spMkLst>
        </pc:spChg>
        <pc:spChg chg="del">
          <ac:chgData name="Alirah WEYORI" userId="1c7cbaa8-91f0-4806-8632-e4be5028c1b4" providerId="ADAL" clId="{B9A02766-2417-4DA6-A608-15083E997C0E}" dt="2023-08-11T11:08:50.938" v="1268" actId="478"/>
          <ac:spMkLst>
            <pc:docMk/>
            <pc:sldMk cId="2898973529" sldId="365"/>
            <ac:spMk id="11" creationId="{6B075E2A-BC39-260F-43BE-DA1E09C62032}"/>
          </ac:spMkLst>
        </pc:spChg>
        <pc:spChg chg="mod">
          <ac:chgData name="Alirah WEYORI" userId="1c7cbaa8-91f0-4806-8632-e4be5028c1b4" providerId="ADAL" clId="{B9A02766-2417-4DA6-A608-15083E997C0E}" dt="2023-08-11T11:33:17.509" v="2234" actId="14100"/>
          <ac:spMkLst>
            <pc:docMk/>
            <pc:sldMk cId="2898973529" sldId="365"/>
            <ac:spMk id="15" creationId="{3AF36D7B-56DB-811C-8FBF-5B9845FF7777}"/>
          </ac:spMkLst>
        </pc:spChg>
        <pc:spChg chg="del">
          <ac:chgData name="Alirah WEYORI" userId="1c7cbaa8-91f0-4806-8632-e4be5028c1b4" providerId="ADAL" clId="{B9A02766-2417-4DA6-A608-15083E997C0E}" dt="2023-08-11T11:06:51.748" v="1237" actId="478"/>
          <ac:spMkLst>
            <pc:docMk/>
            <pc:sldMk cId="2898973529" sldId="365"/>
            <ac:spMk id="20" creationId="{7CBAA822-D134-1104-1433-30B9E3CDB949}"/>
          </ac:spMkLst>
        </pc:spChg>
        <pc:spChg chg="add del mod">
          <ac:chgData name="Alirah WEYORI" userId="1c7cbaa8-91f0-4806-8632-e4be5028c1b4" providerId="ADAL" clId="{B9A02766-2417-4DA6-A608-15083E997C0E}" dt="2023-08-11T11:08:20.927" v="1266" actId="20577"/>
          <ac:spMkLst>
            <pc:docMk/>
            <pc:sldMk cId="2898973529" sldId="365"/>
            <ac:spMk id="21" creationId="{114640A0-BB84-0ABB-7F98-75EFDF1F27D0}"/>
          </ac:spMkLst>
        </pc:spChg>
        <pc:spChg chg="del">
          <ac:chgData name="Alirah WEYORI" userId="1c7cbaa8-91f0-4806-8632-e4be5028c1b4" providerId="ADAL" clId="{B9A02766-2417-4DA6-A608-15083E997C0E}" dt="2023-08-11T11:08:01.317" v="1258" actId="478"/>
          <ac:spMkLst>
            <pc:docMk/>
            <pc:sldMk cId="2898973529" sldId="365"/>
            <ac:spMk id="22" creationId="{6F6CA764-E134-E7BD-BFAC-0AD781AFA793}"/>
          </ac:spMkLst>
        </pc:spChg>
        <pc:spChg chg="mod">
          <ac:chgData name="Alirah WEYORI" userId="1c7cbaa8-91f0-4806-8632-e4be5028c1b4" providerId="ADAL" clId="{B9A02766-2417-4DA6-A608-15083E997C0E}" dt="2023-08-11T11:33:24.973" v="2235" actId="1076"/>
          <ac:spMkLst>
            <pc:docMk/>
            <pc:sldMk cId="2898973529" sldId="365"/>
            <ac:spMk id="23" creationId="{E82D1DF9-FAA7-A9C8-FE45-459F2C53B2B9}"/>
          </ac:spMkLst>
        </pc:spChg>
        <pc:spChg chg="del">
          <ac:chgData name="Alirah WEYORI" userId="1c7cbaa8-91f0-4806-8632-e4be5028c1b4" providerId="ADAL" clId="{B9A02766-2417-4DA6-A608-15083E997C0E}" dt="2023-08-11T11:07:41.586" v="1254" actId="478"/>
          <ac:spMkLst>
            <pc:docMk/>
            <pc:sldMk cId="2898973529" sldId="365"/>
            <ac:spMk id="24" creationId="{4EB48A74-655C-3211-B768-1AD3B7B0ACF1}"/>
          </ac:spMkLst>
        </pc:spChg>
        <pc:spChg chg="mod">
          <ac:chgData name="Alirah WEYORI" userId="1c7cbaa8-91f0-4806-8632-e4be5028c1b4" providerId="ADAL" clId="{B9A02766-2417-4DA6-A608-15083E997C0E}" dt="2023-08-11T11:27:06.976" v="1970" actId="20577"/>
          <ac:spMkLst>
            <pc:docMk/>
            <pc:sldMk cId="2898973529" sldId="365"/>
            <ac:spMk id="33" creationId="{BA135178-7002-B0C0-4829-574D7AE9BBDB}"/>
          </ac:spMkLst>
        </pc:spChg>
        <pc:spChg chg="mod">
          <ac:chgData name="Alirah WEYORI" userId="1c7cbaa8-91f0-4806-8632-e4be5028c1b4" providerId="ADAL" clId="{B9A02766-2417-4DA6-A608-15083E997C0E}" dt="2023-08-11T11:27:13.760" v="1972" actId="20577"/>
          <ac:spMkLst>
            <pc:docMk/>
            <pc:sldMk cId="2898973529" sldId="365"/>
            <ac:spMk id="34" creationId="{6779CA2D-91A0-929E-87A3-D6A158B01867}"/>
          </ac:spMkLst>
        </pc:spChg>
        <pc:spChg chg="del">
          <ac:chgData name="Alirah WEYORI" userId="1c7cbaa8-91f0-4806-8632-e4be5028c1b4" providerId="ADAL" clId="{B9A02766-2417-4DA6-A608-15083E997C0E}" dt="2023-08-11T11:26:23.087" v="1941" actId="478"/>
          <ac:spMkLst>
            <pc:docMk/>
            <pc:sldMk cId="2898973529" sldId="365"/>
            <ac:spMk id="37" creationId="{6D9DEAB7-9B51-C0FE-36F2-EE89DF0A7023}"/>
          </ac:spMkLst>
        </pc:spChg>
        <pc:spChg chg="del topLvl">
          <ac:chgData name="Alirah WEYORI" userId="1c7cbaa8-91f0-4806-8632-e4be5028c1b4" providerId="ADAL" clId="{B9A02766-2417-4DA6-A608-15083E997C0E}" dt="2023-08-11T11:26:35.132" v="1949" actId="478"/>
          <ac:spMkLst>
            <pc:docMk/>
            <pc:sldMk cId="2898973529" sldId="365"/>
            <ac:spMk id="45" creationId="{593AAE8C-EEC4-08C2-B41C-9F169B30B1FB}"/>
          </ac:spMkLst>
        </pc:spChg>
        <pc:spChg chg="mod">
          <ac:chgData name="Alirah WEYORI" userId="1c7cbaa8-91f0-4806-8632-e4be5028c1b4" providerId="ADAL" clId="{B9A02766-2417-4DA6-A608-15083E997C0E}" dt="2023-08-11T11:17:49.894" v="1828" actId="20577"/>
          <ac:spMkLst>
            <pc:docMk/>
            <pc:sldMk cId="2898973529" sldId="365"/>
            <ac:spMk id="48" creationId="{2734B2DB-FE37-7540-BD8B-4BED8C4728B5}"/>
          </ac:spMkLst>
        </pc:spChg>
        <pc:grpChg chg="mod topLvl">
          <ac:chgData name="Alirah WEYORI" userId="1c7cbaa8-91f0-4806-8632-e4be5028c1b4" providerId="ADAL" clId="{B9A02766-2417-4DA6-A608-15083E997C0E}" dt="2023-08-11T11:27:11.492" v="1971" actId="14100"/>
          <ac:grpSpMkLst>
            <pc:docMk/>
            <pc:sldMk cId="2898973529" sldId="365"/>
            <ac:grpSpMk id="44" creationId="{7F0D5F86-6627-80E1-DC63-F1EAC3523156}"/>
          </ac:grpSpMkLst>
        </pc:grpChg>
        <pc:grpChg chg="del">
          <ac:chgData name="Alirah WEYORI" userId="1c7cbaa8-91f0-4806-8632-e4be5028c1b4" providerId="ADAL" clId="{B9A02766-2417-4DA6-A608-15083E997C0E}" dt="2023-08-11T11:26:35.132" v="1949" actId="478"/>
          <ac:grpSpMkLst>
            <pc:docMk/>
            <pc:sldMk cId="2898973529" sldId="365"/>
            <ac:grpSpMk id="46" creationId="{840F2A57-E6FB-D27A-059A-52869400D04C}"/>
          </ac:grpSpMkLst>
        </pc:grpChg>
        <pc:grpChg chg="mod">
          <ac:chgData name="Alirah WEYORI" userId="1c7cbaa8-91f0-4806-8632-e4be5028c1b4" providerId="ADAL" clId="{B9A02766-2417-4DA6-A608-15083E997C0E}" dt="2023-08-11T11:33:46.767" v="2238" actId="14100"/>
          <ac:grpSpMkLst>
            <pc:docMk/>
            <pc:sldMk cId="2898973529" sldId="365"/>
            <ac:grpSpMk id="47" creationId="{3F33F585-B878-C88B-9B68-DA639242F16B}"/>
          </ac:grpSpMkLst>
        </pc:grpChg>
      </pc:sldChg>
    </pc:docChg>
  </pc:docChgLst>
  <pc:docChgLst>
    <pc:chgData name="Mohamed SALEM" userId="13f12703-f1ce-4b8b-924c-fe401988a08b" providerId="ADAL" clId="{9B147EE2-A070-42F5-AF01-0CEB9FFA3A93}"/>
    <pc:docChg chg="undo custSel addSld delSld modSld modSection">
      <pc:chgData name="Mohamed SALEM" userId="13f12703-f1ce-4b8b-924c-fe401988a08b" providerId="ADAL" clId="{9B147EE2-A070-42F5-AF01-0CEB9FFA3A93}" dt="2023-08-11T15:48:11.807" v="3487"/>
      <pc:docMkLst>
        <pc:docMk/>
      </pc:docMkLst>
      <pc:sldChg chg="modSp mod">
        <pc:chgData name="Mohamed SALEM" userId="13f12703-f1ce-4b8b-924c-fe401988a08b" providerId="ADAL" clId="{9B147EE2-A070-42F5-AF01-0CEB9FFA3A93}" dt="2023-08-11T12:55:28.987" v="3482" actId="20577"/>
        <pc:sldMkLst>
          <pc:docMk/>
          <pc:sldMk cId="3249434575" sldId="316"/>
        </pc:sldMkLst>
        <pc:spChg chg="mod">
          <ac:chgData name="Mohamed SALEM" userId="13f12703-f1ce-4b8b-924c-fe401988a08b" providerId="ADAL" clId="{9B147EE2-A070-42F5-AF01-0CEB9FFA3A93}" dt="2023-08-11T12:55:28.987" v="3482" actId="20577"/>
          <ac:spMkLst>
            <pc:docMk/>
            <pc:sldMk cId="3249434575" sldId="316"/>
            <ac:spMk id="3" creationId="{62733AE4-1795-719D-F652-A5C5B14FFF7A}"/>
          </ac:spMkLst>
        </pc:spChg>
      </pc:sldChg>
      <pc:sldChg chg="addSp modSp mod">
        <pc:chgData name="Mohamed SALEM" userId="13f12703-f1ce-4b8b-924c-fe401988a08b" providerId="ADAL" clId="{9B147EE2-A070-42F5-AF01-0CEB9FFA3A93}" dt="2023-08-11T12:49:39.579" v="2856" actId="207"/>
        <pc:sldMkLst>
          <pc:docMk/>
          <pc:sldMk cId="1521495400" sldId="329"/>
        </pc:sldMkLst>
        <pc:spChg chg="add mod">
          <ac:chgData name="Mohamed SALEM" userId="13f12703-f1ce-4b8b-924c-fe401988a08b" providerId="ADAL" clId="{9B147EE2-A070-42F5-AF01-0CEB9FFA3A93}" dt="2023-08-11T12:49:39.579" v="2856" actId="207"/>
          <ac:spMkLst>
            <pc:docMk/>
            <pc:sldMk cId="1521495400" sldId="329"/>
            <ac:spMk id="3" creationId="{A7583CC2-3F6B-5B61-354F-E8DD378C9AAD}"/>
          </ac:spMkLst>
        </pc:spChg>
        <pc:picChg chg="mod">
          <ac:chgData name="Mohamed SALEM" userId="13f12703-f1ce-4b8b-924c-fe401988a08b" providerId="ADAL" clId="{9B147EE2-A070-42F5-AF01-0CEB9FFA3A93}" dt="2023-08-11T12:48:29.193" v="2693" actId="1035"/>
          <ac:picMkLst>
            <pc:docMk/>
            <pc:sldMk cId="1521495400" sldId="329"/>
            <ac:picMk id="8" creationId="{9F548F5E-1645-A988-92FC-24A524438847}"/>
          </ac:picMkLst>
        </pc:picChg>
      </pc:sldChg>
      <pc:sldChg chg="modSp mod">
        <pc:chgData name="Mohamed SALEM" userId="13f12703-f1ce-4b8b-924c-fe401988a08b" providerId="ADAL" clId="{9B147EE2-A070-42F5-AF01-0CEB9FFA3A93}" dt="2023-08-11T12:52:16.679" v="3221" actId="20577"/>
        <pc:sldMkLst>
          <pc:docMk/>
          <pc:sldMk cId="3282286893" sldId="330"/>
        </pc:sldMkLst>
        <pc:spChg chg="mod">
          <ac:chgData name="Mohamed SALEM" userId="13f12703-f1ce-4b8b-924c-fe401988a08b" providerId="ADAL" clId="{9B147EE2-A070-42F5-AF01-0CEB9FFA3A93}" dt="2023-08-11T12:52:16.679" v="3221" actId="20577"/>
          <ac:spMkLst>
            <pc:docMk/>
            <pc:sldMk cId="3282286893" sldId="330"/>
            <ac:spMk id="6" creationId="{C77D6C2F-AC0C-CDE5-6C26-DEC4BD426D97}"/>
          </ac:spMkLst>
        </pc:spChg>
      </pc:sldChg>
      <pc:sldChg chg="modSp mod">
        <pc:chgData name="Mohamed SALEM" userId="13f12703-f1ce-4b8b-924c-fe401988a08b" providerId="ADAL" clId="{9B147EE2-A070-42F5-AF01-0CEB9FFA3A93}" dt="2023-08-11T12:21:22.110" v="972" actId="20577"/>
        <pc:sldMkLst>
          <pc:docMk/>
          <pc:sldMk cId="3313085326" sldId="331"/>
        </pc:sldMkLst>
        <pc:spChg chg="mod">
          <ac:chgData name="Mohamed SALEM" userId="13f12703-f1ce-4b8b-924c-fe401988a08b" providerId="ADAL" clId="{9B147EE2-A070-42F5-AF01-0CEB9FFA3A93}" dt="2023-08-11T12:21:22.110" v="972" actId="20577"/>
          <ac:spMkLst>
            <pc:docMk/>
            <pc:sldMk cId="3313085326" sldId="331"/>
            <ac:spMk id="6" creationId="{C77D6C2F-AC0C-CDE5-6C26-DEC4BD426D97}"/>
          </ac:spMkLst>
        </pc:spChg>
      </pc:sldChg>
      <pc:sldChg chg="modSp mod">
        <pc:chgData name="Mohamed SALEM" userId="13f12703-f1ce-4b8b-924c-fe401988a08b" providerId="ADAL" clId="{9B147EE2-A070-42F5-AF01-0CEB9FFA3A93}" dt="2023-08-11T12:45:21.090" v="2512" actId="20577"/>
        <pc:sldMkLst>
          <pc:docMk/>
          <pc:sldMk cId="710863415" sldId="359"/>
        </pc:sldMkLst>
        <pc:spChg chg="mod">
          <ac:chgData name="Mohamed SALEM" userId="13f12703-f1ce-4b8b-924c-fe401988a08b" providerId="ADAL" clId="{9B147EE2-A070-42F5-AF01-0CEB9FFA3A93}" dt="2023-08-11T12:45:21.090" v="2512" actId="20577"/>
          <ac:spMkLst>
            <pc:docMk/>
            <pc:sldMk cId="710863415" sldId="359"/>
            <ac:spMk id="6" creationId="{C77D6C2F-AC0C-CDE5-6C26-DEC4BD426D97}"/>
          </ac:spMkLst>
        </pc:spChg>
      </pc:sldChg>
      <pc:sldChg chg="modSp del mod">
        <pc:chgData name="Mohamed SALEM" userId="13f12703-f1ce-4b8b-924c-fe401988a08b" providerId="ADAL" clId="{9B147EE2-A070-42F5-AF01-0CEB9FFA3A93}" dt="2023-08-11T12:46:48.352" v="2547" actId="47"/>
        <pc:sldMkLst>
          <pc:docMk/>
          <pc:sldMk cId="4215624154" sldId="360"/>
        </pc:sldMkLst>
        <pc:spChg chg="mod">
          <ac:chgData name="Mohamed SALEM" userId="13f12703-f1ce-4b8b-924c-fe401988a08b" providerId="ADAL" clId="{9B147EE2-A070-42F5-AF01-0CEB9FFA3A93}" dt="2023-08-11T12:44:22.162" v="2450" actId="21"/>
          <ac:spMkLst>
            <pc:docMk/>
            <pc:sldMk cId="4215624154" sldId="360"/>
            <ac:spMk id="6" creationId="{C77D6C2F-AC0C-CDE5-6C26-DEC4BD426D97}"/>
          </ac:spMkLst>
        </pc:spChg>
      </pc:sldChg>
      <pc:sldChg chg="addSp modSp mod modAnim">
        <pc:chgData name="Mohamed SALEM" userId="13f12703-f1ce-4b8b-924c-fe401988a08b" providerId="ADAL" clId="{9B147EE2-A070-42F5-AF01-0CEB9FFA3A93}" dt="2023-08-11T12:09:55.672" v="433" actId="1076"/>
        <pc:sldMkLst>
          <pc:docMk/>
          <pc:sldMk cId="773978157" sldId="361"/>
        </pc:sldMkLst>
        <pc:spChg chg="add mod">
          <ac:chgData name="Mohamed SALEM" userId="13f12703-f1ce-4b8b-924c-fe401988a08b" providerId="ADAL" clId="{9B147EE2-A070-42F5-AF01-0CEB9FFA3A93}" dt="2023-08-11T11:30:50.868" v="267" actId="1037"/>
          <ac:spMkLst>
            <pc:docMk/>
            <pc:sldMk cId="773978157" sldId="361"/>
            <ac:spMk id="3" creationId="{D7FEE22D-4DC2-836B-4ECD-7B06DE0ADD52}"/>
          </ac:spMkLst>
        </pc:spChg>
        <pc:spChg chg="add mod">
          <ac:chgData name="Mohamed SALEM" userId="13f12703-f1ce-4b8b-924c-fe401988a08b" providerId="ADAL" clId="{9B147EE2-A070-42F5-AF01-0CEB9FFA3A93}" dt="2023-08-11T11:28:59.260" v="166" actId="20577"/>
          <ac:spMkLst>
            <pc:docMk/>
            <pc:sldMk cId="773978157" sldId="361"/>
            <ac:spMk id="4" creationId="{B527F588-3365-B368-4A52-E7E1D4E559FF}"/>
          </ac:spMkLst>
        </pc:spChg>
        <pc:spChg chg="add mod">
          <ac:chgData name="Mohamed SALEM" userId="13f12703-f1ce-4b8b-924c-fe401988a08b" providerId="ADAL" clId="{9B147EE2-A070-42F5-AF01-0CEB9FFA3A93}" dt="2023-08-11T11:29:33.850" v="174" actId="20577"/>
          <ac:spMkLst>
            <pc:docMk/>
            <pc:sldMk cId="773978157" sldId="361"/>
            <ac:spMk id="5" creationId="{2B5D4394-D1B1-3C18-B85D-110A8E83BBB2}"/>
          </ac:spMkLst>
        </pc:spChg>
        <pc:spChg chg="mod">
          <ac:chgData name="Mohamed SALEM" userId="13f12703-f1ce-4b8b-924c-fe401988a08b" providerId="ADAL" clId="{9B147EE2-A070-42F5-AF01-0CEB9FFA3A93}" dt="2023-08-11T11:29:54.817" v="175" actId="14100"/>
          <ac:spMkLst>
            <pc:docMk/>
            <pc:sldMk cId="773978157" sldId="361"/>
            <ac:spMk id="6" creationId="{E767ABE5-0184-8B36-5479-76A24B961185}"/>
          </ac:spMkLst>
        </pc:spChg>
        <pc:spChg chg="mod">
          <ac:chgData name="Mohamed SALEM" userId="13f12703-f1ce-4b8b-924c-fe401988a08b" providerId="ADAL" clId="{9B147EE2-A070-42F5-AF01-0CEB9FFA3A93}" dt="2023-08-11T11:29:58.763" v="176" actId="14100"/>
          <ac:spMkLst>
            <pc:docMk/>
            <pc:sldMk cId="773978157" sldId="361"/>
            <ac:spMk id="14" creationId="{9FF8F268-8BCF-E8B2-5B5B-9C53BF57908E}"/>
          </ac:spMkLst>
        </pc:spChg>
        <pc:spChg chg="mod">
          <ac:chgData name="Mohamed SALEM" userId="13f12703-f1ce-4b8b-924c-fe401988a08b" providerId="ADAL" clId="{9B147EE2-A070-42F5-AF01-0CEB9FFA3A93}" dt="2023-08-11T11:30:20.690" v="212" actId="14100"/>
          <ac:spMkLst>
            <pc:docMk/>
            <pc:sldMk cId="773978157" sldId="361"/>
            <ac:spMk id="18" creationId="{60979141-BBD0-EE11-5468-9E2EBEE02D3B}"/>
          </ac:spMkLst>
        </pc:spChg>
        <pc:spChg chg="mod">
          <ac:chgData name="Mohamed SALEM" userId="13f12703-f1ce-4b8b-924c-fe401988a08b" providerId="ADAL" clId="{9B147EE2-A070-42F5-AF01-0CEB9FFA3A93}" dt="2023-08-11T11:30:14.430" v="209" actId="14100"/>
          <ac:spMkLst>
            <pc:docMk/>
            <pc:sldMk cId="773978157" sldId="361"/>
            <ac:spMk id="19" creationId="{88DFF2FE-F4E0-D427-91B3-D5676BB1D961}"/>
          </ac:spMkLst>
        </pc:spChg>
        <pc:spChg chg="add mod">
          <ac:chgData name="Mohamed SALEM" userId="13f12703-f1ce-4b8b-924c-fe401988a08b" providerId="ADAL" clId="{9B147EE2-A070-42F5-AF01-0CEB9FFA3A93}" dt="2023-08-11T11:30:54.403" v="269" actId="1037"/>
          <ac:spMkLst>
            <pc:docMk/>
            <pc:sldMk cId="773978157" sldId="361"/>
            <ac:spMk id="22" creationId="{C41A533C-AD31-D9FF-BBE1-417A14DFBDE0}"/>
          </ac:spMkLst>
        </pc:spChg>
        <pc:spChg chg="add mod">
          <ac:chgData name="Mohamed SALEM" userId="13f12703-f1ce-4b8b-924c-fe401988a08b" providerId="ADAL" clId="{9B147EE2-A070-42F5-AF01-0CEB9FFA3A93}" dt="2023-08-11T12:06:59.797" v="400" actId="20577"/>
          <ac:spMkLst>
            <pc:docMk/>
            <pc:sldMk cId="773978157" sldId="361"/>
            <ac:spMk id="23" creationId="{4D1EF874-7099-AD0C-DF25-9AC55ACE9C28}"/>
          </ac:spMkLst>
        </pc:spChg>
        <pc:spChg chg="add mod">
          <ac:chgData name="Mohamed SALEM" userId="13f12703-f1ce-4b8b-924c-fe401988a08b" providerId="ADAL" clId="{9B147EE2-A070-42F5-AF01-0CEB9FFA3A93}" dt="2023-08-11T12:06:54.555" v="398" actId="20577"/>
          <ac:spMkLst>
            <pc:docMk/>
            <pc:sldMk cId="773978157" sldId="361"/>
            <ac:spMk id="24" creationId="{15F3B546-A52E-8AC9-08AA-4D3DCBFCF553}"/>
          </ac:spMkLst>
        </pc:spChg>
        <pc:spChg chg="add mod">
          <ac:chgData name="Mohamed SALEM" userId="13f12703-f1ce-4b8b-924c-fe401988a08b" providerId="ADAL" clId="{9B147EE2-A070-42F5-AF01-0CEB9FFA3A93}" dt="2023-08-11T12:08:07.012" v="407" actId="20577"/>
          <ac:spMkLst>
            <pc:docMk/>
            <pc:sldMk cId="773978157" sldId="361"/>
            <ac:spMk id="25" creationId="{075DE2C6-9B19-0608-E48F-C0FB96EAEA0D}"/>
          </ac:spMkLst>
        </pc:spChg>
        <pc:spChg chg="add mod">
          <ac:chgData name="Mohamed SALEM" userId="13f12703-f1ce-4b8b-924c-fe401988a08b" providerId="ADAL" clId="{9B147EE2-A070-42F5-AF01-0CEB9FFA3A93}" dt="2023-08-11T12:08:37.028" v="409" actId="20577"/>
          <ac:spMkLst>
            <pc:docMk/>
            <pc:sldMk cId="773978157" sldId="361"/>
            <ac:spMk id="26" creationId="{10FB3726-3BE9-00C8-6D3D-9A82805004C4}"/>
          </ac:spMkLst>
        </pc:spChg>
        <pc:spChg chg="add mod">
          <ac:chgData name="Mohamed SALEM" userId="13f12703-f1ce-4b8b-924c-fe401988a08b" providerId="ADAL" clId="{9B147EE2-A070-42F5-AF01-0CEB9FFA3A93}" dt="2023-08-11T12:09:48.507" v="431" actId="1076"/>
          <ac:spMkLst>
            <pc:docMk/>
            <pc:sldMk cId="773978157" sldId="361"/>
            <ac:spMk id="27" creationId="{0BA9EDE0-F854-009A-4D17-60E848B814EA}"/>
          </ac:spMkLst>
        </pc:spChg>
        <pc:spChg chg="add mod">
          <ac:chgData name="Mohamed SALEM" userId="13f12703-f1ce-4b8b-924c-fe401988a08b" providerId="ADAL" clId="{9B147EE2-A070-42F5-AF01-0CEB9FFA3A93}" dt="2023-08-11T12:09:55.672" v="433" actId="1076"/>
          <ac:spMkLst>
            <pc:docMk/>
            <pc:sldMk cId="773978157" sldId="361"/>
            <ac:spMk id="28" creationId="{855572DA-EDA4-20E2-CA25-E00F8C90ECC2}"/>
          </ac:spMkLst>
        </pc:spChg>
        <pc:spChg chg="mod">
          <ac:chgData name="Mohamed SALEM" userId="13f12703-f1ce-4b8b-924c-fe401988a08b" providerId="ADAL" clId="{9B147EE2-A070-42F5-AF01-0CEB9FFA3A93}" dt="2023-08-11T11:30:15.883" v="210" actId="1076"/>
          <ac:spMkLst>
            <pc:docMk/>
            <pc:sldMk cId="773978157" sldId="361"/>
            <ac:spMk id="30" creationId="{43A27B2C-3292-3987-1B6D-F6B9FEA32C12}"/>
          </ac:spMkLst>
        </pc:spChg>
        <pc:cxnChg chg="mod">
          <ac:chgData name="Mohamed SALEM" userId="13f12703-f1ce-4b8b-924c-fe401988a08b" providerId="ADAL" clId="{9B147EE2-A070-42F5-AF01-0CEB9FFA3A93}" dt="2023-08-11T11:26:26.841" v="104" actId="14100"/>
          <ac:cxnSpMkLst>
            <pc:docMk/>
            <pc:sldMk cId="773978157" sldId="361"/>
            <ac:cxnSpMk id="10" creationId="{D8CBDB44-F00E-8AC4-2D83-98856084BC9C}"/>
          </ac:cxnSpMkLst>
        </pc:cxnChg>
      </pc:sldChg>
      <pc:sldChg chg="modSp add mod">
        <pc:chgData name="Mohamed SALEM" userId="13f12703-f1ce-4b8b-924c-fe401988a08b" providerId="ADAL" clId="{9B147EE2-A070-42F5-AF01-0CEB9FFA3A93}" dt="2023-08-11T12:46:01.560" v="2540" actId="20577"/>
        <pc:sldMkLst>
          <pc:docMk/>
          <pc:sldMk cId="174327325" sldId="366"/>
        </pc:sldMkLst>
        <pc:spChg chg="mod">
          <ac:chgData name="Mohamed SALEM" userId="13f12703-f1ce-4b8b-924c-fe401988a08b" providerId="ADAL" clId="{9B147EE2-A070-42F5-AF01-0CEB9FFA3A93}" dt="2023-08-11T12:46:01.560" v="2540" actId="20577"/>
          <ac:spMkLst>
            <pc:docMk/>
            <pc:sldMk cId="174327325" sldId="366"/>
            <ac:spMk id="6" creationId="{C77D6C2F-AC0C-CDE5-6C26-DEC4BD426D97}"/>
          </ac:spMkLst>
        </pc:spChg>
      </pc:sldChg>
      <pc:sldChg chg="modSp add mod">
        <pc:chgData name="Mohamed SALEM" userId="13f12703-f1ce-4b8b-924c-fe401988a08b" providerId="ADAL" clId="{9B147EE2-A070-42F5-AF01-0CEB9FFA3A93}" dt="2023-08-11T12:55:54.572" v="3483" actId="108"/>
        <pc:sldMkLst>
          <pc:docMk/>
          <pc:sldMk cId="812228377" sldId="367"/>
        </pc:sldMkLst>
        <pc:spChg chg="mod">
          <ac:chgData name="Mohamed SALEM" userId="13f12703-f1ce-4b8b-924c-fe401988a08b" providerId="ADAL" clId="{9B147EE2-A070-42F5-AF01-0CEB9FFA3A93}" dt="2023-08-11T12:55:54.572" v="3483" actId="108"/>
          <ac:spMkLst>
            <pc:docMk/>
            <pc:sldMk cId="812228377" sldId="367"/>
            <ac:spMk id="6" creationId="{C77D6C2F-AC0C-CDE5-6C26-DEC4BD426D97}"/>
          </ac:spMkLst>
        </pc:spChg>
      </pc:sldChg>
      <pc:sldChg chg="new">
        <pc:chgData name="Mohamed SALEM" userId="13f12703-f1ce-4b8b-924c-fe401988a08b" providerId="ADAL" clId="{9B147EE2-A070-42F5-AF01-0CEB9FFA3A93}" dt="2023-08-11T15:48:01.733" v="3484" actId="680"/>
        <pc:sldMkLst>
          <pc:docMk/>
          <pc:sldMk cId="4211814164" sldId="368"/>
        </pc:sldMkLst>
      </pc:sldChg>
      <pc:sldChg chg="add del">
        <pc:chgData name="Mohamed SALEM" userId="13f12703-f1ce-4b8b-924c-fe401988a08b" providerId="ADAL" clId="{9B147EE2-A070-42F5-AF01-0CEB9FFA3A93}" dt="2023-08-11T15:48:11.807" v="3487"/>
        <pc:sldMkLst>
          <pc:docMk/>
          <pc:sldMk cId="4026943303" sldId="370"/>
        </pc:sldMkLst>
      </pc:sldChg>
      <pc:sldChg chg="add del setBg">
        <pc:chgData name="Mohamed SALEM" userId="13f12703-f1ce-4b8b-924c-fe401988a08b" providerId="ADAL" clId="{9B147EE2-A070-42F5-AF01-0CEB9FFA3A93}" dt="2023-08-11T15:48:11.807" v="3487"/>
        <pc:sldMkLst>
          <pc:docMk/>
          <pc:sldMk cId="770390803" sldId="373"/>
        </pc:sldMkLst>
      </pc:sldChg>
    </pc:docChg>
  </pc:docChgLst>
</pc:chgInfo>
</file>

<file path=ppt/comments/modernComment_172_F0064747.xml><?xml version="1.0" encoding="utf-8"?>
<p188:cmLst xmlns:a="http://schemas.openxmlformats.org/drawingml/2006/main" xmlns:r="http://schemas.openxmlformats.org/officeDocument/2006/relationships" xmlns:p188="http://schemas.microsoft.com/office/powerpoint/2018/8/main">
  <p188:cm id="{8D63D56E-46C0-4A70-A34F-F2CF340F5CD9}" authorId="{6A52989B-2D3B-6FC0-BBC3-D88A3726BC0B}" created="2023-08-11T13:06:34.887">
    <pc:sldMkLst xmlns:pc="http://schemas.microsoft.com/office/powerpoint/2013/main/command">
      <pc:docMk/>
      <pc:sldMk cId="4026943303" sldId="370"/>
    </pc:sldMkLst>
    <p188:txBody>
      <a:bodyPr/>
      <a:lstStyle/>
      <a:p>
        <a:r>
          <a:rPr lang="en-GB"/>
          <a:t>[@Nicole WU] please add here the balance table for the specific sample in te title using the background variables (HH size, sex HHH, education, etc.. (all these info comes from the F2F survey variables)</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FFAB1A-079C-564C-A3B2-E630BC843578}" type="datetimeFigureOut">
              <a:rPr lang="it-IT" smtClean="0"/>
              <a:t>11/08/2023</a:t>
            </a:fld>
            <a:endParaRPr lang="it-IT"/>
          </a:p>
        </p:txBody>
      </p:sp>
      <p:sp>
        <p:nvSpPr>
          <p:cNvPr id="4" name="Segnaposto piè di pa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900685-03CC-EF47-A6B6-8CB07CAC109C}" type="slidenum">
              <a:rPr lang="it-IT" smtClean="0"/>
              <a:t>‹#›</a:t>
            </a:fld>
            <a:endParaRPr lang="it-IT"/>
          </a:p>
        </p:txBody>
      </p:sp>
    </p:spTree>
    <p:extLst>
      <p:ext uri="{BB962C8B-B14F-4D97-AF65-F5344CB8AC3E}">
        <p14:creationId xmlns:p14="http://schemas.microsoft.com/office/powerpoint/2010/main" val="15066613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B21A65-5E85-7243-A45D-5622BE4ACE07}" type="datetimeFigureOut">
              <a:rPr lang="it-IT" smtClean="0"/>
              <a:t>11/08/2023</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27884D-8063-894A-9B96-2E8B250142EB}" type="slidenum">
              <a:rPr lang="it-IT" smtClean="0"/>
              <a:t>‹#›</a:t>
            </a:fld>
            <a:endParaRPr lang="it-IT"/>
          </a:p>
        </p:txBody>
      </p:sp>
    </p:spTree>
    <p:extLst>
      <p:ext uri="{BB962C8B-B14F-4D97-AF65-F5344CB8AC3E}">
        <p14:creationId xmlns:p14="http://schemas.microsoft.com/office/powerpoint/2010/main" val="1519342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a:t>
            </a:fld>
            <a:endParaRPr lang="it-IT"/>
          </a:p>
        </p:txBody>
      </p:sp>
    </p:spTree>
    <p:extLst>
      <p:ext uri="{BB962C8B-B14F-4D97-AF65-F5344CB8AC3E}">
        <p14:creationId xmlns:p14="http://schemas.microsoft.com/office/powerpoint/2010/main" val="26249291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1" indent="-342900" algn="l" defTabSz="914400" rtl="0" eaLnBrk="1" fontAlgn="auto" latinLnBrk="0" hangingPunct="1">
              <a:lnSpc>
                <a:spcPct val="100000"/>
              </a:lnSpc>
              <a:spcBef>
                <a:spcPts val="1000"/>
              </a:spcBef>
              <a:spcAft>
                <a:spcPts val="0"/>
              </a:spcAft>
              <a:buClrTx/>
              <a:buSzTx/>
              <a:buFontTx/>
              <a:buNone/>
              <a:tabLst/>
              <a:defRPr/>
            </a:pPr>
            <a:r>
              <a:rPr lang="en-US" sz="2400"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useful in emergencies where F2F survey is not feasible</a:t>
            </a:r>
          </a:p>
          <a:p>
            <a:pPr marL="342900" lvl="1" indent="-342900">
              <a:spcBef>
                <a:spcPts val="1000"/>
              </a:spcBef>
            </a:pPr>
            <a:endPar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endParaRPr>
          </a:p>
          <a:p>
            <a:pPr marL="342900" lvl="1" indent="-342900">
              <a:spcBef>
                <a:spcPts val="1000"/>
              </a:spcBef>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The Challenge with </a:t>
            </a:r>
            <a:r>
              <a:rPr lang="en-US" sz="2400"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numbers &amp; methodology is that not it is been validated against CARI or IPC</a:t>
            </a:r>
          </a:p>
          <a:p>
            <a:pPr marL="800100" lvl="2" indent="-342900">
              <a:spcBef>
                <a:spcPts val="1000"/>
              </a:spcBef>
            </a:pPr>
            <a:r>
              <a:rPr lang="en-US" sz="2200">
                <a:latin typeface="Open Sans" panose="020B0606030504020204" pitchFamily="34" charset="0"/>
                <a:ea typeface="Open Sans" panose="020B0606030504020204" pitchFamily="34" charset="0"/>
                <a:cs typeface="Times New Roman" panose="02020603050405020304" pitchFamily="18" charset="0"/>
              </a:rPr>
              <a:t>Though is easily available, results are not globally accepted</a:t>
            </a:r>
            <a:endParaRPr lang="en-GB" sz="2200">
              <a:latin typeface="Open Sans" panose="020B0606030504020204" pitchFamily="34" charset="0"/>
              <a:ea typeface="Open Sans" panose="020B060603050402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C227884D-8063-894A-9B96-2E8B250142EB}" type="slidenum">
              <a:rPr lang="it-IT" smtClean="0"/>
              <a:t>2</a:t>
            </a:fld>
            <a:endParaRPr lang="it-IT"/>
          </a:p>
        </p:txBody>
      </p:sp>
    </p:spTree>
    <p:extLst>
      <p:ext uri="{BB962C8B-B14F-4D97-AF65-F5344CB8AC3E}">
        <p14:creationId xmlns:p14="http://schemas.microsoft.com/office/powerpoint/2010/main" val="805615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just">
              <a:lnSpc>
                <a:spcPct val="107000"/>
              </a:lnSpc>
              <a:buFont typeface="+mj-lt"/>
              <a:buNone/>
            </a:pPr>
            <a:r>
              <a:rPr lang="en-GB" sz="1200" err="1">
                <a:effectLst/>
                <a:latin typeface="Calibri" panose="020F0502020204030204" pitchFamily="34" charset="0"/>
                <a:ea typeface="Calibri" panose="020F0502020204030204" pitchFamily="34" charset="0"/>
                <a:cs typeface="Calibri" panose="020F0502020204030204" pitchFamily="34" charset="0"/>
              </a:rPr>
              <a:t>rCARI</a:t>
            </a:r>
            <a:r>
              <a:rPr lang="en-GB" sz="1200">
                <a:effectLst/>
                <a:latin typeface="Calibri" panose="020F0502020204030204" pitchFamily="34" charset="0"/>
                <a:ea typeface="Calibri" panose="020F0502020204030204" pitchFamily="34" charset="0"/>
                <a:cs typeface="Calibri" panose="020F0502020204030204" pitchFamily="34" charset="0"/>
              </a:rPr>
              <a:t> is based on the following modules</a:t>
            </a:r>
          </a:p>
          <a:p>
            <a:pPr marL="342900" lvl="0" indent="-342900" algn="just">
              <a:lnSpc>
                <a:spcPct val="107000"/>
              </a:lnSpc>
              <a:buFont typeface="+mj-lt"/>
              <a:buAutoNum type="arabicPeriod"/>
            </a:pPr>
            <a:r>
              <a:rPr lang="en-GB" sz="1200">
                <a:effectLst/>
                <a:latin typeface="Calibri" panose="020F0502020204030204" pitchFamily="34" charset="0"/>
                <a:ea typeface="Calibri" panose="020F0502020204030204" pitchFamily="34" charset="0"/>
                <a:cs typeface="Calibri" panose="020F0502020204030204" pitchFamily="34" charset="0"/>
              </a:rPr>
              <a:t>Food consumption score </a:t>
            </a:r>
            <a:endParaRPr lang="en-GB" sz="12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buFont typeface="+mj-lt"/>
              <a:buAutoNum type="arabicPeriod"/>
            </a:pPr>
            <a:r>
              <a:rPr lang="en-GB" sz="1200">
                <a:effectLst/>
                <a:latin typeface="Calibri" panose="020F0502020204030204" pitchFamily="34" charset="0"/>
                <a:ea typeface="Calibri" panose="020F0502020204030204" pitchFamily="34" charset="0"/>
                <a:cs typeface="Calibri" panose="020F0502020204030204" pitchFamily="34" charset="0"/>
              </a:rPr>
              <a:t>Consumption-based coping strategy (</a:t>
            </a:r>
            <a:r>
              <a:rPr lang="en-GB" sz="1200" err="1">
                <a:effectLst/>
                <a:latin typeface="Calibri" panose="020F0502020204030204" pitchFamily="34" charset="0"/>
                <a:ea typeface="Calibri" panose="020F0502020204030204" pitchFamily="34" charset="0"/>
                <a:cs typeface="Calibri" panose="020F0502020204030204" pitchFamily="34" charset="0"/>
              </a:rPr>
              <a:t>rCSI</a:t>
            </a:r>
            <a:r>
              <a:rPr lang="en-GB" sz="1200">
                <a:effectLst/>
                <a:latin typeface="Calibri" panose="020F0502020204030204" pitchFamily="34" charset="0"/>
                <a:ea typeface="Calibri" panose="020F0502020204030204" pitchFamily="34" charset="0"/>
                <a:cs typeface="Calibri" panose="020F0502020204030204" pitchFamily="34" charset="0"/>
              </a:rPr>
              <a:t>)</a:t>
            </a:r>
            <a:endParaRPr lang="en-GB" sz="12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buFont typeface="+mj-lt"/>
              <a:buAutoNum type="arabicPeriod"/>
            </a:pPr>
            <a:r>
              <a:rPr lang="en-GB" sz="1200">
                <a:effectLst/>
                <a:latin typeface="Calibri" panose="020F0502020204030204" pitchFamily="34" charset="0"/>
                <a:ea typeface="Calibri" panose="020F0502020204030204" pitchFamily="34" charset="0"/>
                <a:cs typeface="Calibri" panose="020F0502020204030204" pitchFamily="34" charset="0"/>
              </a:rPr>
              <a:t>Livelihood coping strategy (usually a shorter version of the original) </a:t>
            </a:r>
            <a:endParaRPr lang="en-GB" sz="12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buFont typeface="+mj-lt"/>
              <a:buAutoNum type="arabicPeriod"/>
            </a:pPr>
            <a:r>
              <a:rPr lang="en-GB" sz="1200">
                <a:effectLst/>
                <a:latin typeface="Calibri" panose="020F0502020204030204" pitchFamily="34" charset="0"/>
                <a:ea typeface="Calibri" panose="020F0502020204030204" pitchFamily="34" charset="0"/>
                <a:cs typeface="Calibri" panose="020F0502020204030204" pitchFamily="34" charset="0"/>
              </a:rPr>
              <a:t>Income sources </a:t>
            </a:r>
            <a:endParaRPr lang="en-GB" sz="12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spcAft>
                <a:spcPts val="800"/>
              </a:spcAft>
              <a:buFont typeface="+mj-lt"/>
              <a:buAutoNum type="arabicPeriod"/>
            </a:pPr>
            <a:r>
              <a:rPr lang="en-GB" sz="1200">
                <a:effectLst/>
                <a:latin typeface="Calibri" panose="020F0502020204030204" pitchFamily="34" charset="0"/>
                <a:ea typeface="Calibri" panose="020F0502020204030204" pitchFamily="34" charset="0"/>
                <a:cs typeface="Calibri" panose="020F0502020204030204" pitchFamily="34" charset="0"/>
              </a:rPr>
              <a:t>Changes in income </a:t>
            </a:r>
            <a:endParaRPr lang="en-GB" sz="120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C227884D-8063-894A-9B96-2E8B250142EB}" type="slidenum">
              <a:rPr lang="it-IT" smtClean="0"/>
              <a:t>3</a:t>
            </a:fld>
            <a:endParaRPr lang="it-IT"/>
          </a:p>
        </p:txBody>
      </p:sp>
    </p:spTree>
    <p:extLst>
      <p:ext uri="{BB962C8B-B14F-4D97-AF65-F5344CB8AC3E}">
        <p14:creationId xmlns:p14="http://schemas.microsoft.com/office/powerpoint/2010/main" val="2110826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chemeClr val="accent6"/>
                </a:solidFill>
              </a:rPr>
              <a:t>Used the available indicators and created </a:t>
            </a:r>
            <a:r>
              <a:rPr lang="en-US" err="1">
                <a:solidFill>
                  <a:schemeClr val="accent6"/>
                </a:solidFill>
              </a:rPr>
              <a:t>rCSI</a:t>
            </a:r>
            <a:r>
              <a:rPr lang="en-US">
                <a:solidFill>
                  <a:schemeClr val="accent6"/>
                </a:solidFill>
              </a:rPr>
              <a:t> gender-sensitive </a:t>
            </a:r>
          </a:p>
          <a:p>
            <a:r>
              <a:rPr lang="en-US">
                <a:solidFill>
                  <a:schemeClr val="accent6"/>
                </a:solidFill>
              </a:rPr>
              <a:t>Sampled at HH level and interviewed 2 members in each HH (male and female) </a:t>
            </a:r>
          </a:p>
          <a:p>
            <a:r>
              <a:rPr lang="en-GB">
                <a:solidFill>
                  <a:schemeClr val="accent6"/>
                </a:solidFill>
              </a:rPr>
              <a:t>We got money from Gender, we had time before the official start of the </a:t>
            </a:r>
            <a:r>
              <a:rPr lang="en-GB" err="1">
                <a:solidFill>
                  <a:schemeClr val="accent6"/>
                </a:solidFill>
              </a:rPr>
              <a:t>rCARI</a:t>
            </a:r>
            <a:r>
              <a:rPr lang="en-GB">
                <a:solidFill>
                  <a:schemeClr val="accent6"/>
                </a:solidFill>
              </a:rPr>
              <a:t> study </a:t>
            </a:r>
          </a:p>
        </p:txBody>
      </p:sp>
      <p:sp>
        <p:nvSpPr>
          <p:cNvPr id="4" name="Slide Number Placeholder 3"/>
          <p:cNvSpPr>
            <a:spLocks noGrp="1"/>
          </p:cNvSpPr>
          <p:nvPr>
            <p:ph type="sldNum" sz="quarter" idx="5"/>
          </p:nvPr>
        </p:nvSpPr>
        <p:spPr/>
        <p:txBody>
          <a:bodyPr/>
          <a:lstStyle/>
          <a:p>
            <a:fld id="{C227884D-8063-894A-9B96-2E8B250142EB}" type="slidenum">
              <a:rPr lang="it-IT" smtClean="0"/>
              <a:t>4</a:t>
            </a:fld>
            <a:endParaRPr lang="it-IT"/>
          </a:p>
        </p:txBody>
      </p:sp>
    </p:spTree>
    <p:extLst>
      <p:ext uri="{BB962C8B-B14F-4D97-AF65-F5344CB8AC3E}">
        <p14:creationId xmlns:p14="http://schemas.microsoft.com/office/powerpoint/2010/main" val="3249709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6</a:t>
            </a:fld>
            <a:endParaRPr lang="it-IT"/>
          </a:p>
        </p:txBody>
      </p:sp>
    </p:spTree>
    <p:extLst>
      <p:ext uri="{BB962C8B-B14F-4D97-AF65-F5344CB8AC3E}">
        <p14:creationId xmlns:p14="http://schemas.microsoft.com/office/powerpoint/2010/main" val="2512950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7</a:t>
            </a:fld>
            <a:endParaRPr lang="it-IT"/>
          </a:p>
        </p:txBody>
      </p:sp>
    </p:spTree>
    <p:extLst>
      <p:ext uri="{BB962C8B-B14F-4D97-AF65-F5344CB8AC3E}">
        <p14:creationId xmlns:p14="http://schemas.microsoft.com/office/powerpoint/2010/main" val="40413288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solidFill>
                <a:schemeClr val="accent6"/>
              </a:solidFill>
            </a:endParaRPr>
          </a:p>
        </p:txBody>
      </p:sp>
      <p:sp>
        <p:nvSpPr>
          <p:cNvPr id="4" name="Slide Number Placeholder 3"/>
          <p:cNvSpPr>
            <a:spLocks noGrp="1"/>
          </p:cNvSpPr>
          <p:nvPr>
            <p:ph type="sldNum" sz="quarter" idx="5"/>
          </p:nvPr>
        </p:nvSpPr>
        <p:spPr/>
        <p:txBody>
          <a:bodyPr/>
          <a:lstStyle/>
          <a:p>
            <a:fld id="{C227884D-8063-894A-9B96-2E8B250142EB}" type="slidenum">
              <a:rPr lang="it-IT" smtClean="0"/>
              <a:t>8</a:t>
            </a:fld>
            <a:endParaRPr lang="it-IT"/>
          </a:p>
        </p:txBody>
      </p:sp>
    </p:spTree>
    <p:extLst>
      <p:ext uri="{BB962C8B-B14F-4D97-AF65-F5344CB8AC3E}">
        <p14:creationId xmlns:p14="http://schemas.microsoft.com/office/powerpoint/2010/main" val="8138000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9</a:t>
            </a:fld>
            <a:endParaRPr lang="it-IT"/>
          </a:p>
        </p:txBody>
      </p:sp>
    </p:spTree>
    <p:extLst>
      <p:ext uri="{BB962C8B-B14F-4D97-AF65-F5344CB8AC3E}">
        <p14:creationId xmlns:p14="http://schemas.microsoft.com/office/powerpoint/2010/main" val="1482199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chemeClr val="accent6"/>
                </a:solidFill>
              </a:rPr>
              <a:t>Used the available indicators and created </a:t>
            </a:r>
            <a:r>
              <a:rPr lang="en-US" err="1">
                <a:solidFill>
                  <a:schemeClr val="accent6"/>
                </a:solidFill>
              </a:rPr>
              <a:t>rCSI</a:t>
            </a:r>
            <a:r>
              <a:rPr lang="en-US">
                <a:solidFill>
                  <a:schemeClr val="accent6"/>
                </a:solidFill>
              </a:rPr>
              <a:t> gender-sensitive </a:t>
            </a:r>
          </a:p>
          <a:p>
            <a:r>
              <a:rPr lang="en-US">
                <a:solidFill>
                  <a:schemeClr val="accent6"/>
                </a:solidFill>
              </a:rPr>
              <a:t>Sampled at HH level and interviewed 2 members in each HH (male and female) </a:t>
            </a:r>
          </a:p>
          <a:p>
            <a:r>
              <a:rPr lang="en-GB">
                <a:solidFill>
                  <a:schemeClr val="accent6"/>
                </a:solidFill>
              </a:rPr>
              <a:t>We got money from Gender, we had time before the official start of the </a:t>
            </a:r>
            <a:r>
              <a:rPr lang="en-GB" err="1">
                <a:solidFill>
                  <a:schemeClr val="accent6"/>
                </a:solidFill>
              </a:rPr>
              <a:t>rCARI</a:t>
            </a:r>
            <a:r>
              <a:rPr lang="en-GB">
                <a:solidFill>
                  <a:schemeClr val="accent6"/>
                </a:solidFill>
              </a:rPr>
              <a:t> study </a:t>
            </a:r>
          </a:p>
        </p:txBody>
      </p:sp>
      <p:sp>
        <p:nvSpPr>
          <p:cNvPr id="4" name="Slide Number Placeholder 3"/>
          <p:cNvSpPr>
            <a:spLocks noGrp="1"/>
          </p:cNvSpPr>
          <p:nvPr>
            <p:ph type="sldNum" sz="quarter" idx="5"/>
          </p:nvPr>
        </p:nvSpPr>
        <p:spPr/>
        <p:txBody>
          <a:bodyPr/>
          <a:lstStyle/>
          <a:p>
            <a:fld id="{C227884D-8063-894A-9B96-2E8B250142EB}" type="slidenum">
              <a:rPr lang="it-IT" smtClean="0"/>
              <a:t>10</a:t>
            </a:fld>
            <a:endParaRPr lang="it-IT"/>
          </a:p>
        </p:txBody>
      </p:sp>
    </p:spTree>
    <p:extLst>
      <p:ext uri="{BB962C8B-B14F-4D97-AF65-F5344CB8AC3E}">
        <p14:creationId xmlns:p14="http://schemas.microsoft.com/office/powerpoint/2010/main" val="40659122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chemeClr val="accent6"/>
                </a:solidFill>
              </a:rPr>
              <a:t>Used the available indicators and created </a:t>
            </a:r>
            <a:r>
              <a:rPr lang="en-US" err="1">
                <a:solidFill>
                  <a:schemeClr val="accent6"/>
                </a:solidFill>
              </a:rPr>
              <a:t>rCSI</a:t>
            </a:r>
            <a:r>
              <a:rPr lang="en-US">
                <a:solidFill>
                  <a:schemeClr val="accent6"/>
                </a:solidFill>
              </a:rPr>
              <a:t> gender-sensitive </a:t>
            </a:r>
          </a:p>
          <a:p>
            <a:r>
              <a:rPr lang="en-US">
                <a:solidFill>
                  <a:schemeClr val="accent6"/>
                </a:solidFill>
              </a:rPr>
              <a:t>Sampled at HH level and interviewed 2 members in each HH (male and female) </a:t>
            </a:r>
          </a:p>
          <a:p>
            <a:r>
              <a:rPr lang="en-GB">
                <a:solidFill>
                  <a:schemeClr val="accent6"/>
                </a:solidFill>
              </a:rPr>
              <a:t>We got money from Gender, we had time before the official start of the </a:t>
            </a:r>
            <a:r>
              <a:rPr lang="en-GB" err="1">
                <a:solidFill>
                  <a:schemeClr val="accent6"/>
                </a:solidFill>
              </a:rPr>
              <a:t>rCARI</a:t>
            </a:r>
            <a:r>
              <a:rPr lang="en-GB">
                <a:solidFill>
                  <a:schemeClr val="accent6"/>
                </a:solidFill>
              </a:rPr>
              <a:t> study </a:t>
            </a:r>
          </a:p>
        </p:txBody>
      </p:sp>
      <p:sp>
        <p:nvSpPr>
          <p:cNvPr id="4" name="Slide Number Placeholder 3"/>
          <p:cNvSpPr>
            <a:spLocks noGrp="1"/>
          </p:cNvSpPr>
          <p:nvPr>
            <p:ph type="sldNum" sz="quarter" idx="5"/>
          </p:nvPr>
        </p:nvSpPr>
        <p:spPr/>
        <p:txBody>
          <a:bodyPr/>
          <a:lstStyle/>
          <a:p>
            <a:fld id="{C227884D-8063-894A-9B96-2E8B250142EB}" type="slidenum">
              <a:rPr lang="it-IT" smtClean="0"/>
              <a:t>11</a:t>
            </a:fld>
            <a:endParaRPr lang="it-IT"/>
          </a:p>
        </p:txBody>
      </p:sp>
    </p:spTree>
    <p:extLst>
      <p:ext uri="{BB962C8B-B14F-4D97-AF65-F5344CB8AC3E}">
        <p14:creationId xmlns:p14="http://schemas.microsoft.com/office/powerpoint/2010/main" val="2885358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chemeClr val="accent6"/>
                </a:solidFill>
              </a:rPr>
              <a:t>Used the available indicators and created </a:t>
            </a:r>
            <a:r>
              <a:rPr lang="en-US" err="1">
                <a:solidFill>
                  <a:schemeClr val="accent6"/>
                </a:solidFill>
              </a:rPr>
              <a:t>rCSI</a:t>
            </a:r>
            <a:r>
              <a:rPr lang="en-US">
                <a:solidFill>
                  <a:schemeClr val="accent6"/>
                </a:solidFill>
              </a:rPr>
              <a:t> gender-sensitive </a:t>
            </a:r>
          </a:p>
          <a:p>
            <a:r>
              <a:rPr lang="en-US">
                <a:solidFill>
                  <a:schemeClr val="accent6"/>
                </a:solidFill>
              </a:rPr>
              <a:t>Sampled at HH level and interviewed 2 members in each HH (male and female) </a:t>
            </a:r>
          </a:p>
          <a:p>
            <a:r>
              <a:rPr lang="en-GB">
                <a:solidFill>
                  <a:schemeClr val="accent6"/>
                </a:solidFill>
              </a:rPr>
              <a:t>We got money from Gender, we had time before the official start of the </a:t>
            </a:r>
            <a:r>
              <a:rPr lang="en-GB" err="1">
                <a:solidFill>
                  <a:schemeClr val="accent6"/>
                </a:solidFill>
              </a:rPr>
              <a:t>rCARI</a:t>
            </a:r>
            <a:r>
              <a:rPr lang="en-GB">
                <a:solidFill>
                  <a:schemeClr val="accent6"/>
                </a:solidFill>
              </a:rPr>
              <a:t> study </a:t>
            </a:r>
          </a:p>
        </p:txBody>
      </p:sp>
      <p:sp>
        <p:nvSpPr>
          <p:cNvPr id="4" name="Slide Number Placeholder 3"/>
          <p:cNvSpPr>
            <a:spLocks noGrp="1"/>
          </p:cNvSpPr>
          <p:nvPr>
            <p:ph type="sldNum" sz="quarter" idx="5"/>
          </p:nvPr>
        </p:nvSpPr>
        <p:spPr/>
        <p:txBody>
          <a:bodyPr/>
          <a:lstStyle/>
          <a:p>
            <a:fld id="{C227884D-8063-894A-9B96-2E8B250142EB}" type="slidenum">
              <a:rPr lang="it-IT" smtClean="0"/>
              <a:t>12</a:t>
            </a:fld>
            <a:endParaRPr lang="it-IT"/>
          </a:p>
        </p:txBody>
      </p:sp>
    </p:spTree>
    <p:extLst>
      <p:ext uri="{BB962C8B-B14F-4D97-AF65-F5344CB8AC3E}">
        <p14:creationId xmlns:p14="http://schemas.microsoft.com/office/powerpoint/2010/main" val="4228978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773C87-1DAA-4FEE-B634-238BD0F8A8AD}" type="slidenum">
              <a:rPr lang="en-GB" smtClean="0"/>
              <a:t>13</a:t>
            </a:fld>
            <a:endParaRPr lang="en-GB"/>
          </a:p>
        </p:txBody>
      </p:sp>
    </p:spTree>
    <p:extLst>
      <p:ext uri="{BB962C8B-B14F-4D97-AF65-F5344CB8AC3E}">
        <p14:creationId xmlns:p14="http://schemas.microsoft.com/office/powerpoint/2010/main" val="3834758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773C87-1DAA-4FEE-B634-238BD0F8A8AD}" type="slidenum">
              <a:rPr lang="en-GB" smtClean="0"/>
              <a:t>14</a:t>
            </a:fld>
            <a:endParaRPr lang="en-GB"/>
          </a:p>
        </p:txBody>
      </p:sp>
    </p:spTree>
    <p:extLst>
      <p:ext uri="{BB962C8B-B14F-4D97-AF65-F5344CB8AC3E}">
        <p14:creationId xmlns:p14="http://schemas.microsoft.com/office/powerpoint/2010/main" val="30901192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773C87-1DAA-4FEE-B634-238BD0F8A8AD}" type="slidenum">
              <a:rPr lang="en-GB" smtClean="0"/>
              <a:t>15</a:t>
            </a:fld>
            <a:endParaRPr lang="en-GB"/>
          </a:p>
        </p:txBody>
      </p:sp>
    </p:spTree>
    <p:extLst>
      <p:ext uri="{BB962C8B-B14F-4D97-AF65-F5344CB8AC3E}">
        <p14:creationId xmlns:p14="http://schemas.microsoft.com/office/powerpoint/2010/main" val="6090388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773C87-1DAA-4FEE-B634-238BD0F8A8AD}" type="slidenum">
              <a:rPr lang="en-GB" smtClean="0"/>
              <a:t>16</a:t>
            </a:fld>
            <a:endParaRPr lang="en-GB"/>
          </a:p>
        </p:txBody>
      </p:sp>
    </p:spTree>
    <p:extLst>
      <p:ext uri="{BB962C8B-B14F-4D97-AF65-F5344CB8AC3E}">
        <p14:creationId xmlns:p14="http://schemas.microsoft.com/office/powerpoint/2010/main" val="2736670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9773C87-1DAA-4FEE-B634-238BD0F8A8AD}" type="slidenum">
              <a:rPr lang="en-GB" smtClean="0"/>
              <a:t>17</a:t>
            </a:fld>
            <a:endParaRPr lang="en-GB"/>
          </a:p>
        </p:txBody>
      </p:sp>
    </p:spTree>
    <p:extLst>
      <p:ext uri="{BB962C8B-B14F-4D97-AF65-F5344CB8AC3E}">
        <p14:creationId xmlns:p14="http://schemas.microsoft.com/office/powerpoint/2010/main" val="9622358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18</a:t>
            </a:fld>
            <a:endParaRPr lang="it-IT"/>
          </a:p>
        </p:txBody>
      </p:sp>
    </p:spTree>
    <p:extLst>
      <p:ext uri="{BB962C8B-B14F-4D97-AF65-F5344CB8AC3E}">
        <p14:creationId xmlns:p14="http://schemas.microsoft.com/office/powerpoint/2010/main" val="25724274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27884D-8063-894A-9B96-2E8B250142EB}"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5467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763591BB-DB01-D043-A519-067963333EAA}"/>
              </a:ext>
            </a:extLst>
          </p:cNvPr>
          <p:cNvPicPr>
            <a:picLocks noChangeAspect="1"/>
          </p:cNvPicPr>
          <p:nvPr userDrawn="1"/>
        </p:nvPicPr>
        <p:blipFill>
          <a:blip r:embed="rId2"/>
          <a:stretch>
            <a:fillRect/>
          </a:stretch>
        </p:blipFill>
        <p:spPr>
          <a:xfrm>
            <a:off x="10480232" y="643259"/>
            <a:ext cx="991329" cy="2648265"/>
          </a:xfrm>
          <a:prstGeom prst="rect">
            <a:avLst/>
          </a:prstGeom>
        </p:spPr>
      </p:pic>
    </p:spTree>
    <p:extLst>
      <p:ext uri="{BB962C8B-B14F-4D97-AF65-F5344CB8AC3E}">
        <p14:creationId xmlns:p14="http://schemas.microsoft.com/office/powerpoint/2010/main" val="1536967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846311" y="664870"/>
            <a:ext cx="10542124" cy="1152000"/>
          </a:xfrm>
          <a:prstGeom prst="rect">
            <a:avLst/>
          </a:prstGeom>
        </p:spPr>
        <p:txBody>
          <a:bodyPr>
            <a:noAutofit/>
          </a:bodyPr>
          <a:lstStyle>
            <a:lvl1pPr marL="0" marR="0" indent="0" algn="l" defTabSz="914400" rtl="0" eaLnBrk="1" fontAlgn="auto" latinLnBrk="0" hangingPunct="1">
              <a:lnSpc>
                <a:spcPct val="90000"/>
              </a:lnSpc>
              <a:spcBef>
                <a:spcPct val="0"/>
              </a:spcBef>
              <a:spcAft>
                <a:spcPts val="0"/>
              </a:spcAft>
              <a:buClrTx/>
              <a:buSzTx/>
              <a:buFontTx/>
              <a:buNone/>
              <a:tabLst/>
              <a:defRPr b="1" i="0">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it-IT"/>
              <a:t>Click to </a:t>
            </a:r>
            <a:r>
              <a:rPr lang="it-IT" err="1"/>
              <a:t>insert</a:t>
            </a:r>
            <a:r>
              <a:rPr lang="it-IT"/>
              <a:t> </a:t>
            </a:r>
            <a:r>
              <a:rPr lang="it-IT" err="1"/>
              <a:t>title</a:t>
            </a:r>
            <a:endParaRPr lang="it-IT"/>
          </a:p>
        </p:txBody>
      </p:sp>
      <p:sp>
        <p:nvSpPr>
          <p:cNvPr id="3" name="Segnaposto contenuto 2"/>
          <p:cNvSpPr>
            <a:spLocks noGrp="1"/>
          </p:cNvSpPr>
          <p:nvPr>
            <p:ph idx="1" hasCustomPrompt="1"/>
          </p:nvPr>
        </p:nvSpPr>
        <p:spPr>
          <a:xfrm>
            <a:off x="846312" y="1919941"/>
            <a:ext cx="10542124" cy="4100053"/>
          </a:xfrm>
        </p:spPr>
        <p:txBody>
          <a:bodyPr>
            <a:noAutofit/>
          </a:bodyPr>
          <a:lstStyle>
            <a:lvl1pPr marL="342900" indent="-342900">
              <a:lnSpc>
                <a:spcPct val="100000"/>
              </a:lnSpc>
              <a:buClr>
                <a:srgbClr val="0070BA"/>
              </a:buClr>
              <a:buFont typeface="Arial" charset="0"/>
              <a:buChar char="•"/>
              <a:defRPr baseline="0"/>
            </a:lvl1pPr>
            <a:lvl2pPr marL="742950" indent="-285750">
              <a:lnSpc>
                <a:spcPct val="100000"/>
              </a:lnSpc>
              <a:buClr>
                <a:srgbClr val="0070BA"/>
              </a:buClr>
              <a:buFont typeface="Arial" charset="0"/>
              <a:buChar char="•"/>
              <a:defRPr baseline="0"/>
            </a:lvl2pPr>
            <a:lvl3pPr marL="1200150" indent="-285750">
              <a:lnSpc>
                <a:spcPct val="100000"/>
              </a:lnSpc>
              <a:buClr>
                <a:srgbClr val="0070BA"/>
              </a:buClr>
              <a:buFont typeface="Arial" charset="0"/>
              <a:buChar char="•"/>
              <a:defRPr baseline="0"/>
            </a:lvl3pPr>
            <a:lvl4pPr marL="1657350" indent="-285750">
              <a:lnSpc>
                <a:spcPct val="100000"/>
              </a:lnSpc>
              <a:buClr>
                <a:srgbClr val="0070BA"/>
              </a:buClr>
              <a:buFont typeface="Arial" charset="0"/>
              <a:buChar char="•"/>
              <a:defRPr/>
            </a:lvl4pPr>
            <a:lvl5pPr marL="2114550" indent="-28575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393736" y="5969757"/>
            <a:ext cx="1625642" cy="797675"/>
          </a:xfrm>
          <a:prstGeom prst="rect">
            <a:avLst/>
          </a:prstGeom>
        </p:spPr>
      </p:pic>
    </p:spTree>
    <p:extLst>
      <p:ext uri="{BB962C8B-B14F-4D97-AF65-F5344CB8AC3E}">
        <p14:creationId xmlns:p14="http://schemas.microsoft.com/office/powerpoint/2010/main" val="2145421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olo e contenuto">
    <p:spTree>
      <p:nvGrpSpPr>
        <p:cNvPr id="1" name=""/>
        <p:cNvGrpSpPr/>
        <p:nvPr/>
      </p:nvGrpSpPr>
      <p:grpSpPr>
        <a:xfrm>
          <a:off x="0" y="0"/>
          <a:ext cx="0" cy="0"/>
          <a:chOff x="0" y="0"/>
          <a:chExt cx="0" cy="0"/>
        </a:xfrm>
      </p:grpSpPr>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503066" y="5663048"/>
            <a:ext cx="1625642" cy="797675"/>
          </a:xfrm>
          <a:prstGeom prst="rect">
            <a:avLst/>
          </a:prstGeom>
        </p:spPr>
      </p:pic>
    </p:spTree>
    <p:extLst>
      <p:ext uri="{BB962C8B-B14F-4D97-AF65-F5344CB8AC3E}">
        <p14:creationId xmlns:p14="http://schemas.microsoft.com/office/powerpoint/2010/main" val="3407099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4" name="Segnaposto contenuto 3"/>
          <p:cNvSpPr>
            <a:spLocks noGrp="1"/>
          </p:cNvSpPr>
          <p:nvPr>
            <p:ph sz="half" idx="2" hasCustomPrompt="1"/>
          </p:nvPr>
        </p:nvSpPr>
        <p:spPr>
          <a:xfrm>
            <a:off x="6078019" y="1795071"/>
            <a:ext cx="5513982" cy="4100053"/>
          </a:xfrm>
        </p:spPr>
        <p:txBody>
          <a:bodyPr>
            <a:noAutofit/>
          </a:bodyPr>
          <a:lstStyle>
            <a:lvl1pPr marL="228600" indent="-228600">
              <a:lnSpc>
                <a:spcPct val="100000"/>
              </a:lnSpc>
              <a:buClr>
                <a:srgbClr val="0070BA"/>
              </a:buClr>
              <a:buFont typeface="Arial" charset="0"/>
              <a:buChar char="•"/>
              <a:defRPr/>
            </a:lvl1pPr>
            <a:lvl2pPr marL="685800" indent="-228600">
              <a:lnSpc>
                <a:spcPct val="100000"/>
              </a:lnSpc>
              <a:buClr>
                <a:srgbClr val="0070BA"/>
              </a:buClr>
              <a:buFont typeface="Arial" charset="0"/>
              <a:buChar char="•"/>
              <a:defRPr/>
            </a:lvl2pPr>
            <a:lvl3pPr marL="1143000" indent="-228600">
              <a:lnSpc>
                <a:spcPct val="100000"/>
              </a:lnSpc>
              <a:buClr>
                <a:srgbClr val="0070BA"/>
              </a:buClr>
              <a:buFont typeface="Arial" charset="0"/>
              <a:buChar char="•"/>
              <a:defRPr/>
            </a:lvl3pPr>
            <a:lvl4pPr marL="1600200" indent="-228600">
              <a:lnSpc>
                <a:spcPct val="100000"/>
              </a:lnSpc>
              <a:buClr>
                <a:srgbClr val="0070BA"/>
              </a:buClr>
              <a:buFont typeface="Arial" charset="0"/>
              <a:buChar char="•"/>
              <a:defRPr/>
            </a:lvl4pPr>
            <a:lvl5pPr marL="2057400" indent="-22860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8" name="Segnaposto numero diapositiva 5">
            <a:extLst>
              <a:ext uri="{FF2B5EF4-FFF2-40B4-BE49-F238E27FC236}">
                <a16:creationId xmlns:a16="http://schemas.microsoft.com/office/drawing/2014/main" id="{423F2EF9-E3A7-7C43-99DB-3D909AA2C805}"/>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C72777E0-737A-CE4D-97A6-44B3AB1E5235}"/>
              </a:ext>
            </a:extLst>
          </p:cNvPr>
          <p:cNvPicPr>
            <a:picLocks noChangeAspect="1"/>
          </p:cNvPicPr>
          <p:nvPr userDrawn="1"/>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45E43B2A-AD48-1C47-BB21-AA2602857130}"/>
              </a:ext>
            </a:extLst>
          </p:cNvPr>
          <p:cNvSpPr txBox="1">
            <a:spLocks/>
          </p:cNvSpPr>
          <p:nvPr userDrawn="1"/>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92110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5" name="Picture Placeholder 4">
            <a:extLst>
              <a:ext uri="{FF2B5EF4-FFF2-40B4-BE49-F238E27FC236}">
                <a16:creationId xmlns:a16="http://schemas.microsoft.com/office/drawing/2014/main" id="{D29D93D5-8F53-3444-8F3E-BBF377575DA2}"/>
              </a:ext>
            </a:extLst>
          </p:cNvPr>
          <p:cNvSpPr>
            <a:spLocks noGrp="1"/>
          </p:cNvSpPr>
          <p:nvPr>
            <p:ph type="pic" sz="quarter" idx="13"/>
          </p:nvPr>
        </p:nvSpPr>
        <p:spPr>
          <a:xfrm>
            <a:off x="6194425" y="1795463"/>
            <a:ext cx="5397500" cy="4098925"/>
          </a:xfrm>
        </p:spPr>
        <p:txBody>
          <a:bodyPr/>
          <a:lstStyle/>
          <a:p>
            <a:r>
              <a:rPr lang="en-GB"/>
              <a:t>Click icon to add picture</a:t>
            </a:r>
            <a:endParaRPr lang="it-IT"/>
          </a:p>
        </p:txBody>
      </p:sp>
      <p:sp>
        <p:nvSpPr>
          <p:cNvPr id="8" name="Segnaposto numero diapositiva 5">
            <a:extLst>
              <a:ext uri="{FF2B5EF4-FFF2-40B4-BE49-F238E27FC236}">
                <a16:creationId xmlns:a16="http://schemas.microsoft.com/office/drawing/2014/main" id="{592D85CC-EB0C-D645-85D6-3DB77E029306}"/>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EE9D2174-1656-564C-9C34-210AF0606E51}"/>
              </a:ext>
            </a:extLst>
          </p:cNvPr>
          <p:cNvPicPr>
            <a:picLocks noChangeAspect="1"/>
          </p:cNvPicPr>
          <p:nvPr userDrawn="1"/>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622D786E-D5DB-B346-B2FA-981C681ADAA2}"/>
              </a:ext>
            </a:extLst>
          </p:cNvPr>
          <p:cNvSpPr txBox="1">
            <a:spLocks/>
          </p:cNvSpPr>
          <p:nvPr userDrawn="1"/>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3135742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COVER">
    <p:spTree>
      <p:nvGrpSpPr>
        <p:cNvPr id="1" name=""/>
        <p:cNvGrpSpPr/>
        <p:nvPr/>
      </p:nvGrpSpPr>
      <p:grpSpPr>
        <a:xfrm>
          <a:off x="0" y="0"/>
          <a:ext cx="0" cy="0"/>
          <a:chOff x="0" y="0"/>
          <a:chExt cx="0" cy="0"/>
        </a:xfrm>
      </p:grpSpPr>
      <p:sp>
        <p:nvSpPr>
          <p:cNvPr id="2" name="Titolo 1"/>
          <p:cNvSpPr>
            <a:spLocks noGrp="1"/>
          </p:cNvSpPr>
          <p:nvPr>
            <p:ph type="ctrTitle" hasCustomPrompt="1"/>
          </p:nvPr>
        </p:nvSpPr>
        <p:spPr>
          <a:xfrm>
            <a:off x="2031224" y="675542"/>
            <a:ext cx="9595954" cy="1324205"/>
          </a:xfrm>
          <a:prstGeom prst="rect">
            <a:avLst/>
          </a:prstGeom>
        </p:spPr>
        <p:txBody>
          <a:bodyPr anchor="t">
            <a:noAutofit/>
          </a:bodyPr>
          <a:lstStyle>
            <a:lvl1pPr algn="l">
              <a:lnSpc>
                <a:spcPct val="100000"/>
              </a:lnSpc>
              <a:defRPr sz="3600" b="1" i="0" baseline="0">
                <a:solidFill>
                  <a:srgbClr val="0070BA"/>
                </a:solidFill>
                <a:latin typeface="Open Sans" charset="0"/>
                <a:ea typeface="Open Sans" charset="0"/>
                <a:cs typeface="Open Sans" charset="0"/>
              </a:defRPr>
            </a:lvl1pPr>
          </a:lstStyle>
          <a:p>
            <a:r>
              <a:rPr lang="en-US" noProof="0"/>
              <a:t>Click to insert title</a:t>
            </a:r>
          </a:p>
        </p:txBody>
      </p:sp>
      <p:sp>
        <p:nvSpPr>
          <p:cNvPr id="3" name="Sottotitolo 2"/>
          <p:cNvSpPr>
            <a:spLocks noGrp="1"/>
          </p:cNvSpPr>
          <p:nvPr>
            <p:ph type="subTitle" idx="1" hasCustomPrompt="1"/>
          </p:nvPr>
        </p:nvSpPr>
        <p:spPr>
          <a:xfrm>
            <a:off x="2045184" y="1999748"/>
            <a:ext cx="9595954" cy="1655762"/>
          </a:xfrm>
        </p:spPr>
        <p:txBody>
          <a:bodyPr anchor="t">
            <a:noAutofit/>
          </a:bodyPr>
          <a:lstStyle>
            <a:lvl1pPr marL="0" indent="0" algn="l">
              <a:buNone/>
              <a:defRPr sz="2400" b="0" i="0">
                <a:solidFill>
                  <a:srgbClr val="0070BA"/>
                </a:solidFill>
                <a:latin typeface="Open Sans" charset="0"/>
                <a:ea typeface="Open Sans" charset="0"/>
                <a:cs typeface="Open Sans"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insert subtitle</a:t>
            </a:r>
          </a:p>
        </p:txBody>
      </p:sp>
      <p:sp>
        <p:nvSpPr>
          <p:cNvPr id="4" name="Segnaposto data 3"/>
          <p:cNvSpPr>
            <a:spLocks noGrp="1"/>
          </p:cNvSpPr>
          <p:nvPr>
            <p:ph type="dt" sz="half" idx="10"/>
          </p:nvPr>
        </p:nvSpPr>
        <p:spPr>
          <a:xfrm>
            <a:off x="2066124" y="5820454"/>
            <a:ext cx="2743200" cy="365125"/>
          </a:xfrm>
        </p:spPr>
        <p:txBody>
          <a:bodyPr/>
          <a:lstStyle>
            <a:lvl1pPr algn="l">
              <a:defRPr sz="1400" b="1" i="0">
                <a:solidFill>
                  <a:srgbClr val="0070BA"/>
                </a:solidFill>
                <a:latin typeface="Open Sans" charset="0"/>
                <a:ea typeface="Open Sans" charset="0"/>
                <a:cs typeface="Open Sans" charset="0"/>
              </a:defRPr>
            </a:lvl1pPr>
          </a:lstStyle>
          <a:p>
            <a:r>
              <a:rPr lang="en-US" noProof="0"/>
              <a:t>Year Month</a:t>
            </a:r>
          </a:p>
        </p:txBody>
      </p:sp>
      <p:pic>
        <p:nvPicPr>
          <p:cNvPr id="7" name="Immagin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8163" y="539496"/>
            <a:ext cx="1082040" cy="5779008"/>
          </a:xfrm>
          <a:prstGeom prst="rect">
            <a:avLst/>
          </a:prstGeom>
        </p:spPr>
      </p:pic>
    </p:spTree>
    <p:extLst>
      <p:ext uri="{BB962C8B-B14F-4D97-AF65-F5344CB8AC3E}">
        <p14:creationId xmlns:p14="http://schemas.microsoft.com/office/powerpoint/2010/main" val="2516738171"/>
      </p:ext>
    </p:extLst>
  </p:cSld>
  <p:clrMapOvr>
    <a:masterClrMapping/>
  </p:clrMapOvr>
  <p:extLst>
    <p:ext uri="{DCECCB84-F9BA-43D5-87BE-67443E8EF086}">
      <p15:sldGuideLst xmlns:p15="http://schemas.microsoft.com/office/powerpoint/2012/main">
        <p15:guide id="1" pos="339">
          <p15:clr>
            <a:srgbClr val="FBAE40"/>
          </p15:clr>
        </p15:guide>
        <p15:guide id="2" orient="horz" pos="334">
          <p15:clr>
            <a:srgbClr val="FBAE40"/>
          </p15:clr>
        </p15:guide>
        <p15:guide id="3" orient="horz" pos="3978">
          <p15:clr>
            <a:srgbClr val="FBAE40"/>
          </p15:clr>
        </p15:guide>
        <p15:guide id="4" pos="1359">
          <p15:clr>
            <a:srgbClr val="FBAE40"/>
          </p15:clr>
        </p15:guide>
        <p15:guide id="5" orient="horz" pos="514">
          <p15:clr>
            <a:srgbClr val="FBAE40"/>
          </p15:clr>
        </p15:guide>
        <p15:guide id="6" pos="7333">
          <p15:clr>
            <a:srgbClr val="FBAE40"/>
          </p15:clr>
        </p15:guide>
        <p15:guide id="7" orient="horz" pos="379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ACC2D-EC83-3055-AD85-9937E510FD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992B70D-CB0A-A305-0583-D77E88FE80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0F710B-E2DC-0311-F81A-CDD287835D10}"/>
              </a:ext>
            </a:extLst>
          </p:cNvPr>
          <p:cNvSpPr>
            <a:spLocks noGrp="1"/>
          </p:cNvSpPr>
          <p:nvPr>
            <p:ph type="dt" sz="half" idx="10"/>
          </p:nvPr>
        </p:nvSpPr>
        <p:spPr/>
        <p:txBody>
          <a:bodyPr/>
          <a:lstStyle/>
          <a:p>
            <a:fld id="{4B9793DF-3F3C-4ECD-B28E-B1E9D96FE213}" type="datetimeFigureOut">
              <a:rPr lang="en-GB" smtClean="0"/>
              <a:t>11/08/2023</a:t>
            </a:fld>
            <a:endParaRPr lang="en-GB"/>
          </a:p>
        </p:txBody>
      </p:sp>
      <p:sp>
        <p:nvSpPr>
          <p:cNvPr id="5" name="Footer Placeholder 4">
            <a:extLst>
              <a:ext uri="{FF2B5EF4-FFF2-40B4-BE49-F238E27FC236}">
                <a16:creationId xmlns:a16="http://schemas.microsoft.com/office/drawing/2014/main" id="{B25877CC-BA9F-1E92-7E5C-18E89550F8E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A30B144-CBEA-9528-9D29-5B6AA84F2F38}"/>
              </a:ext>
            </a:extLst>
          </p:cNvPr>
          <p:cNvSpPr>
            <a:spLocks noGrp="1"/>
          </p:cNvSpPr>
          <p:nvPr>
            <p:ph type="sldNum" sz="quarter" idx="12"/>
          </p:nvPr>
        </p:nvSpPr>
        <p:spPr/>
        <p:txBody>
          <a:bodyPr/>
          <a:lstStyle/>
          <a:p>
            <a:fld id="{04AA0FC3-0A40-4613-B54B-244A432A3716}" type="slidenum">
              <a:rPr lang="en-GB" smtClean="0"/>
              <a:t>‹#›</a:t>
            </a:fld>
            <a:endParaRPr lang="en-GB"/>
          </a:p>
        </p:txBody>
      </p:sp>
    </p:spTree>
    <p:extLst>
      <p:ext uri="{BB962C8B-B14F-4D97-AF65-F5344CB8AC3E}">
        <p14:creationId xmlns:p14="http://schemas.microsoft.com/office/powerpoint/2010/main" val="1935808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 name="Segnaposto testo 2"/>
          <p:cNvSpPr>
            <a:spLocks noGrp="1"/>
          </p:cNvSpPr>
          <p:nvPr>
            <p:ph type="body" idx="1"/>
          </p:nvPr>
        </p:nvSpPr>
        <p:spPr>
          <a:xfrm>
            <a:off x="973394" y="1732935"/>
            <a:ext cx="10667744" cy="4444027"/>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7637761" y="6227991"/>
            <a:ext cx="2743200" cy="365125"/>
          </a:xfrm>
          <a:prstGeom prst="rect">
            <a:avLst/>
          </a:prstGeom>
        </p:spPr>
        <p:txBody>
          <a:bodyPr vert="horz" lIns="91440" tIns="45720" rIns="91440" bIns="45720" rtlCol="0" anchor="t"/>
          <a:lstStyle>
            <a:lvl1pPr algn="r">
              <a:defRPr sz="1200" b="0" i="0">
                <a:solidFill>
                  <a:srgbClr val="0070BA"/>
                </a:solidFill>
                <a:latin typeface="Open Sans" charset="0"/>
                <a:ea typeface="Open Sans" charset="0"/>
                <a:cs typeface="Open Sans" charset="0"/>
              </a:defRPr>
            </a:lvl1pPr>
          </a:lstStyle>
          <a:p>
            <a:r>
              <a:rPr lang="it-IT"/>
              <a:t>Year Month</a:t>
            </a:r>
          </a:p>
        </p:txBody>
      </p:sp>
      <p:sp>
        <p:nvSpPr>
          <p:cNvPr id="6" name="Segnaposto numero diapositiva 5"/>
          <p:cNvSpPr>
            <a:spLocks noGrp="1"/>
          </p:cNvSpPr>
          <p:nvPr>
            <p:ph type="sldNum" sz="quarter" idx="4"/>
          </p:nvPr>
        </p:nvSpPr>
        <p:spPr>
          <a:xfrm>
            <a:off x="10711542" y="6227991"/>
            <a:ext cx="1027267" cy="365125"/>
          </a:xfrm>
          <a:prstGeom prst="rect">
            <a:avLst/>
          </a:prstGeom>
        </p:spPr>
        <p:txBody>
          <a:bodyPr vert="horz" lIns="91440" tIns="45720" rIns="91440" bIns="45720" rtlCol="0" anchor="t"/>
          <a:lstStyle>
            <a:lvl1pPr algn="r">
              <a:defRPr sz="1200" b="1" i="0">
                <a:solidFill>
                  <a:srgbClr val="0070BA"/>
                </a:solidFill>
                <a:latin typeface="Open Sans" charset="0"/>
                <a:ea typeface="Open Sans" charset="0"/>
                <a:cs typeface="Open Sans" charset="0"/>
              </a:defRPr>
            </a:lvl1pPr>
          </a:lstStyle>
          <a:p>
            <a:fld id="{2026EB2A-1F26-4143-92A6-3B752CD465DB}" type="slidenum">
              <a:rPr lang="it-IT" smtClean="0"/>
              <a:pPr/>
              <a:t>‹#›</a:t>
            </a:fld>
            <a:endParaRPr lang="it-IT"/>
          </a:p>
        </p:txBody>
      </p:sp>
      <p:sp>
        <p:nvSpPr>
          <p:cNvPr id="5" name="Title Placeholder 4"/>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Tree>
    <p:extLst>
      <p:ext uri="{BB962C8B-B14F-4D97-AF65-F5344CB8AC3E}">
        <p14:creationId xmlns:p14="http://schemas.microsoft.com/office/powerpoint/2010/main" val="818424624"/>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4" r:id="rId3"/>
    <p:sldLayoutId id="2147483672" r:id="rId4"/>
    <p:sldLayoutId id="2147483673" r:id="rId5"/>
    <p:sldLayoutId id="2147483675" r:id="rId6"/>
    <p:sldLayoutId id="2147483676" r:id="rId7"/>
  </p:sldLayoutIdLst>
  <p:hf sldNum="0" hdr="0" ftr="0"/>
  <p:txStyles>
    <p:titleStyle>
      <a:lvl1pPr algn="l" defTabSz="914400" rtl="0" eaLnBrk="1" latinLnBrk="0" hangingPunct="1">
        <a:lnSpc>
          <a:spcPct val="90000"/>
        </a:lnSpc>
        <a:spcBef>
          <a:spcPct val="0"/>
        </a:spcBef>
        <a:buNone/>
        <a:defRPr sz="3000" b="1" i="0" kern="1200">
          <a:solidFill>
            <a:srgbClr val="0070BA"/>
          </a:solidFill>
          <a:latin typeface="Open Sans" charset="0"/>
          <a:ea typeface="Open Sans" charset="0"/>
          <a:cs typeface="Open Sans" charset="0"/>
        </a:defRPr>
      </a:lvl1pPr>
    </p:titleStyle>
    <p:body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74">
          <p15:clr>
            <a:srgbClr val="F26B43"/>
          </p15:clr>
        </p15:guide>
        <p15:guide id="2" pos="7333">
          <p15:clr>
            <a:srgbClr val="F26B43"/>
          </p15:clr>
        </p15:guide>
        <p15:guide id="3" pos="688">
          <p15:clr>
            <a:srgbClr val="F26B43"/>
          </p15:clr>
        </p15:guide>
        <p15:guide id="4" orient="horz" pos="334">
          <p15:clr>
            <a:srgbClr val="F26B43"/>
          </p15:clr>
        </p15:guide>
        <p15:guide id="5" orient="horz" pos="11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microsoft.com/office/2018/10/relationships/comments" Target="../comments/modernComment_172_F006474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1954117" y="1165399"/>
            <a:ext cx="9595954" cy="741309"/>
          </a:xfrm>
        </p:spPr>
        <p:txBody>
          <a:bodyPr>
            <a:normAutofit/>
          </a:bodyPr>
          <a:lstStyle/>
          <a:p>
            <a:r>
              <a:rPr lang="en-US"/>
              <a:t>Remote CARI (</a:t>
            </a:r>
            <a:r>
              <a:rPr lang="en-US" err="1"/>
              <a:t>rCARI</a:t>
            </a:r>
            <a:r>
              <a:rPr lang="en-US"/>
              <a:t>) Validation Study</a:t>
            </a:r>
          </a:p>
        </p:txBody>
      </p:sp>
      <p:sp>
        <p:nvSpPr>
          <p:cNvPr id="3" name="Sottotitolo 2"/>
          <p:cNvSpPr>
            <a:spLocks noGrp="1"/>
          </p:cNvSpPr>
          <p:nvPr>
            <p:ph type="subTitle" idx="1"/>
          </p:nvPr>
        </p:nvSpPr>
        <p:spPr>
          <a:xfrm>
            <a:off x="1949934" y="1999748"/>
            <a:ext cx="9595954" cy="1655762"/>
          </a:xfrm>
        </p:spPr>
        <p:txBody>
          <a:bodyPr/>
          <a:lstStyle/>
          <a:p>
            <a:r>
              <a:rPr lang="en-US">
                <a:latin typeface="Open Sans"/>
                <a:ea typeface="Open Sans"/>
                <a:cs typeface="Open Sans"/>
              </a:rPr>
              <a:t>Results from Iraq pilot</a:t>
            </a:r>
            <a:endParaRPr lang="en-US"/>
          </a:p>
        </p:txBody>
      </p:sp>
      <p:pic>
        <p:nvPicPr>
          <p:cNvPr id="4" name="Picture 3">
            <a:extLst>
              <a:ext uri="{FF2B5EF4-FFF2-40B4-BE49-F238E27FC236}">
                <a16:creationId xmlns:a16="http://schemas.microsoft.com/office/drawing/2014/main" id="{A960D791-EF6F-FAB9-1B34-8EAE26F02003}"/>
              </a:ext>
            </a:extLst>
          </p:cNvPr>
          <p:cNvPicPr>
            <a:picLocks noChangeAspect="1"/>
          </p:cNvPicPr>
          <p:nvPr/>
        </p:nvPicPr>
        <p:blipFill>
          <a:blip r:embed="rId3"/>
          <a:stretch>
            <a:fillRect/>
          </a:stretch>
        </p:blipFill>
        <p:spPr>
          <a:xfrm>
            <a:off x="-23225" y="-363287"/>
            <a:ext cx="1202647" cy="320706"/>
          </a:xfrm>
          <a:prstGeom prst="rect">
            <a:avLst/>
          </a:prstGeom>
        </p:spPr>
      </p:pic>
      <p:sp>
        <p:nvSpPr>
          <p:cNvPr id="6" name="TextBox 5">
            <a:extLst>
              <a:ext uri="{FF2B5EF4-FFF2-40B4-BE49-F238E27FC236}">
                <a16:creationId xmlns:a16="http://schemas.microsoft.com/office/drawing/2014/main" id="{53CD270A-9458-E7A9-9B9B-7F70A19E11F1}"/>
              </a:ext>
            </a:extLst>
          </p:cNvPr>
          <p:cNvSpPr txBox="1"/>
          <p:nvPr/>
        </p:nvSpPr>
        <p:spPr>
          <a:xfrm>
            <a:off x="1949934" y="5554334"/>
            <a:ext cx="9595954" cy="707886"/>
          </a:xfrm>
          <a:prstGeom prst="rect">
            <a:avLst/>
          </a:prstGeom>
          <a:noFill/>
        </p:spPr>
        <p:txBody>
          <a:bodyPr wrap="square" lIns="91440" tIns="45720" rIns="91440" bIns="45720" rtlCol="0" anchor="t">
            <a:spAutoFit/>
          </a:bodyPr>
          <a:lstStyle/>
          <a:p>
            <a:r>
              <a:rPr lang="en-US" sz="2000" i="1">
                <a:solidFill>
                  <a:srgbClr val="0070BA"/>
                </a:solidFill>
              </a:rPr>
              <a:t>On behalf of :</a:t>
            </a:r>
          </a:p>
          <a:p>
            <a:r>
              <a:rPr lang="en-US" sz="2000" i="1" err="1">
                <a:solidFill>
                  <a:srgbClr val="0070BA"/>
                </a:solidFill>
              </a:rPr>
              <a:t>Alirah</a:t>
            </a:r>
            <a:r>
              <a:rPr lang="en-US" sz="2000" i="1">
                <a:solidFill>
                  <a:srgbClr val="0070BA"/>
                </a:solidFill>
              </a:rPr>
              <a:t> WEYORI &amp; Nicole WU (RAM-N) </a:t>
            </a:r>
          </a:p>
        </p:txBody>
      </p:sp>
    </p:spTree>
    <p:extLst>
      <p:ext uri="{BB962C8B-B14F-4D97-AF65-F5344CB8AC3E}">
        <p14:creationId xmlns:p14="http://schemas.microsoft.com/office/powerpoint/2010/main" val="3545166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824938" y="519907"/>
            <a:ext cx="10542124" cy="1152000"/>
          </a:xfrm>
        </p:spPr>
        <p:txBody>
          <a:bodyPr/>
          <a:lstStyle/>
          <a:p>
            <a:r>
              <a:rPr lang="en-GB"/>
              <a:t>Background</a:t>
            </a:r>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927459" y="1671907"/>
            <a:ext cx="10542124" cy="3813174"/>
          </a:xfrm>
        </p:spPr>
        <p:txBody>
          <a:bodyPr anchor="ctr"/>
          <a:lstStyle/>
          <a:p>
            <a:pPr>
              <a:spcBef>
                <a:spcPts val="600"/>
              </a:spcBef>
              <a:spcAft>
                <a:spcPts val="600"/>
              </a:spcAft>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Traditional food security data is collected as face-to-face for micro/macro level analysis</a:t>
            </a:r>
          </a:p>
          <a:p>
            <a:pPr>
              <a:spcBef>
                <a:spcPts val="600"/>
              </a:spcBef>
              <a:spcAft>
                <a:spcPts val="600"/>
              </a:spcAft>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In recent times face-to-face data collection restricted – limited access</a:t>
            </a:r>
          </a:p>
          <a:p>
            <a:pPr lvl="1">
              <a:lnSpc>
                <a:spcPct val="150000"/>
              </a:lnSpc>
              <a:spcBef>
                <a:spcPts val="600"/>
              </a:spcBef>
              <a:spcAft>
                <a:spcPts val="600"/>
              </a:spcAft>
            </a:pPr>
            <a:r>
              <a:rPr lang="en-US" sz="22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Data gap</a:t>
            </a:r>
          </a:p>
          <a:p>
            <a:pPr lvl="1">
              <a:spcBef>
                <a:spcPts val="600"/>
              </a:spcBef>
              <a:spcAft>
                <a:spcPts val="600"/>
              </a:spcAft>
            </a:pPr>
            <a:r>
              <a:rPr lang="en-US" sz="22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Negative impact for program design and implementation </a:t>
            </a:r>
          </a:p>
          <a:p>
            <a:pPr>
              <a:spcBef>
                <a:spcPts val="600"/>
              </a:spcBef>
              <a:spcAft>
                <a:spcPts val="600"/>
              </a:spcAft>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WFP developed a novel methodology-remote CARI (</a:t>
            </a:r>
            <a:r>
              <a:rPr lang="en-US" sz="2400"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a:t>
            </a:r>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23225" y="-363287"/>
            <a:ext cx="1202647" cy="320706"/>
          </a:xfrm>
          <a:prstGeom prst="rect">
            <a:avLst/>
          </a:prstGeom>
        </p:spPr>
      </p:pic>
    </p:spTree>
    <p:extLst>
      <p:ext uri="{BB962C8B-B14F-4D97-AF65-F5344CB8AC3E}">
        <p14:creationId xmlns:p14="http://schemas.microsoft.com/office/powerpoint/2010/main" val="2986976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824938" y="519907"/>
            <a:ext cx="10542124" cy="1152000"/>
          </a:xfrm>
        </p:spPr>
        <p:txBody>
          <a:bodyPr/>
          <a:lstStyle/>
          <a:p>
            <a:r>
              <a:rPr lang="en-GB"/>
              <a:t>Background</a:t>
            </a:r>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895928" y="1578633"/>
            <a:ext cx="4443327" cy="4391243"/>
          </a:xfrm>
        </p:spPr>
        <p:txBody>
          <a:bodyPr anchor="ctr"/>
          <a:lstStyle/>
          <a:p>
            <a:r>
              <a:rPr lang="en-US" sz="2400"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collects data through phone based or CATI interviews</a:t>
            </a:r>
          </a:p>
          <a:p>
            <a:r>
              <a:rPr lang="en-US" sz="2400"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aggregates indicators like standard CARI</a:t>
            </a:r>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23225" y="-363287"/>
            <a:ext cx="1202647" cy="320706"/>
          </a:xfrm>
          <a:prstGeom prst="rect">
            <a:avLst/>
          </a:prstGeom>
        </p:spPr>
      </p:pic>
      <p:pic>
        <p:nvPicPr>
          <p:cNvPr id="8" name="Picture 7" descr="A picture containing text, screenshot, font, number&#10;&#10;Description automatically generated">
            <a:extLst>
              <a:ext uri="{FF2B5EF4-FFF2-40B4-BE49-F238E27FC236}">
                <a16:creationId xmlns:a16="http://schemas.microsoft.com/office/drawing/2014/main" id="{9F548F5E-1645-A988-92FC-24A524438847}"/>
              </a:ext>
            </a:extLst>
          </p:cNvPr>
          <p:cNvPicPr>
            <a:picLocks noChangeAspect="1"/>
          </p:cNvPicPr>
          <p:nvPr/>
        </p:nvPicPr>
        <p:blipFill>
          <a:blip r:embed="rId4"/>
          <a:stretch>
            <a:fillRect/>
          </a:stretch>
        </p:blipFill>
        <p:spPr>
          <a:xfrm>
            <a:off x="5339255" y="463560"/>
            <a:ext cx="6732938" cy="4813140"/>
          </a:xfrm>
          <a:prstGeom prst="rect">
            <a:avLst/>
          </a:prstGeom>
        </p:spPr>
      </p:pic>
      <p:sp>
        <p:nvSpPr>
          <p:cNvPr id="3" name="TextBox 2">
            <a:extLst>
              <a:ext uri="{FF2B5EF4-FFF2-40B4-BE49-F238E27FC236}">
                <a16:creationId xmlns:a16="http://schemas.microsoft.com/office/drawing/2014/main" id="{A7583CC2-3F6B-5B61-354F-E8DD378C9AAD}"/>
              </a:ext>
            </a:extLst>
          </p:cNvPr>
          <p:cNvSpPr txBox="1"/>
          <p:nvPr/>
        </p:nvSpPr>
        <p:spPr>
          <a:xfrm>
            <a:off x="5659407" y="5103674"/>
            <a:ext cx="6092633" cy="1754326"/>
          </a:xfrm>
          <a:prstGeom prst="rect">
            <a:avLst/>
          </a:prstGeom>
          <a:noFill/>
        </p:spPr>
        <p:txBody>
          <a:bodyPr wrap="square" rtlCol="0">
            <a:spAutoFit/>
          </a:bodyPr>
          <a:lstStyle/>
          <a:p>
            <a:r>
              <a:rPr lang="en-US"/>
              <a:t>For the purpose of this study CARI calculated from FES will be compared with </a:t>
            </a:r>
            <a:r>
              <a:rPr lang="en-US" err="1"/>
              <a:t>rCARI</a:t>
            </a:r>
            <a:r>
              <a:rPr lang="en-US"/>
              <a:t> calculated through income sources</a:t>
            </a:r>
          </a:p>
          <a:p>
            <a:endParaRPr lang="en-US"/>
          </a:p>
          <a:p>
            <a:r>
              <a:rPr lang="en-US">
                <a:solidFill>
                  <a:srgbClr val="FF0000"/>
                </a:solidFill>
              </a:rPr>
              <a:t>ECMEN can never be collected over phone (needs long expenditure module) so CARI with ECMEN is not tested in this study</a:t>
            </a:r>
            <a:endParaRPr lang="en-GB">
              <a:solidFill>
                <a:srgbClr val="FF0000"/>
              </a:solidFill>
            </a:endParaRPr>
          </a:p>
        </p:txBody>
      </p:sp>
    </p:spTree>
    <p:extLst>
      <p:ext uri="{BB962C8B-B14F-4D97-AF65-F5344CB8AC3E}">
        <p14:creationId xmlns:p14="http://schemas.microsoft.com/office/powerpoint/2010/main" val="1521495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824938" y="519907"/>
            <a:ext cx="10542124" cy="1152000"/>
          </a:xfrm>
        </p:spPr>
        <p:txBody>
          <a:bodyPr/>
          <a:lstStyle/>
          <a:p>
            <a:r>
              <a:rPr lang="en-GB"/>
              <a:t>Background</a:t>
            </a:r>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927459" y="1671907"/>
            <a:ext cx="10542124" cy="3813174"/>
          </a:xfrm>
        </p:spPr>
        <p:txBody>
          <a:bodyPr anchor="ctr">
            <a:normAutofit fontScale="92500" lnSpcReduction="20000"/>
          </a:bodyPr>
          <a:lstStyle/>
          <a:p>
            <a:pPr>
              <a:lnSpc>
                <a:spcPct val="150000"/>
              </a:lnSpc>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There could different possible ways to calculate </a:t>
            </a:r>
            <a:r>
              <a:rPr lang="en-US" sz="2400"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Which method is comparable to CARI</a:t>
            </a:r>
          </a:p>
          <a:p>
            <a:pPr lvl="2">
              <a:lnSpc>
                <a:spcPct val="150000"/>
              </a:lnSpc>
            </a:pPr>
            <a:r>
              <a:rPr lang="en-US" sz="20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Income sources and change </a:t>
            </a:r>
          </a:p>
          <a:p>
            <a:pPr lvl="2">
              <a:lnSpc>
                <a:spcPct val="150000"/>
              </a:lnSpc>
            </a:pPr>
            <a:r>
              <a:rPr lang="en-US" sz="20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Short expenditure module to measure food expenditure share (FES)  </a:t>
            </a:r>
            <a:endPar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endParaRPr>
          </a:p>
          <a:p>
            <a:pPr>
              <a:lnSpc>
                <a:spcPct val="150000"/>
              </a:lnSpc>
            </a:pPr>
            <a:r>
              <a:rPr lang="en-US" sz="2400"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is not empirically validated against CARI, at the time of COVID income sources and change in income were used under the assumption that FES and expenditure cannot be collected over phone.</a:t>
            </a:r>
          </a:p>
          <a:p>
            <a:pPr>
              <a:lnSpc>
                <a:spcPct val="150000"/>
              </a:lnSpc>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Short expenditure module were not tested against standardized ones</a:t>
            </a:r>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23225" y="-363287"/>
            <a:ext cx="1202647" cy="320706"/>
          </a:xfrm>
          <a:prstGeom prst="rect">
            <a:avLst/>
          </a:prstGeom>
        </p:spPr>
      </p:pic>
    </p:spTree>
    <p:extLst>
      <p:ext uri="{BB962C8B-B14F-4D97-AF65-F5344CB8AC3E}">
        <p14:creationId xmlns:p14="http://schemas.microsoft.com/office/powerpoint/2010/main" val="3282286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733AE4-1795-719D-F652-A5C5B14FFF7A}"/>
              </a:ext>
            </a:extLst>
          </p:cNvPr>
          <p:cNvSpPr>
            <a:spLocks noGrp="1"/>
          </p:cNvSpPr>
          <p:nvPr>
            <p:ph idx="1"/>
          </p:nvPr>
        </p:nvSpPr>
        <p:spPr>
          <a:xfrm>
            <a:off x="824938" y="1581785"/>
            <a:ext cx="10812694" cy="4270375"/>
          </a:xfrm>
        </p:spPr>
        <p:txBody>
          <a:bodyPr anchor="ctr"/>
          <a:lstStyle/>
          <a:p>
            <a:pPr>
              <a:spcBef>
                <a:spcPts val="600"/>
              </a:spcBef>
              <a:spcAft>
                <a:spcPts val="600"/>
              </a:spcAft>
            </a:pPr>
            <a:r>
              <a:rPr lang="en-US" sz="2400">
                <a:solidFill>
                  <a:srgbClr val="002060"/>
                </a:solidFill>
              </a:rPr>
              <a:t>How does the </a:t>
            </a:r>
            <a:r>
              <a:rPr lang="en-US" sz="2400" err="1">
                <a:solidFill>
                  <a:srgbClr val="002060"/>
                </a:solidFill>
              </a:rPr>
              <a:t>rCARI</a:t>
            </a:r>
            <a:r>
              <a:rPr lang="en-US" sz="2400">
                <a:solidFill>
                  <a:srgbClr val="002060"/>
                </a:solidFill>
              </a:rPr>
              <a:t> aggregation using income sources compare with CARI using FES, regardless of the modality?</a:t>
            </a:r>
          </a:p>
          <a:p>
            <a:pPr>
              <a:spcBef>
                <a:spcPts val="600"/>
              </a:spcBef>
              <a:spcAft>
                <a:spcPts val="600"/>
              </a:spcAft>
            </a:pPr>
            <a:r>
              <a:rPr lang="en-US" sz="2400">
                <a:solidFill>
                  <a:srgbClr val="002060"/>
                </a:solidFill>
              </a:rPr>
              <a:t>How does interview modality (f2f vs remote) affect the reporting on different FS indicators included in both aggregate?</a:t>
            </a:r>
          </a:p>
          <a:p>
            <a:pPr lvl="1">
              <a:spcBef>
                <a:spcPts val="600"/>
              </a:spcBef>
              <a:spcAft>
                <a:spcPts val="600"/>
              </a:spcAft>
            </a:pPr>
            <a:r>
              <a:rPr lang="en-US" sz="2000">
                <a:solidFill>
                  <a:srgbClr val="002060"/>
                </a:solidFill>
              </a:rPr>
              <a:t>Inter-household comparison (Remote-first </a:t>
            </a:r>
            <a:r>
              <a:rPr lang="en-US" sz="2000" err="1">
                <a:solidFill>
                  <a:srgbClr val="002060"/>
                </a:solidFill>
              </a:rPr>
              <a:t>gp</a:t>
            </a:r>
            <a:r>
              <a:rPr lang="en-US" sz="2000">
                <a:solidFill>
                  <a:srgbClr val="002060"/>
                </a:solidFill>
              </a:rPr>
              <a:t> compared with F2F-first </a:t>
            </a:r>
            <a:r>
              <a:rPr lang="en-US" sz="2000" err="1">
                <a:solidFill>
                  <a:srgbClr val="002060"/>
                </a:solidFill>
              </a:rPr>
              <a:t>qp</a:t>
            </a:r>
            <a:r>
              <a:rPr lang="en-US" sz="2400">
                <a:solidFill>
                  <a:srgbClr val="002060"/>
                </a:solidFill>
              </a:rPr>
              <a:t>)</a:t>
            </a:r>
            <a:endParaRPr lang="en-US" sz="2000">
              <a:solidFill>
                <a:srgbClr val="002060"/>
              </a:solidFill>
            </a:endParaRPr>
          </a:p>
          <a:p>
            <a:pPr lvl="1">
              <a:spcBef>
                <a:spcPts val="600"/>
              </a:spcBef>
              <a:spcAft>
                <a:spcPts val="600"/>
              </a:spcAft>
            </a:pPr>
            <a:r>
              <a:rPr lang="en-US" sz="2000">
                <a:solidFill>
                  <a:srgbClr val="002060"/>
                </a:solidFill>
              </a:rPr>
              <a:t>Intra-household comparison FS reporting (same HH over time)</a:t>
            </a:r>
          </a:p>
          <a:p>
            <a:pPr>
              <a:spcBef>
                <a:spcPts val="600"/>
              </a:spcBef>
              <a:spcAft>
                <a:spcPts val="600"/>
              </a:spcAft>
            </a:pPr>
            <a:r>
              <a:rPr lang="en-US" sz="2400">
                <a:solidFill>
                  <a:srgbClr val="002060"/>
                </a:solidFill>
              </a:rPr>
              <a:t>What is the diagnostic accuracy of the different versions' expenditure module?</a:t>
            </a:r>
          </a:p>
          <a:p>
            <a:pPr lvl="1">
              <a:spcBef>
                <a:spcPts val="600"/>
              </a:spcBef>
              <a:spcAft>
                <a:spcPts val="600"/>
              </a:spcAft>
            </a:pPr>
            <a:r>
              <a:rPr lang="en-US" sz="2000">
                <a:solidFill>
                  <a:srgbClr val="002060"/>
                </a:solidFill>
              </a:rPr>
              <a:t>FES-long v3 FES-short in F2F interview </a:t>
            </a:r>
          </a:p>
          <a:p>
            <a:pPr lvl="1">
              <a:spcBef>
                <a:spcPts val="600"/>
              </a:spcBef>
              <a:spcAft>
                <a:spcPts val="600"/>
              </a:spcAft>
            </a:pPr>
            <a:r>
              <a:rPr lang="en-US" sz="2000">
                <a:solidFill>
                  <a:srgbClr val="002060"/>
                </a:solidFill>
              </a:rPr>
              <a:t>FES-very short module in phone interview </a:t>
            </a:r>
          </a:p>
        </p:txBody>
      </p:sp>
      <p:sp>
        <p:nvSpPr>
          <p:cNvPr id="4" name="Title 1">
            <a:extLst>
              <a:ext uri="{FF2B5EF4-FFF2-40B4-BE49-F238E27FC236}">
                <a16:creationId xmlns:a16="http://schemas.microsoft.com/office/drawing/2014/main" id="{BEE78D87-A9B7-C8C0-3FDA-3783672917BF}"/>
              </a:ext>
            </a:extLst>
          </p:cNvPr>
          <p:cNvSpPr txBox="1">
            <a:spLocks/>
          </p:cNvSpPr>
          <p:nvPr/>
        </p:nvSpPr>
        <p:spPr>
          <a:xfrm>
            <a:off x="824938" y="519907"/>
            <a:ext cx="10542124" cy="1152000"/>
          </a:xfrm>
          <a:prstGeom prst="rect">
            <a:avLst/>
          </a:prstGeom>
        </p:spPr>
        <p:txBody>
          <a:bodyPr vert="horz" lIns="91440" tIns="45720" rIns="91440" bIns="4572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sz="3000" b="1" i="0" kern="120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US"/>
              <a:t>Research questions </a:t>
            </a:r>
            <a:endParaRPr lang="en-GB"/>
          </a:p>
        </p:txBody>
      </p:sp>
    </p:spTree>
    <p:extLst>
      <p:ext uri="{BB962C8B-B14F-4D97-AF65-F5344CB8AC3E}">
        <p14:creationId xmlns:p14="http://schemas.microsoft.com/office/powerpoint/2010/main" val="3249434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peech Bubble: Rectangle with Corners Rounded 5">
            <a:extLst>
              <a:ext uri="{FF2B5EF4-FFF2-40B4-BE49-F238E27FC236}">
                <a16:creationId xmlns:a16="http://schemas.microsoft.com/office/drawing/2014/main" id="{E767ABE5-0184-8B36-5479-76A24B961185}"/>
              </a:ext>
            </a:extLst>
          </p:cNvPr>
          <p:cNvSpPr/>
          <p:nvPr/>
        </p:nvSpPr>
        <p:spPr>
          <a:xfrm>
            <a:off x="8383851" y="4673605"/>
            <a:ext cx="2928224" cy="1023602"/>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a:t>
            </a:r>
            <a:r>
              <a:rPr lang="en-US" b="1">
                <a:solidFill>
                  <a:srgbClr val="002060"/>
                </a:solidFill>
                <a:latin typeface="Open Sans" pitchFamily="2" charset="0"/>
                <a:ea typeface="Open Sans" pitchFamily="2" charset="0"/>
                <a:cs typeface="Open Sans" pitchFamily="2" charset="0"/>
              </a:rPr>
              <a:t>B</a:t>
            </a:r>
            <a:r>
              <a:rPr lang="en-US" b="1">
                <a:solidFill>
                  <a:srgbClr val="002060"/>
                </a:solidFill>
                <a:effectLst/>
                <a:latin typeface="Open Sans" pitchFamily="2" charset="0"/>
                <a:ea typeface="Open Sans" pitchFamily="2" charset="0"/>
                <a:cs typeface="Open Sans" pitchFamily="2" charset="0"/>
              </a:rPr>
              <a:t> (Phone)</a:t>
            </a:r>
          </a:p>
          <a:p>
            <a:pPr algn="ctr"/>
            <a:r>
              <a:rPr lang="en-US" b="1">
                <a:solidFill>
                  <a:srgbClr val="002060"/>
                </a:solidFill>
                <a:latin typeface="Open Sans" pitchFamily="2" charset="0"/>
                <a:ea typeface="Open Sans" pitchFamily="2" charset="0"/>
                <a:cs typeface="Open Sans" pitchFamily="2" charset="0"/>
              </a:rPr>
              <a:t>300 HH</a:t>
            </a:r>
            <a:endParaRPr lang="en-GB">
              <a:solidFill>
                <a:srgbClr val="002060"/>
              </a:solidFill>
              <a:effectLst/>
              <a:latin typeface="Open Sans" pitchFamily="2" charset="0"/>
              <a:ea typeface="Open Sans" pitchFamily="2" charset="0"/>
              <a:cs typeface="Open Sans" pitchFamily="2" charset="0"/>
            </a:endParaRPr>
          </a:p>
        </p:txBody>
      </p:sp>
      <p:sp>
        <p:nvSpPr>
          <p:cNvPr id="7" name="Speech Bubble: Rectangle with Corners Rounded 49">
            <a:extLst>
              <a:ext uri="{FF2B5EF4-FFF2-40B4-BE49-F238E27FC236}">
                <a16:creationId xmlns:a16="http://schemas.microsoft.com/office/drawing/2014/main" id="{B127FBED-1089-3247-8B90-6B4E1540C7F9}"/>
              </a:ext>
            </a:extLst>
          </p:cNvPr>
          <p:cNvSpPr/>
          <p:nvPr/>
        </p:nvSpPr>
        <p:spPr>
          <a:xfrm>
            <a:off x="4261104" y="4776182"/>
            <a:ext cx="2013269" cy="981523"/>
          </a:xfrm>
          <a:custGeom>
            <a:avLst/>
            <a:gdLst>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69959 h 634215"/>
              <a:gd name="connsiteX20" fmla="*/ 0 w 855640"/>
              <a:gd name="connsiteY20" fmla="*/ 105705 h 634215"/>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79739 h 634215"/>
              <a:gd name="connsiteX20" fmla="*/ 0 w 855640"/>
              <a:gd name="connsiteY20" fmla="*/ 105705 h 6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5640" h="634215">
                <a:moveTo>
                  <a:pt x="0" y="105705"/>
                </a:moveTo>
                <a:cubicBezTo>
                  <a:pt x="0" y="47326"/>
                  <a:pt x="47326" y="0"/>
                  <a:pt x="105705" y="0"/>
                </a:cubicBezTo>
                <a:lnTo>
                  <a:pt x="142607" y="0"/>
                </a:lnTo>
                <a:lnTo>
                  <a:pt x="142607" y="0"/>
                </a:lnTo>
                <a:lnTo>
                  <a:pt x="356517" y="0"/>
                </a:lnTo>
                <a:lnTo>
                  <a:pt x="749935" y="0"/>
                </a:lnTo>
                <a:cubicBezTo>
                  <a:pt x="808314" y="0"/>
                  <a:pt x="855640" y="47326"/>
                  <a:pt x="855640" y="105705"/>
                </a:cubicBezTo>
                <a:lnTo>
                  <a:pt x="855640" y="369959"/>
                </a:lnTo>
                <a:lnTo>
                  <a:pt x="855640" y="369959"/>
                </a:lnTo>
                <a:lnTo>
                  <a:pt x="855640" y="528513"/>
                </a:lnTo>
                <a:lnTo>
                  <a:pt x="855640" y="528510"/>
                </a:lnTo>
                <a:cubicBezTo>
                  <a:pt x="855640" y="586889"/>
                  <a:pt x="808314" y="634215"/>
                  <a:pt x="749935" y="634215"/>
                </a:cubicBezTo>
                <a:lnTo>
                  <a:pt x="356517" y="634215"/>
                </a:lnTo>
                <a:lnTo>
                  <a:pt x="251464" y="634215"/>
                </a:lnTo>
                <a:lnTo>
                  <a:pt x="142607" y="634215"/>
                </a:lnTo>
                <a:lnTo>
                  <a:pt x="105705" y="634215"/>
                </a:lnTo>
                <a:cubicBezTo>
                  <a:pt x="47326" y="634215"/>
                  <a:pt x="0" y="586889"/>
                  <a:pt x="0" y="528510"/>
                </a:cubicBezTo>
                <a:lnTo>
                  <a:pt x="0" y="528513"/>
                </a:lnTo>
                <a:lnTo>
                  <a:pt x="0" y="369959"/>
                </a:lnTo>
                <a:lnTo>
                  <a:pt x="0" y="379739"/>
                </a:lnTo>
                <a:lnTo>
                  <a:pt x="0" y="105705"/>
                </a:lnTo>
                <a:close/>
              </a:path>
            </a:pathLst>
          </a:cu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B </a:t>
            </a:r>
          </a:p>
          <a:p>
            <a:pPr algn="ctr"/>
            <a:r>
              <a:rPr lang="en-US" b="1">
                <a:solidFill>
                  <a:srgbClr val="002060"/>
                </a:solidFill>
                <a:effectLst/>
                <a:latin typeface="Open Sans" pitchFamily="2" charset="0"/>
                <a:ea typeface="Open Sans" pitchFamily="2" charset="0"/>
                <a:cs typeface="Open Sans" pitchFamily="2" charset="0"/>
              </a:rPr>
              <a:t>(F2F)</a:t>
            </a:r>
          </a:p>
          <a:p>
            <a:pPr algn="ctr"/>
            <a:r>
              <a:rPr lang="en-US" b="1">
                <a:solidFill>
                  <a:srgbClr val="002060"/>
                </a:solidFill>
                <a:latin typeface="Open Sans" pitchFamily="2" charset="0"/>
                <a:ea typeface="Open Sans" pitchFamily="2" charset="0"/>
                <a:cs typeface="Open Sans" pitchFamily="2" charset="0"/>
              </a:rPr>
              <a:t>375 HH</a:t>
            </a:r>
            <a:endParaRPr lang="en-GB">
              <a:solidFill>
                <a:srgbClr val="002060"/>
              </a:solidFill>
              <a:effectLst/>
              <a:latin typeface="Open Sans" pitchFamily="2" charset="0"/>
              <a:ea typeface="Open Sans" pitchFamily="2" charset="0"/>
              <a:cs typeface="Open Sans" pitchFamily="2" charset="0"/>
            </a:endParaRPr>
          </a:p>
        </p:txBody>
      </p:sp>
      <p:sp>
        <p:nvSpPr>
          <p:cNvPr id="8" name="Speech Bubble: Rectangle with Corners Rounded 7">
            <a:extLst>
              <a:ext uri="{FF2B5EF4-FFF2-40B4-BE49-F238E27FC236}">
                <a16:creationId xmlns:a16="http://schemas.microsoft.com/office/drawing/2014/main" id="{7843C2A3-0D84-EBD3-3E1D-44C9C42539D5}"/>
              </a:ext>
            </a:extLst>
          </p:cNvPr>
          <p:cNvSpPr/>
          <p:nvPr/>
        </p:nvSpPr>
        <p:spPr>
          <a:xfrm>
            <a:off x="741625" y="3642207"/>
            <a:ext cx="1731062" cy="1133975"/>
          </a:xfrm>
          <a:prstGeom prst="wedgeRoundRectCallout">
            <a:avLst>
              <a:gd name="adj1" fmla="val -20611"/>
              <a:gd name="adj2" fmla="val 49015"/>
              <a:gd name="adj3" fmla="val 16667"/>
            </a:avLst>
          </a:prstGeom>
          <a:solidFill>
            <a:srgbClr val="FFFFFF"/>
          </a:solidFill>
          <a:ln w="28575">
            <a:solidFill>
              <a:schemeClr val="accent1"/>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GB" b="1">
                <a:solidFill>
                  <a:srgbClr val="002060"/>
                </a:solidFill>
                <a:latin typeface="Open Sans" pitchFamily="2" charset="0"/>
                <a:ea typeface="Open Sans" pitchFamily="2" charset="0"/>
                <a:cs typeface="Open Sans" pitchFamily="2" charset="0"/>
              </a:rPr>
              <a:t>Sampled HH</a:t>
            </a:r>
          </a:p>
          <a:p>
            <a:pPr algn="ctr"/>
            <a:r>
              <a:rPr lang="en-GB" b="1">
                <a:solidFill>
                  <a:srgbClr val="002060"/>
                </a:solidFill>
                <a:latin typeface="Open Sans" pitchFamily="2" charset="0"/>
                <a:ea typeface="Open Sans" pitchFamily="2" charset="0"/>
                <a:cs typeface="Open Sans" pitchFamily="2" charset="0"/>
              </a:rPr>
              <a:t>(600 + 25% attrition)</a:t>
            </a:r>
          </a:p>
        </p:txBody>
      </p:sp>
      <p:cxnSp>
        <p:nvCxnSpPr>
          <p:cNvPr id="9" name="Straight Arrow Connector 8">
            <a:extLst>
              <a:ext uri="{FF2B5EF4-FFF2-40B4-BE49-F238E27FC236}">
                <a16:creationId xmlns:a16="http://schemas.microsoft.com/office/drawing/2014/main" id="{AAB9B6E4-B3CC-1511-4DBD-381DB03C63CF}"/>
              </a:ext>
            </a:extLst>
          </p:cNvPr>
          <p:cNvCxnSpPr>
            <a:cxnSpLocks/>
            <a:endCxn id="7" idx="19"/>
          </p:cNvCxnSpPr>
          <p:nvPr/>
        </p:nvCxnSpPr>
        <p:spPr>
          <a:xfrm>
            <a:off x="2472689" y="4446026"/>
            <a:ext cx="1788415" cy="917847"/>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0" name="Straight Arrow Connector 9">
            <a:extLst>
              <a:ext uri="{FF2B5EF4-FFF2-40B4-BE49-F238E27FC236}">
                <a16:creationId xmlns:a16="http://schemas.microsoft.com/office/drawing/2014/main" id="{D8CBDB44-F00E-8AC4-2D83-98856084BC9C}"/>
              </a:ext>
            </a:extLst>
          </p:cNvPr>
          <p:cNvCxnSpPr>
            <a:cxnSpLocks/>
            <a:endCxn id="15" idx="1"/>
          </p:cNvCxnSpPr>
          <p:nvPr/>
        </p:nvCxnSpPr>
        <p:spPr>
          <a:xfrm flipV="1">
            <a:off x="2472687" y="3091090"/>
            <a:ext cx="1722051" cy="1031313"/>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1" name="Straight Arrow Connector 10">
            <a:extLst>
              <a:ext uri="{FF2B5EF4-FFF2-40B4-BE49-F238E27FC236}">
                <a16:creationId xmlns:a16="http://schemas.microsoft.com/office/drawing/2014/main" id="{979EB662-F96D-10F9-4186-10F1B95C82E6}"/>
              </a:ext>
            </a:extLst>
          </p:cNvPr>
          <p:cNvCxnSpPr>
            <a:cxnSpLocks/>
          </p:cNvCxnSpPr>
          <p:nvPr/>
        </p:nvCxnSpPr>
        <p:spPr>
          <a:xfrm>
            <a:off x="6274373" y="5297803"/>
            <a:ext cx="2109478" cy="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2" name="Straight Arrow Connector 11">
            <a:extLst>
              <a:ext uri="{FF2B5EF4-FFF2-40B4-BE49-F238E27FC236}">
                <a16:creationId xmlns:a16="http://schemas.microsoft.com/office/drawing/2014/main" id="{FCADB271-BE11-A886-327B-4826785721F7}"/>
              </a:ext>
            </a:extLst>
          </p:cNvPr>
          <p:cNvCxnSpPr>
            <a:cxnSpLocks/>
          </p:cNvCxnSpPr>
          <p:nvPr/>
        </p:nvCxnSpPr>
        <p:spPr>
          <a:xfrm flipV="1">
            <a:off x="4868607" y="3560792"/>
            <a:ext cx="868427" cy="893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3" name="TextBox 12">
            <a:extLst>
              <a:ext uri="{FF2B5EF4-FFF2-40B4-BE49-F238E27FC236}">
                <a16:creationId xmlns:a16="http://schemas.microsoft.com/office/drawing/2014/main" id="{C43AE659-56B1-DDEA-BC20-2A836DA367AB}"/>
              </a:ext>
            </a:extLst>
          </p:cNvPr>
          <p:cNvSpPr txBox="1"/>
          <p:nvPr/>
        </p:nvSpPr>
        <p:spPr>
          <a:xfrm>
            <a:off x="4204523" y="1683215"/>
            <a:ext cx="2069850" cy="338554"/>
          </a:xfrm>
          <a:prstGeom prst="rect">
            <a:avLst/>
          </a:prstGeom>
          <a:solidFill>
            <a:srgbClr val="FFFFFF"/>
          </a:solidFill>
          <a:ln w="28575">
            <a:solidFill>
              <a:schemeClr val="accent1"/>
            </a:solidFill>
          </a:ln>
        </p:spPr>
        <p:txBody>
          <a:bodyPr wrap="square" rtlCol="0">
            <a:spAutoFit/>
          </a:bodyPr>
          <a:lstStyle/>
          <a:p>
            <a:pPr algn="ctr"/>
            <a:r>
              <a:rPr lang="en-GB" sz="1600" b="1">
                <a:solidFill>
                  <a:srgbClr val="002060"/>
                </a:solidFill>
                <a:latin typeface="Open Sans" pitchFamily="2" charset="0"/>
                <a:ea typeface="Open Sans" pitchFamily="2" charset="0"/>
                <a:cs typeface="Open Sans" pitchFamily="2" charset="0"/>
              </a:rPr>
              <a:t>1st Interview</a:t>
            </a:r>
          </a:p>
        </p:txBody>
      </p:sp>
      <p:sp>
        <p:nvSpPr>
          <p:cNvPr id="14" name="Speech Bubble: Rectangle with Corners Rounded 49">
            <a:extLst>
              <a:ext uri="{FF2B5EF4-FFF2-40B4-BE49-F238E27FC236}">
                <a16:creationId xmlns:a16="http://schemas.microsoft.com/office/drawing/2014/main" id="{9FF8F268-8BCF-E8B2-5B5B-9C53BF57908E}"/>
              </a:ext>
            </a:extLst>
          </p:cNvPr>
          <p:cNvSpPr/>
          <p:nvPr/>
        </p:nvSpPr>
        <p:spPr>
          <a:xfrm>
            <a:off x="8383850" y="2557750"/>
            <a:ext cx="2928225" cy="1023602"/>
          </a:xfrm>
          <a:custGeom>
            <a:avLst/>
            <a:gdLst>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69959 h 634215"/>
              <a:gd name="connsiteX20" fmla="*/ 0 w 855640"/>
              <a:gd name="connsiteY20" fmla="*/ 105705 h 634215"/>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79739 h 634215"/>
              <a:gd name="connsiteX20" fmla="*/ 0 w 855640"/>
              <a:gd name="connsiteY20" fmla="*/ 105705 h 6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5640" h="634215">
                <a:moveTo>
                  <a:pt x="0" y="105705"/>
                </a:moveTo>
                <a:cubicBezTo>
                  <a:pt x="0" y="47326"/>
                  <a:pt x="47326" y="0"/>
                  <a:pt x="105705" y="0"/>
                </a:cubicBezTo>
                <a:lnTo>
                  <a:pt x="142607" y="0"/>
                </a:lnTo>
                <a:lnTo>
                  <a:pt x="142607" y="0"/>
                </a:lnTo>
                <a:lnTo>
                  <a:pt x="356517" y="0"/>
                </a:lnTo>
                <a:lnTo>
                  <a:pt x="749935" y="0"/>
                </a:lnTo>
                <a:cubicBezTo>
                  <a:pt x="808314" y="0"/>
                  <a:pt x="855640" y="47326"/>
                  <a:pt x="855640" y="105705"/>
                </a:cubicBezTo>
                <a:lnTo>
                  <a:pt x="855640" y="369959"/>
                </a:lnTo>
                <a:lnTo>
                  <a:pt x="855640" y="369959"/>
                </a:lnTo>
                <a:lnTo>
                  <a:pt x="855640" y="528513"/>
                </a:lnTo>
                <a:lnTo>
                  <a:pt x="855640" y="528510"/>
                </a:lnTo>
                <a:cubicBezTo>
                  <a:pt x="855640" y="586889"/>
                  <a:pt x="808314" y="634215"/>
                  <a:pt x="749935" y="634215"/>
                </a:cubicBezTo>
                <a:lnTo>
                  <a:pt x="356517" y="634215"/>
                </a:lnTo>
                <a:lnTo>
                  <a:pt x="251464" y="634215"/>
                </a:lnTo>
                <a:lnTo>
                  <a:pt x="142607" y="634215"/>
                </a:lnTo>
                <a:lnTo>
                  <a:pt x="105705" y="634215"/>
                </a:lnTo>
                <a:cubicBezTo>
                  <a:pt x="47326" y="634215"/>
                  <a:pt x="0" y="586889"/>
                  <a:pt x="0" y="528510"/>
                </a:cubicBezTo>
                <a:lnTo>
                  <a:pt x="0" y="528513"/>
                </a:lnTo>
                <a:lnTo>
                  <a:pt x="0" y="369959"/>
                </a:lnTo>
                <a:lnTo>
                  <a:pt x="0" y="379739"/>
                </a:lnTo>
                <a:lnTo>
                  <a:pt x="0" y="105705"/>
                </a:lnTo>
                <a:close/>
              </a:path>
            </a:pathLst>
          </a:cu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A </a:t>
            </a:r>
          </a:p>
          <a:p>
            <a:pPr algn="ctr"/>
            <a:r>
              <a:rPr lang="en-US" b="1">
                <a:solidFill>
                  <a:srgbClr val="002060"/>
                </a:solidFill>
                <a:effectLst/>
                <a:latin typeface="Open Sans" pitchFamily="2" charset="0"/>
                <a:ea typeface="Open Sans" pitchFamily="2" charset="0"/>
                <a:cs typeface="Open Sans" pitchFamily="2" charset="0"/>
              </a:rPr>
              <a:t>(F2F)</a:t>
            </a:r>
          </a:p>
          <a:p>
            <a:pPr algn="ctr"/>
            <a:r>
              <a:rPr lang="en-US" b="1">
                <a:solidFill>
                  <a:srgbClr val="002060"/>
                </a:solidFill>
                <a:latin typeface="Open Sans" pitchFamily="2" charset="0"/>
                <a:ea typeface="Open Sans" pitchFamily="2" charset="0"/>
                <a:cs typeface="Open Sans" pitchFamily="2" charset="0"/>
              </a:rPr>
              <a:t>300 HH</a:t>
            </a:r>
            <a:endParaRPr lang="en-GB" sz="3200">
              <a:solidFill>
                <a:srgbClr val="002060"/>
              </a:solidFill>
              <a:effectLst/>
              <a:latin typeface="Open Sans" pitchFamily="2" charset="0"/>
              <a:ea typeface="Open Sans" pitchFamily="2" charset="0"/>
              <a:cs typeface="Open Sans" pitchFamily="2" charset="0"/>
            </a:endParaRPr>
          </a:p>
        </p:txBody>
      </p:sp>
      <p:sp>
        <p:nvSpPr>
          <p:cNvPr id="15" name="Speech Bubble: Rectangle with Corners Rounded 14">
            <a:extLst>
              <a:ext uri="{FF2B5EF4-FFF2-40B4-BE49-F238E27FC236}">
                <a16:creationId xmlns:a16="http://schemas.microsoft.com/office/drawing/2014/main" id="{5EA3E412-3D92-88B3-CB0C-9BC829A14E5C}"/>
              </a:ext>
            </a:extLst>
          </p:cNvPr>
          <p:cNvSpPr/>
          <p:nvPr/>
        </p:nvSpPr>
        <p:spPr>
          <a:xfrm>
            <a:off x="4194738" y="2539972"/>
            <a:ext cx="2109478" cy="1102235"/>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b="1">
                <a:solidFill>
                  <a:srgbClr val="002060"/>
                </a:solidFill>
                <a:latin typeface="Open Sans" pitchFamily="2" charset="0"/>
                <a:ea typeface="Open Sans" pitchFamily="2" charset="0"/>
                <a:cs typeface="Open Sans" pitchFamily="2" charset="0"/>
              </a:rPr>
              <a:t>Group A (Phone)</a:t>
            </a:r>
          </a:p>
          <a:p>
            <a:pPr algn="ctr"/>
            <a:r>
              <a:rPr lang="en-US" b="1">
                <a:solidFill>
                  <a:srgbClr val="002060"/>
                </a:solidFill>
                <a:latin typeface="Open Sans" pitchFamily="2" charset="0"/>
                <a:ea typeface="Open Sans" pitchFamily="2" charset="0"/>
                <a:cs typeface="Open Sans" pitchFamily="2" charset="0"/>
              </a:rPr>
              <a:t>375 HH</a:t>
            </a:r>
            <a:endParaRPr lang="en-GB">
              <a:solidFill>
                <a:srgbClr val="002060"/>
              </a:solidFill>
              <a:latin typeface="Open Sans" pitchFamily="2" charset="0"/>
              <a:ea typeface="Open Sans" pitchFamily="2" charset="0"/>
              <a:cs typeface="Open Sans" pitchFamily="2" charset="0"/>
            </a:endParaRPr>
          </a:p>
        </p:txBody>
      </p:sp>
      <p:sp>
        <p:nvSpPr>
          <p:cNvPr id="16" name="Left Brace 15">
            <a:extLst>
              <a:ext uri="{FF2B5EF4-FFF2-40B4-BE49-F238E27FC236}">
                <a16:creationId xmlns:a16="http://schemas.microsoft.com/office/drawing/2014/main" id="{118DE8F7-07C2-1395-819C-52F5FC744EFF}"/>
              </a:ext>
            </a:extLst>
          </p:cNvPr>
          <p:cNvSpPr/>
          <p:nvPr/>
        </p:nvSpPr>
        <p:spPr>
          <a:xfrm rot="5400000">
            <a:off x="5012020" y="1296537"/>
            <a:ext cx="484698" cy="2099692"/>
          </a:xfrm>
          <a:prstGeom prst="lef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sz="1600">
              <a:latin typeface="Open Sans" pitchFamily="2" charset="0"/>
              <a:ea typeface="Open Sans" pitchFamily="2" charset="0"/>
              <a:cs typeface="Open Sans" pitchFamily="2" charset="0"/>
            </a:endParaRPr>
          </a:p>
        </p:txBody>
      </p:sp>
      <p:cxnSp>
        <p:nvCxnSpPr>
          <p:cNvPr id="17" name="Straight Arrow Connector 16">
            <a:extLst>
              <a:ext uri="{FF2B5EF4-FFF2-40B4-BE49-F238E27FC236}">
                <a16:creationId xmlns:a16="http://schemas.microsoft.com/office/drawing/2014/main" id="{E848B589-B2DE-3381-029B-B90850A7D8C4}"/>
              </a:ext>
            </a:extLst>
          </p:cNvPr>
          <p:cNvCxnSpPr>
            <a:cxnSpLocks/>
            <a:stCxn id="15" idx="3"/>
          </p:cNvCxnSpPr>
          <p:nvPr/>
        </p:nvCxnSpPr>
        <p:spPr>
          <a:xfrm flipV="1">
            <a:off x="6304216" y="3086622"/>
            <a:ext cx="2079635" cy="4468"/>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
        <p:nvSpPr>
          <p:cNvPr id="18" name="TextBox 17">
            <a:extLst>
              <a:ext uri="{FF2B5EF4-FFF2-40B4-BE49-F238E27FC236}">
                <a16:creationId xmlns:a16="http://schemas.microsoft.com/office/drawing/2014/main" id="{60979141-BBD0-EE11-5468-9E2EBEE02D3B}"/>
              </a:ext>
            </a:extLst>
          </p:cNvPr>
          <p:cNvSpPr txBox="1"/>
          <p:nvPr/>
        </p:nvSpPr>
        <p:spPr>
          <a:xfrm>
            <a:off x="8435659" y="1683215"/>
            <a:ext cx="2876415" cy="338554"/>
          </a:xfrm>
          <a:prstGeom prst="rect">
            <a:avLst/>
          </a:prstGeom>
          <a:solidFill>
            <a:srgbClr val="FFFFFF"/>
          </a:solidFill>
          <a:ln w="28575">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600" b="1">
                <a:solidFill>
                  <a:schemeClr val="accent5">
                    <a:lumMod val="10000"/>
                  </a:schemeClr>
                </a:solidFill>
                <a:latin typeface="Open Sans" pitchFamily="2" charset="0"/>
                <a:ea typeface="Open Sans" pitchFamily="2" charset="0"/>
                <a:cs typeface="Open Sans" pitchFamily="2" charset="0"/>
              </a:rPr>
              <a:t>Follow-up interview</a:t>
            </a:r>
          </a:p>
        </p:txBody>
      </p:sp>
      <p:sp>
        <p:nvSpPr>
          <p:cNvPr id="19" name="Left Brace 18">
            <a:extLst>
              <a:ext uri="{FF2B5EF4-FFF2-40B4-BE49-F238E27FC236}">
                <a16:creationId xmlns:a16="http://schemas.microsoft.com/office/drawing/2014/main" id="{88DFF2FE-F4E0-D427-91B3-D5676BB1D961}"/>
              </a:ext>
            </a:extLst>
          </p:cNvPr>
          <p:cNvSpPr/>
          <p:nvPr/>
        </p:nvSpPr>
        <p:spPr>
          <a:xfrm rot="5400000">
            <a:off x="9631518" y="889380"/>
            <a:ext cx="484697" cy="2876417"/>
          </a:xfrm>
          <a:prstGeom prst="lef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sz="1600">
              <a:latin typeface="Open Sans" pitchFamily="2" charset="0"/>
              <a:ea typeface="Open Sans" pitchFamily="2" charset="0"/>
              <a:cs typeface="Open Sans" pitchFamily="2" charset="0"/>
            </a:endParaRPr>
          </a:p>
        </p:txBody>
      </p:sp>
      <p:sp>
        <p:nvSpPr>
          <p:cNvPr id="20" name="TextBox 19">
            <a:extLst>
              <a:ext uri="{FF2B5EF4-FFF2-40B4-BE49-F238E27FC236}">
                <a16:creationId xmlns:a16="http://schemas.microsoft.com/office/drawing/2014/main" id="{F5E7CE51-DE28-E6B6-7877-6BEAEA2258FA}"/>
              </a:ext>
            </a:extLst>
          </p:cNvPr>
          <p:cNvSpPr txBox="1"/>
          <p:nvPr/>
        </p:nvSpPr>
        <p:spPr>
          <a:xfrm>
            <a:off x="6492240" y="2787840"/>
            <a:ext cx="1534024" cy="584775"/>
          </a:xfrm>
          <a:prstGeom prst="rect">
            <a:avLst/>
          </a:prstGeom>
          <a:noFill/>
        </p:spPr>
        <p:txBody>
          <a:bodyPr wrap="square" rtlCol="0">
            <a:spAutoFit/>
          </a:bodyPr>
          <a:lstStyle/>
          <a:p>
            <a:pPr algn="ctr"/>
            <a:r>
              <a:rPr lang="en-US" sz="1600" b="1">
                <a:latin typeface="Open Sans" pitchFamily="2" charset="0"/>
                <a:ea typeface="Open Sans" pitchFamily="2" charset="0"/>
                <a:cs typeface="Open Sans" pitchFamily="2" charset="0"/>
              </a:rPr>
              <a:t>Max interval 48 Hours</a:t>
            </a:r>
            <a:endParaRPr lang="en-GB" sz="1600" b="1">
              <a:latin typeface="Open Sans" pitchFamily="2" charset="0"/>
              <a:ea typeface="Open Sans" pitchFamily="2" charset="0"/>
              <a:cs typeface="Open Sans" pitchFamily="2" charset="0"/>
            </a:endParaRPr>
          </a:p>
        </p:txBody>
      </p:sp>
      <p:sp>
        <p:nvSpPr>
          <p:cNvPr id="21" name="TextBox 20">
            <a:extLst>
              <a:ext uri="{FF2B5EF4-FFF2-40B4-BE49-F238E27FC236}">
                <a16:creationId xmlns:a16="http://schemas.microsoft.com/office/drawing/2014/main" id="{98C21982-688B-3CDB-BD72-E95BAFCBFA3D}"/>
              </a:ext>
            </a:extLst>
          </p:cNvPr>
          <p:cNvSpPr txBox="1"/>
          <p:nvPr/>
        </p:nvSpPr>
        <p:spPr>
          <a:xfrm>
            <a:off x="6495505" y="4994553"/>
            <a:ext cx="1792137" cy="584775"/>
          </a:xfrm>
          <a:prstGeom prst="rect">
            <a:avLst/>
          </a:prstGeom>
          <a:noFill/>
        </p:spPr>
        <p:txBody>
          <a:bodyPr wrap="square" rtlCol="0">
            <a:spAutoFit/>
          </a:bodyPr>
          <a:lstStyle/>
          <a:p>
            <a:pPr algn="ctr"/>
            <a:r>
              <a:rPr lang="en-US" sz="1600" b="1">
                <a:latin typeface="Open Sans" pitchFamily="2" charset="0"/>
                <a:ea typeface="Open Sans" pitchFamily="2" charset="0"/>
                <a:cs typeface="Open Sans" pitchFamily="2" charset="0"/>
              </a:rPr>
              <a:t>Max intervals 48 Hours</a:t>
            </a:r>
            <a:endParaRPr lang="en-GB" sz="1600" b="1">
              <a:latin typeface="Open Sans" pitchFamily="2" charset="0"/>
              <a:ea typeface="Open Sans" pitchFamily="2" charset="0"/>
              <a:cs typeface="Open Sans" pitchFamily="2" charset="0"/>
            </a:endParaRPr>
          </a:p>
        </p:txBody>
      </p:sp>
      <p:sp>
        <p:nvSpPr>
          <p:cNvPr id="30" name="Title 1">
            <a:extLst>
              <a:ext uri="{FF2B5EF4-FFF2-40B4-BE49-F238E27FC236}">
                <a16:creationId xmlns:a16="http://schemas.microsoft.com/office/drawing/2014/main" id="{43A27B2C-3292-3987-1B6D-F6B9FEA32C12}"/>
              </a:ext>
            </a:extLst>
          </p:cNvPr>
          <p:cNvSpPr>
            <a:spLocks noGrp="1"/>
          </p:cNvSpPr>
          <p:nvPr>
            <p:ph type="title"/>
          </p:nvPr>
        </p:nvSpPr>
        <p:spPr>
          <a:xfrm>
            <a:off x="824938" y="519907"/>
            <a:ext cx="10542124" cy="1152000"/>
          </a:xfrm>
        </p:spPr>
        <p:txBody>
          <a:bodyPr/>
          <a:lstStyle/>
          <a:p>
            <a:r>
              <a:rPr lang="en-US" altLang="zh-CN"/>
              <a:t>Iraq Pilot Sample Design</a:t>
            </a:r>
            <a:endParaRPr lang="en-GB"/>
          </a:p>
        </p:txBody>
      </p:sp>
    </p:spTree>
    <p:extLst>
      <p:ext uri="{BB962C8B-B14F-4D97-AF65-F5344CB8AC3E}">
        <p14:creationId xmlns:p14="http://schemas.microsoft.com/office/powerpoint/2010/main" val="2161376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Vertical)">
                                      <p:cBhvr>
                                        <p:cTn id="7" dur="500"/>
                                        <p:tgtEl>
                                          <p:spTgt spid="1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arn(inVertical)">
                                      <p:cBhvr>
                                        <p:cTn id="10" dur="500"/>
                                        <p:tgtEl>
                                          <p:spTgt spid="14"/>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barn(inVertical)">
                                      <p:cBhvr>
                                        <p:cTn id="13" dur="500"/>
                                        <p:tgtEl>
                                          <p:spTgt spid="19"/>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barn(inVertical)">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barn(inVertical)">
                                      <p:cBhvr>
                                        <p:cTn id="21" dur="500"/>
                                        <p:tgtEl>
                                          <p:spTgt spid="11"/>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barn(inVertical)">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barn(inVertical)">
                                      <p:cBhvr>
                                        <p:cTn id="29" dur="500"/>
                                        <p:tgtEl>
                                          <p:spTgt spid="21"/>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barn(inVertical)">
                                      <p:cBhvr>
                                        <p:cTn id="3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4" grpId="0" animBg="1"/>
      <p:bldP spid="18" grpId="0" animBg="1"/>
      <p:bldP spid="19" grpId="0" animBg="1"/>
      <p:bldP spid="20" grpId="0"/>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peech Bubble: Rectangle with Corners Rounded 2">
            <a:extLst>
              <a:ext uri="{FF2B5EF4-FFF2-40B4-BE49-F238E27FC236}">
                <a16:creationId xmlns:a16="http://schemas.microsoft.com/office/drawing/2014/main" id="{58DF4EA1-0911-9123-CB79-6E24EF2A8DC7}"/>
              </a:ext>
            </a:extLst>
          </p:cNvPr>
          <p:cNvSpPr/>
          <p:nvPr/>
        </p:nvSpPr>
        <p:spPr>
          <a:xfrm>
            <a:off x="8152203" y="4781534"/>
            <a:ext cx="2928224" cy="1023602"/>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a:t>
            </a:r>
            <a:r>
              <a:rPr lang="en-US" b="1">
                <a:solidFill>
                  <a:srgbClr val="002060"/>
                </a:solidFill>
                <a:latin typeface="Open Sans" pitchFamily="2" charset="0"/>
                <a:ea typeface="Open Sans" pitchFamily="2" charset="0"/>
                <a:cs typeface="Open Sans" pitchFamily="2" charset="0"/>
              </a:rPr>
              <a:t>B</a:t>
            </a:r>
            <a:r>
              <a:rPr lang="en-US" b="1">
                <a:solidFill>
                  <a:srgbClr val="002060"/>
                </a:solidFill>
                <a:effectLst/>
                <a:latin typeface="Open Sans" pitchFamily="2" charset="0"/>
                <a:ea typeface="Open Sans" pitchFamily="2" charset="0"/>
                <a:cs typeface="Open Sans" pitchFamily="2" charset="0"/>
              </a:rPr>
              <a:t> (Phone)</a:t>
            </a:r>
          </a:p>
          <a:p>
            <a:pPr algn="ctr"/>
            <a:r>
              <a:rPr lang="en-US" b="1">
                <a:solidFill>
                  <a:srgbClr val="002060"/>
                </a:solidFill>
                <a:latin typeface="Open Sans" pitchFamily="2" charset="0"/>
                <a:ea typeface="Open Sans" pitchFamily="2" charset="0"/>
                <a:cs typeface="Open Sans" pitchFamily="2" charset="0"/>
              </a:rPr>
              <a:t>300 HH</a:t>
            </a:r>
            <a:endParaRPr lang="en-GB">
              <a:solidFill>
                <a:srgbClr val="002060"/>
              </a:solidFill>
              <a:effectLst/>
              <a:latin typeface="Open Sans" pitchFamily="2" charset="0"/>
              <a:ea typeface="Open Sans" pitchFamily="2" charset="0"/>
              <a:cs typeface="Open Sans" pitchFamily="2" charset="0"/>
            </a:endParaRPr>
          </a:p>
        </p:txBody>
      </p:sp>
      <p:cxnSp>
        <p:nvCxnSpPr>
          <p:cNvPr id="5" name="Straight Arrow Connector 4">
            <a:extLst>
              <a:ext uri="{FF2B5EF4-FFF2-40B4-BE49-F238E27FC236}">
                <a16:creationId xmlns:a16="http://schemas.microsoft.com/office/drawing/2014/main" id="{2E5167ED-8894-2E85-79D1-A04E50053CE8}"/>
              </a:ext>
            </a:extLst>
          </p:cNvPr>
          <p:cNvCxnSpPr>
            <a:cxnSpLocks/>
          </p:cNvCxnSpPr>
          <p:nvPr/>
        </p:nvCxnSpPr>
        <p:spPr>
          <a:xfrm>
            <a:off x="2265425" y="4080266"/>
            <a:ext cx="1513256" cy="133256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22" name="Straight Arrow Connector 21">
            <a:extLst>
              <a:ext uri="{FF2B5EF4-FFF2-40B4-BE49-F238E27FC236}">
                <a16:creationId xmlns:a16="http://schemas.microsoft.com/office/drawing/2014/main" id="{36B9B8CF-D013-B28F-CE6B-88AEE9EE8D10}"/>
              </a:ext>
            </a:extLst>
          </p:cNvPr>
          <p:cNvCxnSpPr>
            <a:cxnSpLocks/>
            <a:endCxn id="26" idx="1"/>
          </p:cNvCxnSpPr>
          <p:nvPr/>
        </p:nvCxnSpPr>
        <p:spPr>
          <a:xfrm flipV="1">
            <a:off x="2241039" y="2944786"/>
            <a:ext cx="1722051" cy="1051861"/>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23" name="Straight Arrow Connector 22">
            <a:extLst>
              <a:ext uri="{FF2B5EF4-FFF2-40B4-BE49-F238E27FC236}">
                <a16:creationId xmlns:a16="http://schemas.microsoft.com/office/drawing/2014/main" id="{959D9D4C-1E61-1A4B-A1A3-033DC7A5E5C2}"/>
              </a:ext>
            </a:extLst>
          </p:cNvPr>
          <p:cNvCxnSpPr>
            <a:cxnSpLocks/>
          </p:cNvCxnSpPr>
          <p:nvPr/>
        </p:nvCxnSpPr>
        <p:spPr>
          <a:xfrm>
            <a:off x="6042725" y="5297803"/>
            <a:ext cx="2109478" cy="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24" name="Straight Arrow Connector 23">
            <a:extLst>
              <a:ext uri="{FF2B5EF4-FFF2-40B4-BE49-F238E27FC236}">
                <a16:creationId xmlns:a16="http://schemas.microsoft.com/office/drawing/2014/main" id="{73C56564-2AF3-B7E4-ABE2-7A8A391D6F0D}"/>
              </a:ext>
            </a:extLst>
          </p:cNvPr>
          <p:cNvCxnSpPr>
            <a:cxnSpLocks/>
          </p:cNvCxnSpPr>
          <p:nvPr/>
        </p:nvCxnSpPr>
        <p:spPr>
          <a:xfrm flipV="1">
            <a:off x="4636959" y="3414488"/>
            <a:ext cx="868427" cy="893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26" name="Speech Bubble: Rectangle with Corners Rounded 25">
            <a:extLst>
              <a:ext uri="{FF2B5EF4-FFF2-40B4-BE49-F238E27FC236}">
                <a16:creationId xmlns:a16="http://schemas.microsoft.com/office/drawing/2014/main" id="{E1A5DCDC-EE83-617B-0A13-223B8FA8C0F2}"/>
              </a:ext>
            </a:extLst>
          </p:cNvPr>
          <p:cNvSpPr/>
          <p:nvPr/>
        </p:nvSpPr>
        <p:spPr>
          <a:xfrm>
            <a:off x="3963090" y="2393668"/>
            <a:ext cx="2109478" cy="1102235"/>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b="1">
                <a:solidFill>
                  <a:srgbClr val="002060"/>
                </a:solidFill>
                <a:latin typeface="Open Sans" pitchFamily="2" charset="0"/>
                <a:ea typeface="Open Sans" pitchFamily="2" charset="0"/>
                <a:cs typeface="Open Sans" pitchFamily="2" charset="0"/>
              </a:rPr>
              <a:t>Group A (Phone)</a:t>
            </a:r>
          </a:p>
          <a:p>
            <a:pPr algn="ctr"/>
            <a:r>
              <a:rPr lang="en-US" b="1">
                <a:solidFill>
                  <a:srgbClr val="002060"/>
                </a:solidFill>
                <a:latin typeface="Open Sans" pitchFamily="2" charset="0"/>
                <a:ea typeface="Open Sans" pitchFamily="2" charset="0"/>
                <a:cs typeface="Open Sans" pitchFamily="2" charset="0"/>
              </a:rPr>
              <a:t>375 HH</a:t>
            </a:r>
            <a:endParaRPr lang="en-GB">
              <a:solidFill>
                <a:srgbClr val="002060"/>
              </a:solidFill>
              <a:latin typeface="Open Sans" pitchFamily="2" charset="0"/>
              <a:ea typeface="Open Sans" pitchFamily="2" charset="0"/>
              <a:cs typeface="Open Sans" pitchFamily="2" charset="0"/>
            </a:endParaRPr>
          </a:p>
        </p:txBody>
      </p:sp>
      <p:sp>
        <p:nvSpPr>
          <p:cNvPr id="27" name="Left Brace 26">
            <a:extLst>
              <a:ext uri="{FF2B5EF4-FFF2-40B4-BE49-F238E27FC236}">
                <a16:creationId xmlns:a16="http://schemas.microsoft.com/office/drawing/2014/main" id="{F0DADB58-B58A-2FC4-FDB1-C5802E927C61}"/>
              </a:ext>
            </a:extLst>
          </p:cNvPr>
          <p:cNvSpPr/>
          <p:nvPr/>
        </p:nvSpPr>
        <p:spPr>
          <a:xfrm rot="5400000">
            <a:off x="4780372" y="1150233"/>
            <a:ext cx="484698" cy="2099692"/>
          </a:xfrm>
          <a:prstGeom prst="lef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sz="1600">
              <a:latin typeface="Open Sans" pitchFamily="2" charset="0"/>
              <a:ea typeface="Open Sans" pitchFamily="2" charset="0"/>
              <a:cs typeface="Open Sans" pitchFamily="2" charset="0"/>
            </a:endParaRPr>
          </a:p>
        </p:txBody>
      </p:sp>
      <p:cxnSp>
        <p:nvCxnSpPr>
          <p:cNvPr id="28" name="Straight Arrow Connector 27">
            <a:extLst>
              <a:ext uri="{FF2B5EF4-FFF2-40B4-BE49-F238E27FC236}">
                <a16:creationId xmlns:a16="http://schemas.microsoft.com/office/drawing/2014/main" id="{7EF2A77E-17A4-CD5D-A420-B6581319B2D9}"/>
              </a:ext>
            </a:extLst>
          </p:cNvPr>
          <p:cNvCxnSpPr>
            <a:cxnSpLocks/>
            <a:stCxn id="26" idx="3"/>
          </p:cNvCxnSpPr>
          <p:nvPr/>
        </p:nvCxnSpPr>
        <p:spPr>
          <a:xfrm flipV="1">
            <a:off x="6072568" y="2940318"/>
            <a:ext cx="2079635" cy="4468"/>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
        <p:nvSpPr>
          <p:cNvPr id="29" name="TextBox 28">
            <a:extLst>
              <a:ext uri="{FF2B5EF4-FFF2-40B4-BE49-F238E27FC236}">
                <a16:creationId xmlns:a16="http://schemas.microsoft.com/office/drawing/2014/main" id="{030403E6-9755-70D2-C8C9-9D1823179D90}"/>
              </a:ext>
            </a:extLst>
          </p:cNvPr>
          <p:cNvSpPr txBox="1"/>
          <p:nvPr/>
        </p:nvSpPr>
        <p:spPr>
          <a:xfrm>
            <a:off x="8152203" y="1573773"/>
            <a:ext cx="2897726" cy="338554"/>
          </a:xfrm>
          <a:prstGeom prst="rect">
            <a:avLst/>
          </a:prstGeom>
          <a:solidFill>
            <a:srgbClr val="FFFFFF"/>
          </a:solidFill>
          <a:ln w="28575"/>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600" b="1">
                <a:solidFill>
                  <a:schemeClr val="accent5">
                    <a:lumMod val="10000"/>
                  </a:schemeClr>
                </a:solidFill>
                <a:latin typeface="Open Sans" pitchFamily="2" charset="0"/>
                <a:ea typeface="Open Sans" pitchFamily="2" charset="0"/>
                <a:cs typeface="Open Sans" pitchFamily="2" charset="0"/>
              </a:rPr>
              <a:t>Follow-up interview</a:t>
            </a:r>
          </a:p>
        </p:txBody>
      </p:sp>
      <p:sp>
        <p:nvSpPr>
          <p:cNvPr id="30" name="Left Brace 29">
            <a:extLst>
              <a:ext uri="{FF2B5EF4-FFF2-40B4-BE49-F238E27FC236}">
                <a16:creationId xmlns:a16="http://schemas.microsoft.com/office/drawing/2014/main" id="{3457CF6C-2E2F-8598-2400-118829C532A4}"/>
              </a:ext>
            </a:extLst>
          </p:cNvPr>
          <p:cNvSpPr/>
          <p:nvPr/>
        </p:nvSpPr>
        <p:spPr>
          <a:xfrm rot="5400000">
            <a:off x="9399870" y="730884"/>
            <a:ext cx="484697" cy="2876417"/>
          </a:xfrm>
          <a:prstGeom prst="lef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sz="1600">
              <a:latin typeface="Open Sans" pitchFamily="2" charset="0"/>
              <a:ea typeface="Open Sans" pitchFamily="2" charset="0"/>
              <a:cs typeface="Open Sans" pitchFamily="2" charset="0"/>
            </a:endParaRPr>
          </a:p>
        </p:txBody>
      </p:sp>
      <p:sp>
        <p:nvSpPr>
          <p:cNvPr id="31" name="Speech Bubble: Rectangle with Corners Rounded 49">
            <a:extLst>
              <a:ext uri="{FF2B5EF4-FFF2-40B4-BE49-F238E27FC236}">
                <a16:creationId xmlns:a16="http://schemas.microsoft.com/office/drawing/2014/main" id="{447672DA-C69C-EA8E-4EAE-E22B911455EC}"/>
              </a:ext>
            </a:extLst>
          </p:cNvPr>
          <p:cNvSpPr/>
          <p:nvPr/>
        </p:nvSpPr>
        <p:spPr>
          <a:xfrm>
            <a:off x="8173512" y="2308316"/>
            <a:ext cx="2876417" cy="1703187"/>
          </a:xfrm>
          <a:custGeom>
            <a:avLst/>
            <a:gdLst>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69959 h 634215"/>
              <a:gd name="connsiteX20" fmla="*/ 0 w 855640"/>
              <a:gd name="connsiteY20" fmla="*/ 105705 h 634215"/>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79739 h 634215"/>
              <a:gd name="connsiteX20" fmla="*/ 0 w 855640"/>
              <a:gd name="connsiteY20" fmla="*/ 105705 h 6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5640" h="634215">
                <a:moveTo>
                  <a:pt x="0" y="105705"/>
                </a:moveTo>
                <a:cubicBezTo>
                  <a:pt x="0" y="47326"/>
                  <a:pt x="47326" y="0"/>
                  <a:pt x="105705" y="0"/>
                </a:cubicBezTo>
                <a:lnTo>
                  <a:pt x="142607" y="0"/>
                </a:lnTo>
                <a:lnTo>
                  <a:pt x="142607" y="0"/>
                </a:lnTo>
                <a:lnTo>
                  <a:pt x="356517" y="0"/>
                </a:lnTo>
                <a:lnTo>
                  <a:pt x="749935" y="0"/>
                </a:lnTo>
                <a:cubicBezTo>
                  <a:pt x="808314" y="0"/>
                  <a:pt x="855640" y="47326"/>
                  <a:pt x="855640" y="105705"/>
                </a:cubicBezTo>
                <a:lnTo>
                  <a:pt x="855640" y="369959"/>
                </a:lnTo>
                <a:lnTo>
                  <a:pt x="855640" y="369959"/>
                </a:lnTo>
                <a:lnTo>
                  <a:pt x="855640" y="528513"/>
                </a:lnTo>
                <a:lnTo>
                  <a:pt x="855640" y="528510"/>
                </a:lnTo>
                <a:cubicBezTo>
                  <a:pt x="855640" y="586889"/>
                  <a:pt x="808314" y="634215"/>
                  <a:pt x="749935" y="634215"/>
                </a:cubicBezTo>
                <a:lnTo>
                  <a:pt x="356517" y="634215"/>
                </a:lnTo>
                <a:lnTo>
                  <a:pt x="251464" y="634215"/>
                </a:lnTo>
                <a:lnTo>
                  <a:pt x="142607" y="634215"/>
                </a:lnTo>
                <a:lnTo>
                  <a:pt x="105705" y="634215"/>
                </a:lnTo>
                <a:cubicBezTo>
                  <a:pt x="47326" y="634215"/>
                  <a:pt x="0" y="586889"/>
                  <a:pt x="0" y="528510"/>
                </a:cubicBezTo>
                <a:lnTo>
                  <a:pt x="0" y="528513"/>
                </a:lnTo>
                <a:lnTo>
                  <a:pt x="0" y="369959"/>
                </a:lnTo>
                <a:lnTo>
                  <a:pt x="0" y="379739"/>
                </a:lnTo>
                <a:lnTo>
                  <a:pt x="0" y="105705"/>
                </a:lnTo>
                <a:close/>
              </a:path>
            </a:pathLst>
          </a:custGeom>
          <a:solidFill>
            <a:srgbClr val="92D050"/>
          </a:solidFill>
          <a:ln w="38100">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A (F2F) 300</a:t>
            </a:r>
          </a:p>
          <a:p>
            <a:pPr algn="ctr"/>
            <a:endParaRPr lang="en-GB" sz="3200">
              <a:effectLst/>
              <a:latin typeface="Open Sans" pitchFamily="2" charset="0"/>
              <a:ea typeface="Open Sans" pitchFamily="2" charset="0"/>
              <a:cs typeface="Open Sans" pitchFamily="2" charset="0"/>
            </a:endParaRPr>
          </a:p>
        </p:txBody>
      </p:sp>
      <p:sp>
        <p:nvSpPr>
          <p:cNvPr id="32" name="Speech Bubble: Rectangle with Corners Rounded 49">
            <a:extLst>
              <a:ext uri="{FF2B5EF4-FFF2-40B4-BE49-F238E27FC236}">
                <a16:creationId xmlns:a16="http://schemas.microsoft.com/office/drawing/2014/main" id="{67C8EBBC-7ABC-48A9-1A21-20C2F7425DA8}"/>
              </a:ext>
            </a:extLst>
          </p:cNvPr>
          <p:cNvSpPr/>
          <p:nvPr/>
        </p:nvSpPr>
        <p:spPr>
          <a:xfrm>
            <a:off x="3759633" y="4556725"/>
            <a:ext cx="2659456" cy="1712203"/>
          </a:xfrm>
          <a:custGeom>
            <a:avLst/>
            <a:gdLst>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69959 h 634215"/>
              <a:gd name="connsiteX20" fmla="*/ 0 w 855640"/>
              <a:gd name="connsiteY20" fmla="*/ 105705 h 634215"/>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79739 h 634215"/>
              <a:gd name="connsiteX20" fmla="*/ 0 w 855640"/>
              <a:gd name="connsiteY20" fmla="*/ 105705 h 6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5640" h="634215">
                <a:moveTo>
                  <a:pt x="0" y="105705"/>
                </a:moveTo>
                <a:cubicBezTo>
                  <a:pt x="0" y="47326"/>
                  <a:pt x="47326" y="0"/>
                  <a:pt x="105705" y="0"/>
                </a:cubicBezTo>
                <a:lnTo>
                  <a:pt x="142607" y="0"/>
                </a:lnTo>
                <a:lnTo>
                  <a:pt x="142607" y="0"/>
                </a:lnTo>
                <a:lnTo>
                  <a:pt x="356517" y="0"/>
                </a:lnTo>
                <a:lnTo>
                  <a:pt x="749935" y="0"/>
                </a:lnTo>
                <a:cubicBezTo>
                  <a:pt x="808314" y="0"/>
                  <a:pt x="855640" y="47326"/>
                  <a:pt x="855640" y="105705"/>
                </a:cubicBezTo>
                <a:lnTo>
                  <a:pt x="855640" y="369959"/>
                </a:lnTo>
                <a:lnTo>
                  <a:pt x="855640" y="369959"/>
                </a:lnTo>
                <a:lnTo>
                  <a:pt x="855640" y="528513"/>
                </a:lnTo>
                <a:lnTo>
                  <a:pt x="855640" y="528510"/>
                </a:lnTo>
                <a:cubicBezTo>
                  <a:pt x="855640" y="586889"/>
                  <a:pt x="808314" y="634215"/>
                  <a:pt x="749935" y="634215"/>
                </a:cubicBezTo>
                <a:lnTo>
                  <a:pt x="356517" y="634215"/>
                </a:lnTo>
                <a:lnTo>
                  <a:pt x="251464" y="634215"/>
                </a:lnTo>
                <a:lnTo>
                  <a:pt x="142607" y="634215"/>
                </a:lnTo>
                <a:lnTo>
                  <a:pt x="105705" y="634215"/>
                </a:lnTo>
                <a:cubicBezTo>
                  <a:pt x="47326" y="634215"/>
                  <a:pt x="0" y="586889"/>
                  <a:pt x="0" y="528510"/>
                </a:cubicBezTo>
                <a:lnTo>
                  <a:pt x="0" y="528513"/>
                </a:lnTo>
                <a:lnTo>
                  <a:pt x="0" y="369959"/>
                </a:lnTo>
                <a:lnTo>
                  <a:pt x="0" y="379739"/>
                </a:lnTo>
                <a:lnTo>
                  <a:pt x="0" y="105705"/>
                </a:lnTo>
                <a:close/>
              </a:path>
            </a:pathLst>
          </a:custGeom>
          <a:solidFill>
            <a:srgbClr val="92D050"/>
          </a:solidFill>
          <a:ln w="38100">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b="1">
                <a:solidFill>
                  <a:srgbClr val="002060"/>
                </a:solidFill>
                <a:latin typeface="Open Sans" pitchFamily="2" charset="0"/>
                <a:ea typeface="Open Sans" pitchFamily="2" charset="0"/>
                <a:cs typeface="Open Sans" pitchFamily="2" charset="0"/>
              </a:rPr>
              <a:t>Group B (F2F) 375</a:t>
            </a:r>
          </a:p>
          <a:p>
            <a:pPr algn="ctr"/>
            <a:endParaRPr lang="en-GB" b="1">
              <a:latin typeface="Open Sans" pitchFamily="2" charset="0"/>
              <a:ea typeface="Open Sans" pitchFamily="2" charset="0"/>
              <a:cs typeface="Open Sans" pitchFamily="2" charset="0"/>
            </a:endParaRPr>
          </a:p>
        </p:txBody>
      </p:sp>
      <p:sp>
        <p:nvSpPr>
          <p:cNvPr id="33" name="Rectangle 32">
            <a:extLst>
              <a:ext uri="{FF2B5EF4-FFF2-40B4-BE49-F238E27FC236}">
                <a16:creationId xmlns:a16="http://schemas.microsoft.com/office/drawing/2014/main" id="{26DAF795-59AD-AFAA-F50F-0C0CC9F33930}"/>
              </a:ext>
            </a:extLst>
          </p:cNvPr>
          <p:cNvSpPr/>
          <p:nvPr/>
        </p:nvSpPr>
        <p:spPr>
          <a:xfrm>
            <a:off x="3890042" y="4954768"/>
            <a:ext cx="2401745" cy="472154"/>
          </a:xfrm>
          <a:prstGeom prst="rect">
            <a:avLst/>
          </a:prstGeom>
          <a:solidFill>
            <a:srgbClr val="FFFFFE"/>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a:ln w="0"/>
                <a:solidFill>
                  <a:schemeClr val="tx1"/>
                </a:solidFill>
                <a:effectLst>
                  <a:outerShdw blurRad="38100" dist="19050" dir="2700000" algn="tl" rotWithShape="0">
                    <a:schemeClr val="dk1">
                      <a:alpha val="40000"/>
                    </a:schemeClr>
                  </a:outerShdw>
                </a:effectLst>
                <a:latin typeface="Open Sans" pitchFamily="2" charset="0"/>
                <a:ea typeface="Open Sans" pitchFamily="2" charset="0"/>
                <a:cs typeface="Open Sans" pitchFamily="2" charset="0"/>
              </a:rPr>
              <a:t>188 HH Long-modules</a:t>
            </a:r>
          </a:p>
        </p:txBody>
      </p:sp>
      <p:sp>
        <p:nvSpPr>
          <p:cNvPr id="34" name="Rectangle 33">
            <a:extLst>
              <a:ext uri="{FF2B5EF4-FFF2-40B4-BE49-F238E27FC236}">
                <a16:creationId xmlns:a16="http://schemas.microsoft.com/office/drawing/2014/main" id="{4377BDC8-3C15-C71F-8833-EE4A31BC896C}"/>
              </a:ext>
            </a:extLst>
          </p:cNvPr>
          <p:cNvSpPr/>
          <p:nvPr/>
        </p:nvSpPr>
        <p:spPr>
          <a:xfrm>
            <a:off x="3898012" y="5556040"/>
            <a:ext cx="2401746" cy="496362"/>
          </a:xfrm>
          <a:prstGeom prst="rect">
            <a:avLst/>
          </a:prstGeom>
          <a:solidFill>
            <a:srgbClr val="FFFFFE"/>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a:ln w="0"/>
                <a:solidFill>
                  <a:schemeClr val="accent1"/>
                </a:solidFill>
                <a:effectLst>
                  <a:outerShdw blurRad="38100" dist="25400" dir="5400000" algn="ctr" rotWithShape="0">
                    <a:srgbClr val="6E747A">
                      <a:alpha val="43000"/>
                    </a:srgbClr>
                  </a:outerShdw>
                </a:effectLst>
                <a:latin typeface="Open Sans" pitchFamily="2" charset="0"/>
                <a:ea typeface="Open Sans" pitchFamily="2" charset="0"/>
                <a:cs typeface="Open Sans" pitchFamily="2" charset="0"/>
              </a:rPr>
              <a:t>187 HH Short Modules</a:t>
            </a:r>
          </a:p>
        </p:txBody>
      </p:sp>
      <p:sp>
        <p:nvSpPr>
          <p:cNvPr id="35" name="Rectangle 34">
            <a:extLst>
              <a:ext uri="{FF2B5EF4-FFF2-40B4-BE49-F238E27FC236}">
                <a16:creationId xmlns:a16="http://schemas.microsoft.com/office/drawing/2014/main" id="{E88D17CE-2114-CBB7-1DD3-1D390DA50F6E}"/>
              </a:ext>
            </a:extLst>
          </p:cNvPr>
          <p:cNvSpPr/>
          <p:nvPr/>
        </p:nvSpPr>
        <p:spPr>
          <a:xfrm>
            <a:off x="8387339" y="2769583"/>
            <a:ext cx="2401745" cy="472154"/>
          </a:xfrm>
          <a:prstGeom prst="rect">
            <a:avLst/>
          </a:prstGeom>
          <a:solidFill>
            <a:srgbClr val="FFFFFE"/>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a:ln w="0"/>
                <a:solidFill>
                  <a:schemeClr val="tx1"/>
                </a:solidFill>
                <a:effectLst>
                  <a:outerShdw blurRad="38100" dist="19050" dir="2700000" algn="tl" rotWithShape="0">
                    <a:schemeClr val="dk1">
                      <a:alpha val="40000"/>
                    </a:schemeClr>
                  </a:outerShdw>
                </a:effectLst>
                <a:latin typeface="Open Sans" pitchFamily="2" charset="0"/>
                <a:ea typeface="Open Sans" pitchFamily="2" charset="0"/>
                <a:cs typeface="Open Sans" pitchFamily="2" charset="0"/>
              </a:rPr>
              <a:t>150 HH Long-modules</a:t>
            </a:r>
          </a:p>
        </p:txBody>
      </p:sp>
      <p:sp>
        <p:nvSpPr>
          <p:cNvPr id="36" name="Rectangle 35">
            <a:extLst>
              <a:ext uri="{FF2B5EF4-FFF2-40B4-BE49-F238E27FC236}">
                <a16:creationId xmlns:a16="http://schemas.microsoft.com/office/drawing/2014/main" id="{1E74CA04-6249-53A5-1A19-A0A08700BF55}"/>
              </a:ext>
            </a:extLst>
          </p:cNvPr>
          <p:cNvSpPr/>
          <p:nvPr/>
        </p:nvSpPr>
        <p:spPr>
          <a:xfrm>
            <a:off x="8387338" y="3378439"/>
            <a:ext cx="2401746" cy="496362"/>
          </a:xfrm>
          <a:prstGeom prst="rect">
            <a:avLst/>
          </a:prstGeom>
          <a:solidFill>
            <a:srgbClr val="FFFFFE"/>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a:ln w="0"/>
                <a:solidFill>
                  <a:schemeClr val="accent1"/>
                </a:solidFill>
                <a:effectLst>
                  <a:outerShdw blurRad="38100" dist="25400" dir="5400000" algn="ctr" rotWithShape="0">
                    <a:srgbClr val="6E747A">
                      <a:alpha val="43000"/>
                    </a:srgbClr>
                  </a:outerShdw>
                </a:effectLst>
                <a:latin typeface="Open Sans" pitchFamily="2" charset="0"/>
                <a:ea typeface="Open Sans" pitchFamily="2" charset="0"/>
                <a:cs typeface="Open Sans" pitchFamily="2" charset="0"/>
              </a:rPr>
              <a:t>150 HH Short Modules</a:t>
            </a:r>
          </a:p>
        </p:txBody>
      </p:sp>
      <p:sp>
        <p:nvSpPr>
          <p:cNvPr id="42" name="TextBox 41">
            <a:extLst>
              <a:ext uri="{FF2B5EF4-FFF2-40B4-BE49-F238E27FC236}">
                <a16:creationId xmlns:a16="http://schemas.microsoft.com/office/drawing/2014/main" id="{C0A2DE01-8335-EE23-FD5B-7BCE46E5468D}"/>
              </a:ext>
            </a:extLst>
          </p:cNvPr>
          <p:cNvSpPr txBox="1"/>
          <p:nvPr/>
        </p:nvSpPr>
        <p:spPr>
          <a:xfrm>
            <a:off x="6297168" y="2641536"/>
            <a:ext cx="1534024" cy="584775"/>
          </a:xfrm>
          <a:prstGeom prst="rect">
            <a:avLst/>
          </a:prstGeom>
          <a:noFill/>
        </p:spPr>
        <p:txBody>
          <a:bodyPr wrap="square" rtlCol="0">
            <a:spAutoFit/>
          </a:bodyPr>
          <a:lstStyle/>
          <a:p>
            <a:pPr algn="ctr"/>
            <a:r>
              <a:rPr lang="en-US" sz="1600" b="1">
                <a:latin typeface="Open Sans" pitchFamily="2" charset="0"/>
                <a:ea typeface="Open Sans" pitchFamily="2" charset="0"/>
                <a:cs typeface="Open Sans" pitchFamily="2" charset="0"/>
              </a:rPr>
              <a:t>Max interval 48 Hours</a:t>
            </a:r>
            <a:endParaRPr lang="en-GB" sz="1600" b="1">
              <a:latin typeface="Open Sans" pitchFamily="2" charset="0"/>
              <a:ea typeface="Open Sans" pitchFamily="2" charset="0"/>
              <a:cs typeface="Open Sans" pitchFamily="2" charset="0"/>
            </a:endParaRPr>
          </a:p>
        </p:txBody>
      </p:sp>
      <p:sp>
        <p:nvSpPr>
          <p:cNvPr id="43" name="TextBox 42">
            <a:extLst>
              <a:ext uri="{FF2B5EF4-FFF2-40B4-BE49-F238E27FC236}">
                <a16:creationId xmlns:a16="http://schemas.microsoft.com/office/drawing/2014/main" id="{6422C3DC-F089-EB33-33FD-988B9E740243}"/>
              </a:ext>
            </a:extLst>
          </p:cNvPr>
          <p:cNvSpPr txBox="1"/>
          <p:nvPr/>
        </p:nvSpPr>
        <p:spPr>
          <a:xfrm>
            <a:off x="6427578" y="5015505"/>
            <a:ext cx="1654512" cy="584775"/>
          </a:xfrm>
          <a:prstGeom prst="rect">
            <a:avLst/>
          </a:prstGeom>
          <a:noFill/>
        </p:spPr>
        <p:txBody>
          <a:bodyPr wrap="square" rtlCol="0">
            <a:spAutoFit/>
          </a:bodyPr>
          <a:lstStyle/>
          <a:p>
            <a:pPr algn="ctr"/>
            <a:r>
              <a:rPr lang="en-US" sz="1600" b="1">
                <a:latin typeface="Open Sans" pitchFamily="2" charset="0"/>
                <a:ea typeface="Open Sans" pitchFamily="2" charset="0"/>
                <a:cs typeface="Open Sans" pitchFamily="2" charset="0"/>
              </a:rPr>
              <a:t>Max intervals 48 </a:t>
            </a:r>
            <a:r>
              <a:rPr lang="en-US" altLang="zh-CN" sz="1600" b="1">
                <a:latin typeface="Open Sans" pitchFamily="2" charset="0"/>
                <a:ea typeface="Open Sans" pitchFamily="2" charset="0"/>
                <a:cs typeface="Open Sans" pitchFamily="2" charset="0"/>
              </a:rPr>
              <a:t>Hours</a:t>
            </a:r>
            <a:endParaRPr lang="en-GB" sz="1600" b="1">
              <a:latin typeface="Open Sans" pitchFamily="2" charset="0"/>
              <a:ea typeface="Open Sans" pitchFamily="2" charset="0"/>
              <a:cs typeface="Open Sans" pitchFamily="2" charset="0"/>
            </a:endParaRPr>
          </a:p>
        </p:txBody>
      </p:sp>
      <p:sp>
        <p:nvSpPr>
          <p:cNvPr id="6" name="Speech Bubble: Rectangle with Corners Rounded 7">
            <a:extLst>
              <a:ext uri="{FF2B5EF4-FFF2-40B4-BE49-F238E27FC236}">
                <a16:creationId xmlns:a16="http://schemas.microsoft.com/office/drawing/2014/main" id="{F8774377-2D40-33CD-652F-418A320A13C6}"/>
              </a:ext>
            </a:extLst>
          </p:cNvPr>
          <p:cNvSpPr/>
          <p:nvPr/>
        </p:nvSpPr>
        <p:spPr>
          <a:xfrm>
            <a:off x="978099" y="3495903"/>
            <a:ext cx="1731062" cy="1133975"/>
          </a:xfrm>
          <a:prstGeom prst="wedgeRoundRectCallout">
            <a:avLst>
              <a:gd name="adj1" fmla="val -20611"/>
              <a:gd name="adj2" fmla="val 49015"/>
              <a:gd name="adj3" fmla="val 16667"/>
            </a:avLst>
          </a:prstGeom>
          <a:solidFill>
            <a:srgbClr val="FFFFFF"/>
          </a:solidFill>
          <a:ln w="28575">
            <a:solidFill>
              <a:schemeClr val="accent1"/>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GB" b="1">
                <a:solidFill>
                  <a:srgbClr val="002060"/>
                </a:solidFill>
                <a:latin typeface="Open Sans" pitchFamily="2" charset="0"/>
                <a:ea typeface="Open Sans" pitchFamily="2" charset="0"/>
                <a:cs typeface="Open Sans" pitchFamily="2" charset="0"/>
              </a:rPr>
              <a:t>Sampled HH</a:t>
            </a:r>
          </a:p>
          <a:p>
            <a:pPr algn="ctr"/>
            <a:r>
              <a:rPr lang="en-GB" b="1">
                <a:solidFill>
                  <a:srgbClr val="002060"/>
                </a:solidFill>
                <a:latin typeface="Open Sans" pitchFamily="2" charset="0"/>
                <a:ea typeface="Open Sans" pitchFamily="2" charset="0"/>
                <a:cs typeface="Open Sans" pitchFamily="2" charset="0"/>
              </a:rPr>
              <a:t>(600 + 25% attrition)</a:t>
            </a:r>
          </a:p>
        </p:txBody>
      </p:sp>
      <p:sp>
        <p:nvSpPr>
          <p:cNvPr id="8" name="TextBox 7">
            <a:extLst>
              <a:ext uri="{FF2B5EF4-FFF2-40B4-BE49-F238E27FC236}">
                <a16:creationId xmlns:a16="http://schemas.microsoft.com/office/drawing/2014/main" id="{73BFB3AE-F771-7B25-3727-7C88FE390FC2}"/>
              </a:ext>
            </a:extLst>
          </p:cNvPr>
          <p:cNvSpPr txBox="1"/>
          <p:nvPr/>
        </p:nvSpPr>
        <p:spPr>
          <a:xfrm>
            <a:off x="4002717" y="1573773"/>
            <a:ext cx="2069850" cy="338554"/>
          </a:xfrm>
          <a:prstGeom prst="rect">
            <a:avLst/>
          </a:prstGeom>
          <a:solidFill>
            <a:srgbClr val="FFFFFF"/>
          </a:solidFill>
          <a:ln w="28575">
            <a:solidFill>
              <a:schemeClr val="accent1"/>
            </a:solidFill>
          </a:ln>
        </p:spPr>
        <p:txBody>
          <a:bodyPr wrap="square" rtlCol="0">
            <a:spAutoFit/>
          </a:bodyPr>
          <a:lstStyle/>
          <a:p>
            <a:pPr algn="ctr"/>
            <a:r>
              <a:rPr lang="en-GB" sz="1600" b="1">
                <a:solidFill>
                  <a:srgbClr val="002060"/>
                </a:solidFill>
                <a:latin typeface="Open Sans" pitchFamily="2" charset="0"/>
                <a:ea typeface="Open Sans" pitchFamily="2" charset="0"/>
                <a:cs typeface="Open Sans" pitchFamily="2" charset="0"/>
              </a:rPr>
              <a:t>1st Interview</a:t>
            </a:r>
          </a:p>
        </p:txBody>
      </p:sp>
      <p:sp>
        <p:nvSpPr>
          <p:cNvPr id="14" name="Title 1">
            <a:extLst>
              <a:ext uri="{FF2B5EF4-FFF2-40B4-BE49-F238E27FC236}">
                <a16:creationId xmlns:a16="http://schemas.microsoft.com/office/drawing/2014/main" id="{F79A39CB-82AC-81CA-C90C-F66576AD99B6}"/>
              </a:ext>
            </a:extLst>
          </p:cNvPr>
          <p:cNvSpPr>
            <a:spLocks noGrp="1"/>
          </p:cNvSpPr>
          <p:nvPr>
            <p:ph type="title"/>
          </p:nvPr>
        </p:nvSpPr>
        <p:spPr>
          <a:xfrm>
            <a:off x="824938" y="519907"/>
            <a:ext cx="10542124" cy="1152000"/>
          </a:xfrm>
        </p:spPr>
        <p:txBody>
          <a:bodyPr/>
          <a:lstStyle/>
          <a:p>
            <a:r>
              <a:rPr lang="en-US" altLang="zh-CN"/>
              <a:t>Iraq Pilot Sample Design</a:t>
            </a:r>
            <a:endParaRPr lang="en-GB"/>
          </a:p>
        </p:txBody>
      </p:sp>
    </p:spTree>
    <p:extLst>
      <p:ext uri="{BB962C8B-B14F-4D97-AF65-F5344CB8AC3E}">
        <p14:creationId xmlns:p14="http://schemas.microsoft.com/office/powerpoint/2010/main" val="300030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arn(inVertical)">
                                      <p:cBhvr>
                                        <p:cTn id="7" dur="500"/>
                                        <p:tgtEl>
                                          <p:spTgt spid="3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barn(inVertical)">
                                      <p:cBhvr>
                                        <p:cTn id="10" dur="500"/>
                                        <p:tgtEl>
                                          <p:spTgt spid="33"/>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barn(inVertical)">
                                      <p:cBhvr>
                                        <p:cTn id="13" dur="500"/>
                                        <p:tgtEl>
                                          <p:spTgt spid="34"/>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barn(inVertical)">
                                      <p:cBhvr>
                                        <p:cTn id="16" dur="500"/>
                                        <p:tgtEl>
                                          <p:spTgt spid="31"/>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barn(inVertical)">
                                      <p:cBhvr>
                                        <p:cTn id="19" dur="500"/>
                                        <p:tgtEl>
                                          <p:spTgt spid="35"/>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barn(inVertical)">
                                      <p:cBhvr>
                                        <p:cTn id="22" dur="5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barn(inVertical)">
                                      <p:cBhvr>
                                        <p:cTn id="27" dur="500"/>
                                        <p:tgtEl>
                                          <p:spTgt spid="43"/>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barn(inVertical)">
                                      <p:cBhvr>
                                        <p:cTn id="30"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4" grpId="0" animBg="1"/>
      <p:bldP spid="35" grpId="0" animBg="1"/>
      <p:bldP spid="36" grpId="0" animBg="1"/>
      <p:bldP spid="42" grpId="0"/>
      <p:bldP spid="4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824938" y="519907"/>
            <a:ext cx="10542124" cy="1152000"/>
          </a:xfrm>
        </p:spPr>
        <p:txBody>
          <a:bodyPr/>
          <a:lstStyle/>
          <a:p>
            <a:r>
              <a:rPr lang="en-US" altLang="zh-CN"/>
              <a:t>Implementation</a:t>
            </a:r>
            <a:endParaRPr lang="en-GB"/>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824938" y="1522413"/>
            <a:ext cx="10542124" cy="3793300"/>
          </a:xfrm>
        </p:spPr>
        <p:txBody>
          <a:bodyPr anchor="ctr"/>
          <a:lstStyle/>
          <a:p>
            <a:pPr>
              <a:spcBef>
                <a:spcPts val="600"/>
              </a:spcBef>
              <a:spcAft>
                <a:spcPts val="600"/>
              </a:spcAft>
            </a:pPr>
            <a:r>
              <a:rPr lang="en-US" sz="2400"/>
              <a:t>Cross-over design: 2 groups of HH from the same sample</a:t>
            </a:r>
          </a:p>
          <a:p>
            <a:pPr>
              <a:spcBef>
                <a:spcPts val="600"/>
              </a:spcBef>
              <a:spcAft>
                <a:spcPts val="600"/>
              </a:spcAft>
            </a:pPr>
            <a:r>
              <a:rPr lang="en-US" sz="2400"/>
              <a:t>We Sampled 676 households from 2 IDP and 2 refugee camps </a:t>
            </a:r>
          </a:p>
          <a:p>
            <a:pPr>
              <a:spcBef>
                <a:spcPts val="600"/>
              </a:spcBef>
              <a:spcAft>
                <a:spcPts val="600"/>
              </a:spcAft>
            </a:pPr>
            <a:r>
              <a:rPr lang="en-US" sz="2400"/>
              <a:t>Each household was interviewed twice</a:t>
            </a:r>
          </a:p>
          <a:p>
            <a:pPr lvl="1">
              <a:spcBef>
                <a:spcPts val="600"/>
              </a:spcBef>
              <a:spcAft>
                <a:spcPts val="600"/>
              </a:spcAft>
            </a:pPr>
            <a:r>
              <a:rPr lang="en-US" sz="2000"/>
              <a:t>Face-to-face</a:t>
            </a:r>
          </a:p>
          <a:p>
            <a:pPr lvl="1">
              <a:spcBef>
                <a:spcPts val="600"/>
              </a:spcBef>
              <a:spcAft>
                <a:spcPts val="600"/>
              </a:spcAft>
            </a:pPr>
            <a:r>
              <a:rPr lang="en-US" sz="2000"/>
              <a:t>Remote</a:t>
            </a:r>
          </a:p>
          <a:p>
            <a:pPr>
              <a:spcBef>
                <a:spcPts val="600"/>
              </a:spcBef>
              <a:spcAft>
                <a:spcPts val="600"/>
              </a:spcAft>
            </a:pPr>
            <a:r>
              <a:rPr lang="en-US" sz="2400"/>
              <a:t>This would allow for intra- and inter-household validation of the measurements </a:t>
            </a:r>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23225" y="-363287"/>
            <a:ext cx="1202647" cy="320706"/>
          </a:xfrm>
          <a:prstGeom prst="rect">
            <a:avLst/>
          </a:prstGeom>
        </p:spPr>
      </p:pic>
    </p:spTree>
    <p:extLst>
      <p:ext uri="{BB962C8B-B14F-4D97-AF65-F5344CB8AC3E}">
        <p14:creationId xmlns:p14="http://schemas.microsoft.com/office/powerpoint/2010/main" val="3313085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peech Bubble: Rectangle with Corners Rounded 5">
            <a:extLst>
              <a:ext uri="{FF2B5EF4-FFF2-40B4-BE49-F238E27FC236}">
                <a16:creationId xmlns:a16="http://schemas.microsoft.com/office/drawing/2014/main" id="{E767ABE5-0184-8B36-5479-76A24B961185}"/>
              </a:ext>
            </a:extLst>
          </p:cNvPr>
          <p:cNvSpPr/>
          <p:nvPr/>
        </p:nvSpPr>
        <p:spPr>
          <a:xfrm>
            <a:off x="8383852" y="4652383"/>
            <a:ext cx="1788416" cy="1023602"/>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a:t>
            </a:r>
            <a:r>
              <a:rPr lang="en-US" b="1">
                <a:solidFill>
                  <a:srgbClr val="002060"/>
                </a:solidFill>
                <a:latin typeface="Open Sans" pitchFamily="2" charset="0"/>
                <a:ea typeface="Open Sans" pitchFamily="2" charset="0"/>
                <a:cs typeface="Open Sans" pitchFamily="2" charset="0"/>
              </a:rPr>
              <a:t>B</a:t>
            </a:r>
            <a:r>
              <a:rPr lang="en-US" b="1">
                <a:solidFill>
                  <a:srgbClr val="002060"/>
                </a:solidFill>
                <a:effectLst/>
                <a:latin typeface="Open Sans" pitchFamily="2" charset="0"/>
                <a:ea typeface="Open Sans" pitchFamily="2" charset="0"/>
                <a:cs typeface="Open Sans" pitchFamily="2" charset="0"/>
              </a:rPr>
              <a:t> (Phone)</a:t>
            </a:r>
          </a:p>
          <a:p>
            <a:pPr algn="ctr"/>
            <a:r>
              <a:rPr lang="en-US" b="1">
                <a:solidFill>
                  <a:srgbClr val="002060"/>
                </a:solidFill>
                <a:latin typeface="Open Sans" pitchFamily="2" charset="0"/>
                <a:ea typeface="Open Sans" pitchFamily="2" charset="0"/>
                <a:cs typeface="Open Sans" pitchFamily="2" charset="0"/>
              </a:rPr>
              <a:t>233 HH</a:t>
            </a:r>
            <a:endParaRPr lang="en-GB">
              <a:solidFill>
                <a:srgbClr val="002060"/>
              </a:solidFill>
              <a:effectLst/>
              <a:latin typeface="Open Sans" pitchFamily="2" charset="0"/>
              <a:ea typeface="Open Sans" pitchFamily="2" charset="0"/>
              <a:cs typeface="Open Sans" pitchFamily="2" charset="0"/>
            </a:endParaRPr>
          </a:p>
        </p:txBody>
      </p:sp>
      <p:sp>
        <p:nvSpPr>
          <p:cNvPr id="7" name="Speech Bubble: Rectangle with Corners Rounded 49">
            <a:extLst>
              <a:ext uri="{FF2B5EF4-FFF2-40B4-BE49-F238E27FC236}">
                <a16:creationId xmlns:a16="http://schemas.microsoft.com/office/drawing/2014/main" id="{B127FBED-1089-3247-8B90-6B4E1540C7F9}"/>
              </a:ext>
            </a:extLst>
          </p:cNvPr>
          <p:cNvSpPr/>
          <p:nvPr/>
        </p:nvSpPr>
        <p:spPr>
          <a:xfrm>
            <a:off x="4261104" y="4776182"/>
            <a:ext cx="2013269" cy="981523"/>
          </a:xfrm>
          <a:custGeom>
            <a:avLst/>
            <a:gdLst>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69959 h 634215"/>
              <a:gd name="connsiteX20" fmla="*/ 0 w 855640"/>
              <a:gd name="connsiteY20" fmla="*/ 105705 h 634215"/>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79739 h 634215"/>
              <a:gd name="connsiteX20" fmla="*/ 0 w 855640"/>
              <a:gd name="connsiteY20" fmla="*/ 105705 h 6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5640" h="634215">
                <a:moveTo>
                  <a:pt x="0" y="105705"/>
                </a:moveTo>
                <a:cubicBezTo>
                  <a:pt x="0" y="47326"/>
                  <a:pt x="47326" y="0"/>
                  <a:pt x="105705" y="0"/>
                </a:cubicBezTo>
                <a:lnTo>
                  <a:pt x="142607" y="0"/>
                </a:lnTo>
                <a:lnTo>
                  <a:pt x="142607" y="0"/>
                </a:lnTo>
                <a:lnTo>
                  <a:pt x="356517" y="0"/>
                </a:lnTo>
                <a:lnTo>
                  <a:pt x="749935" y="0"/>
                </a:lnTo>
                <a:cubicBezTo>
                  <a:pt x="808314" y="0"/>
                  <a:pt x="855640" y="47326"/>
                  <a:pt x="855640" y="105705"/>
                </a:cubicBezTo>
                <a:lnTo>
                  <a:pt x="855640" y="369959"/>
                </a:lnTo>
                <a:lnTo>
                  <a:pt x="855640" y="369959"/>
                </a:lnTo>
                <a:lnTo>
                  <a:pt x="855640" y="528513"/>
                </a:lnTo>
                <a:lnTo>
                  <a:pt x="855640" y="528510"/>
                </a:lnTo>
                <a:cubicBezTo>
                  <a:pt x="855640" y="586889"/>
                  <a:pt x="808314" y="634215"/>
                  <a:pt x="749935" y="634215"/>
                </a:cubicBezTo>
                <a:lnTo>
                  <a:pt x="356517" y="634215"/>
                </a:lnTo>
                <a:lnTo>
                  <a:pt x="251464" y="634215"/>
                </a:lnTo>
                <a:lnTo>
                  <a:pt x="142607" y="634215"/>
                </a:lnTo>
                <a:lnTo>
                  <a:pt x="105705" y="634215"/>
                </a:lnTo>
                <a:cubicBezTo>
                  <a:pt x="47326" y="634215"/>
                  <a:pt x="0" y="586889"/>
                  <a:pt x="0" y="528510"/>
                </a:cubicBezTo>
                <a:lnTo>
                  <a:pt x="0" y="528513"/>
                </a:lnTo>
                <a:lnTo>
                  <a:pt x="0" y="369959"/>
                </a:lnTo>
                <a:lnTo>
                  <a:pt x="0" y="379739"/>
                </a:lnTo>
                <a:lnTo>
                  <a:pt x="0" y="105705"/>
                </a:lnTo>
                <a:close/>
              </a:path>
            </a:pathLst>
          </a:cu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B </a:t>
            </a:r>
          </a:p>
          <a:p>
            <a:pPr algn="ctr"/>
            <a:r>
              <a:rPr lang="en-US" b="1">
                <a:solidFill>
                  <a:srgbClr val="002060"/>
                </a:solidFill>
                <a:effectLst/>
                <a:latin typeface="Open Sans" pitchFamily="2" charset="0"/>
                <a:ea typeface="Open Sans" pitchFamily="2" charset="0"/>
                <a:cs typeface="Open Sans" pitchFamily="2" charset="0"/>
              </a:rPr>
              <a:t>(F2F)</a:t>
            </a:r>
          </a:p>
          <a:p>
            <a:pPr algn="ctr"/>
            <a:r>
              <a:rPr lang="en-US" b="1">
                <a:solidFill>
                  <a:srgbClr val="002060"/>
                </a:solidFill>
                <a:latin typeface="Open Sans" pitchFamily="2" charset="0"/>
                <a:ea typeface="Open Sans" pitchFamily="2" charset="0"/>
                <a:cs typeface="Open Sans" pitchFamily="2" charset="0"/>
              </a:rPr>
              <a:t>369 HH</a:t>
            </a:r>
            <a:endParaRPr lang="en-GB">
              <a:solidFill>
                <a:srgbClr val="002060"/>
              </a:solidFill>
              <a:effectLst/>
              <a:latin typeface="Open Sans" pitchFamily="2" charset="0"/>
              <a:ea typeface="Open Sans" pitchFamily="2" charset="0"/>
              <a:cs typeface="Open Sans" pitchFamily="2" charset="0"/>
            </a:endParaRPr>
          </a:p>
        </p:txBody>
      </p:sp>
      <p:sp>
        <p:nvSpPr>
          <p:cNvPr id="8" name="Speech Bubble: Rectangle with Corners Rounded 7">
            <a:extLst>
              <a:ext uri="{FF2B5EF4-FFF2-40B4-BE49-F238E27FC236}">
                <a16:creationId xmlns:a16="http://schemas.microsoft.com/office/drawing/2014/main" id="{7843C2A3-0D84-EBD3-3E1D-44C9C42539D5}"/>
              </a:ext>
            </a:extLst>
          </p:cNvPr>
          <p:cNvSpPr/>
          <p:nvPr/>
        </p:nvSpPr>
        <p:spPr>
          <a:xfrm>
            <a:off x="741625" y="3642207"/>
            <a:ext cx="1731062" cy="1133975"/>
          </a:xfrm>
          <a:prstGeom prst="wedgeRoundRectCallout">
            <a:avLst>
              <a:gd name="adj1" fmla="val -20611"/>
              <a:gd name="adj2" fmla="val 49015"/>
              <a:gd name="adj3" fmla="val 16667"/>
            </a:avLst>
          </a:prstGeom>
          <a:solidFill>
            <a:srgbClr val="FFFFFF"/>
          </a:solidFill>
          <a:ln w="28575">
            <a:solidFill>
              <a:schemeClr val="accent1"/>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GB" b="1">
                <a:solidFill>
                  <a:srgbClr val="002060"/>
                </a:solidFill>
                <a:latin typeface="Open Sans" pitchFamily="2" charset="0"/>
                <a:ea typeface="Open Sans" pitchFamily="2" charset="0"/>
                <a:cs typeface="Open Sans" pitchFamily="2" charset="0"/>
              </a:rPr>
              <a:t>Sampled HH</a:t>
            </a:r>
          </a:p>
          <a:p>
            <a:pPr algn="ctr"/>
            <a:r>
              <a:rPr lang="en-GB" b="1">
                <a:solidFill>
                  <a:srgbClr val="002060"/>
                </a:solidFill>
                <a:latin typeface="Open Sans" pitchFamily="2" charset="0"/>
                <a:ea typeface="Open Sans" pitchFamily="2" charset="0"/>
                <a:cs typeface="Open Sans" pitchFamily="2" charset="0"/>
              </a:rPr>
              <a:t>676</a:t>
            </a:r>
          </a:p>
        </p:txBody>
      </p:sp>
      <p:cxnSp>
        <p:nvCxnSpPr>
          <p:cNvPr id="9" name="Straight Arrow Connector 8">
            <a:extLst>
              <a:ext uri="{FF2B5EF4-FFF2-40B4-BE49-F238E27FC236}">
                <a16:creationId xmlns:a16="http://schemas.microsoft.com/office/drawing/2014/main" id="{AAB9B6E4-B3CC-1511-4DBD-381DB03C63CF}"/>
              </a:ext>
            </a:extLst>
          </p:cNvPr>
          <p:cNvCxnSpPr>
            <a:cxnSpLocks/>
            <a:endCxn id="7" idx="19"/>
          </p:cNvCxnSpPr>
          <p:nvPr/>
        </p:nvCxnSpPr>
        <p:spPr>
          <a:xfrm>
            <a:off x="2472689" y="4446026"/>
            <a:ext cx="1788415" cy="917847"/>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0" name="Straight Arrow Connector 9">
            <a:extLst>
              <a:ext uri="{FF2B5EF4-FFF2-40B4-BE49-F238E27FC236}">
                <a16:creationId xmlns:a16="http://schemas.microsoft.com/office/drawing/2014/main" id="{D8CBDB44-F00E-8AC4-2D83-98856084BC9C}"/>
              </a:ext>
            </a:extLst>
          </p:cNvPr>
          <p:cNvCxnSpPr>
            <a:cxnSpLocks/>
            <a:endCxn id="15" idx="1"/>
          </p:cNvCxnSpPr>
          <p:nvPr/>
        </p:nvCxnSpPr>
        <p:spPr>
          <a:xfrm flipV="1">
            <a:off x="2472687" y="3091090"/>
            <a:ext cx="1722051" cy="1026845"/>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1" name="Straight Arrow Connector 10">
            <a:extLst>
              <a:ext uri="{FF2B5EF4-FFF2-40B4-BE49-F238E27FC236}">
                <a16:creationId xmlns:a16="http://schemas.microsoft.com/office/drawing/2014/main" id="{979EB662-F96D-10F9-4186-10F1B95C82E6}"/>
              </a:ext>
            </a:extLst>
          </p:cNvPr>
          <p:cNvCxnSpPr>
            <a:cxnSpLocks/>
          </p:cNvCxnSpPr>
          <p:nvPr/>
        </p:nvCxnSpPr>
        <p:spPr>
          <a:xfrm>
            <a:off x="6274373" y="5297803"/>
            <a:ext cx="2109478" cy="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2" name="Straight Arrow Connector 11">
            <a:extLst>
              <a:ext uri="{FF2B5EF4-FFF2-40B4-BE49-F238E27FC236}">
                <a16:creationId xmlns:a16="http://schemas.microsoft.com/office/drawing/2014/main" id="{FCADB271-BE11-A886-327B-4826785721F7}"/>
              </a:ext>
            </a:extLst>
          </p:cNvPr>
          <p:cNvCxnSpPr>
            <a:cxnSpLocks/>
          </p:cNvCxnSpPr>
          <p:nvPr/>
        </p:nvCxnSpPr>
        <p:spPr>
          <a:xfrm flipV="1">
            <a:off x="4868607" y="3560792"/>
            <a:ext cx="868427" cy="893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sp>
        <p:nvSpPr>
          <p:cNvPr id="13" name="TextBox 12">
            <a:extLst>
              <a:ext uri="{FF2B5EF4-FFF2-40B4-BE49-F238E27FC236}">
                <a16:creationId xmlns:a16="http://schemas.microsoft.com/office/drawing/2014/main" id="{C43AE659-56B1-DDEA-BC20-2A836DA367AB}"/>
              </a:ext>
            </a:extLst>
          </p:cNvPr>
          <p:cNvSpPr txBox="1"/>
          <p:nvPr/>
        </p:nvSpPr>
        <p:spPr>
          <a:xfrm>
            <a:off x="4204523" y="1683215"/>
            <a:ext cx="2069850" cy="338554"/>
          </a:xfrm>
          <a:prstGeom prst="rect">
            <a:avLst/>
          </a:prstGeom>
          <a:solidFill>
            <a:srgbClr val="FFFFFF"/>
          </a:solidFill>
          <a:ln w="28575">
            <a:solidFill>
              <a:schemeClr val="accent1"/>
            </a:solidFill>
          </a:ln>
        </p:spPr>
        <p:txBody>
          <a:bodyPr wrap="square" rtlCol="0">
            <a:spAutoFit/>
          </a:bodyPr>
          <a:lstStyle/>
          <a:p>
            <a:pPr algn="ctr"/>
            <a:r>
              <a:rPr lang="en-GB" sz="1600" b="1">
                <a:solidFill>
                  <a:srgbClr val="002060"/>
                </a:solidFill>
                <a:latin typeface="Open Sans" pitchFamily="2" charset="0"/>
                <a:ea typeface="Open Sans" pitchFamily="2" charset="0"/>
                <a:cs typeface="Open Sans" pitchFamily="2" charset="0"/>
              </a:rPr>
              <a:t>1st Interview</a:t>
            </a:r>
          </a:p>
        </p:txBody>
      </p:sp>
      <p:sp>
        <p:nvSpPr>
          <p:cNvPr id="14" name="Speech Bubble: Rectangle with Corners Rounded 49">
            <a:extLst>
              <a:ext uri="{FF2B5EF4-FFF2-40B4-BE49-F238E27FC236}">
                <a16:creationId xmlns:a16="http://schemas.microsoft.com/office/drawing/2014/main" id="{9FF8F268-8BCF-E8B2-5B5B-9C53BF57908E}"/>
              </a:ext>
            </a:extLst>
          </p:cNvPr>
          <p:cNvSpPr/>
          <p:nvPr/>
        </p:nvSpPr>
        <p:spPr>
          <a:xfrm>
            <a:off x="8383850" y="2558676"/>
            <a:ext cx="1711969" cy="1023602"/>
          </a:xfrm>
          <a:custGeom>
            <a:avLst/>
            <a:gdLst>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69959 h 634215"/>
              <a:gd name="connsiteX20" fmla="*/ 0 w 855640"/>
              <a:gd name="connsiteY20" fmla="*/ 105705 h 634215"/>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79739 h 634215"/>
              <a:gd name="connsiteX20" fmla="*/ 0 w 855640"/>
              <a:gd name="connsiteY20" fmla="*/ 105705 h 6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5640" h="634215">
                <a:moveTo>
                  <a:pt x="0" y="105705"/>
                </a:moveTo>
                <a:cubicBezTo>
                  <a:pt x="0" y="47326"/>
                  <a:pt x="47326" y="0"/>
                  <a:pt x="105705" y="0"/>
                </a:cubicBezTo>
                <a:lnTo>
                  <a:pt x="142607" y="0"/>
                </a:lnTo>
                <a:lnTo>
                  <a:pt x="142607" y="0"/>
                </a:lnTo>
                <a:lnTo>
                  <a:pt x="356517" y="0"/>
                </a:lnTo>
                <a:lnTo>
                  <a:pt x="749935" y="0"/>
                </a:lnTo>
                <a:cubicBezTo>
                  <a:pt x="808314" y="0"/>
                  <a:pt x="855640" y="47326"/>
                  <a:pt x="855640" y="105705"/>
                </a:cubicBezTo>
                <a:lnTo>
                  <a:pt x="855640" y="369959"/>
                </a:lnTo>
                <a:lnTo>
                  <a:pt x="855640" y="369959"/>
                </a:lnTo>
                <a:lnTo>
                  <a:pt x="855640" y="528513"/>
                </a:lnTo>
                <a:lnTo>
                  <a:pt x="855640" y="528510"/>
                </a:lnTo>
                <a:cubicBezTo>
                  <a:pt x="855640" y="586889"/>
                  <a:pt x="808314" y="634215"/>
                  <a:pt x="749935" y="634215"/>
                </a:cubicBezTo>
                <a:lnTo>
                  <a:pt x="356517" y="634215"/>
                </a:lnTo>
                <a:lnTo>
                  <a:pt x="251464" y="634215"/>
                </a:lnTo>
                <a:lnTo>
                  <a:pt x="142607" y="634215"/>
                </a:lnTo>
                <a:lnTo>
                  <a:pt x="105705" y="634215"/>
                </a:lnTo>
                <a:cubicBezTo>
                  <a:pt x="47326" y="634215"/>
                  <a:pt x="0" y="586889"/>
                  <a:pt x="0" y="528510"/>
                </a:cubicBezTo>
                <a:lnTo>
                  <a:pt x="0" y="528513"/>
                </a:lnTo>
                <a:lnTo>
                  <a:pt x="0" y="369959"/>
                </a:lnTo>
                <a:lnTo>
                  <a:pt x="0" y="379739"/>
                </a:lnTo>
                <a:lnTo>
                  <a:pt x="0" y="105705"/>
                </a:lnTo>
                <a:close/>
              </a:path>
            </a:pathLst>
          </a:cu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A </a:t>
            </a:r>
          </a:p>
          <a:p>
            <a:pPr algn="ctr"/>
            <a:r>
              <a:rPr lang="en-US" b="1">
                <a:solidFill>
                  <a:srgbClr val="002060"/>
                </a:solidFill>
                <a:effectLst/>
                <a:latin typeface="Open Sans" pitchFamily="2" charset="0"/>
                <a:ea typeface="Open Sans" pitchFamily="2" charset="0"/>
                <a:cs typeface="Open Sans" pitchFamily="2" charset="0"/>
              </a:rPr>
              <a:t>(F2F)</a:t>
            </a:r>
          </a:p>
          <a:p>
            <a:pPr algn="ctr"/>
            <a:r>
              <a:rPr lang="en-US" b="1">
                <a:solidFill>
                  <a:srgbClr val="002060"/>
                </a:solidFill>
                <a:latin typeface="Open Sans" pitchFamily="2" charset="0"/>
                <a:ea typeface="Open Sans" pitchFamily="2" charset="0"/>
                <a:cs typeface="Open Sans" pitchFamily="2" charset="0"/>
              </a:rPr>
              <a:t>221 HH</a:t>
            </a:r>
            <a:endParaRPr lang="en-GB" sz="3200">
              <a:solidFill>
                <a:srgbClr val="002060"/>
              </a:solidFill>
              <a:effectLst/>
              <a:latin typeface="Open Sans" pitchFamily="2" charset="0"/>
              <a:ea typeface="Open Sans" pitchFamily="2" charset="0"/>
              <a:cs typeface="Open Sans" pitchFamily="2" charset="0"/>
            </a:endParaRPr>
          </a:p>
        </p:txBody>
      </p:sp>
      <p:sp>
        <p:nvSpPr>
          <p:cNvPr id="15" name="Speech Bubble: Rectangle with Corners Rounded 14">
            <a:extLst>
              <a:ext uri="{FF2B5EF4-FFF2-40B4-BE49-F238E27FC236}">
                <a16:creationId xmlns:a16="http://schemas.microsoft.com/office/drawing/2014/main" id="{5EA3E412-3D92-88B3-CB0C-9BC829A14E5C}"/>
              </a:ext>
            </a:extLst>
          </p:cNvPr>
          <p:cNvSpPr/>
          <p:nvPr/>
        </p:nvSpPr>
        <p:spPr>
          <a:xfrm>
            <a:off x="4194738" y="2539972"/>
            <a:ext cx="2109478" cy="1102235"/>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b="1">
                <a:solidFill>
                  <a:srgbClr val="002060"/>
                </a:solidFill>
                <a:latin typeface="Open Sans" pitchFamily="2" charset="0"/>
                <a:ea typeface="Open Sans" pitchFamily="2" charset="0"/>
                <a:cs typeface="Open Sans" pitchFamily="2" charset="0"/>
              </a:rPr>
              <a:t>Group A (Phone)</a:t>
            </a:r>
          </a:p>
          <a:p>
            <a:pPr algn="ctr"/>
            <a:r>
              <a:rPr lang="en-US" b="1">
                <a:solidFill>
                  <a:srgbClr val="002060"/>
                </a:solidFill>
                <a:latin typeface="Open Sans" pitchFamily="2" charset="0"/>
                <a:ea typeface="Open Sans" pitchFamily="2" charset="0"/>
                <a:cs typeface="Open Sans" pitchFamily="2" charset="0"/>
              </a:rPr>
              <a:t>307 HH</a:t>
            </a:r>
            <a:endParaRPr lang="en-GB">
              <a:solidFill>
                <a:srgbClr val="002060"/>
              </a:solidFill>
              <a:latin typeface="Open Sans" pitchFamily="2" charset="0"/>
              <a:ea typeface="Open Sans" pitchFamily="2" charset="0"/>
              <a:cs typeface="Open Sans" pitchFamily="2" charset="0"/>
            </a:endParaRPr>
          </a:p>
        </p:txBody>
      </p:sp>
      <p:sp>
        <p:nvSpPr>
          <p:cNvPr id="16" name="Left Brace 15">
            <a:extLst>
              <a:ext uri="{FF2B5EF4-FFF2-40B4-BE49-F238E27FC236}">
                <a16:creationId xmlns:a16="http://schemas.microsoft.com/office/drawing/2014/main" id="{118DE8F7-07C2-1395-819C-52F5FC744EFF}"/>
              </a:ext>
            </a:extLst>
          </p:cNvPr>
          <p:cNvSpPr/>
          <p:nvPr/>
        </p:nvSpPr>
        <p:spPr>
          <a:xfrm rot="5400000">
            <a:off x="5012020" y="1296537"/>
            <a:ext cx="484698" cy="2099692"/>
          </a:xfrm>
          <a:prstGeom prst="lef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sz="1600">
              <a:latin typeface="Open Sans" pitchFamily="2" charset="0"/>
              <a:ea typeface="Open Sans" pitchFamily="2" charset="0"/>
              <a:cs typeface="Open Sans" pitchFamily="2" charset="0"/>
            </a:endParaRPr>
          </a:p>
        </p:txBody>
      </p:sp>
      <p:cxnSp>
        <p:nvCxnSpPr>
          <p:cNvPr id="17" name="Straight Arrow Connector 16">
            <a:extLst>
              <a:ext uri="{FF2B5EF4-FFF2-40B4-BE49-F238E27FC236}">
                <a16:creationId xmlns:a16="http://schemas.microsoft.com/office/drawing/2014/main" id="{E848B589-B2DE-3381-029B-B90850A7D8C4}"/>
              </a:ext>
            </a:extLst>
          </p:cNvPr>
          <p:cNvCxnSpPr>
            <a:cxnSpLocks/>
            <a:stCxn id="15" idx="3"/>
          </p:cNvCxnSpPr>
          <p:nvPr/>
        </p:nvCxnSpPr>
        <p:spPr>
          <a:xfrm flipV="1">
            <a:off x="6304216" y="3086622"/>
            <a:ext cx="2079635" cy="4468"/>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
        <p:nvSpPr>
          <p:cNvPr id="18" name="TextBox 17">
            <a:extLst>
              <a:ext uri="{FF2B5EF4-FFF2-40B4-BE49-F238E27FC236}">
                <a16:creationId xmlns:a16="http://schemas.microsoft.com/office/drawing/2014/main" id="{60979141-BBD0-EE11-5468-9E2EBEE02D3B}"/>
              </a:ext>
            </a:extLst>
          </p:cNvPr>
          <p:cNvSpPr txBox="1"/>
          <p:nvPr/>
        </p:nvSpPr>
        <p:spPr>
          <a:xfrm>
            <a:off x="8363741" y="1229581"/>
            <a:ext cx="1660160" cy="851192"/>
          </a:xfrm>
          <a:prstGeom prst="rect">
            <a:avLst/>
          </a:prstGeom>
          <a:solidFill>
            <a:srgbClr val="FFFFFF"/>
          </a:solidFill>
          <a:ln w="28575">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600" b="1">
                <a:solidFill>
                  <a:schemeClr val="accent5">
                    <a:lumMod val="10000"/>
                  </a:schemeClr>
                </a:solidFill>
                <a:latin typeface="Open Sans" pitchFamily="2" charset="0"/>
                <a:ea typeface="Open Sans" pitchFamily="2" charset="0"/>
                <a:cs typeface="Open Sans" pitchFamily="2" charset="0"/>
              </a:rPr>
              <a:t>Follow-up interview</a:t>
            </a:r>
          </a:p>
          <a:p>
            <a:pPr algn="ctr"/>
            <a:r>
              <a:rPr lang="en-GB" sz="1600" b="1">
                <a:solidFill>
                  <a:schemeClr val="accent5">
                    <a:lumMod val="10000"/>
                  </a:schemeClr>
                </a:solidFill>
                <a:latin typeface="Open Sans" pitchFamily="2" charset="0"/>
                <a:ea typeface="Open Sans" pitchFamily="2" charset="0"/>
                <a:cs typeface="Open Sans" pitchFamily="2" charset="0"/>
              </a:rPr>
              <a:t>Same HH</a:t>
            </a:r>
          </a:p>
        </p:txBody>
      </p:sp>
      <p:sp>
        <p:nvSpPr>
          <p:cNvPr id="19" name="Left Brace 18">
            <a:extLst>
              <a:ext uri="{FF2B5EF4-FFF2-40B4-BE49-F238E27FC236}">
                <a16:creationId xmlns:a16="http://schemas.microsoft.com/office/drawing/2014/main" id="{88DFF2FE-F4E0-D427-91B3-D5676BB1D961}"/>
              </a:ext>
            </a:extLst>
          </p:cNvPr>
          <p:cNvSpPr/>
          <p:nvPr/>
        </p:nvSpPr>
        <p:spPr>
          <a:xfrm rot="5400000">
            <a:off x="9101144" y="1419756"/>
            <a:ext cx="329190" cy="1660160"/>
          </a:xfrm>
          <a:prstGeom prst="lef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sz="1600">
              <a:latin typeface="Open Sans" pitchFamily="2" charset="0"/>
              <a:ea typeface="Open Sans" pitchFamily="2" charset="0"/>
              <a:cs typeface="Open Sans" pitchFamily="2" charset="0"/>
            </a:endParaRPr>
          </a:p>
        </p:txBody>
      </p:sp>
      <p:sp>
        <p:nvSpPr>
          <p:cNvPr id="20" name="TextBox 19">
            <a:extLst>
              <a:ext uri="{FF2B5EF4-FFF2-40B4-BE49-F238E27FC236}">
                <a16:creationId xmlns:a16="http://schemas.microsoft.com/office/drawing/2014/main" id="{F5E7CE51-DE28-E6B6-7877-6BEAEA2258FA}"/>
              </a:ext>
            </a:extLst>
          </p:cNvPr>
          <p:cNvSpPr txBox="1"/>
          <p:nvPr/>
        </p:nvSpPr>
        <p:spPr>
          <a:xfrm>
            <a:off x="6492240" y="2787840"/>
            <a:ext cx="1534024" cy="584775"/>
          </a:xfrm>
          <a:prstGeom prst="rect">
            <a:avLst/>
          </a:prstGeom>
          <a:noFill/>
        </p:spPr>
        <p:txBody>
          <a:bodyPr wrap="square" rtlCol="0">
            <a:spAutoFit/>
          </a:bodyPr>
          <a:lstStyle/>
          <a:p>
            <a:pPr algn="ctr"/>
            <a:r>
              <a:rPr lang="en-US" sz="1600" b="1">
                <a:latin typeface="Open Sans" pitchFamily="2" charset="0"/>
                <a:ea typeface="Open Sans" pitchFamily="2" charset="0"/>
                <a:cs typeface="Open Sans" pitchFamily="2" charset="0"/>
              </a:rPr>
              <a:t>Max interval 48 Hours</a:t>
            </a:r>
            <a:endParaRPr lang="en-GB" sz="1600" b="1">
              <a:latin typeface="Open Sans" pitchFamily="2" charset="0"/>
              <a:ea typeface="Open Sans" pitchFamily="2" charset="0"/>
              <a:cs typeface="Open Sans" pitchFamily="2" charset="0"/>
            </a:endParaRPr>
          </a:p>
        </p:txBody>
      </p:sp>
      <p:sp>
        <p:nvSpPr>
          <p:cNvPr id="21" name="TextBox 20">
            <a:extLst>
              <a:ext uri="{FF2B5EF4-FFF2-40B4-BE49-F238E27FC236}">
                <a16:creationId xmlns:a16="http://schemas.microsoft.com/office/drawing/2014/main" id="{98C21982-688B-3CDB-BD72-E95BAFCBFA3D}"/>
              </a:ext>
            </a:extLst>
          </p:cNvPr>
          <p:cNvSpPr txBox="1"/>
          <p:nvPr/>
        </p:nvSpPr>
        <p:spPr>
          <a:xfrm>
            <a:off x="6495505" y="4994553"/>
            <a:ext cx="1792137" cy="584775"/>
          </a:xfrm>
          <a:prstGeom prst="rect">
            <a:avLst/>
          </a:prstGeom>
          <a:noFill/>
        </p:spPr>
        <p:txBody>
          <a:bodyPr wrap="square" rtlCol="0">
            <a:spAutoFit/>
          </a:bodyPr>
          <a:lstStyle/>
          <a:p>
            <a:pPr algn="ctr"/>
            <a:r>
              <a:rPr lang="en-US" sz="1600" b="1">
                <a:latin typeface="Open Sans" pitchFamily="2" charset="0"/>
                <a:ea typeface="Open Sans" pitchFamily="2" charset="0"/>
                <a:cs typeface="Open Sans" pitchFamily="2" charset="0"/>
              </a:rPr>
              <a:t>Max intervals 48 Hours</a:t>
            </a:r>
            <a:endParaRPr lang="en-GB" sz="1600" b="1">
              <a:latin typeface="Open Sans" pitchFamily="2" charset="0"/>
              <a:ea typeface="Open Sans" pitchFamily="2" charset="0"/>
              <a:cs typeface="Open Sans" pitchFamily="2" charset="0"/>
            </a:endParaRPr>
          </a:p>
        </p:txBody>
      </p:sp>
      <p:sp>
        <p:nvSpPr>
          <p:cNvPr id="30" name="Title 1">
            <a:extLst>
              <a:ext uri="{FF2B5EF4-FFF2-40B4-BE49-F238E27FC236}">
                <a16:creationId xmlns:a16="http://schemas.microsoft.com/office/drawing/2014/main" id="{43A27B2C-3292-3987-1B6D-F6B9FEA32C12}"/>
              </a:ext>
            </a:extLst>
          </p:cNvPr>
          <p:cNvSpPr>
            <a:spLocks noGrp="1"/>
          </p:cNvSpPr>
          <p:nvPr>
            <p:ph type="title"/>
          </p:nvPr>
        </p:nvSpPr>
        <p:spPr>
          <a:xfrm>
            <a:off x="824938" y="417165"/>
            <a:ext cx="10542124" cy="1152000"/>
          </a:xfrm>
        </p:spPr>
        <p:txBody>
          <a:bodyPr/>
          <a:lstStyle/>
          <a:p>
            <a:r>
              <a:rPr lang="en-US"/>
              <a:t>Implementation</a:t>
            </a:r>
            <a:endParaRPr lang="en-GB"/>
          </a:p>
        </p:txBody>
      </p:sp>
      <p:sp>
        <p:nvSpPr>
          <p:cNvPr id="3" name="TextBox 2">
            <a:extLst>
              <a:ext uri="{FF2B5EF4-FFF2-40B4-BE49-F238E27FC236}">
                <a16:creationId xmlns:a16="http://schemas.microsoft.com/office/drawing/2014/main" id="{D7FEE22D-4DC2-836B-4ECD-7B06DE0ADD52}"/>
              </a:ext>
            </a:extLst>
          </p:cNvPr>
          <p:cNvSpPr txBox="1"/>
          <p:nvPr/>
        </p:nvSpPr>
        <p:spPr>
          <a:xfrm>
            <a:off x="10189117" y="1239678"/>
            <a:ext cx="1996863" cy="830997"/>
          </a:xfrm>
          <a:prstGeom prst="rect">
            <a:avLst/>
          </a:prstGeom>
          <a:solidFill>
            <a:srgbClr val="FFFFFF"/>
          </a:solidFill>
          <a:ln w="28575">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1600" b="1">
                <a:solidFill>
                  <a:schemeClr val="accent5">
                    <a:lumMod val="10000"/>
                  </a:schemeClr>
                </a:solidFill>
                <a:latin typeface="Open Sans" pitchFamily="2" charset="0"/>
                <a:ea typeface="Open Sans" pitchFamily="2" charset="0"/>
                <a:cs typeface="Open Sans" pitchFamily="2" charset="0"/>
              </a:rPr>
              <a:t>Follow-up interview</a:t>
            </a:r>
          </a:p>
          <a:p>
            <a:pPr algn="ctr"/>
            <a:r>
              <a:rPr lang="en-GB" sz="1600" b="1">
                <a:solidFill>
                  <a:schemeClr val="accent5">
                    <a:lumMod val="10000"/>
                  </a:schemeClr>
                </a:solidFill>
                <a:latin typeface="Open Sans" pitchFamily="2" charset="0"/>
                <a:ea typeface="Open Sans" pitchFamily="2" charset="0"/>
                <a:cs typeface="Open Sans" pitchFamily="2" charset="0"/>
              </a:rPr>
              <a:t>Same respondent</a:t>
            </a:r>
          </a:p>
        </p:txBody>
      </p:sp>
      <p:sp>
        <p:nvSpPr>
          <p:cNvPr id="4" name="Speech Bubble: Rectangle with Corners Rounded 49">
            <a:extLst>
              <a:ext uri="{FF2B5EF4-FFF2-40B4-BE49-F238E27FC236}">
                <a16:creationId xmlns:a16="http://schemas.microsoft.com/office/drawing/2014/main" id="{B527F588-3365-B368-4A52-E7E1D4E559FF}"/>
              </a:ext>
            </a:extLst>
          </p:cNvPr>
          <p:cNvSpPr/>
          <p:nvPr/>
        </p:nvSpPr>
        <p:spPr>
          <a:xfrm>
            <a:off x="10663001" y="2580910"/>
            <a:ext cx="1357763" cy="1023602"/>
          </a:xfrm>
          <a:custGeom>
            <a:avLst/>
            <a:gdLst>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69959 h 634215"/>
              <a:gd name="connsiteX20" fmla="*/ 0 w 855640"/>
              <a:gd name="connsiteY20" fmla="*/ 105705 h 634215"/>
              <a:gd name="connsiteX0" fmla="*/ 0 w 855640"/>
              <a:gd name="connsiteY0" fmla="*/ 105705 h 634215"/>
              <a:gd name="connsiteX1" fmla="*/ 105705 w 855640"/>
              <a:gd name="connsiteY1" fmla="*/ 0 h 634215"/>
              <a:gd name="connsiteX2" fmla="*/ 142607 w 855640"/>
              <a:gd name="connsiteY2" fmla="*/ 0 h 634215"/>
              <a:gd name="connsiteX3" fmla="*/ 142607 w 855640"/>
              <a:gd name="connsiteY3" fmla="*/ 0 h 634215"/>
              <a:gd name="connsiteX4" fmla="*/ 356517 w 855640"/>
              <a:gd name="connsiteY4" fmla="*/ 0 h 634215"/>
              <a:gd name="connsiteX5" fmla="*/ 749935 w 855640"/>
              <a:gd name="connsiteY5" fmla="*/ 0 h 634215"/>
              <a:gd name="connsiteX6" fmla="*/ 855640 w 855640"/>
              <a:gd name="connsiteY6" fmla="*/ 105705 h 634215"/>
              <a:gd name="connsiteX7" fmla="*/ 855640 w 855640"/>
              <a:gd name="connsiteY7" fmla="*/ 369959 h 634215"/>
              <a:gd name="connsiteX8" fmla="*/ 855640 w 855640"/>
              <a:gd name="connsiteY8" fmla="*/ 369959 h 634215"/>
              <a:gd name="connsiteX9" fmla="*/ 855640 w 855640"/>
              <a:gd name="connsiteY9" fmla="*/ 528513 h 634215"/>
              <a:gd name="connsiteX10" fmla="*/ 855640 w 855640"/>
              <a:gd name="connsiteY10" fmla="*/ 528510 h 634215"/>
              <a:gd name="connsiteX11" fmla="*/ 749935 w 855640"/>
              <a:gd name="connsiteY11" fmla="*/ 634215 h 634215"/>
              <a:gd name="connsiteX12" fmla="*/ 356517 w 855640"/>
              <a:gd name="connsiteY12" fmla="*/ 634215 h 634215"/>
              <a:gd name="connsiteX13" fmla="*/ 251464 w 855640"/>
              <a:gd name="connsiteY13" fmla="*/ 634215 h 634215"/>
              <a:gd name="connsiteX14" fmla="*/ 142607 w 855640"/>
              <a:gd name="connsiteY14" fmla="*/ 634215 h 634215"/>
              <a:gd name="connsiteX15" fmla="*/ 105705 w 855640"/>
              <a:gd name="connsiteY15" fmla="*/ 634215 h 634215"/>
              <a:gd name="connsiteX16" fmla="*/ 0 w 855640"/>
              <a:gd name="connsiteY16" fmla="*/ 528510 h 634215"/>
              <a:gd name="connsiteX17" fmla="*/ 0 w 855640"/>
              <a:gd name="connsiteY17" fmla="*/ 528513 h 634215"/>
              <a:gd name="connsiteX18" fmla="*/ 0 w 855640"/>
              <a:gd name="connsiteY18" fmla="*/ 369959 h 634215"/>
              <a:gd name="connsiteX19" fmla="*/ 0 w 855640"/>
              <a:gd name="connsiteY19" fmla="*/ 379739 h 634215"/>
              <a:gd name="connsiteX20" fmla="*/ 0 w 855640"/>
              <a:gd name="connsiteY20" fmla="*/ 105705 h 634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55640" h="634215">
                <a:moveTo>
                  <a:pt x="0" y="105705"/>
                </a:moveTo>
                <a:cubicBezTo>
                  <a:pt x="0" y="47326"/>
                  <a:pt x="47326" y="0"/>
                  <a:pt x="105705" y="0"/>
                </a:cubicBezTo>
                <a:lnTo>
                  <a:pt x="142607" y="0"/>
                </a:lnTo>
                <a:lnTo>
                  <a:pt x="142607" y="0"/>
                </a:lnTo>
                <a:lnTo>
                  <a:pt x="356517" y="0"/>
                </a:lnTo>
                <a:lnTo>
                  <a:pt x="749935" y="0"/>
                </a:lnTo>
                <a:cubicBezTo>
                  <a:pt x="808314" y="0"/>
                  <a:pt x="855640" y="47326"/>
                  <a:pt x="855640" y="105705"/>
                </a:cubicBezTo>
                <a:lnTo>
                  <a:pt x="855640" y="369959"/>
                </a:lnTo>
                <a:lnTo>
                  <a:pt x="855640" y="369959"/>
                </a:lnTo>
                <a:lnTo>
                  <a:pt x="855640" y="528513"/>
                </a:lnTo>
                <a:lnTo>
                  <a:pt x="855640" y="528510"/>
                </a:lnTo>
                <a:cubicBezTo>
                  <a:pt x="855640" y="586889"/>
                  <a:pt x="808314" y="634215"/>
                  <a:pt x="749935" y="634215"/>
                </a:cubicBezTo>
                <a:lnTo>
                  <a:pt x="356517" y="634215"/>
                </a:lnTo>
                <a:lnTo>
                  <a:pt x="251464" y="634215"/>
                </a:lnTo>
                <a:lnTo>
                  <a:pt x="142607" y="634215"/>
                </a:lnTo>
                <a:lnTo>
                  <a:pt x="105705" y="634215"/>
                </a:lnTo>
                <a:cubicBezTo>
                  <a:pt x="47326" y="634215"/>
                  <a:pt x="0" y="586889"/>
                  <a:pt x="0" y="528510"/>
                </a:cubicBezTo>
                <a:lnTo>
                  <a:pt x="0" y="528513"/>
                </a:lnTo>
                <a:lnTo>
                  <a:pt x="0" y="369959"/>
                </a:lnTo>
                <a:lnTo>
                  <a:pt x="0" y="379739"/>
                </a:lnTo>
                <a:lnTo>
                  <a:pt x="0" y="105705"/>
                </a:lnTo>
                <a:close/>
              </a:path>
            </a:pathLst>
          </a:cu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A </a:t>
            </a:r>
          </a:p>
          <a:p>
            <a:pPr algn="ctr"/>
            <a:r>
              <a:rPr lang="en-US" b="1">
                <a:solidFill>
                  <a:srgbClr val="002060"/>
                </a:solidFill>
                <a:effectLst/>
                <a:latin typeface="Open Sans" pitchFamily="2" charset="0"/>
                <a:ea typeface="Open Sans" pitchFamily="2" charset="0"/>
                <a:cs typeface="Open Sans" pitchFamily="2" charset="0"/>
              </a:rPr>
              <a:t>(F2F)</a:t>
            </a:r>
          </a:p>
          <a:p>
            <a:pPr algn="ctr"/>
            <a:r>
              <a:rPr lang="en-US" b="1">
                <a:solidFill>
                  <a:srgbClr val="002060"/>
                </a:solidFill>
                <a:latin typeface="Open Sans" pitchFamily="2" charset="0"/>
                <a:ea typeface="Open Sans" pitchFamily="2" charset="0"/>
                <a:cs typeface="Open Sans" pitchFamily="2" charset="0"/>
              </a:rPr>
              <a:t>68 HH</a:t>
            </a:r>
            <a:endParaRPr lang="en-GB" sz="3200">
              <a:solidFill>
                <a:srgbClr val="002060"/>
              </a:solidFill>
              <a:effectLst/>
              <a:latin typeface="Open Sans" pitchFamily="2" charset="0"/>
              <a:ea typeface="Open Sans" pitchFamily="2" charset="0"/>
              <a:cs typeface="Open Sans" pitchFamily="2" charset="0"/>
            </a:endParaRPr>
          </a:p>
        </p:txBody>
      </p:sp>
      <p:sp>
        <p:nvSpPr>
          <p:cNvPr id="5" name="Speech Bubble: Rectangle with Corners Rounded 4">
            <a:extLst>
              <a:ext uri="{FF2B5EF4-FFF2-40B4-BE49-F238E27FC236}">
                <a16:creationId xmlns:a16="http://schemas.microsoft.com/office/drawing/2014/main" id="{2B5D4394-D1B1-3C18-B85D-110A8E83BBB2}"/>
              </a:ext>
            </a:extLst>
          </p:cNvPr>
          <p:cNvSpPr/>
          <p:nvPr/>
        </p:nvSpPr>
        <p:spPr>
          <a:xfrm>
            <a:off x="10658043" y="4609985"/>
            <a:ext cx="1357763" cy="1023602"/>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b="1">
                <a:solidFill>
                  <a:srgbClr val="002060"/>
                </a:solidFill>
                <a:effectLst/>
                <a:latin typeface="Open Sans" pitchFamily="2" charset="0"/>
                <a:ea typeface="Open Sans" pitchFamily="2" charset="0"/>
                <a:cs typeface="Open Sans" pitchFamily="2" charset="0"/>
              </a:rPr>
              <a:t>Group </a:t>
            </a:r>
            <a:r>
              <a:rPr lang="en-US" b="1">
                <a:solidFill>
                  <a:srgbClr val="002060"/>
                </a:solidFill>
                <a:latin typeface="Open Sans" pitchFamily="2" charset="0"/>
                <a:ea typeface="Open Sans" pitchFamily="2" charset="0"/>
                <a:cs typeface="Open Sans" pitchFamily="2" charset="0"/>
              </a:rPr>
              <a:t>B</a:t>
            </a:r>
            <a:r>
              <a:rPr lang="en-US" b="1">
                <a:solidFill>
                  <a:srgbClr val="002060"/>
                </a:solidFill>
                <a:effectLst/>
                <a:latin typeface="Open Sans" pitchFamily="2" charset="0"/>
                <a:ea typeface="Open Sans" pitchFamily="2" charset="0"/>
                <a:cs typeface="Open Sans" pitchFamily="2" charset="0"/>
              </a:rPr>
              <a:t> (Phone)</a:t>
            </a:r>
          </a:p>
          <a:p>
            <a:pPr algn="ctr"/>
            <a:r>
              <a:rPr lang="en-US" b="1">
                <a:solidFill>
                  <a:srgbClr val="002060"/>
                </a:solidFill>
                <a:latin typeface="Open Sans" pitchFamily="2" charset="0"/>
                <a:ea typeface="Open Sans" pitchFamily="2" charset="0"/>
                <a:cs typeface="Open Sans" pitchFamily="2" charset="0"/>
              </a:rPr>
              <a:t>66 HH</a:t>
            </a:r>
            <a:endParaRPr lang="en-GB">
              <a:solidFill>
                <a:srgbClr val="002060"/>
              </a:solidFill>
              <a:effectLst/>
              <a:latin typeface="Open Sans" pitchFamily="2" charset="0"/>
              <a:ea typeface="Open Sans" pitchFamily="2" charset="0"/>
              <a:cs typeface="Open Sans" pitchFamily="2" charset="0"/>
            </a:endParaRPr>
          </a:p>
        </p:txBody>
      </p:sp>
      <p:sp>
        <p:nvSpPr>
          <p:cNvPr id="22" name="Left Brace 21">
            <a:extLst>
              <a:ext uri="{FF2B5EF4-FFF2-40B4-BE49-F238E27FC236}">
                <a16:creationId xmlns:a16="http://schemas.microsoft.com/office/drawing/2014/main" id="{C41A533C-AD31-D9FF-BBE1-417A14DFBDE0}"/>
              </a:ext>
            </a:extLst>
          </p:cNvPr>
          <p:cNvSpPr/>
          <p:nvPr/>
        </p:nvSpPr>
        <p:spPr>
          <a:xfrm rot="5400000">
            <a:off x="11113166" y="1428320"/>
            <a:ext cx="329190" cy="1660160"/>
          </a:xfrm>
          <a:prstGeom prst="lef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sz="1600">
              <a:latin typeface="Open Sans" pitchFamily="2" charset="0"/>
              <a:ea typeface="Open Sans" pitchFamily="2" charset="0"/>
              <a:cs typeface="Open Sans" pitchFamily="2" charset="0"/>
            </a:endParaRPr>
          </a:p>
        </p:txBody>
      </p:sp>
      <p:sp>
        <p:nvSpPr>
          <p:cNvPr id="23" name="Rectangle 22">
            <a:extLst>
              <a:ext uri="{FF2B5EF4-FFF2-40B4-BE49-F238E27FC236}">
                <a16:creationId xmlns:a16="http://schemas.microsoft.com/office/drawing/2014/main" id="{4D1EF874-7099-AD0C-DF25-9AC55ACE9C28}"/>
              </a:ext>
            </a:extLst>
          </p:cNvPr>
          <p:cNvSpPr/>
          <p:nvPr/>
        </p:nvSpPr>
        <p:spPr>
          <a:xfrm>
            <a:off x="8866598" y="5928189"/>
            <a:ext cx="965771" cy="3184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37%</a:t>
            </a:r>
            <a:endParaRPr lang="en-GB"/>
          </a:p>
        </p:txBody>
      </p:sp>
      <p:sp>
        <p:nvSpPr>
          <p:cNvPr id="24" name="Rectangle 23">
            <a:extLst>
              <a:ext uri="{FF2B5EF4-FFF2-40B4-BE49-F238E27FC236}">
                <a16:creationId xmlns:a16="http://schemas.microsoft.com/office/drawing/2014/main" id="{15F3B546-A52E-8AC9-08AA-4D3DCBFCF553}"/>
              </a:ext>
            </a:extLst>
          </p:cNvPr>
          <p:cNvSpPr/>
          <p:nvPr/>
        </p:nvSpPr>
        <p:spPr>
          <a:xfrm>
            <a:off x="8823792" y="3758637"/>
            <a:ext cx="965771" cy="3184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28%</a:t>
            </a:r>
            <a:endParaRPr lang="en-GB"/>
          </a:p>
        </p:txBody>
      </p:sp>
      <p:sp>
        <p:nvSpPr>
          <p:cNvPr id="25" name="Rectangle 24">
            <a:extLst>
              <a:ext uri="{FF2B5EF4-FFF2-40B4-BE49-F238E27FC236}">
                <a16:creationId xmlns:a16="http://schemas.microsoft.com/office/drawing/2014/main" id="{075DE2C6-9B19-0608-E48F-C0FB96EAEA0D}"/>
              </a:ext>
            </a:extLst>
          </p:cNvPr>
          <p:cNvSpPr/>
          <p:nvPr/>
        </p:nvSpPr>
        <p:spPr>
          <a:xfrm>
            <a:off x="10887184" y="3767199"/>
            <a:ext cx="965771" cy="3184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78%</a:t>
            </a:r>
            <a:endParaRPr lang="en-GB"/>
          </a:p>
        </p:txBody>
      </p:sp>
      <p:sp>
        <p:nvSpPr>
          <p:cNvPr id="26" name="Rectangle 25">
            <a:extLst>
              <a:ext uri="{FF2B5EF4-FFF2-40B4-BE49-F238E27FC236}">
                <a16:creationId xmlns:a16="http://schemas.microsoft.com/office/drawing/2014/main" id="{10FB3726-3BE9-00C8-6D3D-9A82805004C4}"/>
              </a:ext>
            </a:extLst>
          </p:cNvPr>
          <p:cNvSpPr/>
          <p:nvPr/>
        </p:nvSpPr>
        <p:spPr>
          <a:xfrm>
            <a:off x="10854038" y="5924979"/>
            <a:ext cx="965771" cy="3184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82%</a:t>
            </a:r>
            <a:endParaRPr lang="en-GB"/>
          </a:p>
        </p:txBody>
      </p:sp>
      <p:sp>
        <p:nvSpPr>
          <p:cNvPr id="27" name="TextBox 26">
            <a:extLst>
              <a:ext uri="{FF2B5EF4-FFF2-40B4-BE49-F238E27FC236}">
                <a16:creationId xmlns:a16="http://schemas.microsoft.com/office/drawing/2014/main" id="{0BA9EDE0-F854-009A-4D17-60E848B814EA}"/>
              </a:ext>
            </a:extLst>
          </p:cNvPr>
          <p:cNvSpPr txBox="1"/>
          <p:nvPr/>
        </p:nvSpPr>
        <p:spPr>
          <a:xfrm>
            <a:off x="6677519" y="3770348"/>
            <a:ext cx="1428108" cy="369332"/>
          </a:xfrm>
          <a:prstGeom prst="rect">
            <a:avLst/>
          </a:prstGeom>
          <a:noFill/>
        </p:spPr>
        <p:txBody>
          <a:bodyPr wrap="square" rtlCol="0">
            <a:spAutoFit/>
          </a:bodyPr>
          <a:lstStyle/>
          <a:p>
            <a:r>
              <a:rPr lang="en-US"/>
              <a:t>Attrition rate </a:t>
            </a:r>
            <a:endParaRPr lang="en-GB"/>
          </a:p>
        </p:txBody>
      </p:sp>
      <p:sp>
        <p:nvSpPr>
          <p:cNvPr id="28" name="TextBox 27">
            <a:extLst>
              <a:ext uri="{FF2B5EF4-FFF2-40B4-BE49-F238E27FC236}">
                <a16:creationId xmlns:a16="http://schemas.microsoft.com/office/drawing/2014/main" id="{855572DA-EDA4-20E2-CA25-E00F8C90ECC2}"/>
              </a:ext>
            </a:extLst>
          </p:cNvPr>
          <p:cNvSpPr txBox="1"/>
          <p:nvPr/>
        </p:nvSpPr>
        <p:spPr>
          <a:xfrm>
            <a:off x="6677519" y="5899562"/>
            <a:ext cx="1428108" cy="369332"/>
          </a:xfrm>
          <a:prstGeom prst="rect">
            <a:avLst/>
          </a:prstGeom>
          <a:noFill/>
        </p:spPr>
        <p:txBody>
          <a:bodyPr wrap="square" rtlCol="0">
            <a:spAutoFit/>
          </a:bodyPr>
          <a:lstStyle/>
          <a:p>
            <a:r>
              <a:rPr lang="en-US"/>
              <a:t>Attrition rate </a:t>
            </a:r>
            <a:endParaRPr lang="en-GB"/>
          </a:p>
        </p:txBody>
      </p:sp>
    </p:spTree>
    <p:extLst>
      <p:ext uri="{BB962C8B-B14F-4D97-AF65-F5344CB8AC3E}">
        <p14:creationId xmlns:p14="http://schemas.microsoft.com/office/powerpoint/2010/main" val="773978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Vertical)">
                                      <p:cBhvr>
                                        <p:cTn id="7" dur="500"/>
                                        <p:tgtEl>
                                          <p:spTgt spid="1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arn(inVertical)">
                                      <p:cBhvr>
                                        <p:cTn id="10" dur="500"/>
                                        <p:tgtEl>
                                          <p:spTgt spid="14"/>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barn(inVertical)">
                                      <p:cBhvr>
                                        <p:cTn id="13" dur="500"/>
                                        <p:tgtEl>
                                          <p:spTgt spid="19"/>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barn(inVertical)">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barn(inVertical)">
                                      <p:cBhvr>
                                        <p:cTn id="21" dur="500"/>
                                        <p:tgtEl>
                                          <p:spTgt spid="11"/>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barn(inVertical)">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barn(inVertical)">
                                      <p:cBhvr>
                                        <p:cTn id="29" dur="500"/>
                                        <p:tgtEl>
                                          <p:spTgt spid="21"/>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barn(inVertical)">
                                      <p:cBhvr>
                                        <p:cTn id="32" dur="500"/>
                                        <p:tgtEl>
                                          <p:spTgt spid="20"/>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barn(inVertical)">
                                      <p:cBhvr>
                                        <p:cTn id="35" dur="500"/>
                                        <p:tgtEl>
                                          <p:spTgt spid="3"/>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barn(inVertical)">
                                      <p:cBhvr>
                                        <p:cTn id="38" dur="500"/>
                                        <p:tgtEl>
                                          <p:spTgt spid="4"/>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barn(inVertical)">
                                      <p:cBhvr>
                                        <p:cTn id="41" dur="500"/>
                                        <p:tgtEl>
                                          <p:spTgt spid="5"/>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barn(inVertical)">
                                      <p:cBhvr>
                                        <p:cTn id="4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4" grpId="0" animBg="1"/>
      <p:bldP spid="18" grpId="0" animBg="1"/>
      <p:bldP spid="19" grpId="0" animBg="1"/>
      <p:bldP spid="20" grpId="0"/>
      <p:bldP spid="21" grpId="0"/>
      <p:bldP spid="3" grpId="0" animBg="1"/>
      <p:bldP spid="4" grpId="0" animBg="1"/>
      <p:bldP spid="5" grpId="0" animBg="1"/>
      <p:bldP spid="2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824938" y="519907"/>
            <a:ext cx="10542124" cy="1152000"/>
          </a:xfrm>
        </p:spPr>
        <p:txBody>
          <a:bodyPr/>
          <a:lstStyle/>
          <a:p>
            <a:r>
              <a:rPr lang="en-GB"/>
              <a:t>Limitations</a:t>
            </a:r>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951843" y="1536191"/>
            <a:ext cx="10542124" cy="4291585"/>
          </a:xfrm>
        </p:spPr>
        <p:txBody>
          <a:bodyPr anchor="ctr">
            <a:normAutofit fontScale="77500" lnSpcReduction="20000"/>
          </a:bodyPr>
          <a:lstStyle/>
          <a:p>
            <a:pPr>
              <a:lnSpc>
                <a:spcPct val="150000"/>
              </a:lnSpc>
            </a:pPr>
            <a:endParaRPr lang="en-GB" sz="2800"/>
          </a:p>
          <a:p>
            <a:pPr marL="514350" indent="-514350">
              <a:lnSpc>
                <a:spcPct val="150000"/>
              </a:lnSpc>
              <a:buFont typeface="+mj-lt"/>
              <a:buAutoNum type="arabicPeriod"/>
            </a:pPr>
            <a:r>
              <a:rPr lang="en-GB" sz="2800"/>
              <a:t>Pre-exposure bias from first interview </a:t>
            </a:r>
          </a:p>
          <a:p>
            <a:pPr lvl="1">
              <a:lnSpc>
                <a:spcPct val="150000"/>
              </a:lnSpc>
            </a:pPr>
            <a:r>
              <a:rPr lang="en-GB" sz="2600"/>
              <a:t>Short interval between the first and second interview, The indicators reported in the second interview is influenced by the recall from the first interview </a:t>
            </a:r>
          </a:p>
          <a:p>
            <a:pPr lvl="1">
              <a:lnSpc>
                <a:spcPct val="150000"/>
              </a:lnSpc>
            </a:pPr>
            <a:r>
              <a:rPr lang="en-GB" sz="2600"/>
              <a:t>If long intervals were applied the reference period for the indicators were have changed and the estimations (difficult to have wash-out period) </a:t>
            </a:r>
          </a:p>
          <a:p>
            <a:pPr lvl="1">
              <a:lnSpc>
                <a:spcPct val="150000"/>
              </a:lnSpc>
            </a:pPr>
            <a:r>
              <a:rPr lang="en-GB" sz="2600"/>
              <a:t>The pre exposure bias is not equivalent in the 2 arms of the study (one group is pre-exposed to phone interview and the other pre-exposed to F2F) </a:t>
            </a:r>
          </a:p>
          <a:p>
            <a:pPr marL="0" indent="0">
              <a:lnSpc>
                <a:spcPct val="150000"/>
              </a:lnSpc>
              <a:buNone/>
            </a:pPr>
            <a:endParaRPr lang="en-GB" sz="2400"/>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23225" y="-363287"/>
            <a:ext cx="1202647" cy="320706"/>
          </a:xfrm>
          <a:prstGeom prst="rect">
            <a:avLst/>
          </a:prstGeom>
        </p:spPr>
      </p:pic>
    </p:spTree>
    <p:extLst>
      <p:ext uri="{BB962C8B-B14F-4D97-AF65-F5344CB8AC3E}">
        <p14:creationId xmlns:p14="http://schemas.microsoft.com/office/powerpoint/2010/main" val="710863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824938" y="519907"/>
            <a:ext cx="10542124" cy="1152000"/>
          </a:xfrm>
        </p:spPr>
        <p:txBody>
          <a:bodyPr/>
          <a:lstStyle/>
          <a:p>
            <a:r>
              <a:rPr lang="en-GB"/>
              <a:t>Limitations (Cont.)</a:t>
            </a:r>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824938" y="1316735"/>
            <a:ext cx="10542124" cy="4801902"/>
          </a:xfrm>
        </p:spPr>
        <p:txBody>
          <a:bodyPr anchor="ctr"/>
          <a:lstStyle/>
          <a:p>
            <a:pPr marL="514350" indent="-514350">
              <a:lnSpc>
                <a:spcPct val="150000"/>
              </a:lnSpc>
              <a:buFont typeface="+mj-lt"/>
              <a:buAutoNum type="arabicPeriod" startAt="2"/>
            </a:pPr>
            <a:r>
              <a:rPr lang="en-GB" sz="2800"/>
              <a:t>Different attrition rates between the two arms of the study</a:t>
            </a:r>
          </a:p>
          <a:p>
            <a:pPr marL="914400" lvl="1" indent="-514350">
              <a:lnSpc>
                <a:spcPct val="150000"/>
              </a:lnSpc>
              <a:buFont typeface="Arial" panose="020B0604020202020204" pitchFamily="34" charset="0"/>
              <a:buChar char="•"/>
            </a:pPr>
            <a:r>
              <a:rPr lang="en-GB" sz="2600"/>
              <a:t> 28% for phone first and 37% for F2F first groups </a:t>
            </a:r>
          </a:p>
          <a:p>
            <a:pPr marL="914400" lvl="1" indent="-514350">
              <a:lnSpc>
                <a:spcPct val="150000"/>
              </a:lnSpc>
              <a:buFont typeface="Arial" panose="020B0604020202020204" pitchFamily="34" charset="0"/>
              <a:buChar char="•"/>
            </a:pPr>
            <a:r>
              <a:rPr lang="en-GB" sz="2600"/>
              <a:t>Probably F2F first were more reluctant to pick up the phone as they expect long discussion on the same questions</a:t>
            </a:r>
          </a:p>
          <a:p>
            <a:pPr marL="914400" lvl="1" indent="-514350">
              <a:lnSpc>
                <a:spcPct val="150000"/>
              </a:lnSpc>
              <a:buFont typeface="Arial" panose="020B0604020202020204" pitchFamily="34" charset="0"/>
              <a:buChar char="•"/>
            </a:pPr>
            <a:r>
              <a:rPr lang="en-GB" sz="2600"/>
              <a:t>This resulted in unbalanced sample between the 2 arms (therefor the inter-HH comparison was not feasible)  </a:t>
            </a:r>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23225" y="-363287"/>
            <a:ext cx="1202647" cy="320706"/>
          </a:xfrm>
          <a:prstGeom prst="rect">
            <a:avLst/>
          </a:prstGeom>
        </p:spPr>
      </p:pic>
    </p:spTree>
    <p:extLst>
      <p:ext uri="{BB962C8B-B14F-4D97-AF65-F5344CB8AC3E}">
        <p14:creationId xmlns:p14="http://schemas.microsoft.com/office/powerpoint/2010/main" val="174327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824938" y="519907"/>
            <a:ext cx="10542124" cy="1152000"/>
          </a:xfrm>
        </p:spPr>
        <p:txBody>
          <a:bodyPr/>
          <a:lstStyle/>
          <a:p>
            <a:r>
              <a:rPr lang="en-GB"/>
              <a:t>Limitations (Cont.)</a:t>
            </a:r>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824938" y="1316735"/>
            <a:ext cx="10542124" cy="4801902"/>
          </a:xfrm>
        </p:spPr>
        <p:txBody>
          <a:bodyPr anchor="ctr">
            <a:normAutofit fontScale="85000" lnSpcReduction="20000"/>
          </a:bodyPr>
          <a:lstStyle/>
          <a:p>
            <a:pPr marL="514350" indent="-514350">
              <a:lnSpc>
                <a:spcPct val="150000"/>
              </a:lnSpc>
              <a:buFont typeface="+mj-lt"/>
              <a:buAutoNum type="arabicPeriod" startAt="3"/>
            </a:pPr>
            <a:r>
              <a:rPr lang="en-GB" sz="2800"/>
              <a:t>Respondent bias </a:t>
            </a:r>
          </a:p>
          <a:p>
            <a:pPr lvl="1">
              <a:lnSpc>
                <a:spcPct val="150000"/>
              </a:lnSpc>
            </a:pPr>
            <a:r>
              <a:rPr lang="en-GB" sz="2600"/>
              <a:t>Difficulty in getting the exact same respondent within the household to answer the two questionnaires</a:t>
            </a:r>
          </a:p>
          <a:p>
            <a:pPr lvl="2">
              <a:lnSpc>
                <a:spcPct val="150000"/>
              </a:lnSpc>
            </a:pPr>
            <a:r>
              <a:rPr lang="en-GB" sz="2400"/>
              <a:t>Several visits (2-3) visits to the same HH to catch the same person</a:t>
            </a:r>
          </a:p>
          <a:p>
            <a:pPr lvl="2">
              <a:lnSpc>
                <a:spcPct val="150000"/>
              </a:lnSpc>
            </a:pPr>
            <a:r>
              <a:rPr lang="en-GB" sz="2400"/>
              <a:t>When the HH has only one phone (usually with the man) and the women answers the HH questionnaire (</a:t>
            </a:r>
            <a:r>
              <a:rPr lang="en-GB" sz="2400" err="1"/>
              <a:t>bc</a:t>
            </a:r>
            <a:r>
              <a:rPr lang="en-GB" sz="2400"/>
              <a:t> man is outside) the phone interview had to happen with the phone owner </a:t>
            </a:r>
          </a:p>
          <a:p>
            <a:pPr lvl="1">
              <a:lnSpc>
                <a:spcPct val="150000"/>
              </a:lnSpc>
            </a:pPr>
            <a:r>
              <a:rPr lang="en-GB" sz="2600"/>
              <a:t>If we try to conduct intra-HH comparison the sample will be very small 134 (68 vs 66) and we would have lost a lot of collected data (78% and 82%)</a:t>
            </a:r>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23225" y="-363287"/>
            <a:ext cx="1202647" cy="320706"/>
          </a:xfrm>
          <a:prstGeom prst="rect">
            <a:avLst/>
          </a:prstGeom>
        </p:spPr>
      </p:pic>
    </p:spTree>
    <p:extLst>
      <p:ext uri="{BB962C8B-B14F-4D97-AF65-F5344CB8AC3E}">
        <p14:creationId xmlns:p14="http://schemas.microsoft.com/office/powerpoint/2010/main" val="812228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77C3E4A0-B0AF-5988-A9EC-DAE2FC992ED0}"/>
              </a:ext>
            </a:extLst>
          </p:cNvPr>
          <p:cNvGrpSpPr/>
          <p:nvPr/>
        </p:nvGrpSpPr>
        <p:grpSpPr>
          <a:xfrm>
            <a:off x="838200" y="1528796"/>
            <a:ext cx="10788111" cy="2384836"/>
            <a:chOff x="750297" y="3555559"/>
            <a:chExt cx="10788111" cy="2090387"/>
          </a:xfrm>
        </p:grpSpPr>
        <p:sp>
          <p:nvSpPr>
            <p:cNvPr id="2" name="Speech Bubble: Rectangle with Corners Rounded 7">
              <a:extLst>
                <a:ext uri="{FF2B5EF4-FFF2-40B4-BE49-F238E27FC236}">
                  <a16:creationId xmlns:a16="http://schemas.microsoft.com/office/drawing/2014/main" id="{4BD550DD-AB5C-72B3-0E0E-5502B3CE021E}"/>
                </a:ext>
              </a:extLst>
            </p:cNvPr>
            <p:cNvSpPr/>
            <p:nvPr/>
          </p:nvSpPr>
          <p:spPr>
            <a:xfrm>
              <a:off x="750297" y="4037994"/>
              <a:ext cx="1731062" cy="1183156"/>
            </a:xfrm>
            <a:prstGeom prst="wedgeRoundRectCallout">
              <a:avLst>
                <a:gd name="adj1" fmla="val -20611"/>
                <a:gd name="adj2" fmla="val 49015"/>
                <a:gd name="adj3" fmla="val 16667"/>
              </a:avLst>
            </a:prstGeom>
            <a:solidFill>
              <a:schemeClr val="bg1">
                <a:lumMod val="20000"/>
                <a:lumOff val="80000"/>
              </a:schemeClr>
            </a:solidFill>
            <a:ln w="28575">
              <a:solidFill>
                <a:schemeClr val="tx1"/>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GB" sz="1600" b="1">
                  <a:latin typeface="Open Sans" pitchFamily="2" charset="0"/>
                  <a:ea typeface="Open Sans" pitchFamily="2" charset="0"/>
                  <a:cs typeface="Open Sans" pitchFamily="2" charset="0"/>
                </a:rPr>
                <a:t>Total Sample</a:t>
              </a:r>
            </a:p>
            <a:p>
              <a:pPr algn="ctr"/>
              <a:r>
                <a:rPr lang="en-GB" sz="1600" b="1">
                  <a:latin typeface="Open Sans" pitchFamily="2" charset="0"/>
                  <a:ea typeface="Open Sans" pitchFamily="2" charset="0"/>
                  <a:cs typeface="Open Sans" pitchFamily="2" charset="0"/>
                </a:rPr>
                <a:t>676 HH</a:t>
              </a:r>
            </a:p>
          </p:txBody>
        </p:sp>
        <p:sp>
          <p:nvSpPr>
            <p:cNvPr id="6" name="Speech Bubble: Rectangle with Corners Rounded 5">
              <a:extLst>
                <a:ext uri="{FF2B5EF4-FFF2-40B4-BE49-F238E27FC236}">
                  <a16:creationId xmlns:a16="http://schemas.microsoft.com/office/drawing/2014/main" id="{18E373F1-A85C-7FA4-DF53-7679E497C7FA}"/>
                </a:ext>
              </a:extLst>
            </p:cNvPr>
            <p:cNvSpPr/>
            <p:nvPr/>
          </p:nvSpPr>
          <p:spPr>
            <a:xfrm>
              <a:off x="9348648" y="4841970"/>
              <a:ext cx="2189760" cy="803976"/>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600" b="1">
                  <a:effectLst/>
                  <a:latin typeface="Open Sans" pitchFamily="2" charset="0"/>
                  <a:ea typeface="Open Sans" pitchFamily="2" charset="0"/>
                  <a:cs typeface="Open Sans" pitchFamily="2" charset="0"/>
                </a:rPr>
                <a:t>Total Remote </a:t>
              </a:r>
            </a:p>
            <a:p>
              <a:pPr algn="ctr"/>
              <a:r>
                <a:rPr lang="en-US" sz="1600" b="1">
                  <a:latin typeface="Open Sans" pitchFamily="2" charset="0"/>
                  <a:ea typeface="Open Sans" pitchFamily="2" charset="0"/>
                  <a:cs typeface="Open Sans" pitchFamily="2" charset="0"/>
                </a:rPr>
                <a:t>540 HH</a:t>
              </a:r>
              <a:endParaRPr lang="en-GB" sz="1600">
                <a:effectLst/>
                <a:latin typeface="Open Sans" pitchFamily="2" charset="0"/>
                <a:ea typeface="Open Sans" pitchFamily="2" charset="0"/>
                <a:cs typeface="Open Sans" pitchFamily="2" charset="0"/>
              </a:endParaRPr>
            </a:p>
          </p:txBody>
        </p:sp>
        <p:sp>
          <p:nvSpPr>
            <p:cNvPr id="7" name="Speech Bubble: Rectangle with Corners Rounded 5">
              <a:extLst>
                <a:ext uri="{FF2B5EF4-FFF2-40B4-BE49-F238E27FC236}">
                  <a16:creationId xmlns:a16="http://schemas.microsoft.com/office/drawing/2014/main" id="{9BA608D8-4BA2-588D-2493-A8F4EEF86A38}"/>
                </a:ext>
              </a:extLst>
            </p:cNvPr>
            <p:cNvSpPr/>
            <p:nvPr/>
          </p:nvSpPr>
          <p:spPr>
            <a:xfrm>
              <a:off x="9348648" y="3555559"/>
              <a:ext cx="2189760" cy="803976"/>
            </a:xfrm>
            <a:prstGeom prst="wedgeRoundRectCallout">
              <a:avLst>
                <a:gd name="adj1" fmla="val -20611"/>
                <a:gd name="adj2" fmla="val 49015"/>
                <a:gd name="adj3" fmla="val 16667"/>
              </a:avLst>
            </a:pr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600" b="1">
                  <a:effectLst/>
                  <a:latin typeface="Open Sans" pitchFamily="2" charset="0"/>
                  <a:ea typeface="Open Sans" pitchFamily="2" charset="0"/>
                  <a:cs typeface="Open Sans" pitchFamily="2" charset="0"/>
                </a:rPr>
                <a:t>Total F2F </a:t>
              </a:r>
            </a:p>
            <a:p>
              <a:pPr algn="ctr"/>
              <a:r>
                <a:rPr lang="en-US" sz="1600" b="1">
                  <a:latin typeface="Open Sans" pitchFamily="2" charset="0"/>
                  <a:ea typeface="Open Sans" pitchFamily="2" charset="0"/>
                  <a:cs typeface="Open Sans" pitchFamily="2" charset="0"/>
                </a:rPr>
                <a:t>590 HH</a:t>
              </a:r>
              <a:endParaRPr lang="en-GB" sz="1600">
                <a:effectLst/>
                <a:latin typeface="Open Sans" pitchFamily="2" charset="0"/>
                <a:ea typeface="Open Sans" pitchFamily="2" charset="0"/>
                <a:cs typeface="Open Sans" pitchFamily="2" charset="0"/>
              </a:endParaRPr>
            </a:p>
          </p:txBody>
        </p:sp>
        <p:sp>
          <p:nvSpPr>
            <p:cNvPr id="8" name="Speech Bubble: Rectangle with Corners Rounded 7">
              <a:extLst>
                <a:ext uri="{FF2B5EF4-FFF2-40B4-BE49-F238E27FC236}">
                  <a16:creationId xmlns:a16="http://schemas.microsoft.com/office/drawing/2014/main" id="{9DF347FB-234F-257F-DD27-73CCE6B83A61}"/>
                </a:ext>
              </a:extLst>
            </p:cNvPr>
            <p:cNvSpPr/>
            <p:nvPr/>
          </p:nvSpPr>
          <p:spPr>
            <a:xfrm>
              <a:off x="3173459" y="4046689"/>
              <a:ext cx="1731062" cy="1094311"/>
            </a:xfrm>
            <a:prstGeom prst="wedgeRoundRectCallout">
              <a:avLst>
                <a:gd name="adj1" fmla="val -20611"/>
                <a:gd name="adj2" fmla="val 49015"/>
                <a:gd name="adj3" fmla="val 16667"/>
              </a:avLst>
            </a:prstGeom>
            <a:solidFill>
              <a:schemeClr val="bg1">
                <a:lumMod val="20000"/>
                <a:lumOff val="80000"/>
              </a:schemeClr>
            </a:solidFill>
            <a:ln w="28575">
              <a:solidFill>
                <a:schemeClr val="tx1"/>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GB" sz="1600" b="1">
                  <a:latin typeface="Open Sans" pitchFamily="2" charset="0"/>
                  <a:ea typeface="Open Sans" pitchFamily="2" charset="0"/>
                  <a:cs typeface="Open Sans" pitchFamily="2" charset="0"/>
                </a:rPr>
                <a:t>Completed</a:t>
              </a:r>
            </a:p>
            <a:p>
              <a:pPr algn="ctr"/>
              <a:r>
                <a:rPr lang="en-GB" sz="1600" b="1">
                  <a:latin typeface="Open Sans" pitchFamily="2" charset="0"/>
                  <a:ea typeface="Open Sans" pitchFamily="2" charset="0"/>
                  <a:cs typeface="Open Sans" pitchFamily="2" charset="0"/>
                </a:rPr>
                <a:t>454 HH</a:t>
              </a:r>
            </a:p>
          </p:txBody>
        </p:sp>
        <p:sp>
          <p:nvSpPr>
            <p:cNvPr id="9" name="Speech Bubble: Rectangle with Corners Rounded 7">
              <a:extLst>
                <a:ext uri="{FF2B5EF4-FFF2-40B4-BE49-F238E27FC236}">
                  <a16:creationId xmlns:a16="http://schemas.microsoft.com/office/drawing/2014/main" id="{6ABE61DE-B779-D6E5-2FF6-5585004BD172}"/>
                </a:ext>
              </a:extLst>
            </p:cNvPr>
            <p:cNvSpPr/>
            <p:nvPr/>
          </p:nvSpPr>
          <p:spPr>
            <a:xfrm>
              <a:off x="6457899" y="3555559"/>
              <a:ext cx="1731062" cy="803976"/>
            </a:xfrm>
            <a:prstGeom prst="wedgeRoundRectCallout">
              <a:avLst>
                <a:gd name="adj1" fmla="val -20611"/>
                <a:gd name="adj2" fmla="val 49015"/>
                <a:gd name="adj3" fmla="val 16667"/>
              </a:avLst>
            </a:prstGeom>
            <a:solidFill>
              <a:schemeClr val="bg1">
                <a:lumMod val="20000"/>
                <a:lumOff val="80000"/>
              </a:schemeClr>
            </a:solidFill>
            <a:ln w="28575">
              <a:solidFill>
                <a:schemeClr val="tx1"/>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GB" sz="1600" b="1">
                  <a:latin typeface="Open Sans" pitchFamily="2" charset="0"/>
                  <a:ea typeface="Open Sans" pitchFamily="2" charset="0"/>
                  <a:cs typeface="Open Sans" pitchFamily="2" charset="0"/>
                </a:rPr>
                <a:t>Only F2F </a:t>
              </a:r>
            </a:p>
            <a:p>
              <a:pPr algn="ctr"/>
              <a:r>
                <a:rPr lang="en-GB" sz="1600" b="1">
                  <a:latin typeface="Open Sans" pitchFamily="2" charset="0"/>
                  <a:ea typeface="Open Sans" pitchFamily="2" charset="0"/>
                  <a:cs typeface="Open Sans" pitchFamily="2" charset="0"/>
                </a:rPr>
                <a:t>136 HH</a:t>
              </a:r>
            </a:p>
          </p:txBody>
        </p:sp>
        <p:sp>
          <p:nvSpPr>
            <p:cNvPr id="10" name="Speech Bubble: Rectangle with Corners Rounded 7">
              <a:extLst>
                <a:ext uri="{FF2B5EF4-FFF2-40B4-BE49-F238E27FC236}">
                  <a16:creationId xmlns:a16="http://schemas.microsoft.com/office/drawing/2014/main" id="{33167780-2556-3B12-D22B-B889FA40A852}"/>
                </a:ext>
              </a:extLst>
            </p:cNvPr>
            <p:cNvSpPr/>
            <p:nvPr/>
          </p:nvSpPr>
          <p:spPr>
            <a:xfrm>
              <a:off x="6457899" y="4841970"/>
              <a:ext cx="1731062" cy="803976"/>
            </a:xfrm>
            <a:prstGeom prst="wedgeRoundRectCallout">
              <a:avLst>
                <a:gd name="adj1" fmla="val -20611"/>
                <a:gd name="adj2" fmla="val 49015"/>
                <a:gd name="adj3" fmla="val 16667"/>
              </a:avLst>
            </a:prstGeom>
            <a:solidFill>
              <a:schemeClr val="bg1">
                <a:lumMod val="20000"/>
                <a:lumOff val="80000"/>
              </a:schemeClr>
            </a:solidFill>
            <a:ln w="28575">
              <a:solidFill>
                <a:schemeClr val="tx1"/>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GB" sz="1600" b="1">
                  <a:latin typeface="Open Sans" pitchFamily="2" charset="0"/>
                  <a:ea typeface="Open Sans" pitchFamily="2" charset="0"/>
                  <a:cs typeface="Open Sans" pitchFamily="2" charset="0"/>
                </a:rPr>
                <a:t>Only Remote </a:t>
              </a:r>
            </a:p>
            <a:p>
              <a:pPr algn="ctr"/>
              <a:r>
                <a:rPr lang="en-GB" sz="1600" b="1">
                  <a:latin typeface="Open Sans" pitchFamily="2" charset="0"/>
                  <a:ea typeface="Open Sans" pitchFamily="2" charset="0"/>
                  <a:cs typeface="Open Sans" pitchFamily="2" charset="0"/>
                </a:rPr>
                <a:t>86 HH</a:t>
              </a:r>
            </a:p>
          </p:txBody>
        </p:sp>
        <p:sp>
          <p:nvSpPr>
            <p:cNvPr id="13" name="Plus 12">
              <a:extLst>
                <a:ext uri="{FF2B5EF4-FFF2-40B4-BE49-F238E27FC236}">
                  <a16:creationId xmlns:a16="http://schemas.microsoft.com/office/drawing/2014/main" id="{4BEA4343-4452-115B-2756-0D935B5F77CF}"/>
                </a:ext>
              </a:extLst>
            </p:cNvPr>
            <p:cNvSpPr/>
            <p:nvPr/>
          </p:nvSpPr>
          <p:spPr>
            <a:xfrm>
              <a:off x="5355619" y="3744663"/>
              <a:ext cx="405353" cy="408514"/>
            </a:xfrm>
            <a:prstGeom prst="mathPlus">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Open Sans" pitchFamily="2" charset="0"/>
                <a:ea typeface="Open Sans" pitchFamily="2" charset="0"/>
                <a:cs typeface="Open Sans" pitchFamily="2" charset="0"/>
              </a:endParaRPr>
            </a:p>
          </p:txBody>
        </p:sp>
        <p:sp>
          <p:nvSpPr>
            <p:cNvPr id="14" name="Plus 13">
              <a:extLst>
                <a:ext uri="{FF2B5EF4-FFF2-40B4-BE49-F238E27FC236}">
                  <a16:creationId xmlns:a16="http://schemas.microsoft.com/office/drawing/2014/main" id="{0E4C302D-0DC3-15A7-A093-5E26205DD058}"/>
                </a:ext>
              </a:extLst>
            </p:cNvPr>
            <p:cNvSpPr/>
            <p:nvPr/>
          </p:nvSpPr>
          <p:spPr>
            <a:xfrm>
              <a:off x="5355619" y="5039701"/>
              <a:ext cx="405353" cy="408514"/>
            </a:xfrm>
            <a:prstGeom prst="mathPlus">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Open Sans" pitchFamily="2" charset="0"/>
                <a:ea typeface="Open Sans" pitchFamily="2" charset="0"/>
                <a:cs typeface="Open Sans" pitchFamily="2" charset="0"/>
              </a:endParaRPr>
            </a:p>
          </p:txBody>
        </p:sp>
        <p:sp>
          <p:nvSpPr>
            <p:cNvPr id="15" name="Right Arrow 14">
              <a:extLst>
                <a:ext uri="{FF2B5EF4-FFF2-40B4-BE49-F238E27FC236}">
                  <a16:creationId xmlns:a16="http://schemas.microsoft.com/office/drawing/2014/main" id="{3AF36D7B-56DB-811C-8FBF-5B9845FF7777}"/>
                </a:ext>
              </a:extLst>
            </p:cNvPr>
            <p:cNvSpPr/>
            <p:nvPr/>
          </p:nvSpPr>
          <p:spPr>
            <a:xfrm>
              <a:off x="2506898" y="4420976"/>
              <a:ext cx="666561" cy="417190"/>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Open Sans" pitchFamily="2" charset="0"/>
                <a:ea typeface="Open Sans" pitchFamily="2" charset="0"/>
                <a:cs typeface="Open Sans" pitchFamily="2" charset="0"/>
              </a:endParaRPr>
            </a:p>
          </p:txBody>
        </p:sp>
        <p:sp>
          <p:nvSpPr>
            <p:cNvPr id="16" name="Equal 15">
              <a:extLst>
                <a:ext uri="{FF2B5EF4-FFF2-40B4-BE49-F238E27FC236}">
                  <a16:creationId xmlns:a16="http://schemas.microsoft.com/office/drawing/2014/main" id="{2AF414CC-F6CD-2084-1C84-89168117E531}"/>
                </a:ext>
              </a:extLst>
            </p:cNvPr>
            <p:cNvSpPr/>
            <p:nvPr/>
          </p:nvSpPr>
          <p:spPr>
            <a:xfrm>
              <a:off x="8502977" y="3753290"/>
              <a:ext cx="499621" cy="408514"/>
            </a:xfrm>
            <a:prstGeom prst="mathEqual">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latin typeface="Open Sans" pitchFamily="2" charset="0"/>
                <a:ea typeface="Open Sans" pitchFamily="2" charset="0"/>
                <a:cs typeface="Open Sans" pitchFamily="2" charset="0"/>
              </a:endParaRPr>
            </a:p>
          </p:txBody>
        </p:sp>
        <p:sp>
          <p:nvSpPr>
            <p:cNvPr id="17" name="Equal 16">
              <a:extLst>
                <a:ext uri="{FF2B5EF4-FFF2-40B4-BE49-F238E27FC236}">
                  <a16:creationId xmlns:a16="http://schemas.microsoft.com/office/drawing/2014/main" id="{EBC58A6E-F7AB-6F73-DEF0-118996EE88BA}"/>
                </a:ext>
              </a:extLst>
            </p:cNvPr>
            <p:cNvSpPr/>
            <p:nvPr/>
          </p:nvSpPr>
          <p:spPr>
            <a:xfrm>
              <a:off x="8493550" y="5039701"/>
              <a:ext cx="499621" cy="408514"/>
            </a:xfrm>
            <a:prstGeom prst="mathEqual">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latin typeface="Open Sans" pitchFamily="2" charset="0"/>
                <a:ea typeface="Open Sans" pitchFamily="2" charset="0"/>
                <a:cs typeface="Open Sans" pitchFamily="2" charset="0"/>
              </a:endParaRPr>
            </a:p>
          </p:txBody>
        </p:sp>
      </p:grpSp>
      <p:sp>
        <p:nvSpPr>
          <p:cNvPr id="19" name="Speech Bubble: Rectangle with Corners Rounded 7">
            <a:extLst>
              <a:ext uri="{FF2B5EF4-FFF2-40B4-BE49-F238E27FC236}">
                <a16:creationId xmlns:a16="http://schemas.microsoft.com/office/drawing/2014/main" id="{1EDAF009-955F-90C4-06AC-124525076127}"/>
              </a:ext>
            </a:extLst>
          </p:cNvPr>
          <p:cNvSpPr/>
          <p:nvPr/>
        </p:nvSpPr>
        <p:spPr>
          <a:xfrm>
            <a:off x="795429" y="4170844"/>
            <a:ext cx="4173313" cy="1481328"/>
          </a:xfrm>
          <a:prstGeom prst="wedgeRoundRectCallout">
            <a:avLst>
              <a:gd name="adj1" fmla="val -20611"/>
              <a:gd name="adj2" fmla="val 49015"/>
              <a:gd name="adj3" fmla="val 16667"/>
            </a:avLst>
          </a:prstGeom>
          <a:solidFill>
            <a:schemeClr val="accent6">
              <a:lumMod val="20000"/>
              <a:lumOff val="80000"/>
            </a:schemeClr>
          </a:solidFill>
          <a:ln w="28575">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GB" sz="1600" b="1">
                <a:latin typeface="Open Sans" pitchFamily="2" charset="0"/>
                <a:ea typeface="Open Sans" pitchFamily="2" charset="0"/>
                <a:cs typeface="Open Sans" pitchFamily="2" charset="0"/>
              </a:rPr>
              <a:t>In total completed interviews</a:t>
            </a:r>
          </a:p>
          <a:p>
            <a:pPr marL="285750" indent="-285750">
              <a:spcBef>
                <a:spcPts val="600"/>
              </a:spcBef>
              <a:spcAft>
                <a:spcPts val="600"/>
              </a:spcAft>
              <a:buFont typeface="Arial" panose="020B0604020202020204" pitchFamily="34" charset="0"/>
              <a:buChar char="•"/>
            </a:pPr>
            <a:r>
              <a:rPr lang="en-GB" sz="1100" b="1">
                <a:latin typeface="Open Sans" pitchFamily="2" charset="0"/>
                <a:ea typeface="Open Sans" pitchFamily="2" charset="0"/>
                <a:cs typeface="Open Sans" pitchFamily="2" charset="0"/>
              </a:rPr>
              <a:t>136 HH </a:t>
            </a:r>
            <a:r>
              <a:rPr lang="en-GB" sz="1100">
                <a:latin typeface="Open Sans" pitchFamily="2" charset="0"/>
                <a:ea typeface="Open Sans" pitchFamily="2" charset="0"/>
                <a:cs typeface="Open Sans" pitchFamily="2" charset="0"/>
              </a:rPr>
              <a:t>completed only face-to-face modality</a:t>
            </a:r>
            <a:endParaRPr lang="en-GB" sz="1100" b="1">
              <a:latin typeface="Open Sans" pitchFamily="2" charset="0"/>
              <a:ea typeface="Open Sans" pitchFamily="2" charset="0"/>
              <a:cs typeface="Open Sans" pitchFamily="2" charset="0"/>
            </a:endParaRPr>
          </a:p>
          <a:p>
            <a:pPr marL="285750" indent="-285750">
              <a:spcBef>
                <a:spcPts val="600"/>
              </a:spcBef>
              <a:spcAft>
                <a:spcPts val="600"/>
              </a:spcAft>
              <a:buFont typeface="Arial" panose="020B0604020202020204" pitchFamily="34" charset="0"/>
              <a:buChar char="•"/>
            </a:pPr>
            <a:r>
              <a:rPr lang="en-GB" sz="1100" b="1">
                <a:latin typeface="Open Sans" pitchFamily="2" charset="0"/>
                <a:ea typeface="Open Sans" pitchFamily="2" charset="0"/>
                <a:cs typeface="Open Sans" pitchFamily="2" charset="0"/>
              </a:rPr>
              <a:t>86 HH </a:t>
            </a:r>
            <a:r>
              <a:rPr lang="en-GB" sz="1100">
                <a:latin typeface="Open Sans" pitchFamily="2" charset="0"/>
                <a:ea typeface="Open Sans" pitchFamily="2" charset="0"/>
                <a:cs typeface="Open Sans" pitchFamily="2" charset="0"/>
              </a:rPr>
              <a:t>completed only remote modality</a:t>
            </a:r>
          </a:p>
        </p:txBody>
      </p:sp>
      <p:sp>
        <p:nvSpPr>
          <p:cNvPr id="12" name="Title 1">
            <a:extLst>
              <a:ext uri="{FF2B5EF4-FFF2-40B4-BE49-F238E27FC236}">
                <a16:creationId xmlns:a16="http://schemas.microsoft.com/office/drawing/2014/main" id="{99352C4F-04AB-98EA-C7FA-AE2D3BF42182}"/>
              </a:ext>
            </a:extLst>
          </p:cNvPr>
          <p:cNvSpPr txBox="1">
            <a:spLocks/>
          </p:cNvSpPr>
          <p:nvPr/>
        </p:nvSpPr>
        <p:spPr>
          <a:xfrm>
            <a:off x="819112" y="614344"/>
            <a:ext cx="10542124" cy="62554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i="0" kern="1200">
                <a:solidFill>
                  <a:srgbClr val="0070BA"/>
                </a:solidFill>
                <a:latin typeface="Open Sans" charset="0"/>
                <a:ea typeface="Open Sans" charset="0"/>
                <a:cs typeface="Open Sans" charset="0"/>
              </a:defRPr>
            </a:lvl1pPr>
          </a:lstStyle>
          <a:p>
            <a:r>
              <a:rPr lang="en-US" altLang="zh-CN" sz="3200"/>
              <a:t>Final Interviewed HHs</a:t>
            </a:r>
            <a:endParaRPr lang="en-GB" sz="3200"/>
          </a:p>
        </p:txBody>
      </p:sp>
    </p:spTree>
    <p:extLst>
      <p:ext uri="{BB962C8B-B14F-4D97-AF65-F5344CB8AC3E}">
        <p14:creationId xmlns:p14="http://schemas.microsoft.com/office/powerpoint/2010/main" val="1221167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9352C4F-04AB-98EA-C7FA-AE2D3BF42182}"/>
              </a:ext>
            </a:extLst>
          </p:cNvPr>
          <p:cNvSpPr txBox="1">
            <a:spLocks/>
          </p:cNvSpPr>
          <p:nvPr/>
        </p:nvSpPr>
        <p:spPr>
          <a:xfrm>
            <a:off x="819112" y="614344"/>
            <a:ext cx="10542124" cy="62554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i="0" kern="1200">
                <a:solidFill>
                  <a:srgbClr val="0070BA"/>
                </a:solidFill>
                <a:latin typeface="Open Sans" charset="0"/>
                <a:ea typeface="Open Sans" charset="0"/>
                <a:cs typeface="Open Sans" charset="0"/>
              </a:defRPr>
            </a:lvl1pPr>
          </a:lstStyle>
          <a:p>
            <a:r>
              <a:rPr lang="en-US" altLang="zh-CN" sz="3200"/>
              <a:t>Final Interviewed HHs</a:t>
            </a:r>
            <a:endParaRPr lang="en-GB" sz="3200"/>
          </a:p>
        </p:txBody>
      </p:sp>
      <p:grpSp>
        <p:nvGrpSpPr>
          <p:cNvPr id="47" name="Group 46">
            <a:extLst>
              <a:ext uri="{FF2B5EF4-FFF2-40B4-BE49-F238E27FC236}">
                <a16:creationId xmlns:a16="http://schemas.microsoft.com/office/drawing/2014/main" id="{3F33F585-B878-C88B-9B68-DA639242F16B}"/>
              </a:ext>
            </a:extLst>
          </p:cNvPr>
          <p:cNvGrpSpPr/>
          <p:nvPr/>
        </p:nvGrpSpPr>
        <p:grpSpPr>
          <a:xfrm>
            <a:off x="194337" y="1163218"/>
            <a:ext cx="10996178" cy="3238338"/>
            <a:chOff x="194337" y="1850942"/>
            <a:chExt cx="9081862" cy="2314712"/>
          </a:xfrm>
        </p:grpSpPr>
        <p:grpSp>
          <p:nvGrpSpPr>
            <p:cNvPr id="31" name="Group 30">
              <a:extLst>
                <a:ext uri="{FF2B5EF4-FFF2-40B4-BE49-F238E27FC236}">
                  <a16:creationId xmlns:a16="http://schemas.microsoft.com/office/drawing/2014/main" id="{071EBE12-A6E2-C6F6-C71B-A70358BB49E1}"/>
                </a:ext>
              </a:extLst>
            </p:cNvPr>
            <p:cNvGrpSpPr/>
            <p:nvPr/>
          </p:nvGrpSpPr>
          <p:grpSpPr>
            <a:xfrm>
              <a:off x="194337" y="2031056"/>
              <a:ext cx="4932833" cy="1677027"/>
              <a:chOff x="273153" y="2613915"/>
              <a:chExt cx="4922957" cy="1677027"/>
            </a:xfrm>
          </p:grpSpPr>
          <p:sp>
            <p:nvSpPr>
              <p:cNvPr id="2" name="Speech Bubble: Rectangle with Corners Rounded 7">
                <a:extLst>
                  <a:ext uri="{FF2B5EF4-FFF2-40B4-BE49-F238E27FC236}">
                    <a16:creationId xmlns:a16="http://schemas.microsoft.com/office/drawing/2014/main" id="{4BD550DD-AB5C-72B3-0E0E-5502B3CE021E}"/>
                  </a:ext>
                </a:extLst>
              </p:cNvPr>
              <p:cNvSpPr/>
              <p:nvPr/>
            </p:nvSpPr>
            <p:spPr>
              <a:xfrm>
                <a:off x="273153" y="2613915"/>
                <a:ext cx="1871261" cy="1677027"/>
              </a:xfrm>
              <a:prstGeom prst="wedgeRoundRectCallout">
                <a:avLst>
                  <a:gd name="adj1" fmla="val -20611"/>
                  <a:gd name="adj2" fmla="val 49015"/>
                  <a:gd name="adj3" fmla="val 16667"/>
                </a:avLst>
              </a:prstGeom>
              <a:solidFill>
                <a:schemeClr val="bg1">
                  <a:lumMod val="20000"/>
                  <a:lumOff val="80000"/>
                </a:schemeClr>
              </a:solidFill>
              <a:ln w="28575">
                <a:solidFill>
                  <a:schemeClr val="tx1"/>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GB" sz="1600" b="1">
                    <a:latin typeface="Open Sans" pitchFamily="2" charset="0"/>
                    <a:ea typeface="Open Sans" pitchFamily="2" charset="0"/>
                    <a:cs typeface="Open Sans" pitchFamily="2" charset="0"/>
                  </a:rPr>
                  <a:t>Unique HH interviews</a:t>
                </a:r>
              </a:p>
              <a:p>
                <a:pPr algn="ctr"/>
                <a:r>
                  <a:rPr lang="en-GB" sz="1600" b="1">
                    <a:latin typeface="Open Sans" pitchFamily="2" charset="0"/>
                    <a:ea typeface="Open Sans" pitchFamily="2" charset="0"/>
                    <a:cs typeface="Open Sans" pitchFamily="2" charset="0"/>
                  </a:rPr>
                  <a:t>676 HH</a:t>
                </a:r>
              </a:p>
            </p:txBody>
          </p:sp>
          <p:sp>
            <p:nvSpPr>
              <p:cNvPr id="8" name="Speech Bubble: Rectangle with Corners Rounded 7">
                <a:extLst>
                  <a:ext uri="{FF2B5EF4-FFF2-40B4-BE49-F238E27FC236}">
                    <a16:creationId xmlns:a16="http://schemas.microsoft.com/office/drawing/2014/main" id="{9DF347FB-234F-257F-DD27-73CCE6B83A61}"/>
                  </a:ext>
                </a:extLst>
              </p:cNvPr>
              <p:cNvSpPr/>
              <p:nvPr/>
            </p:nvSpPr>
            <p:spPr>
              <a:xfrm>
                <a:off x="3192130" y="3032376"/>
                <a:ext cx="2003980" cy="936170"/>
              </a:xfrm>
              <a:prstGeom prst="wedgeRoundRectCallout">
                <a:avLst>
                  <a:gd name="adj1" fmla="val -20611"/>
                  <a:gd name="adj2" fmla="val 49015"/>
                  <a:gd name="adj3" fmla="val 16667"/>
                </a:avLst>
              </a:prstGeom>
              <a:solidFill>
                <a:schemeClr val="bg1">
                  <a:lumMod val="20000"/>
                  <a:lumOff val="80000"/>
                </a:schemeClr>
              </a:solidFill>
              <a:ln w="28575">
                <a:solidFill>
                  <a:schemeClr val="tx1"/>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GB" sz="1600" b="1">
                    <a:latin typeface="Open Sans" pitchFamily="2" charset="0"/>
                    <a:ea typeface="Open Sans" pitchFamily="2" charset="0"/>
                    <a:cs typeface="Open Sans" pitchFamily="2" charset="0"/>
                  </a:rPr>
                  <a:t>Completed Both Modalities</a:t>
                </a:r>
              </a:p>
              <a:p>
                <a:pPr algn="ctr"/>
                <a:r>
                  <a:rPr lang="en-GB" sz="1600" b="1">
                    <a:latin typeface="Open Sans" pitchFamily="2" charset="0"/>
                    <a:ea typeface="Open Sans" pitchFamily="2" charset="0"/>
                    <a:cs typeface="Open Sans" pitchFamily="2" charset="0"/>
                  </a:rPr>
                  <a:t>454 HH</a:t>
                </a:r>
              </a:p>
            </p:txBody>
          </p:sp>
          <p:sp>
            <p:nvSpPr>
              <p:cNvPr id="15" name="Right Arrow 14">
                <a:extLst>
                  <a:ext uri="{FF2B5EF4-FFF2-40B4-BE49-F238E27FC236}">
                    <a16:creationId xmlns:a16="http://schemas.microsoft.com/office/drawing/2014/main" id="{3AF36D7B-56DB-811C-8FBF-5B9845FF7777}"/>
                  </a:ext>
                </a:extLst>
              </p:cNvPr>
              <p:cNvSpPr/>
              <p:nvPr/>
            </p:nvSpPr>
            <p:spPr>
              <a:xfrm>
                <a:off x="2144414" y="3275409"/>
                <a:ext cx="1047716" cy="450105"/>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Open Sans" pitchFamily="2" charset="0"/>
                  <a:ea typeface="Open Sans" pitchFamily="2" charset="0"/>
                  <a:cs typeface="Open Sans" pitchFamily="2" charset="0"/>
                </a:endParaRPr>
              </a:p>
            </p:txBody>
          </p:sp>
        </p:grpSp>
        <p:grpSp>
          <p:nvGrpSpPr>
            <p:cNvPr id="32" name="Group 31">
              <a:extLst>
                <a:ext uri="{FF2B5EF4-FFF2-40B4-BE49-F238E27FC236}">
                  <a16:creationId xmlns:a16="http://schemas.microsoft.com/office/drawing/2014/main" id="{5A4F4A61-142E-7ADE-E33D-846E801565DD}"/>
                </a:ext>
              </a:extLst>
            </p:cNvPr>
            <p:cNvGrpSpPr/>
            <p:nvPr/>
          </p:nvGrpSpPr>
          <p:grpSpPr>
            <a:xfrm>
              <a:off x="5675962" y="1850942"/>
              <a:ext cx="3600237" cy="2314712"/>
              <a:chOff x="6262147" y="2170821"/>
              <a:chExt cx="3857567" cy="3032296"/>
            </a:xfrm>
          </p:grpSpPr>
          <p:sp>
            <p:nvSpPr>
              <p:cNvPr id="7" name="Speech Bubble: Rectangle with Corners Rounded 5">
                <a:extLst>
                  <a:ext uri="{FF2B5EF4-FFF2-40B4-BE49-F238E27FC236}">
                    <a16:creationId xmlns:a16="http://schemas.microsoft.com/office/drawing/2014/main" id="{9BA608D8-4BA2-588D-2493-A8F4EEF86A38}"/>
                  </a:ext>
                </a:extLst>
              </p:cNvPr>
              <p:cNvSpPr/>
              <p:nvPr/>
            </p:nvSpPr>
            <p:spPr>
              <a:xfrm>
                <a:off x="6262147" y="2225545"/>
                <a:ext cx="1445004" cy="1064898"/>
              </a:xfrm>
              <a:prstGeom prst="wedgeRoundRectCallout">
                <a:avLst>
                  <a:gd name="adj1" fmla="val -20611"/>
                  <a:gd name="adj2" fmla="val 49015"/>
                  <a:gd name="adj3" fmla="val 16667"/>
                </a:avLst>
              </a:pr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600" b="1">
                    <a:effectLst/>
                    <a:latin typeface="Open Sans" pitchFamily="2" charset="0"/>
                    <a:ea typeface="Open Sans" pitchFamily="2" charset="0"/>
                    <a:cs typeface="Open Sans" pitchFamily="2" charset="0"/>
                  </a:rPr>
                  <a:t>F2F 1</a:t>
                </a:r>
                <a:r>
                  <a:rPr lang="en-US" sz="1600" b="1" baseline="30000">
                    <a:effectLst/>
                    <a:latin typeface="Open Sans" pitchFamily="2" charset="0"/>
                    <a:ea typeface="Open Sans" pitchFamily="2" charset="0"/>
                    <a:cs typeface="Open Sans" pitchFamily="2" charset="0"/>
                  </a:rPr>
                  <a:t>st</a:t>
                </a:r>
                <a:endParaRPr lang="en-US" sz="1600" b="1">
                  <a:effectLst/>
                  <a:latin typeface="Open Sans" pitchFamily="2" charset="0"/>
                  <a:ea typeface="Open Sans" pitchFamily="2" charset="0"/>
                  <a:cs typeface="Open Sans" pitchFamily="2" charset="0"/>
                </a:endParaRPr>
              </a:p>
              <a:p>
                <a:pPr algn="ctr"/>
                <a:r>
                  <a:rPr lang="en-US" sz="1600" b="1">
                    <a:latin typeface="Open Sans" pitchFamily="2" charset="0"/>
                    <a:ea typeface="Open Sans" pitchFamily="2" charset="0"/>
                    <a:cs typeface="Open Sans" pitchFamily="2" charset="0"/>
                  </a:rPr>
                  <a:t>233 HH</a:t>
                </a:r>
                <a:endParaRPr lang="en-US" sz="1600" b="1">
                  <a:effectLst/>
                  <a:latin typeface="Open Sans" pitchFamily="2" charset="0"/>
                  <a:ea typeface="Open Sans" pitchFamily="2" charset="0"/>
                  <a:cs typeface="Open Sans" pitchFamily="2" charset="0"/>
                </a:endParaRPr>
              </a:p>
            </p:txBody>
          </p:sp>
          <p:sp>
            <p:nvSpPr>
              <p:cNvPr id="5" name="Speech Bubble: Rectangle with Corners Rounded 4">
                <a:extLst>
                  <a:ext uri="{FF2B5EF4-FFF2-40B4-BE49-F238E27FC236}">
                    <a16:creationId xmlns:a16="http://schemas.microsoft.com/office/drawing/2014/main" id="{F671DC31-0157-4418-5B5E-EFAD2B14A3C0}"/>
                  </a:ext>
                </a:extLst>
              </p:cNvPr>
              <p:cNvSpPr/>
              <p:nvPr/>
            </p:nvSpPr>
            <p:spPr>
              <a:xfrm>
                <a:off x="6262148" y="4138219"/>
                <a:ext cx="1445003" cy="1064898"/>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600" b="1">
                    <a:effectLst/>
                    <a:latin typeface="Open Sans" pitchFamily="2" charset="0"/>
                    <a:ea typeface="Open Sans" pitchFamily="2" charset="0"/>
                    <a:cs typeface="Open Sans" pitchFamily="2" charset="0"/>
                  </a:rPr>
                  <a:t>Remote 1</a:t>
                </a:r>
                <a:r>
                  <a:rPr lang="en-US" sz="1600" b="1" baseline="30000">
                    <a:effectLst/>
                    <a:latin typeface="Open Sans" pitchFamily="2" charset="0"/>
                    <a:ea typeface="Open Sans" pitchFamily="2" charset="0"/>
                    <a:cs typeface="Open Sans" pitchFamily="2" charset="0"/>
                  </a:rPr>
                  <a:t>st</a:t>
                </a:r>
                <a:endParaRPr lang="en-US" sz="1600" b="1">
                  <a:effectLst/>
                  <a:latin typeface="Open Sans" pitchFamily="2" charset="0"/>
                  <a:ea typeface="Open Sans" pitchFamily="2" charset="0"/>
                  <a:cs typeface="Open Sans" pitchFamily="2" charset="0"/>
                </a:endParaRPr>
              </a:p>
              <a:p>
                <a:pPr algn="ctr"/>
                <a:r>
                  <a:rPr lang="en-GB" sz="1600" b="1">
                    <a:effectLst/>
                    <a:latin typeface="Open Sans" pitchFamily="2" charset="0"/>
                    <a:ea typeface="Open Sans" pitchFamily="2" charset="0"/>
                    <a:cs typeface="Open Sans" pitchFamily="2" charset="0"/>
                  </a:rPr>
                  <a:t>221</a:t>
                </a:r>
              </a:p>
            </p:txBody>
          </p:sp>
          <p:sp>
            <p:nvSpPr>
              <p:cNvPr id="21" name="Speech Bubble: Rectangle with Corners Rounded 5">
                <a:extLst>
                  <a:ext uri="{FF2B5EF4-FFF2-40B4-BE49-F238E27FC236}">
                    <a16:creationId xmlns:a16="http://schemas.microsoft.com/office/drawing/2014/main" id="{114640A0-BB84-0ABB-7F98-75EFDF1F27D0}"/>
                  </a:ext>
                </a:extLst>
              </p:cNvPr>
              <p:cNvSpPr/>
              <p:nvPr/>
            </p:nvSpPr>
            <p:spPr>
              <a:xfrm>
                <a:off x="8524903" y="4138219"/>
                <a:ext cx="1594811" cy="1064898"/>
              </a:xfrm>
              <a:prstGeom prst="wedgeRoundRectCallout">
                <a:avLst>
                  <a:gd name="adj1" fmla="val -20611"/>
                  <a:gd name="adj2" fmla="val 49015"/>
                  <a:gd name="adj3" fmla="val 16667"/>
                </a:avLst>
              </a:pr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600" b="1">
                    <a:effectLst/>
                    <a:latin typeface="Open Sans" pitchFamily="2" charset="0"/>
                    <a:ea typeface="Open Sans" pitchFamily="2" charset="0"/>
                    <a:cs typeface="Open Sans" pitchFamily="2" charset="0"/>
                  </a:rPr>
                  <a:t>Follow up</a:t>
                </a:r>
              </a:p>
              <a:p>
                <a:pPr algn="ctr"/>
                <a:r>
                  <a:rPr lang="en-US" sz="1600" b="1">
                    <a:latin typeface="Open Sans" pitchFamily="2" charset="0"/>
                    <a:ea typeface="Open Sans" pitchFamily="2" charset="0"/>
                    <a:cs typeface="Open Sans" pitchFamily="2" charset="0"/>
                  </a:rPr>
                  <a:t>221</a:t>
                </a:r>
                <a:endParaRPr lang="en-US" sz="1600" b="1">
                  <a:effectLst/>
                  <a:latin typeface="Open Sans" pitchFamily="2" charset="0"/>
                  <a:ea typeface="Open Sans" pitchFamily="2" charset="0"/>
                  <a:cs typeface="Open Sans" pitchFamily="2" charset="0"/>
                </a:endParaRPr>
              </a:p>
            </p:txBody>
          </p:sp>
          <p:sp>
            <p:nvSpPr>
              <p:cNvPr id="23" name="Speech Bubble: Rectangle with Corners Rounded 22">
                <a:extLst>
                  <a:ext uri="{FF2B5EF4-FFF2-40B4-BE49-F238E27FC236}">
                    <a16:creationId xmlns:a16="http://schemas.microsoft.com/office/drawing/2014/main" id="{E82D1DF9-FAA7-A9C8-FE45-459F2C53B2B9}"/>
                  </a:ext>
                </a:extLst>
              </p:cNvPr>
              <p:cNvSpPr/>
              <p:nvPr/>
            </p:nvSpPr>
            <p:spPr>
              <a:xfrm>
                <a:off x="8524903" y="2170821"/>
                <a:ext cx="1560655" cy="1064898"/>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600" b="1">
                    <a:latin typeface="Open Sans" pitchFamily="2" charset="0"/>
                    <a:ea typeface="Open Sans" pitchFamily="2" charset="0"/>
                    <a:cs typeface="Open Sans" pitchFamily="2" charset="0"/>
                  </a:rPr>
                  <a:t>Follow-Up</a:t>
                </a:r>
                <a:endParaRPr lang="en-US" sz="1600" b="1">
                  <a:effectLst/>
                  <a:latin typeface="Open Sans" pitchFamily="2" charset="0"/>
                  <a:ea typeface="Open Sans" pitchFamily="2" charset="0"/>
                  <a:cs typeface="Open Sans" pitchFamily="2" charset="0"/>
                </a:endParaRPr>
              </a:p>
              <a:p>
                <a:pPr algn="ctr"/>
                <a:r>
                  <a:rPr lang="en-GB" sz="1600" b="1">
                    <a:effectLst/>
                    <a:latin typeface="Open Sans" pitchFamily="2" charset="0"/>
                    <a:ea typeface="Open Sans" pitchFamily="2" charset="0"/>
                    <a:cs typeface="Open Sans" pitchFamily="2" charset="0"/>
                  </a:rPr>
                  <a:t>233</a:t>
                </a:r>
              </a:p>
            </p:txBody>
          </p:sp>
          <p:sp>
            <p:nvSpPr>
              <p:cNvPr id="29" name="Right Arrow 14">
                <a:extLst>
                  <a:ext uri="{FF2B5EF4-FFF2-40B4-BE49-F238E27FC236}">
                    <a16:creationId xmlns:a16="http://schemas.microsoft.com/office/drawing/2014/main" id="{E9337006-9823-7249-1188-4352B64FD667}"/>
                  </a:ext>
                </a:extLst>
              </p:cNvPr>
              <p:cNvSpPr/>
              <p:nvPr/>
            </p:nvSpPr>
            <p:spPr>
              <a:xfrm>
                <a:off x="7707150" y="2521694"/>
                <a:ext cx="817753" cy="347875"/>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Open Sans" pitchFamily="2" charset="0"/>
                  <a:ea typeface="Open Sans" pitchFamily="2" charset="0"/>
                  <a:cs typeface="Open Sans" pitchFamily="2" charset="0"/>
                </a:endParaRPr>
              </a:p>
            </p:txBody>
          </p:sp>
          <p:sp>
            <p:nvSpPr>
              <p:cNvPr id="30" name="Right Arrow 14">
                <a:extLst>
                  <a:ext uri="{FF2B5EF4-FFF2-40B4-BE49-F238E27FC236}">
                    <a16:creationId xmlns:a16="http://schemas.microsoft.com/office/drawing/2014/main" id="{998BC983-D63E-CD9E-F4DE-B68137FC6685}"/>
                  </a:ext>
                </a:extLst>
              </p:cNvPr>
              <p:cNvSpPr/>
              <p:nvPr/>
            </p:nvSpPr>
            <p:spPr>
              <a:xfrm>
                <a:off x="7707150" y="4440271"/>
                <a:ext cx="817753" cy="347874"/>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Open Sans" pitchFamily="2" charset="0"/>
                  <a:ea typeface="Open Sans" pitchFamily="2" charset="0"/>
                  <a:cs typeface="Open Sans" pitchFamily="2" charset="0"/>
                </a:endParaRPr>
              </a:p>
            </p:txBody>
          </p:sp>
        </p:grpSp>
        <p:sp>
          <p:nvSpPr>
            <p:cNvPr id="43" name="Arrow: Left-Right-Up 42">
              <a:extLst>
                <a:ext uri="{FF2B5EF4-FFF2-40B4-BE49-F238E27FC236}">
                  <a16:creationId xmlns:a16="http://schemas.microsoft.com/office/drawing/2014/main" id="{7365DC8A-D6DB-0820-4DCE-F0E34311E3FA}"/>
                </a:ext>
              </a:extLst>
            </p:cNvPr>
            <p:cNvSpPr/>
            <p:nvPr/>
          </p:nvSpPr>
          <p:spPr>
            <a:xfrm rot="16200000">
              <a:off x="5505618" y="2333993"/>
              <a:ext cx="631498" cy="1348610"/>
            </a:xfrm>
            <a:prstGeom prst="leftRightUpArrow">
              <a:avLst>
                <a:gd name="adj1" fmla="val 21051"/>
                <a:gd name="adj2" fmla="val 26348"/>
                <a:gd name="adj3" fmla="val 25423"/>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latin typeface="Open Sans" pitchFamily="2" charset="0"/>
                <a:ea typeface="Open Sans" pitchFamily="2" charset="0"/>
                <a:cs typeface="Open Sans" pitchFamily="2" charset="0"/>
              </a:endParaRPr>
            </a:p>
          </p:txBody>
        </p:sp>
      </p:grpSp>
      <p:grpSp>
        <p:nvGrpSpPr>
          <p:cNvPr id="46" name="Group 45">
            <a:extLst>
              <a:ext uri="{FF2B5EF4-FFF2-40B4-BE49-F238E27FC236}">
                <a16:creationId xmlns:a16="http://schemas.microsoft.com/office/drawing/2014/main" id="{840F2A57-E6FB-D27A-059A-52869400D04C}"/>
              </a:ext>
            </a:extLst>
          </p:cNvPr>
          <p:cNvGrpSpPr/>
          <p:nvPr/>
        </p:nvGrpSpPr>
        <p:grpSpPr>
          <a:xfrm>
            <a:off x="194337" y="4478227"/>
            <a:ext cx="2924833" cy="1765429"/>
            <a:chOff x="235034" y="4110934"/>
            <a:chExt cx="2924833" cy="1765429"/>
          </a:xfrm>
        </p:grpSpPr>
        <p:grpSp>
          <p:nvGrpSpPr>
            <p:cNvPr id="44" name="Group 43">
              <a:extLst>
                <a:ext uri="{FF2B5EF4-FFF2-40B4-BE49-F238E27FC236}">
                  <a16:creationId xmlns:a16="http://schemas.microsoft.com/office/drawing/2014/main" id="{7F0D5F86-6627-80E1-DC63-F1EAC3523156}"/>
                </a:ext>
              </a:extLst>
            </p:cNvPr>
            <p:cNvGrpSpPr/>
            <p:nvPr/>
          </p:nvGrpSpPr>
          <p:grpSpPr>
            <a:xfrm>
              <a:off x="235034" y="4110934"/>
              <a:ext cx="2924833" cy="1765429"/>
              <a:chOff x="194337" y="4026291"/>
              <a:chExt cx="2924833" cy="1765429"/>
            </a:xfrm>
          </p:grpSpPr>
          <p:sp>
            <p:nvSpPr>
              <p:cNvPr id="33" name="Speech Bubble: Rectangle with Corners Rounded 5">
                <a:extLst>
                  <a:ext uri="{FF2B5EF4-FFF2-40B4-BE49-F238E27FC236}">
                    <a16:creationId xmlns:a16="http://schemas.microsoft.com/office/drawing/2014/main" id="{BA135178-7002-B0C0-4829-574D7AE9BBDB}"/>
                  </a:ext>
                </a:extLst>
              </p:cNvPr>
              <p:cNvSpPr/>
              <p:nvPr/>
            </p:nvSpPr>
            <p:spPr>
              <a:xfrm>
                <a:off x="194337" y="4026291"/>
                <a:ext cx="2924833" cy="550009"/>
              </a:xfrm>
              <a:prstGeom prst="wedgeRoundRectCallout">
                <a:avLst>
                  <a:gd name="adj1" fmla="val -20611"/>
                  <a:gd name="adj2" fmla="val 49015"/>
                  <a:gd name="adj3" fmla="val 16667"/>
                </a:avLst>
              </a:pr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1600" b="1">
                    <a:effectLst/>
                    <a:latin typeface="Open Sans" pitchFamily="2" charset="0"/>
                    <a:ea typeface="Open Sans" pitchFamily="2" charset="0"/>
                    <a:cs typeface="Open Sans" pitchFamily="2" charset="0"/>
                  </a:rPr>
                  <a:t>F2F Interviews              </a:t>
                </a:r>
                <a:r>
                  <a:rPr lang="en-US" sz="1600" b="1">
                    <a:latin typeface="Open Sans" pitchFamily="2" charset="0"/>
                    <a:ea typeface="Open Sans" pitchFamily="2" charset="0"/>
                    <a:cs typeface="Open Sans" pitchFamily="2" charset="0"/>
                  </a:rPr>
                  <a:t>590</a:t>
                </a:r>
                <a:endParaRPr lang="en-US" sz="1600" b="1">
                  <a:effectLst/>
                  <a:latin typeface="Open Sans" pitchFamily="2" charset="0"/>
                  <a:ea typeface="Open Sans" pitchFamily="2" charset="0"/>
                  <a:cs typeface="Open Sans" pitchFamily="2" charset="0"/>
                </a:endParaRPr>
              </a:p>
            </p:txBody>
          </p:sp>
          <p:sp>
            <p:nvSpPr>
              <p:cNvPr id="34" name="Speech Bubble: Rectangle with Corners Rounded 33">
                <a:extLst>
                  <a:ext uri="{FF2B5EF4-FFF2-40B4-BE49-F238E27FC236}">
                    <a16:creationId xmlns:a16="http://schemas.microsoft.com/office/drawing/2014/main" id="{6779CA2D-91A0-929E-87A3-D6A158B01867}"/>
                  </a:ext>
                </a:extLst>
              </p:cNvPr>
              <p:cNvSpPr/>
              <p:nvPr/>
            </p:nvSpPr>
            <p:spPr>
              <a:xfrm>
                <a:off x="194337" y="5241711"/>
                <a:ext cx="2924833" cy="550009"/>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1600" b="1">
                    <a:effectLst/>
                    <a:latin typeface="Open Sans" pitchFamily="2" charset="0"/>
                    <a:ea typeface="Open Sans" pitchFamily="2" charset="0"/>
                    <a:cs typeface="Open Sans" pitchFamily="2" charset="0"/>
                  </a:rPr>
                  <a:t>Rem. Interviews           540</a:t>
                </a:r>
              </a:p>
            </p:txBody>
          </p:sp>
          <p:sp>
            <p:nvSpPr>
              <p:cNvPr id="36" name="Plus 12">
                <a:extLst>
                  <a:ext uri="{FF2B5EF4-FFF2-40B4-BE49-F238E27FC236}">
                    <a16:creationId xmlns:a16="http://schemas.microsoft.com/office/drawing/2014/main" id="{219DB5CC-B3DE-5C3D-DAA5-14BE5B6EA3BF}"/>
                  </a:ext>
                </a:extLst>
              </p:cNvPr>
              <p:cNvSpPr/>
              <p:nvPr/>
            </p:nvSpPr>
            <p:spPr>
              <a:xfrm>
                <a:off x="1454076" y="4679851"/>
                <a:ext cx="405353" cy="408514"/>
              </a:xfrm>
              <a:prstGeom prst="mathPlus">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Open Sans" pitchFamily="2" charset="0"/>
                  <a:ea typeface="Open Sans" pitchFamily="2" charset="0"/>
                  <a:cs typeface="Open Sans" pitchFamily="2" charset="0"/>
                </a:endParaRPr>
              </a:p>
            </p:txBody>
          </p:sp>
        </p:grpSp>
        <p:sp>
          <p:nvSpPr>
            <p:cNvPr id="37" name="Equal 16">
              <a:extLst>
                <a:ext uri="{FF2B5EF4-FFF2-40B4-BE49-F238E27FC236}">
                  <a16:creationId xmlns:a16="http://schemas.microsoft.com/office/drawing/2014/main" id="{6D9DEAB7-9B51-C0FE-36F2-EE89DF0A7023}"/>
                </a:ext>
              </a:extLst>
            </p:cNvPr>
            <p:cNvSpPr/>
            <p:nvPr/>
          </p:nvSpPr>
          <p:spPr>
            <a:xfrm>
              <a:off x="1949567" y="4264279"/>
              <a:ext cx="420203" cy="243318"/>
            </a:xfrm>
            <a:prstGeom prst="mathEqual">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latin typeface="Open Sans" pitchFamily="2" charset="0"/>
                <a:ea typeface="Open Sans" pitchFamily="2" charset="0"/>
                <a:cs typeface="Open Sans" pitchFamily="2" charset="0"/>
              </a:endParaRPr>
            </a:p>
          </p:txBody>
        </p:sp>
        <p:sp>
          <p:nvSpPr>
            <p:cNvPr id="45" name="Equal 16">
              <a:extLst>
                <a:ext uri="{FF2B5EF4-FFF2-40B4-BE49-F238E27FC236}">
                  <a16:creationId xmlns:a16="http://schemas.microsoft.com/office/drawing/2014/main" id="{593AAE8C-EEC4-08C2-B41C-9F169B30B1FB}"/>
                </a:ext>
              </a:extLst>
            </p:cNvPr>
            <p:cNvSpPr/>
            <p:nvPr/>
          </p:nvSpPr>
          <p:spPr>
            <a:xfrm>
              <a:off x="2011310" y="5479699"/>
              <a:ext cx="420203" cy="243318"/>
            </a:xfrm>
            <a:prstGeom prst="mathEqual">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latin typeface="Open Sans" pitchFamily="2" charset="0"/>
                <a:ea typeface="Open Sans" pitchFamily="2" charset="0"/>
                <a:cs typeface="Open Sans" pitchFamily="2" charset="0"/>
              </a:endParaRPr>
            </a:p>
          </p:txBody>
        </p:sp>
      </p:grpSp>
      <p:sp>
        <p:nvSpPr>
          <p:cNvPr id="48" name="Speech Bubble: Rectangle with Corners Rounded 7">
            <a:extLst>
              <a:ext uri="{FF2B5EF4-FFF2-40B4-BE49-F238E27FC236}">
                <a16:creationId xmlns:a16="http://schemas.microsoft.com/office/drawing/2014/main" id="{2734B2DB-FE37-7540-BD8B-4BED8C4728B5}"/>
              </a:ext>
            </a:extLst>
          </p:cNvPr>
          <p:cNvSpPr/>
          <p:nvPr/>
        </p:nvSpPr>
        <p:spPr>
          <a:xfrm>
            <a:off x="4645153" y="4591508"/>
            <a:ext cx="6496686" cy="1834453"/>
          </a:xfrm>
          <a:prstGeom prst="wedgeRoundRectCallout">
            <a:avLst>
              <a:gd name="adj1" fmla="val -20611"/>
              <a:gd name="adj2" fmla="val 49015"/>
              <a:gd name="adj3" fmla="val 16667"/>
            </a:avLst>
          </a:prstGeom>
          <a:solidFill>
            <a:schemeClr val="accent6">
              <a:lumMod val="20000"/>
              <a:lumOff val="80000"/>
            </a:schemeClr>
          </a:solidFill>
          <a:ln w="28575">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GB" sz="1600" b="1">
                <a:latin typeface="Open Sans" pitchFamily="2" charset="0"/>
                <a:ea typeface="Open Sans" pitchFamily="2" charset="0"/>
                <a:cs typeface="Open Sans" pitchFamily="2" charset="0"/>
              </a:rPr>
              <a:t>Interview numbers</a:t>
            </a:r>
          </a:p>
          <a:p>
            <a:pPr marL="285750" indent="-285750">
              <a:spcBef>
                <a:spcPts val="600"/>
              </a:spcBef>
              <a:spcAft>
                <a:spcPts val="600"/>
              </a:spcAft>
              <a:buFont typeface="Arial" panose="020B0604020202020204" pitchFamily="34" charset="0"/>
              <a:buChar char="•"/>
            </a:pPr>
            <a:r>
              <a:rPr lang="en-GB" sz="1100">
                <a:latin typeface="Open Sans" pitchFamily="2" charset="0"/>
                <a:ea typeface="Open Sans" pitchFamily="2" charset="0"/>
                <a:cs typeface="Open Sans" pitchFamily="2" charset="0"/>
              </a:rPr>
              <a:t>All households did not complete both modalities</a:t>
            </a:r>
          </a:p>
          <a:p>
            <a:pPr marL="285750" indent="-285750">
              <a:spcBef>
                <a:spcPts val="600"/>
              </a:spcBef>
              <a:spcAft>
                <a:spcPts val="600"/>
              </a:spcAft>
              <a:buFont typeface="Arial" panose="020B0604020202020204" pitchFamily="34" charset="0"/>
              <a:buChar char="•"/>
            </a:pPr>
            <a:r>
              <a:rPr lang="en-GB" sz="1100" b="1">
                <a:latin typeface="Open Sans" pitchFamily="2" charset="0"/>
                <a:ea typeface="Open Sans" pitchFamily="2" charset="0"/>
                <a:cs typeface="Open Sans" pitchFamily="2" charset="0"/>
              </a:rPr>
              <a:t>136 F2F “households” </a:t>
            </a:r>
            <a:r>
              <a:rPr lang="en-GB" sz="1100">
                <a:latin typeface="Open Sans" pitchFamily="2" charset="0"/>
                <a:ea typeface="Open Sans" pitchFamily="2" charset="0"/>
                <a:cs typeface="Open Sans" pitchFamily="2" charset="0"/>
              </a:rPr>
              <a:t>were not successfully interviewed for the remote modality</a:t>
            </a:r>
          </a:p>
          <a:p>
            <a:pPr marL="285750" indent="-285750">
              <a:spcBef>
                <a:spcPts val="600"/>
              </a:spcBef>
              <a:spcAft>
                <a:spcPts val="600"/>
              </a:spcAft>
              <a:buFont typeface="Arial" panose="020B0604020202020204" pitchFamily="34" charset="0"/>
              <a:buChar char="•"/>
            </a:pPr>
            <a:r>
              <a:rPr lang="en-GB" sz="1100" b="1">
                <a:latin typeface="Open Sans" pitchFamily="2" charset="0"/>
                <a:ea typeface="Open Sans" pitchFamily="2" charset="0"/>
                <a:cs typeface="Open Sans" pitchFamily="2" charset="0"/>
              </a:rPr>
              <a:t>86 Remote “households” </a:t>
            </a:r>
            <a:r>
              <a:rPr lang="en-GB" sz="1100">
                <a:latin typeface="Open Sans" pitchFamily="2" charset="0"/>
                <a:ea typeface="Open Sans" pitchFamily="2" charset="0"/>
                <a:cs typeface="Open Sans" pitchFamily="2" charset="0"/>
              </a:rPr>
              <a:t>were not successfully interviewed for the F2F modality</a:t>
            </a:r>
          </a:p>
          <a:p>
            <a:pPr marL="285750" indent="-285750">
              <a:spcBef>
                <a:spcPts val="600"/>
              </a:spcBef>
              <a:spcAft>
                <a:spcPts val="600"/>
              </a:spcAft>
              <a:buFont typeface="Arial" panose="020B0604020202020204" pitchFamily="34" charset="0"/>
              <a:buChar char="•"/>
            </a:pPr>
            <a:r>
              <a:rPr lang="en-GB" sz="1100" b="1">
                <a:latin typeface="Open Sans" pitchFamily="2" charset="0"/>
                <a:ea typeface="Open Sans" pitchFamily="2" charset="0"/>
                <a:cs typeface="Open Sans" pitchFamily="2" charset="0"/>
              </a:rPr>
              <a:t>454 “Households” </a:t>
            </a:r>
            <a:r>
              <a:rPr lang="en-GB" sz="1100" b="1">
                <a:solidFill>
                  <a:srgbClr val="007CC5"/>
                </a:solidFill>
                <a:latin typeface="Open Sans" pitchFamily="2" charset="0"/>
                <a:ea typeface="Open Sans" pitchFamily="2" charset="0"/>
                <a:cs typeface="Open Sans" pitchFamily="2" charset="0"/>
              </a:rPr>
              <a:t>(not SAME respondents) </a:t>
            </a:r>
            <a:r>
              <a:rPr lang="en-GB" sz="1100">
                <a:latin typeface="Open Sans" pitchFamily="2" charset="0"/>
                <a:ea typeface="Open Sans" pitchFamily="2" charset="0"/>
                <a:cs typeface="Open Sans" pitchFamily="2" charset="0"/>
              </a:rPr>
              <a:t>had completed both modalities within the window of reporting</a:t>
            </a:r>
          </a:p>
        </p:txBody>
      </p:sp>
    </p:spTree>
    <p:extLst>
      <p:ext uri="{BB962C8B-B14F-4D97-AF65-F5344CB8AC3E}">
        <p14:creationId xmlns:p14="http://schemas.microsoft.com/office/powerpoint/2010/main" val="1928998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9352C4F-04AB-98EA-C7FA-AE2D3BF42182}"/>
              </a:ext>
            </a:extLst>
          </p:cNvPr>
          <p:cNvSpPr txBox="1">
            <a:spLocks/>
          </p:cNvSpPr>
          <p:nvPr/>
        </p:nvSpPr>
        <p:spPr>
          <a:xfrm>
            <a:off x="819112" y="614344"/>
            <a:ext cx="10542124" cy="62554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i="0" kern="1200">
                <a:solidFill>
                  <a:srgbClr val="0070BA"/>
                </a:solidFill>
                <a:latin typeface="Open Sans" charset="0"/>
                <a:ea typeface="Open Sans" charset="0"/>
                <a:cs typeface="Open Sans" charset="0"/>
              </a:defRPr>
            </a:lvl1pPr>
          </a:lstStyle>
          <a:p>
            <a:r>
              <a:rPr lang="en-US" altLang="zh-CN" sz="3200"/>
              <a:t>Final Interviewed HHs</a:t>
            </a:r>
            <a:endParaRPr lang="en-GB" sz="3200"/>
          </a:p>
        </p:txBody>
      </p:sp>
      <p:sp>
        <p:nvSpPr>
          <p:cNvPr id="3" name="Speech Bubble: Rectangle with Corners Rounded 7">
            <a:extLst>
              <a:ext uri="{FF2B5EF4-FFF2-40B4-BE49-F238E27FC236}">
                <a16:creationId xmlns:a16="http://schemas.microsoft.com/office/drawing/2014/main" id="{8AE3F3D9-A39B-C3FB-D191-FA718D7CD366}"/>
              </a:ext>
            </a:extLst>
          </p:cNvPr>
          <p:cNvSpPr/>
          <p:nvPr/>
        </p:nvSpPr>
        <p:spPr>
          <a:xfrm>
            <a:off x="819112" y="1783152"/>
            <a:ext cx="10674896" cy="4251888"/>
          </a:xfrm>
          <a:prstGeom prst="wedgeRoundRectCallout">
            <a:avLst>
              <a:gd name="adj1" fmla="val -20611"/>
              <a:gd name="adj2" fmla="val 49015"/>
              <a:gd name="adj3" fmla="val 16667"/>
            </a:avLst>
          </a:prstGeom>
          <a:solidFill>
            <a:schemeClr val="accent6">
              <a:lumMod val="20000"/>
              <a:lumOff val="80000"/>
            </a:schemeClr>
          </a:solidFill>
          <a:ln w="28575">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GB" b="1">
                <a:latin typeface="Open Sans" pitchFamily="2" charset="0"/>
                <a:ea typeface="Open Sans" pitchFamily="2" charset="0"/>
                <a:cs typeface="Open Sans" pitchFamily="2" charset="0"/>
              </a:rPr>
              <a:t>Inconsistent </a:t>
            </a:r>
            <a:r>
              <a:rPr lang="en-GB" b="1">
                <a:solidFill>
                  <a:srgbClr val="007CC5"/>
                </a:solidFill>
                <a:latin typeface="Open Sans" pitchFamily="2" charset="0"/>
                <a:ea typeface="Open Sans" pitchFamily="2" charset="0"/>
                <a:cs typeface="Open Sans" pitchFamily="2" charset="0"/>
              </a:rPr>
              <a:t>RESPONDENT for ‘’Matched Modalities”</a:t>
            </a:r>
          </a:p>
          <a:p>
            <a:endParaRPr lang="en-GB" sz="1600" b="1">
              <a:solidFill>
                <a:srgbClr val="007CC5"/>
              </a:solidFill>
              <a:latin typeface="Open Sans" pitchFamily="2" charset="0"/>
              <a:ea typeface="Open Sans" pitchFamily="2" charset="0"/>
              <a:cs typeface="Open Sans" pitchFamily="2" charset="0"/>
            </a:endParaRPr>
          </a:p>
          <a:p>
            <a:pPr marL="285750" indent="-285750">
              <a:spcBef>
                <a:spcPts val="600"/>
              </a:spcBef>
              <a:spcAft>
                <a:spcPts val="600"/>
              </a:spcAft>
              <a:buFont typeface="Arial" panose="020B0604020202020204" pitchFamily="34" charset="0"/>
              <a:buChar char="•"/>
            </a:pPr>
            <a:r>
              <a:rPr lang="en-GB" b="1">
                <a:latin typeface="Open Sans" pitchFamily="2" charset="0"/>
                <a:ea typeface="Open Sans" pitchFamily="2" charset="0"/>
                <a:cs typeface="Open Sans" pitchFamily="2" charset="0"/>
              </a:rPr>
              <a:t>In 187 HH, </a:t>
            </a:r>
            <a:r>
              <a:rPr lang="en-GB">
                <a:latin typeface="Open Sans" pitchFamily="2" charset="0"/>
                <a:ea typeface="Open Sans" pitchFamily="2" charset="0"/>
                <a:cs typeface="Open Sans" pitchFamily="2" charset="0"/>
              </a:rPr>
              <a:t>have age difference over 2 years across modalities</a:t>
            </a:r>
          </a:p>
          <a:p>
            <a:pPr marL="285750" indent="-285750">
              <a:spcBef>
                <a:spcPts val="600"/>
              </a:spcBef>
              <a:spcAft>
                <a:spcPts val="600"/>
              </a:spcAft>
              <a:buFont typeface="Arial" panose="020B0604020202020204" pitchFamily="34" charset="0"/>
              <a:buChar char="•"/>
            </a:pPr>
            <a:r>
              <a:rPr lang="en-GB" b="1">
                <a:latin typeface="Open Sans" pitchFamily="2" charset="0"/>
                <a:ea typeface="Open Sans" pitchFamily="2" charset="0"/>
                <a:cs typeface="Open Sans" pitchFamily="2" charset="0"/>
              </a:rPr>
              <a:t>In 178 HH, </a:t>
            </a:r>
            <a:r>
              <a:rPr lang="en-GB">
                <a:latin typeface="Open Sans" pitchFamily="2" charset="0"/>
                <a:ea typeface="Open Sans" pitchFamily="2" charset="0"/>
                <a:cs typeface="Open Sans" pitchFamily="2" charset="0"/>
              </a:rPr>
              <a:t>respondents relation to household head is inconsistent (firstly indicated as Head and in follow up changed to not Head)</a:t>
            </a:r>
          </a:p>
          <a:p>
            <a:pPr marL="285750" indent="-285750">
              <a:spcBef>
                <a:spcPts val="600"/>
              </a:spcBef>
              <a:spcAft>
                <a:spcPts val="600"/>
              </a:spcAft>
              <a:buFont typeface="Arial" panose="020B0604020202020204" pitchFamily="34" charset="0"/>
              <a:buChar char="•"/>
            </a:pPr>
            <a:r>
              <a:rPr lang="en-GB" b="1">
                <a:latin typeface="Open Sans" pitchFamily="2" charset="0"/>
                <a:ea typeface="Open Sans" pitchFamily="2" charset="0"/>
                <a:cs typeface="Open Sans" pitchFamily="2" charset="0"/>
              </a:rPr>
              <a:t>In 176 HH, </a:t>
            </a:r>
            <a:r>
              <a:rPr lang="en-GB">
                <a:latin typeface="Open Sans" pitchFamily="2" charset="0"/>
                <a:ea typeface="Open Sans" pitchFamily="2" charset="0"/>
                <a:cs typeface="Open Sans" pitchFamily="2" charset="0"/>
              </a:rPr>
              <a:t>the respondent’s sex is different across modalities</a:t>
            </a:r>
          </a:p>
          <a:p>
            <a:pPr marL="285750" indent="-285750">
              <a:spcBef>
                <a:spcPts val="600"/>
              </a:spcBef>
              <a:spcAft>
                <a:spcPts val="600"/>
              </a:spcAft>
              <a:buFont typeface="Arial" panose="020B0604020202020204" pitchFamily="34" charset="0"/>
              <a:buChar char="•"/>
            </a:pPr>
            <a:r>
              <a:rPr lang="en-GB" b="1">
                <a:solidFill>
                  <a:srgbClr val="007CC5"/>
                </a:solidFill>
                <a:latin typeface="Open Sans" pitchFamily="2" charset="0"/>
                <a:ea typeface="Open Sans" pitchFamily="2" charset="0"/>
                <a:cs typeface="Open Sans" pitchFamily="2" charset="0"/>
              </a:rPr>
              <a:t>Acceptable Crossover sample must exclude all these</a:t>
            </a:r>
          </a:p>
          <a:p>
            <a:pPr marL="285750" indent="-285750">
              <a:spcBef>
                <a:spcPts val="600"/>
              </a:spcBef>
              <a:spcAft>
                <a:spcPts val="600"/>
              </a:spcAft>
              <a:buFont typeface="Arial" panose="020B0604020202020204" pitchFamily="34" charset="0"/>
              <a:buChar char="•"/>
            </a:pPr>
            <a:r>
              <a:rPr lang="en-GB" b="1">
                <a:solidFill>
                  <a:srgbClr val="007CC5"/>
                </a:solidFill>
                <a:latin typeface="Open Sans" pitchFamily="2" charset="0"/>
                <a:ea typeface="Open Sans" pitchFamily="2" charset="0"/>
                <a:cs typeface="Open Sans" pitchFamily="2" charset="0"/>
              </a:rPr>
              <a:t>134 HH</a:t>
            </a:r>
            <a:r>
              <a:rPr lang="en-GB">
                <a:solidFill>
                  <a:srgbClr val="007CC5"/>
                </a:solidFill>
                <a:latin typeface="Open Sans" pitchFamily="2" charset="0"/>
                <a:ea typeface="Open Sans" pitchFamily="2" charset="0"/>
                <a:cs typeface="Open Sans" pitchFamily="2" charset="0"/>
              </a:rPr>
              <a:t> have exact the same respondent responding to both modalities </a:t>
            </a:r>
            <a:r>
              <a:rPr lang="en-GB" b="1">
                <a:solidFill>
                  <a:srgbClr val="002060"/>
                </a:solidFill>
                <a:latin typeface="Open Sans" pitchFamily="2" charset="0"/>
                <a:ea typeface="Open Sans" pitchFamily="2" charset="0"/>
                <a:cs typeface="Open Sans" pitchFamily="2" charset="0"/>
              </a:rPr>
              <a:t>[TRUE crossover sample]</a:t>
            </a:r>
          </a:p>
        </p:txBody>
      </p:sp>
    </p:spTree>
    <p:extLst>
      <p:ext uri="{BB962C8B-B14F-4D97-AF65-F5344CB8AC3E}">
        <p14:creationId xmlns:p14="http://schemas.microsoft.com/office/powerpoint/2010/main" val="18869511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9352C4F-04AB-98EA-C7FA-AE2D3BF42182}"/>
              </a:ext>
            </a:extLst>
          </p:cNvPr>
          <p:cNvSpPr txBox="1">
            <a:spLocks/>
          </p:cNvSpPr>
          <p:nvPr/>
        </p:nvSpPr>
        <p:spPr>
          <a:xfrm>
            <a:off x="819112" y="614344"/>
            <a:ext cx="10542124" cy="62554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i="0" kern="1200">
                <a:solidFill>
                  <a:srgbClr val="0070BA"/>
                </a:solidFill>
                <a:latin typeface="Open Sans" charset="0"/>
                <a:ea typeface="Open Sans" charset="0"/>
                <a:cs typeface="Open Sans" charset="0"/>
              </a:defRPr>
            </a:lvl1pPr>
          </a:lstStyle>
          <a:p>
            <a:r>
              <a:rPr lang="en-US" altLang="zh-CN" sz="3200"/>
              <a:t>Final Interviewed HHs</a:t>
            </a:r>
            <a:endParaRPr lang="en-GB" sz="3200"/>
          </a:p>
        </p:txBody>
      </p:sp>
      <p:grpSp>
        <p:nvGrpSpPr>
          <p:cNvPr id="47" name="Group 46">
            <a:extLst>
              <a:ext uri="{FF2B5EF4-FFF2-40B4-BE49-F238E27FC236}">
                <a16:creationId xmlns:a16="http://schemas.microsoft.com/office/drawing/2014/main" id="{3F33F585-B878-C88B-9B68-DA639242F16B}"/>
              </a:ext>
            </a:extLst>
          </p:cNvPr>
          <p:cNvGrpSpPr/>
          <p:nvPr/>
        </p:nvGrpSpPr>
        <p:grpSpPr>
          <a:xfrm>
            <a:off x="203885" y="1207076"/>
            <a:ext cx="11445566" cy="3231091"/>
            <a:chOff x="201907" y="1856124"/>
            <a:chExt cx="9074287" cy="2309533"/>
          </a:xfrm>
        </p:grpSpPr>
        <p:grpSp>
          <p:nvGrpSpPr>
            <p:cNvPr id="31" name="Group 30">
              <a:extLst>
                <a:ext uri="{FF2B5EF4-FFF2-40B4-BE49-F238E27FC236}">
                  <a16:creationId xmlns:a16="http://schemas.microsoft.com/office/drawing/2014/main" id="{071EBE12-A6E2-C6F6-C71B-A70358BB49E1}"/>
                </a:ext>
              </a:extLst>
            </p:cNvPr>
            <p:cNvGrpSpPr/>
            <p:nvPr/>
          </p:nvGrpSpPr>
          <p:grpSpPr>
            <a:xfrm>
              <a:off x="201907" y="2267794"/>
              <a:ext cx="4935209" cy="1538280"/>
              <a:chOff x="280708" y="2850653"/>
              <a:chExt cx="4925328" cy="1538280"/>
            </a:xfrm>
          </p:grpSpPr>
          <p:sp>
            <p:nvSpPr>
              <p:cNvPr id="2" name="Speech Bubble: Rectangle with Corners Rounded 7">
                <a:extLst>
                  <a:ext uri="{FF2B5EF4-FFF2-40B4-BE49-F238E27FC236}">
                    <a16:creationId xmlns:a16="http://schemas.microsoft.com/office/drawing/2014/main" id="{4BD550DD-AB5C-72B3-0E0E-5502B3CE021E}"/>
                  </a:ext>
                </a:extLst>
              </p:cNvPr>
              <p:cNvSpPr/>
              <p:nvPr/>
            </p:nvSpPr>
            <p:spPr>
              <a:xfrm>
                <a:off x="280708" y="2850653"/>
                <a:ext cx="1871261" cy="1538280"/>
              </a:xfrm>
              <a:prstGeom prst="wedgeRoundRectCallout">
                <a:avLst>
                  <a:gd name="adj1" fmla="val -20611"/>
                  <a:gd name="adj2" fmla="val 49015"/>
                  <a:gd name="adj3" fmla="val 16667"/>
                </a:avLst>
              </a:prstGeom>
              <a:solidFill>
                <a:schemeClr val="bg1">
                  <a:lumMod val="20000"/>
                  <a:lumOff val="80000"/>
                </a:schemeClr>
              </a:solidFill>
              <a:ln w="28575">
                <a:solidFill>
                  <a:schemeClr val="tx1"/>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GB" sz="1600" b="1">
                    <a:latin typeface="Open Sans" pitchFamily="2" charset="0"/>
                    <a:ea typeface="Open Sans" pitchFamily="2" charset="0"/>
                    <a:cs typeface="Open Sans" pitchFamily="2" charset="0"/>
                  </a:rPr>
                  <a:t>True Cross-over sample</a:t>
                </a:r>
              </a:p>
              <a:p>
                <a:pPr algn="ctr"/>
                <a:r>
                  <a:rPr lang="en-GB" sz="1600" b="1">
                    <a:latin typeface="Open Sans" pitchFamily="2" charset="0"/>
                    <a:ea typeface="Open Sans" pitchFamily="2" charset="0"/>
                    <a:cs typeface="Open Sans" pitchFamily="2" charset="0"/>
                  </a:rPr>
                  <a:t>134 HH</a:t>
                </a:r>
              </a:p>
            </p:txBody>
          </p:sp>
          <p:sp>
            <p:nvSpPr>
              <p:cNvPr id="8" name="Speech Bubble: Rectangle with Corners Rounded 7">
                <a:extLst>
                  <a:ext uri="{FF2B5EF4-FFF2-40B4-BE49-F238E27FC236}">
                    <a16:creationId xmlns:a16="http://schemas.microsoft.com/office/drawing/2014/main" id="{9DF347FB-234F-257F-DD27-73CCE6B83A61}"/>
                  </a:ext>
                </a:extLst>
              </p:cNvPr>
              <p:cNvSpPr/>
              <p:nvPr/>
            </p:nvSpPr>
            <p:spPr>
              <a:xfrm>
                <a:off x="3202056" y="3123072"/>
                <a:ext cx="2003980" cy="936170"/>
              </a:xfrm>
              <a:prstGeom prst="wedgeRoundRectCallout">
                <a:avLst>
                  <a:gd name="adj1" fmla="val -20611"/>
                  <a:gd name="adj2" fmla="val 49015"/>
                  <a:gd name="adj3" fmla="val 16667"/>
                </a:avLst>
              </a:prstGeom>
              <a:solidFill>
                <a:schemeClr val="bg1">
                  <a:lumMod val="20000"/>
                  <a:lumOff val="80000"/>
                </a:schemeClr>
              </a:solidFill>
              <a:ln w="28575">
                <a:solidFill>
                  <a:schemeClr val="tx1"/>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GB" sz="1600" b="1">
                    <a:latin typeface="Open Sans" pitchFamily="2" charset="0"/>
                    <a:ea typeface="Open Sans" pitchFamily="2" charset="0"/>
                    <a:cs typeface="Open Sans" pitchFamily="2" charset="0"/>
                  </a:rPr>
                  <a:t>Completed Both Modalities</a:t>
                </a:r>
              </a:p>
              <a:p>
                <a:pPr algn="ctr"/>
                <a:r>
                  <a:rPr lang="en-GB" sz="1600" b="1">
                    <a:latin typeface="Open Sans" pitchFamily="2" charset="0"/>
                    <a:ea typeface="Open Sans" pitchFamily="2" charset="0"/>
                    <a:cs typeface="Open Sans" pitchFamily="2" charset="0"/>
                  </a:rPr>
                  <a:t>134 HH</a:t>
                </a:r>
              </a:p>
            </p:txBody>
          </p:sp>
          <p:sp>
            <p:nvSpPr>
              <p:cNvPr id="15" name="Right Arrow 14">
                <a:extLst>
                  <a:ext uri="{FF2B5EF4-FFF2-40B4-BE49-F238E27FC236}">
                    <a16:creationId xmlns:a16="http://schemas.microsoft.com/office/drawing/2014/main" id="{3AF36D7B-56DB-811C-8FBF-5B9845FF7777}"/>
                  </a:ext>
                </a:extLst>
              </p:cNvPr>
              <p:cNvSpPr/>
              <p:nvPr/>
            </p:nvSpPr>
            <p:spPr>
              <a:xfrm>
                <a:off x="2144414" y="3366105"/>
                <a:ext cx="1047716" cy="393138"/>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Open Sans" pitchFamily="2" charset="0"/>
                  <a:ea typeface="Open Sans" pitchFamily="2" charset="0"/>
                  <a:cs typeface="Open Sans" pitchFamily="2" charset="0"/>
                </a:endParaRPr>
              </a:p>
            </p:txBody>
          </p:sp>
        </p:grpSp>
        <p:grpSp>
          <p:nvGrpSpPr>
            <p:cNvPr id="32" name="Group 31">
              <a:extLst>
                <a:ext uri="{FF2B5EF4-FFF2-40B4-BE49-F238E27FC236}">
                  <a16:creationId xmlns:a16="http://schemas.microsoft.com/office/drawing/2014/main" id="{5A4F4A61-142E-7ADE-E33D-846E801565DD}"/>
                </a:ext>
              </a:extLst>
            </p:cNvPr>
            <p:cNvGrpSpPr/>
            <p:nvPr/>
          </p:nvGrpSpPr>
          <p:grpSpPr>
            <a:xfrm>
              <a:off x="5536145" y="1856124"/>
              <a:ext cx="3740049" cy="2309533"/>
              <a:chOff x="6112340" y="2177607"/>
              <a:chExt cx="4007374" cy="3025510"/>
            </a:xfrm>
          </p:grpSpPr>
          <p:sp>
            <p:nvSpPr>
              <p:cNvPr id="7" name="Speech Bubble: Rectangle with Corners Rounded 5">
                <a:extLst>
                  <a:ext uri="{FF2B5EF4-FFF2-40B4-BE49-F238E27FC236}">
                    <a16:creationId xmlns:a16="http://schemas.microsoft.com/office/drawing/2014/main" id="{9BA608D8-4BA2-588D-2493-A8F4EEF86A38}"/>
                  </a:ext>
                </a:extLst>
              </p:cNvPr>
              <p:cNvSpPr/>
              <p:nvPr/>
            </p:nvSpPr>
            <p:spPr>
              <a:xfrm>
                <a:off x="6112340" y="2177607"/>
                <a:ext cx="1594811" cy="1112836"/>
              </a:xfrm>
              <a:prstGeom prst="wedgeRoundRectCallout">
                <a:avLst>
                  <a:gd name="adj1" fmla="val -20611"/>
                  <a:gd name="adj2" fmla="val 49015"/>
                  <a:gd name="adj3" fmla="val 16667"/>
                </a:avLst>
              </a:pr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2000" b="1">
                    <a:effectLst/>
                    <a:latin typeface="Open Sans" pitchFamily="2" charset="0"/>
                    <a:ea typeface="Open Sans" pitchFamily="2" charset="0"/>
                    <a:cs typeface="Open Sans" pitchFamily="2" charset="0"/>
                  </a:rPr>
                  <a:t>F2F 1</a:t>
                </a:r>
                <a:r>
                  <a:rPr lang="en-US" sz="2000" b="1" baseline="30000">
                    <a:effectLst/>
                    <a:latin typeface="Open Sans" pitchFamily="2" charset="0"/>
                    <a:ea typeface="Open Sans" pitchFamily="2" charset="0"/>
                    <a:cs typeface="Open Sans" pitchFamily="2" charset="0"/>
                  </a:rPr>
                  <a:t>st</a:t>
                </a:r>
                <a:endParaRPr lang="en-US" sz="2000" b="1">
                  <a:effectLst/>
                  <a:latin typeface="Open Sans" pitchFamily="2" charset="0"/>
                  <a:ea typeface="Open Sans" pitchFamily="2" charset="0"/>
                  <a:cs typeface="Open Sans" pitchFamily="2" charset="0"/>
                </a:endParaRPr>
              </a:p>
              <a:p>
                <a:pPr algn="ctr"/>
                <a:r>
                  <a:rPr lang="en-US" sz="2000" b="1">
                    <a:effectLst/>
                    <a:latin typeface="Open Sans" pitchFamily="2" charset="0"/>
                    <a:ea typeface="Open Sans" pitchFamily="2" charset="0"/>
                    <a:cs typeface="Open Sans" pitchFamily="2" charset="0"/>
                  </a:rPr>
                  <a:t>68 HH</a:t>
                </a:r>
              </a:p>
            </p:txBody>
          </p:sp>
          <p:sp>
            <p:nvSpPr>
              <p:cNvPr id="5" name="Speech Bubble: Rectangle with Corners Rounded 4">
                <a:extLst>
                  <a:ext uri="{FF2B5EF4-FFF2-40B4-BE49-F238E27FC236}">
                    <a16:creationId xmlns:a16="http://schemas.microsoft.com/office/drawing/2014/main" id="{F671DC31-0157-4418-5B5E-EFAD2B14A3C0}"/>
                  </a:ext>
                </a:extLst>
              </p:cNvPr>
              <p:cNvSpPr/>
              <p:nvPr/>
            </p:nvSpPr>
            <p:spPr>
              <a:xfrm>
                <a:off x="6120432" y="4138219"/>
                <a:ext cx="1594811" cy="1064898"/>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2000" b="1">
                    <a:latin typeface="Open Sans" pitchFamily="2" charset="0"/>
                    <a:ea typeface="Open Sans" pitchFamily="2" charset="0"/>
                    <a:cs typeface="Open Sans" pitchFamily="2" charset="0"/>
                  </a:rPr>
                  <a:t>Remote 1</a:t>
                </a:r>
                <a:r>
                  <a:rPr lang="en-US" sz="2000" b="1" baseline="30000">
                    <a:latin typeface="Open Sans" pitchFamily="2" charset="0"/>
                    <a:ea typeface="Open Sans" pitchFamily="2" charset="0"/>
                    <a:cs typeface="Open Sans" pitchFamily="2" charset="0"/>
                  </a:rPr>
                  <a:t>st</a:t>
                </a:r>
                <a:endParaRPr lang="en-US" sz="2000" b="1">
                  <a:latin typeface="Open Sans" pitchFamily="2" charset="0"/>
                  <a:ea typeface="Open Sans" pitchFamily="2" charset="0"/>
                  <a:cs typeface="Open Sans" pitchFamily="2" charset="0"/>
                </a:endParaRPr>
              </a:p>
              <a:p>
                <a:pPr algn="ctr"/>
                <a:r>
                  <a:rPr lang="en-US" sz="2000" b="1">
                    <a:latin typeface="Open Sans" pitchFamily="2" charset="0"/>
                    <a:ea typeface="Open Sans" pitchFamily="2" charset="0"/>
                    <a:cs typeface="Open Sans" pitchFamily="2" charset="0"/>
                  </a:rPr>
                  <a:t>66 HH</a:t>
                </a:r>
              </a:p>
            </p:txBody>
          </p:sp>
          <p:sp>
            <p:nvSpPr>
              <p:cNvPr id="21" name="Speech Bubble: Rectangle with Corners Rounded 5">
                <a:extLst>
                  <a:ext uri="{FF2B5EF4-FFF2-40B4-BE49-F238E27FC236}">
                    <a16:creationId xmlns:a16="http://schemas.microsoft.com/office/drawing/2014/main" id="{114640A0-BB84-0ABB-7F98-75EFDF1F27D0}"/>
                  </a:ext>
                </a:extLst>
              </p:cNvPr>
              <p:cNvSpPr/>
              <p:nvPr/>
            </p:nvSpPr>
            <p:spPr>
              <a:xfrm>
                <a:off x="8524903" y="4128025"/>
                <a:ext cx="1594811" cy="1064898"/>
              </a:xfrm>
              <a:prstGeom prst="wedgeRoundRectCallout">
                <a:avLst>
                  <a:gd name="adj1" fmla="val -20611"/>
                  <a:gd name="adj2" fmla="val 49015"/>
                  <a:gd name="adj3" fmla="val 16667"/>
                </a:avLst>
              </a:pr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2000" b="1">
                    <a:effectLst/>
                    <a:latin typeface="Open Sans" pitchFamily="2" charset="0"/>
                    <a:ea typeface="Open Sans" pitchFamily="2" charset="0"/>
                    <a:cs typeface="Open Sans" pitchFamily="2" charset="0"/>
                  </a:rPr>
                  <a:t>Follow up</a:t>
                </a:r>
              </a:p>
              <a:p>
                <a:pPr algn="ctr"/>
                <a:r>
                  <a:rPr lang="en-US" sz="2000" b="1">
                    <a:latin typeface="Open Sans" pitchFamily="2" charset="0"/>
                    <a:ea typeface="Open Sans" pitchFamily="2" charset="0"/>
                    <a:cs typeface="Open Sans" pitchFamily="2" charset="0"/>
                  </a:rPr>
                  <a:t>66 HH</a:t>
                </a:r>
                <a:endParaRPr lang="en-US" sz="2000" b="1">
                  <a:effectLst/>
                  <a:latin typeface="Open Sans" pitchFamily="2" charset="0"/>
                  <a:ea typeface="Open Sans" pitchFamily="2" charset="0"/>
                  <a:cs typeface="Open Sans" pitchFamily="2" charset="0"/>
                </a:endParaRPr>
              </a:p>
            </p:txBody>
          </p:sp>
          <p:sp>
            <p:nvSpPr>
              <p:cNvPr id="23" name="Speech Bubble: Rectangle with Corners Rounded 22">
                <a:extLst>
                  <a:ext uri="{FF2B5EF4-FFF2-40B4-BE49-F238E27FC236}">
                    <a16:creationId xmlns:a16="http://schemas.microsoft.com/office/drawing/2014/main" id="{E82D1DF9-FAA7-A9C8-FE45-459F2C53B2B9}"/>
                  </a:ext>
                </a:extLst>
              </p:cNvPr>
              <p:cNvSpPr/>
              <p:nvPr/>
            </p:nvSpPr>
            <p:spPr>
              <a:xfrm>
                <a:off x="8524903" y="2177607"/>
                <a:ext cx="1560655" cy="1064898"/>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2000" b="1">
                    <a:latin typeface="Open Sans" pitchFamily="2" charset="0"/>
                    <a:ea typeface="Open Sans" pitchFamily="2" charset="0"/>
                    <a:cs typeface="Open Sans" pitchFamily="2" charset="0"/>
                  </a:rPr>
                  <a:t>Follow-Up</a:t>
                </a:r>
              </a:p>
              <a:p>
                <a:pPr algn="ctr"/>
                <a:r>
                  <a:rPr lang="en-GB" sz="2000" b="1">
                    <a:latin typeface="Open Sans" pitchFamily="2" charset="0"/>
                    <a:ea typeface="Open Sans" pitchFamily="2" charset="0"/>
                    <a:cs typeface="Open Sans" pitchFamily="2" charset="0"/>
                  </a:rPr>
                  <a:t>68 HH</a:t>
                </a:r>
              </a:p>
            </p:txBody>
          </p:sp>
          <p:sp>
            <p:nvSpPr>
              <p:cNvPr id="29" name="Right Arrow 14">
                <a:extLst>
                  <a:ext uri="{FF2B5EF4-FFF2-40B4-BE49-F238E27FC236}">
                    <a16:creationId xmlns:a16="http://schemas.microsoft.com/office/drawing/2014/main" id="{E9337006-9823-7249-1188-4352B64FD667}"/>
                  </a:ext>
                </a:extLst>
              </p:cNvPr>
              <p:cNvSpPr/>
              <p:nvPr/>
            </p:nvSpPr>
            <p:spPr>
              <a:xfrm>
                <a:off x="7707150" y="2521694"/>
                <a:ext cx="817753" cy="347875"/>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Open Sans" pitchFamily="2" charset="0"/>
                  <a:ea typeface="Open Sans" pitchFamily="2" charset="0"/>
                  <a:cs typeface="Open Sans" pitchFamily="2" charset="0"/>
                </a:endParaRPr>
              </a:p>
            </p:txBody>
          </p:sp>
          <p:sp>
            <p:nvSpPr>
              <p:cNvPr id="30" name="Right Arrow 14">
                <a:extLst>
                  <a:ext uri="{FF2B5EF4-FFF2-40B4-BE49-F238E27FC236}">
                    <a16:creationId xmlns:a16="http://schemas.microsoft.com/office/drawing/2014/main" id="{998BC983-D63E-CD9E-F4DE-B68137FC6685}"/>
                  </a:ext>
                </a:extLst>
              </p:cNvPr>
              <p:cNvSpPr/>
              <p:nvPr/>
            </p:nvSpPr>
            <p:spPr>
              <a:xfrm>
                <a:off x="7707150" y="4440271"/>
                <a:ext cx="817753" cy="347874"/>
              </a:xfrm>
              <a:prstGeom prst="rightArrow">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Open Sans" pitchFamily="2" charset="0"/>
                  <a:ea typeface="Open Sans" pitchFamily="2" charset="0"/>
                  <a:cs typeface="Open Sans" pitchFamily="2" charset="0"/>
                </a:endParaRPr>
              </a:p>
            </p:txBody>
          </p:sp>
        </p:grpSp>
        <p:sp>
          <p:nvSpPr>
            <p:cNvPr id="43" name="Arrow: Left-Right-Up 42">
              <a:extLst>
                <a:ext uri="{FF2B5EF4-FFF2-40B4-BE49-F238E27FC236}">
                  <a16:creationId xmlns:a16="http://schemas.microsoft.com/office/drawing/2014/main" id="{7365DC8A-D6DB-0820-4DCE-F0E34311E3FA}"/>
                </a:ext>
              </a:extLst>
            </p:cNvPr>
            <p:cNvSpPr/>
            <p:nvPr/>
          </p:nvSpPr>
          <p:spPr>
            <a:xfrm rot="16200000">
              <a:off x="5360213" y="2479399"/>
              <a:ext cx="631498" cy="1057799"/>
            </a:xfrm>
            <a:prstGeom prst="leftRightUpArrow">
              <a:avLst>
                <a:gd name="adj1" fmla="val 21051"/>
                <a:gd name="adj2" fmla="val 26348"/>
                <a:gd name="adj3" fmla="val 25423"/>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latin typeface="Open Sans" pitchFamily="2" charset="0"/>
                <a:ea typeface="Open Sans" pitchFamily="2" charset="0"/>
                <a:cs typeface="Open Sans" pitchFamily="2" charset="0"/>
              </a:endParaRPr>
            </a:p>
          </p:txBody>
        </p:sp>
      </p:grpSp>
      <p:grpSp>
        <p:nvGrpSpPr>
          <p:cNvPr id="44" name="Group 43">
            <a:extLst>
              <a:ext uri="{FF2B5EF4-FFF2-40B4-BE49-F238E27FC236}">
                <a16:creationId xmlns:a16="http://schemas.microsoft.com/office/drawing/2014/main" id="{7F0D5F86-6627-80E1-DC63-F1EAC3523156}"/>
              </a:ext>
            </a:extLst>
          </p:cNvPr>
          <p:cNvGrpSpPr/>
          <p:nvPr/>
        </p:nvGrpSpPr>
        <p:grpSpPr>
          <a:xfrm>
            <a:off x="194337" y="4478227"/>
            <a:ext cx="3243807" cy="1765429"/>
            <a:chOff x="194337" y="4026291"/>
            <a:chExt cx="2924833" cy="1765429"/>
          </a:xfrm>
        </p:grpSpPr>
        <p:sp>
          <p:nvSpPr>
            <p:cNvPr id="33" name="Speech Bubble: Rectangle with Corners Rounded 5">
              <a:extLst>
                <a:ext uri="{FF2B5EF4-FFF2-40B4-BE49-F238E27FC236}">
                  <a16:creationId xmlns:a16="http://schemas.microsoft.com/office/drawing/2014/main" id="{BA135178-7002-B0C0-4829-574D7AE9BBDB}"/>
                </a:ext>
              </a:extLst>
            </p:cNvPr>
            <p:cNvSpPr/>
            <p:nvPr/>
          </p:nvSpPr>
          <p:spPr>
            <a:xfrm>
              <a:off x="194337" y="4026291"/>
              <a:ext cx="2924833" cy="550009"/>
            </a:xfrm>
            <a:prstGeom prst="wedgeRoundRectCallout">
              <a:avLst>
                <a:gd name="adj1" fmla="val -20611"/>
                <a:gd name="adj2" fmla="val 49015"/>
                <a:gd name="adj3" fmla="val 16667"/>
              </a:avLst>
            </a:pr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1600" b="1">
                  <a:effectLst/>
                  <a:latin typeface="Open Sans" pitchFamily="2" charset="0"/>
                  <a:ea typeface="Open Sans" pitchFamily="2" charset="0"/>
                  <a:cs typeface="Open Sans" pitchFamily="2" charset="0"/>
                </a:rPr>
                <a:t>F2F Interviews   = 68 HH</a:t>
              </a:r>
            </a:p>
          </p:txBody>
        </p:sp>
        <p:sp>
          <p:nvSpPr>
            <p:cNvPr id="34" name="Speech Bubble: Rectangle with Corners Rounded 33">
              <a:extLst>
                <a:ext uri="{FF2B5EF4-FFF2-40B4-BE49-F238E27FC236}">
                  <a16:creationId xmlns:a16="http://schemas.microsoft.com/office/drawing/2014/main" id="{6779CA2D-91A0-929E-87A3-D6A158B01867}"/>
                </a:ext>
              </a:extLst>
            </p:cNvPr>
            <p:cNvSpPr/>
            <p:nvPr/>
          </p:nvSpPr>
          <p:spPr>
            <a:xfrm>
              <a:off x="194337" y="5241711"/>
              <a:ext cx="2924833" cy="550009"/>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1600" b="1">
                  <a:effectLst/>
                  <a:latin typeface="Open Sans" pitchFamily="2" charset="0"/>
                  <a:ea typeface="Open Sans" pitchFamily="2" charset="0"/>
                  <a:cs typeface="Open Sans" pitchFamily="2" charset="0"/>
                </a:rPr>
                <a:t>Remote Interviews </a:t>
              </a:r>
              <a:r>
                <a:rPr lang="en-US" sz="1600" b="1">
                  <a:latin typeface="Open Sans" pitchFamily="2" charset="0"/>
                  <a:ea typeface="Open Sans" pitchFamily="2" charset="0"/>
                  <a:cs typeface="Open Sans" pitchFamily="2" charset="0"/>
                </a:rPr>
                <a:t>= 66 HH</a:t>
              </a:r>
              <a:r>
                <a:rPr lang="en-US" sz="1600" b="1">
                  <a:effectLst/>
                  <a:latin typeface="Open Sans" pitchFamily="2" charset="0"/>
                  <a:ea typeface="Open Sans" pitchFamily="2" charset="0"/>
                  <a:cs typeface="Open Sans" pitchFamily="2" charset="0"/>
                </a:rPr>
                <a:t>     </a:t>
              </a:r>
            </a:p>
          </p:txBody>
        </p:sp>
        <p:sp>
          <p:nvSpPr>
            <p:cNvPr id="36" name="Plus 12">
              <a:extLst>
                <a:ext uri="{FF2B5EF4-FFF2-40B4-BE49-F238E27FC236}">
                  <a16:creationId xmlns:a16="http://schemas.microsoft.com/office/drawing/2014/main" id="{219DB5CC-B3DE-5C3D-DAA5-14BE5B6EA3BF}"/>
                </a:ext>
              </a:extLst>
            </p:cNvPr>
            <p:cNvSpPr/>
            <p:nvPr/>
          </p:nvSpPr>
          <p:spPr>
            <a:xfrm>
              <a:off x="1454076" y="4679851"/>
              <a:ext cx="405353" cy="408514"/>
            </a:xfrm>
            <a:prstGeom prst="mathPlus">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Open Sans" pitchFamily="2" charset="0"/>
                <a:ea typeface="Open Sans" pitchFamily="2" charset="0"/>
                <a:cs typeface="Open Sans" pitchFamily="2" charset="0"/>
              </a:endParaRPr>
            </a:p>
          </p:txBody>
        </p:sp>
      </p:grpSp>
      <p:sp>
        <p:nvSpPr>
          <p:cNvPr id="48" name="Speech Bubble: Rectangle with Corners Rounded 7">
            <a:extLst>
              <a:ext uri="{FF2B5EF4-FFF2-40B4-BE49-F238E27FC236}">
                <a16:creationId xmlns:a16="http://schemas.microsoft.com/office/drawing/2014/main" id="{2734B2DB-FE37-7540-BD8B-4BED8C4728B5}"/>
              </a:ext>
            </a:extLst>
          </p:cNvPr>
          <p:cNvSpPr/>
          <p:nvPr/>
        </p:nvSpPr>
        <p:spPr>
          <a:xfrm>
            <a:off x="4462273" y="4591509"/>
            <a:ext cx="7269480" cy="1812680"/>
          </a:xfrm>
          <a:prstGeom prst="wedgeRoundRectCallout">
            <a:avLst>
              <a:gd name="adj1" fmla="val -20611"/>
              <a:gd name="adj2" fmla="val 49015"/>
              <a:gd name="adj3" fmla="val 16667"/>
            </a:avLst>
          </a:prstGeom>
          <a:solidFill>
            <a:schemeClr val="accent6">
              <a:lumMod val="20000"/>
              <a:lumOff val="80000"/>
            </a:schemeClr>
          </a:solidFill>
          <a:ln w="28575">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GB" sz="1600" b="1">
                <a:latin typeface="Open Sans" pitchFamily="2" charset="0"/>
                <a:ea typeface="Open Sans" pitchFamily="2" charset="0"/>
                <a:cs typeface="Open Sans" pitchFamily="2" charset="0"/>
              </a:rPr>
              <a:t>Interview numbers [TRUE Cross-Over HHs]</a:t>
            </a:r>
          </a:p>
          <a:p>
            <a:pPr marL="285750" indent="-285750">
              <a:spcBef>
                <a:spcPts val="600"/>
              </a:spcBef>
              <a:spcAft>
                <a:spcPts val="600"/>
              </a:spcAft>
              <a:buFont typeface="Arial" panose="020B0604020202020204" pitchFamily="34" charset="0"/>
              <a:buChar char="•"/>
            </a:pPr>
            <a:r>
              <a:rPr lang="en-GB" sz="1100">
                <a:latin typeface="Open Sans" pitchFamily="2" charset="0"/>
                <a:ea typeface="Open Sans" pitchFamily="2" charset="0"/>
                <a:cs typeface="Open Sans" pitchFamily="2" charset="0"/>
              </a:rPr>
              <a:t>This sample had same household member (age, gender and relationship to household head</a:t>
            </a:r>
          </a:p>
          <a:p>
            <a:pPr marL="285750" indent="-285750">
              <a:spcBef>
                <a:spcPts val="600"/>
              </a:spcBef>
              <a:spcAft>
                <a:spcPts val="600"/>
              </a:spcAft>
              <a:buFont typeface="Arial" panose="020B0604020202020204" pitchFamily="34" charset="0"/>
              <a:buChar char="•"/>
            </a:pPr>
            <a:r>
              <a:rPr lang="en-GB" sz="1100">
                <a:latin typeface="Open Sans" pitchFamily="2" charset="0"/>
                <a:ea typeface="Open Sans" pitchFamily="2" charset="0"/>
                <a:cs typeface="Open Sans" pitchFamily="2" charset="0"/>
              </a:rPr>
              <a:t>68 of these respondents started with F2F modality first</a:t>
            </a:r>
          </a:p>
          <a:p>
            <a:pPr marL="285750" indent="-285750">
              <a:spcBef>
                <a:spcPts val="600"/>
              </a:spcBef>
              <a:spcAft>
                <a:spcPts val="600"/>
              </a:spcAft>
              <a:buFont typeface="Arial" panose="020B0604020202020204" pitchFamily="34" charset="0"/>
              <a:buChar char="•"/>
            </a:pPr>
            <a:r>
              <a:rPr lang="en-GB" sz="1100">
                <a:latin typeface="Open Sans" pitchFamily="2" charset="0"/>
                <a:ea typeface="Open Sans" pitchFamily="2" charset="0"/>
                <a:cs typeface="Open Sans" pitchFamily="2" charset="0"/>
              </a:rPr>
              <a:t>66 of these respondents started with remote modality first</a:t>
            </a:r>
          </a:p>
        </p:txBody>
      </p:sp>
    </p:spTree>
    <p:extLst>
      <p:ext uri="{BB962C8B-B14F-4D97-AF65-F5344CB8AC3E}">
        <p14:creationId xmlns:p14="http://schemas.microsoft.com/office/powerpoint/2010/main" val="2898973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9352C4F-04AB-98EA-C7FA-AE2D3BF42182}"/>
              </a:ext>
            </a:extLst>
          </p:cNvPr>
          <p:cNvSpPr txBox="1">
            <a:spLocks/>
          </p:cNvSpPr>
          <p:nvPr/>
        </p:nvSpPr>
        <p:spPr>
          <a:xfrm>
            <a:off x="819112" y="614344"/>
            <a:ext cx="10542124" cy="62554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i="0" kern="1200">
                <a:solidFill>
                  <a:srgbClr val="0070BA"/>
                </a:solidFill>
                <a:latin typeface="Open Sans" charset="0"/>
                <a:ea typeface="Open Sans" charset="0"/>
                <a:cs typeface="Open Sans" charset="0"/>
              </a:defRPr>
            </a:lvl1pPr>
          </a:lstStyle>
          <a:p>
            <a:r>
              <a:rPr lang="en-US" altLang="zh-CN" sz="3200"/>
              <a:t>Final Interviewed HHs</a:t>
            </a:r>
            <a:endParaRPr lang="en-GB" sz="3200"/>
          </a:p>
        </p:txBody>
      </p:sp>
    </p:spTree>
    <p:extLst>
      <p:ext uri="{BB962C8B-B14F-4D97-AF65-F5344CB8AC3E}">
        <p14:creationId xmlns:p14="http://schemas.microsoft.com/office/powerpoint/2010/main" val="6837333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7CC5"/>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0E3D60-0C52-6949-089B-41F663E79586}"/>
              </a:ext>
            </a:extLst>
          </p:cNvPr>
          <p:cNvSpPr>
            <a:spLocks noGrp="1"/>
          </p:cNvSpPr>
          <p:nvPr>
            <p:ph type="title"/>
          </p:nvPr>
        </p:nvSpPr>
        <p:spPr>
          <a:xfrm>
            <a:off x="838200" y="2388287"/>
            <a:ext cx="10515600" cy="2081426"/>
          </a:xfrm>
        </p:spPr>
        <p:txBody>
          <a:bodyPr anchor="ctr">
            <a:noAutofit/>
          </a:bodyPr>
          <a:lstStyle/>
          <a:p>
            <a:r>
              <a:rPr lang="en-US" sz="4800">
                <a:solidFill>
                  <a:srgbClr val="FFFFFF"/>
                </a:solidFill>
              </a:rPr>
              <a:t>How does the different versions of rCARI compare with CARI v3?</a:t>
            </a:r>
          </a:p>
        </p:txBody>
      </p:sp>
    </p:spTree>
    <p:extLst>
      <p:ext uri="{BB962C8B-B14F-4D97-AF65-F5344CB8AC3E}">
        <p14:creationId xmlns:p14="http://schemas.microsoft.com/office/powerpoint/2010/main" val="93493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643055D-0556-6C0E-03B1-204EB7810FCF}"/>
              </a:ext>
            </a:extLst>
          </p:cNvPr>
          <p:cNvSpPr txBox="1">
            <a:spLocks/>
          </p:cNvSpPr>
          <p:nvPr/>
        </p:nvSpPr>
        <p:spPr>
          <a:xfrm>
            <a:off x="824938" y="519907"/>
            <a:ext cx="10542124" cy="1152000"/>
          </a:xfrm>
          <a:prstGeom prst="rect">
            <a:avLst/>
          </a:prstGeom>
        </p:spPr>
        <p:txBody>
          <a:bodyPr vert="horz" lIns="91440" tIns="45720" rIns="91440" bIns="4572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sz="3000" b="1" i="0" kern="120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US" err="1"/>
              <a:t>rCARI</a:t>
            </a:r>
            <a:r>
              <a:rPr lang="en-US"/>
              <a:t> from remote versus CARI v3 F2F</a:t>
            </a:r>
            <a:endParaRPr lang="en-GB"/>
          </a:p>
        </p:txBody>
      </p:sp>
      <p:graphicFrame>
        <p:nvGraphicFramePr>
          <p:cNvPr id="2" name="Table 1">
            <a:extLst>
              <a:ext uri="{FF2B5EF4-FFF2-40B4-BE49-F238E27FC236}">
                <a16:creationId xmlns:a16="http://schemas.microsoft.com/office/drawing/2014/main" id="{2E0279B9-A3C0-8973-278C-9667519FD8BA}"/>
              </a:ext>
            </a:extLst>
          </p:cNvPr>
          <p:cNvGraphicFramePr>
            <a:graphicFrameLocks noGrp="1"/>
          </p:cNvGraphicFramePr>
          <p:nvPr>
            <p:extLst>
              <p:ext uri="{D42A27DB-BD31-4B8C-83A1-F6EECF244321}">
                <p14:modId xmlns:p14="http://schemas.microsoft.com/office/powerpoint/2010/main" val="384521869"/>
              </p:ext>
            </p:extLst>
          </p:nvPr>
        </p:nvGraphicFramePr>
        <p:xfrm>
          <a:off x="923164" y="1426464"/>
          <a:ext cx="10345672" cy="4745736"/>
        </p:xfrm>
        <a:graphic>
          <a:graphicData uri="http://schemas.openxmlformats.org/drawingml/2006/table">
            <a:tbl>
              <a:tblPr firstRow="1" bandRow="1">
                <a:tableStyleId>{10A1B5D5-9B99-4C35-A422-299274C87663}</a:tableStyleId>
              </a:tblPr>
              <a:tblGrid>
                <a:gridCol w="3356605">
                  <a:extLst>
                    <a:ext uri="{9D8B030D-6E8A-4147-A177-3AD203B41FA5}">
                      <a16:colId xmlns:a16="http://schemas.microsoft.com/office/drawing/2014/main" val="3715918660"/>
                    </a:ext>
                  </a:extLst>
                </a:gridCol>
                <a:gridCol w="1715678">
                  <a:extLst>
                    <a:ext uri="{9D8B030D-6E8A-4147-A177-3AD203B41FA5}">
                      <a16:colId xmlns:a16="http://schemas.microsoft.com/office/drawing/2014/main" val="4196659016"/>
                    </a:ext>
                  </a:extLst>
                </a:gridCol>
                <a:gridCol w="2177592">
                  <a:extLst>
                    <a:ext uri="{9D8B030D-6E8A-4147-A177-3AD203B41FA5}">
                      <a16:colId xmlns:a16="http://schemas.microsoft.com/office/drawing/2014/main" val="708606947"/>
                    </a:ext>
                  </a:extLst>
                </a:gridCol>
                <a:gridCol w="1583703">
                  <a:extLst>
                    <a:ext uri="{9D8B030D-6E8A-4147-A177-3AD203B41FA5}">
                      <a16:colId xmlns:a16="http://schemas.microsoft.com/office/drawing/2014/main" val="2262150229"/>
                    </a:ext>
                  </a:extLst>
                </a:gridCol>
                <a:gridCol w="1512094">
                  <a:extLst>
                    <a:ext uri="{9D8B030D-6E8A-4147-A177-3AD203B41FA5}">
                      <a16:colId xmlns:a16="http://schemas.microsoft.com/office/drawing/2014/main" val="3722165256"/>
                    </a:ext>
                  </a:extLst>
                </a:gridCol>
              </a:tblGrid>
              <a:tr h="395478">
                <a:tc>
                  <a:txBody>
                    <a:bodyPr/>
                    <a:lstStyle/>
                    <a:p>
                      <a:pPr marL="0" marR="0" algn="r">
                        <a:spcBef>
                          <a:spcPts val="0"/>
                        </a:spcBef>
                        <a:spcAft>
                          <a:spcPts val="0"/>
                        </a:spcAft>
                      </a:pPr>
                      <a:r>
                        <a:rPr lang="en-US" sz="1800" kern="0">
                          <a:effectLst/>
                          <a:latin typeface="Open Sans" pitchFamily="2" charset="0"/>
                          <a:ea typeface="Open Sans" pitchFamily="2" charset="0"/>
                          <a:cs typeface="Open Sans" pitchFamily="2" charset="0"/>
                        </a:rPr>
                        <a:t>  </a:t>
                      </a:r>
                      <a:endParaRPr lang="en-US" sz="2200"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r">
                        <a:spcBef>
                          <a:spcPts val="0"/>
                        </a:spcBef>
                        <a:spcAft>
                          <a:spcPts val="0"/>
                        </a:spcAft>
                      </a:pPr>
                      <a:r>
                        <a:rPr lang="en-US" sz="1800" kern="0">
                          <a:effectLst/>
                          <a:latin typeface="Open Sans" pitchFamily="2" charset="0"/>
                          <a:ea typeface="Open Sans" pitchFamily="2" charset="0"/>
                          <a:cs typeface="Open Sans" pitchFamily="2" charset="0"/>
                        </a:rPr>
                        <a:t> F2F Answer</a:t>
                      </a:r>
                      <a:endParaRPr lang="en-US" sz="2200"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r">
                        <a:spcBef>
                          <a:spcPts val="0"/>
                        </a:spcBef>
                        <a:spcAft>
                          <a:spcPts val="0"/>
                        </a:spcAft>
                      </a:pPr>
                      <a:r>
                        <a:rPr lang="en-US" sz="1800" kern="0">
                          <a:effectLst/>
                          <a:latin typeface="Open Sans" pitchFamily="2" charset="0"/>
                          <a:ea typeface="Open Sans" pitchFamily="2" charset="0"/>
                          <a:cs typeface="Open Sans" pitchFamily="2" charset="0"/>
                        </a:rPr>
                        <a:t> Remote Answer</a:t>
                      </a:r>
                      <a:endParaRPr lang="en-US" sz="2200"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r">
                        <a:spcBef>
                          <a:spcPts val="0"/>
                        </a:spcBef>
                        <a:spcAft>
                          <a:spcPts val="0"/>
                        </a:spcAft>
                      </a:pPr>
                      <a:r>
                        <a:rPr lang="en-US" sz="1800" kern="0">
                          <a:effectLst/>
                          <a:latin typeface="Open Sans" pitchFamily="2" charset="0"/>
                          <a:ea typeface="Open Sans" pitchFamily="2" charset="0"/>
                          <a:cs typeface="Open Sans" pitchFamily="2" charset="0"/>
                        </a:rPr>
                        <a:t> Difference </a:t>
                      </a:r>
                      <a:endParaRPr lang="en-US" sz="2200"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800" kern="0">
                          <a:effectLst/>
                          <a:latin typeface="Open Sans" pitchFamily="2" charset="0"/>
                          <a:ea typeface="Open Sans" pitchFamily="2" charset="0"/>
                          <a:cs typeface="Open Sans" pitchFamily="2" charset="0"/>
                        </a:rPr>
                        <a:t> P Value</a:t>
                      </a:r>
                      <a:endParaRPr lang="en-US" sz="2200" kern="100">
                        <a:effectLst/>
                        <a:latin typeface="Open Sans" pitchFamily="2" charset="0"/>
                        <a:ea typeface="Open Sans" pitchFamily="2" charset="0"/>
                        <a:cs typeface="Open Sans" pitchFamily="2" charset="0"/>
                      </a:endParaRPr>
                    </a:p>
                  </a:txBody>
                  <a:tcPr marL="123994" marR="123994" marT="0" marB="0" anchor="ctr"/>
                </a:tc>
                <a:extLst>
                  <a:ext uri="{0D108BD9-81ED-4DB2-BD59-A6C34878D82A}">
                    <a16:rowId xmlns:a16="http://schemas.microsoft.com/office/drawing/2014/main" val="1062916543"/>
                  </a:ext>
                </a:extLst>
              </a:tr>
              <a:tr h="395478">
                <a:tc>
                  <a:txBody>
                    <a:bodyPr/>
                    <a:lstStyle/>
                    <a:p>
                      <a:pPr marL="0" marR="0">
                        <a:spcBef>
                          <a:spcPts val="0"/>
                        </a:spcBef>
                        <a:spcAft>
                          <a:spcPts val="0"/>
                        </a:spcAft>
                      </a:pPr>
                      <a:r>
                        <a:rPr lang="en-US" sz="1600" b="1" kern="0">
                          <a:effectLst/>
                          <a:latin typeface="Open Sans" pitchFamily="2" charset="0"/>
                          <a:ea typeface="Open Sans" pitchFamily="2" charset="0"/>
                          <a:cs typeface="Open Sans" pitchFamily="2" charset="0"/>
                        </a:rPr>
                        <a:t> FCS </a:t>
                      </a:r>
                      <a:endParaRPr lang="en-US" sz="2000" b="1"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62.22</a:t>
                      </a:r>
                      <a:endParaRPr lang="en-US" sz="2000" b="1"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56.00</a:t>
                      </a:r>
                      <a:endParaRPr lang="en-US" sz="2000" b="1"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6.22</a:t>
                      </a:r>
                      <a:endParaRPr lang="en-US" sz="2000" b="1"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0.00</a:t>
                      </a:r>
                      <a:endParaRPr lang="en-US" sz="2000" b="1" kern="100">
                        <a:effectLst/>
                        <a:latin typeface="Open Sans" pitchFamily="2" charset="0"/>
                        <a:ea typeface="Open Sans" pitchFamily="2" charset="0"/>
                        <a:cs typeface="Open Sans" pitchFamily="2" charset="0"/>
                      </a:endParaRPr>
                    </a:p>
                  </a:txBody>
                  <a:tcPr marL="123994" marR="123994" marT="0" marB="0" anchor="ctr"/>
                </a:tc>
                <a:extLst>
                  <a:ext uri="{0D108BD9-81ED-4DB2-BD59-A6C34878D82A}">
                    <a16:rowId xmlns:a16="http://schemas.microsoft.com/office/drawing/2014/main" val="4218717379"/>
                  </a:ext>
                </a:extLst>
              </a:tr>
              <a:tr h="395478">
                <a:tc>
                  <a:txBody>
                    <a:bodyPr/>
                    <a:lstStyle/>
                    <a:p>
                      <a:pPr marL="0" marR="0">
                        <a:spcBef>
                          <a:spcPts val="0"/>
                        </a:spcBef>
                        <a:spcAft>
                          <a:spcPts val="0"/>
                        </a:spcAft>
                      </a:pPr>
                      <a:r>
                        <a:rPr lang="en-US" sz="1600" kern="0">
                          <a:effectLst/>
                          <a:latin typeface="Open Sans" pitchFamily="2" charset="0"/>
                          <a:ea typeface="Open Sans" pitchFamily="2" charset="0"/>
                          <a:cs typeface="Open Sans" pitchFamily="2" charset="0"/>
                        </a:rPr>
                        <a:t> rCSI</a:t>
                      </a:r>
                      <a:endParaRPr lang="en-US" sz="2000"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kern="0">
                          <a:effectLst/>
                          <a:latin typeface="Open Sans" pitchFamily="2" charset="0"/>
                          <a:ea typeface="Open Sans" pitchFamily="2" charset="0"/>
                          <a:cs typeface="Open Sans" pitchFamily="2" charset="0"/>
                        </a:rPr>
                        <a:t>14.74</a:t>
                      </a:r>
                      <a:endParaRPr lang="en-US" sz="2000"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kern="0">
                          <a:effectLst/>
                          <a:latin typeface="Open Sans" pitchFamily="2" charset="0"/>
                          <a:ea typeface="Open Sans" pitchFamily="2" charset="0"/>
                          <a:cs typeface="Open Sans" pitchFamily="2" charset="0"/>
                        </a:rPr>
                        <a:t>14.15</a:t>
                      </a:r>
                      <a:endParaRPr lang="en-US" sz="2000"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kern="0">
                          <a:effectLst/>
                          <a:latin typeface="Open Sans" pitchFamily="2" charset="0"/>
                          <a:ea typeface="Open Sans" pitchFamily="2" charset="0"/>
                          <a:cs typeface="Open Sans" pitchFamily="2" charset="0"/>
                        </a:rPr>
                        <a:t>0.59</a:t>
                      </a:r>
                      <a:endParaRPr lang="en-US" sz="2000"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kern="0">
                          <a:effectLst/>
                          <a:latin typeface="Open Sans" pitchFamily="2" charset="0"/>
                          <a:ea typeface="Open Sans" pitchFamily="2" charset="0"/>
                          <a:cs typeface="Open Sans" pitchFamily="2" charset="0"/>
                        </a:rPr>
                        <a:t>0.43</a:t>
                      </a:r>
                      <a:endParaRPr lang="en-US" sz="2000" kern="100">
                        <a:effectLst/>
                        <a:latin typeface="Open Sans" pitchFamily="2" charset="0"/>
                        <a:ea typeface="Open Sans" pitchFamily="2" charset="0"/>
                        <a:cs typeface="Open Sans" pitchFamily="2" charset="0"/>
                      </a:endParaRPr>
                    </a:p>
                  </a:txBody>
                  <a:tcPr marL="123994" marR="123994" marT="0" marB="0" anchor="ctr"/>
                </a:tc>
                <a:extLst>
                  <a:ext uri="{0D108BD9-81ED-4DB2-BD59-A6C34878D82A}">
                    <a16:rowId xmlns:a16="http://schemas.microsoft.com/office/drawing/2014/main" val="552399356"/>
                  </a:ext>
                </a:extLst>
              </a:tr>
              <a:tr h="395478">
                <a:tc>
                  <a:txBody>
                    <a:bodyPr/>
                    <a:lstStyle/>
                    <a:p>
                      <a:pPr marL="0" marR="0">
                        <a:spcBef>
                          <a:spcPts val="0"/>
                        </a:spcBef>
                        <a:spcAft>
                          <a:spcPts val="0"/>
                        </a:spcAft>
                      </a:pPr>
                      <a:r>
                        <a:rPr lang="en-US" sz="1600" kern="0">
                          <a:solidFill>
                            <a:schemeClr val="dk1"/>
                          </a:solidFill>
                          <a:effectLst/>
                          <a:latin typeface="Open Sans" pitchFamily="2" charset="0"/>
                          <a:ea typeface="Open Sans" pitchFamily="2" charset="0"/>
                          <a:cs typeface="Open Sans" pitchFamily="2" charset="0"/>
                        </a:rPr>
                        <a:t> Used Stress-Level Coping</a:t>
                      </a:r>
                    </a:p>
                  </a:txBody>
                  <a:tcPr marL="123994" marR="123994" marT="0" marB="0" anchor="ctr"/>
                </a:tc>
                <a:tc>
                  <a:txBody>
                    <a:bodyPr/>
                    <a:lstStyle/>
                    <a:p>
                      <a:pPr marL="0" marR="0" algn="ctr">
                        <a:spcBef>
                          <a:spcPts val="0"/>
                        </a:spcBef>
                        <a:spcAft>
                          <a:spcPts val="0"/>
                        </a:spcAft>
                      </a:pPr>
                      <a:r>
                        <a:rPr lang="en-US" sz="1600" kern="0">
                          <a:effectLst/>
                          <a:latin typeface="Open Sans" pitchFamily="2" charset="0"/>
                          <a:ea typeface="Open Sans" pitchFamily="2" charset="0"/>
                          <a:cs typeface="Open Sans" pitchFamily="2" charset="0"/>
                        </a:rPr>
                        <a:t>0.89</a:t>
                      </a:r>
                      <a:endParaRPr lang="en-US" sz="2000"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kern="0">
                          <a:effectLst/>
                          <a:latin typeface="Open Sans" pitchFamily="2" charset="0"/>
                          <a:ea typeface="Open Sans" pitchFamily="2" charset="0"/>
                          <a:cs typeface="Open Sans" pitchFamily="2" charset="0"/>
                        </a:rPr>
                        <a:t>0.89</a:t>
                      </a:r>
                      <a:endParaRPr lang="en-US" sz="2000"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kern="0">
                          <a:effectLst/>
                          <a:latin typeface="Open Sans" pitchFamily="2" charset="0"/>
                          <a:ea typeface="Open Sans" pitchFamily="2" charset="0"/>
                          <a:cs typeface="Open Sans" pitchFamily="2" charset="0"/>
                        </a:rPr>
                        <a:t>-0.00</a:t>
                      </a:r>
                      <a:endParaRPr lang="en-US" sz="2000"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kern="0">
                          <a:effectLst/>
                          <a:latin typeface="Open Sans" pitchFamily="2" charset="0"/>
                          <a:ea typeface="Open Sans" pitchFamily="2" charset="0"/>
                          <a:cs typeface="Open Sans" pitchFamily="2" charset="0"/>
                        </a:rPr>
                        <a:t>0.82</a:t>
                      </a:r>
                      <a:endParaRPr lang="en-US" sz="2000" kern="100">
                        <a:effectLst/>
                        <a:latin typeface="Open Sans" pitchFamily="2" charset="0"/>
                        <a:ea typeface="Open Sans" pitchFamily="2" charset="0"/>
                        <a:cs typeface="Open Sans" pitchFamily="2" charset="0"/>
                      </a:endParaRPr>
                    </a:p>
                  </a:txBody>
                  <a:tcPr marL="123994" marR="123994" marT="0" marB="0" anchor="ctr"/>
                </a:tc>
                <a:extLst>
                  <a:ext uri="{0D108BD9-81ED-4DB2-BD59-A6C34878D82A}">
                    <a16:rowId xmlns:a16="http://schemas.microsoft.com/office/drawing/2014/main" val="874704899"/>
                  </a:ext>
                </a:extLst>
              </a:tr>
              <a:tr h="395478">
                <a:tc>
                  <a:txBody>
                    <a:bodyPr/>
                    <a:lstStyle/>
                    <a:p>
                      <a:pPr marL="0" marR="0">
                        <a:spcBef>
                          <a:spcPts val="0"/>
                        </a:spcBef>
                        <a:spcAft>
                          <a:spcPts val="0"/>
                        </a:spcAft>
                      </a:pPr>
                      <a:r>
                        <a:rPr lang="en-US" sz="1600" b="1" kern="0">
                          <a:solidFill>
                            <a:schemeClr val="dk1"/>
                          </a:solidFill>
                          <a:effectLst/>
                          <a:latin typeface="Open Sans" pitchFamily="2" charset="0"/>
                          <a:ea typeface="Open Sans" pitchFamily="2" charset="0"/>
                          <a:cs typeface="Open Sans" pitchFamily="2" charset="0"/>
                        </a:rPr>
                        <a:t> Used Crisis-Level Coping</a:t>
                      </a: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0.69</a:t>
                      </a:r>
                      <a:endParaRPr lang="en-US" sz="2000" b="1"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0.62</a:t>
                      </a:r>
                      <a:endParaRPr lang="en-US" sz="2000" b="1"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0.08</a:t>
                      </a:r>
                      <a:endParaRPr lang="en-US" sz="2000" b="1"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0.01</a:t>
                      </a:r>
                      <a:endParaRPr lang="en-US" sz="2000" b="1" kern="100">
                        <a:effectLst/>
                        <a:latin typeface="Open Sans" pitchFamily="2" charset="0"/>
                        <a:ea typeface="Open Sans" pitchFamily="2" charset="0"/>
                        <a:cs typeface="Open Sans" pitchFamily="2" charset="0"/>
                      </a:endParaRPr>
                    </a:p>
                  </a:txBody>
                  <a:tcPr marL="123994" marR="123994" marT="0" marB="0" anchor="ctr"/>
                </a:tc>
                <a:extLst>
                  <a:ext uri="{0D108BD9-81ED-4DB2-BD59-A6C34878D82A}">
                    <a16:rowId xmlns:a16="http://schemas.microsoft.com/office/drawing/2014/main" val="3725788254"/>
                  </a:ext>
                </a:extLst>
              </a:tr>
              <a:tr h="395478">
                <a:tc>
                  <a:txBody>
                    <a:bodyPr/>
                    <a:lstStyle/>
                    <a:p>
                      <a:pPr marL="0" marR="0">
                        <a:spcBef>
                          <a:spcPts val="0"/>
                        </a:spcBef>
                        <a:spcAft>
                          <a:spcPts val="0"/>
                        </a:spcAft>
                      </a:pPr>
                      <a:r>
                        <a:rPr lang="en-US" sz="1600" b="1" kern="0">
                          <a:solidFill>
                            <a:schemeClr val="dk1"/>
                          </a:solidFill>
                          <a:effectLst/>
                          <a:latin typeface="Open Sans" pitchFamily="2" charset="0"/>
                          <a:ea typeface="Open Sans" pitchFamily="2" charset="0"/>
                          <a:cs typeface="Open Sans" pitchFamily="2" charset="0"/>
                        </a:rPr>
                        <a:t> Used Emergency-Level Coping</a:t>
                      </a: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0.08</a:t>
                      </a:r>
                      <a:endParaRPr lang="en-US" sz="2000" b="1"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0.28</a:t>
                      </a:r>
                      <a:endParaRPr lang="en-US" sz="2000" b="1"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-0.19</a:t>
                      </a:r>
                      <a:endParaRPr lang="en-US" sz="2000" b="1"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0.00</a:t>
                      </a:r>
                      <a:endParaRPr lang="en-US" sz="2000" b="1" kern="100">
                        <a:effectLst/>
                        <a:latin typeface="Open Sans" pitchFamily="2" charset="0"/>
                        <a:ea typeface="Open Sans" pitchFamily="2" charset="0"/>
                        <a:cs typeface="Open Sans" pitchFamily="2" charset="0"/>
                      </a:endParaRPr>
                    </a:p>
                  </a:txBody>
                  <a:tcPr marL="123994" marR="123994" marT="0" marB="0" anchor="ctr"/>
                </a:tc>
                <a:extLst>
                  <a:ext uri="{0D108BD9-81ED-4DB2-BD59-A6C34878D82A}">
                    <a16:rowId xmlns:a16="http://schemas.microsoft.com/office/drawing/2014/main" val="4258780094"/>
                  </a:ext>
                </a:extLst>
              </a:tr>
              <a:tr h="395478">
                <a:tc>
                  <a:txBody>
                    <a:bodyPr/>
                    <a:lstStyle/>
                    <a:p>
                      <a:pPr marL="0" marR="0">
                        <a:spcBef>
                          <a:spcPts val="0"/>
                        </a:spcBef>
                        <a:spcAft>
                          <a:spcPts val="0"/>
                        </a:spcAft>
                      </a:pPr>
                      <a:r>
                        <a:rPr lang="en-US" sz="1600" b="1" kern="0">
                          <a:solidFill>
                            <a:schemeClr val="dk1"/>
                          </a:solidFill>
                          <a:effectLst/>
                          <a:latin typeface="Open Sans" pitchFamily="2" charset="0"/>
                          <a:ea typeface="Open Sans" pitchFamily="2" charset="0"/>
                          <a:cs typeface="Open Sans" pitchFamily="2" charset="0"/>
                        </a:rPr>
                        <a:t> HHExpFood</a:t>
                      </a: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307827.17</a:t>
                      </a:r>
                      <a:endParaRPr lang="en-US" sz="2000" b="1"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450377.60</a:t>
                      </a:r>
                      <a:endParaRPr lang="en-US" sz="2000" b="1"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-142550.43</a:t>
                      </a:r>
                      <a:endParaRPr lang="en-US" sz="2000" b="1"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0.00</a:t>
                      </a:r>
                      <a:endParaRPr lang="en-US" sz="2000" b="1" kern="100">
                        <a:effectLst/>
                        <a:latin typeface="Open Sans" pitchFamily="2" charset="0"/>
                        <a:ea typeface="Open Sans" pitchFamily="2" charset="0"/>
                        <a:cs typeface="Open Sans" pitchFamily="2" charset="0"/>
                      </a:endParaRPr>
                    </a:p>
                  </a:txBody>
                  <a:tcPr marL="123994" marR="123994" marT="0" marB="0" anchor="ctr"/>
                </a:tc>
                <a:extLst>
                  <a:ext uri="{0D108BD9-81ED-4DB2-BD59-A6C34878D82A}">
                    <a16:rowId xmlns:a16="http://schemas.microsoft.com/office/drawing/2014/main" val="1937040158"/>
                  </a:ext>
                </a:extLst>
              </a:tr>
              <a:tr h="395478">
                <a:tc>
                  <a:txBody>
                    <a:bodyPr/>
                    <a:lstStyle/>
                    <a:p>
                      <a:pPr marL="0" marR="0">
                        <a:spcBef>
                          <a:spcPts val="0"/>
                        </a:spcBef>
                        <a:spcAft>
                          <a:spcPts val="0"/>
                        </a:spcAft>
                      </a:pPr>
                      <a:r>
                        <a:rPr lang="en-US" sz="1600" b="1" kern="0">
                          <a:solidFill>
                            <a:schemeClr val="dk1"/>
                          </a:solidFill>
                          <a:effectLst/>
                          <a:latin typeface="Open Sans" pitchFamily="2" charset="0"/>
                          <a:ea typeface="Open Sans" pitchFamily="2" charset="0"/>
                          <a:cs typeface="Open Sans" pitchFamily="2" charset="0"/>
                        </a:rPr>
                        <a:t> HHExpNF</a:t>
                      </a: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344632.66</a:t>
                      </a:r>
                      <a:endParaRPr lang="en-US" sz="2000" b="1"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264484.03</a:t>
                      </a:r>
                      <a:endParaRPr lang="en-US" sz="2000" b="1"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80148.63</a:t>
                      </a:r>
                      <a:endParaRPr lang="en-US" sz="2000" b="1"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0.00</a:t>
                      </a:r>
                      <a:endParaRPr lang="en-US" sz="2000" b="1" kern="100">
                        <a:effectLst/>
                        <a:latin typeface="Open Sans" pitchFamily="2" charset="0"/>
                        <a:ea typeface="Open Sans" pitchFamily="2" charset="0"/>
                        <a:cs typeface="Open Sans" pitchFamily="2" charset="0"/>
                      </a:endParaRPr>
                    </a:p>
                  </a:txBody>
                  <a:tcPr marL="123994" marR="123994" marT="0" marB="0" anchor="ctr"/>
                </a:tc>
                <a:extLst>
                  <a:ext uri="{0D108BD9-81ED-4DB2-BD59-A6C34878D82A}">
                    <a16:rowId xmlns:a16="http://schemas.microsoft.com/office/drawing/2014/main" val="101150926"/>
                  </a:ext>
                </a:extLst>
              </a:tr>
              <a:tr h="395478">
                <a:tc>
                  <a:txBody>
                    <a:bodyPr/>
                    <a:lstStyle/>
                    <a:p>
                      <a:pPr marL="0" marR="0">
                        <a:spcBef>
                          <a:spcPts val="0"/>
                        </a:spcBef>
                        <a:spcAft>
                          <a:spcPts val="0"/>
                        </a:spcAft>
                      </a:pPr>
                      <a:r>
                        <a:rPr lang="en-US" sz="1600" kern="0">
                          <a:solidFill>
                            <a:schemeClr val="dk1"/>
                          </a:solidFill>
                          <a:effectLst/>
                          <a:latin typeface="Open Sans" pitchFamily="2" charset="0"/>
                          <a:ea typeface="Open Sans" pitchFamily="2" charset="0"/>
                          <a:cs typeface="Open Sans" pitchFamily="2" charset="0"/>
                        </a:rPr>
                        <a:t> HHExpTotal</a:t>
                      </a:r>
                    </a:p>
                  </a:txBody>
                  <a:tcPr marL="123994" marR="123994" marT="0" marB="0" anchor="ctr"/>
                </a:tc>
                <a:tc>
                  <a:txBody>
                    <a:bodyPr/>
                    <a:lstStyle/>
                    <a:p>
                      <a:pPr marL="0" marR="0" algn="ctr">
                        <a:spcBef>
                          <a:spcPts val="0"/>
                        </a:spcBef>
                        <a:spcAft>
                          <a:spcPts val="0"/>
                        </a:spcAft>
                      </a:pPr>
                      <a:r>
                        <a:rPr lang="en-US" sz="1600" kern="0">
                          <a:effectLst/>
                          <a:latin typeface="Open Sans" pitchFamily="2" charset="0"/>
                          <a:ea typeface="Open Sans" pitchFamily="2" charset="0"/>
                          <a:cs typeface="Open Sans" pitchFamily="2" charset="0"/>
                        </a:rPr>
                        <a:t>652459.82</a:t>
                      </a:r>
                      <a:endParaRPr lang="en-US" sz="2000"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kern="0">
                          <a:effectLst/>
                          <a:latin typeface="Open Sans" pitchFamily="2" charset="0"/>
                          <a:ea typeface="Open Sans" pitchFamily="2" charset="0"/>
                          <a:cs typeface="Open Sans" pitchFamily="2" charset="0"/>
                        </a:rPr>
                        <a:t>714861.63</a:t>
                      </a:r>
                      <a:endParaRPr lang="en-US" sz="2000"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kern="0">
                          <a:effectLst/>
                          <a:latin typeface="Open Sans" pitchFamily="2" charset="0"/>
                          <a:ea typeface="Open Sans" pitchFamily="2" charset="0"/>
                          <a:cs typeface="Open Sans" pitchFamily="2" charset="0"/>
                        </a:rPr>
                        <a:t>-62401.81</a:t>
                      </a:r>
                      <a:endParaRPr lang="en-US" sz="2000"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kern="0">
                          <a:effectLst/>
                          <a:latin typeface="Open Sans" pitchFamily="2" charset="0"/>
                          <a:ea typeface="Open Sans" pitchFamily="2" charset="0"/>
                          <a:cs typeface="Open Sans" pitchFamily="2" charset="0"/>
                        </a:rPr>
                        <a:t>0.06</a:t>
                      </a:r>
                      <a:endParaRPr lang="en-US" sz="2000" kern="100">
                        <a:effectLst/>
                        <a:latin typeface="Open Sans" pitchFamily="2" charset="0"/>
                        <a:ea typeface="Open Sans" pitchFamily="2" charset="0"/>
                        <a:cs typeface="Open Sans" pitchFamily="2" charset="0"/>
                      </a:endParaRPr>
                    </a:p>
                  </a:txBody>
                  <a:tcPr marL="123994" marR="123994" marT="0" marB="0" anchor="ctr"/>
                </a:tc>
                <a:extLst>
                  <a:ext uri="{0D108BD9-81ED-4DB2-BD59-A6C34878D82A}">
                    <a16:rowId xmlns:a16="http://schemas.microsoft.com/office/drawing/2014/main" val="4208201600"/>
                  </a:ext>
                </a:extLst>
              </a:tr>
              <a:tr h="395478">
                <a:tc>
                  <a:txBody>
                    <a:bodyPr/>
                    <a:lstStyle/>
                    <a:p>
                      <a:pPr marL="0" marR="0">
                        <a:spcBef>
                          <a:spcPts val="0"/>
                        </a:spcBef>
                        <a:spcAft>
                          <a:spcPts val="0"/>
                        </a:spcAft>
                      </a:pPr>
                      <a:r>
                        <a:rPr lang="en-US" sz="1600" kern="0">
                          <a:solidFill>
                            <a:schemeClr val="dk1"/>
                          </a:solidFill>
                          <a:effectLst/>
                          <a:latin typeface="Open Sans" pitchFamily="2" charset="0"/>
                          <a:ea typeface="Open Sans" pitchFamily="2" charset="0"/>
                          <a:cs typeface="Open Sans" pitchFamily="2" charset="0"/>
                        </a:rPr>
                        <a:t> PCExpTotal</a:t>
                      </a:r>
                    </a:p>
                  </a:txBody>
                  <a:tcPr marL="123994" marR="123994" marT="0" marB="0" anchor="ctr"/>
                </a:tc>
                <a:tc>
                  <a:txBody>
                    <a:bodyPr/>
                    <a:lstStyle/>
                    <a:p>
                      <a:pPr marL="0" marR="0" algn="ctr">
                        <a:spcBef>
                          <a:spcPts val="0"/>
                        </a:spcBef>
                        <a:spcAft>
                          <a:spcPts val="0"/>
                        </a:spcAft>
                      </a:pPr>
                      <a:r>
                        <a:rPr lang="en-US" sz="1600" kern="0">
                          <a:effectLst/>
                          <a:latin typeface="Open Sans" pitchFamily="2" charset="0"/>
                          <a:ea typeface="Open Sans" pitchFamily="2" charset="0"/>
                          <a:cs typeface="Open Sans" pitchFamily="2" charset="0"/>
                        </a:rPr>
                        <a:t>126286.60</a:t>
                      </a:r>
                      <a:endParaRPr lang="en-US" sz="2000"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kern="0">
                          <a:effectLst/>
                          <a:latin typeface="Open Sans" pitchFamily="2" charset="0"/>
                          <a:ea typeface="Open Sans" pitchFamily="2" charset="0"/>
                          <a:cs typeface="Open Sans" pitchFamily="2" charset="0"/>
                        </a:rPr>
                        <a:t>139006.74</a:t>
                      </a:r>
                      <a:endParaRPr lang="en-US" sz="2000"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kern="0">
                          <a:effectLst/>
                          <a:latin typeface="Open Sans" pitchFamily="2" charset="0"/>
                          <a:ea typeface="Open Sans" pitchFamily="2" charset="0"/>
                          <a:cs typeface="Open Sans" pitchFamily="2" charset="0"/>
                        </a:rPr>
                        <a:t>-12720.14</a:t>
                      </a:r>
                      <a:endParaRPr lang="en-US" sz="2000"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kern="0">
                          <a:effectLst/>
                          <a:latin typeface="Open Sans" pitchFamily="2" charset="0"/>
                          <a:ea typeface="Open Sans" pitchFamily="2" charset="0"/>
                          <a:cs typeface="Open Sans" pitchFamily="2" charset="0"/>
                        </a:rPr>
                        <a:t>0.08</a:t>
                      </a:r>
                      <a:endParaRPr lang="en-US" sz="2000" kern="100">
                        <a:effectLst/>
                        <a:latin typeface="Open Sans" pitchFamily="2" charset="0"/>
                        <a:ea typeface="Open Sans" pitchFamily="2" charset="0"/>
                        <a:cs typeface="Open Sans" pitchFamily="2" charset="0"/>
                      </a:endParaRPr>
                    </a:p>
                  </a:txBody>
                  <a:tcPr marL="123994" marR="123994" marT="0" marB="0" anchor="ctr"/>
                </a:tc>
                <a:extLst>
                  <a:ext uri="{0D108BD9-81ED-4DB2-BD59-A6C34878D82A}">
                    <a16:rowId xmlns:a16="http://schemas.microsoft.com/office/drawing/2014/main" val="4166946694"/>
                  </a:ext>
                </a:extLst>
              </a:tr>
              <a:tr h="395478">
                <a:tc>
                  <a:txBody>
                    <a:bodyPr/>
                    <a:lstStyle/>
                    <a:p>
                      <a:pPr marL="0" marR="0">
                        <a:spcBef>
                          <a:spcPts val="0"/>
                        </a:spcBef>
                        <a:spcAft>
                          <a:spcPts val="0"/>
                        </a:spcAft>
                      </a:pPr>
                      <a:r>
                        <a:rPr lang="en-US" sz="1600" b="1" kern="0">
                          <a:solidFill>
                            <a:schemeClr val="dk1"/>
                          </a:solidFill>
                          <a:effectLst/>
                          <a:latin typeface="Open Sans" pitchFamily="2" charset="0"/>
                          <a:ea typeface="Open Sans" pitchFamily="2" charset="0"/>
                          <a:cs typeface="Open Sans" pitchFamily="2" charset="0"/>
                        </a:rPr>
                        <a:t> FES</a:t>
                      </a: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50.20</a:t>
                      </a:r>
                      <a:endParaRPr lang="en-US" sz="2000" b="1"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64.00</a:t>
                      </a:r>
                      <a:endParaRPr lang="en-US" sz="2000" b="1"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-13.81</a:t>
                      </a:r>
                      <a:endParaRPr lang="en-US" sz="2000" b="1"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0.00</a:t>
                      </a:r>
                      <a:endParaRPr lang="en-US" sz="2000" b="1" kern="100">
                        <a:effectLst/>
                        <a:latin typeface="Open Sans" pitchFamily="2" charset="0"/>
                        <a:ea typeface="Open Sans" pitchFamily="2" charset="0"/>
                        <a:cs typeface="Open Sans" pitchFamily="2" charset="0"/>
                      </a:endParaRPr>
                    </a:p>
                  </a:txBody>
                  <a:tcPr marL="123994" marR="123994" marT="0" marB="0" anchor="ctr"/>
                </a:tc>
                <a:extLst>
                  <a:ext uri="{0D108BD9-81ED-4DB2-BD59-A6C34878D82A}">
                    <a16:rowId xmlns:a16="http://schemas.microsoft.com/office/drawing/2014/main" val="95518698"/>
                  </a:ext>
                </a:extLst>
              </a:tr>
              <a:tr h="395478">
                <a:tc>
                  <a:txBody>
                    <a:bodyPr/>
                    <a:lstStyle/>
                    <a:p>
                      <a:pPr marL="0" marR="0">
                        <a:spcBef>
                          <a:spcPts val="0"/>
                        </a:spcBef>
                        <a:spcAft>
                          <a:spcPts val="0"/>
                        </a:spcAft>
                      </a:pPr>
                      <a:r>
                        <a:rPr lang="en-US" sz="1600" b="1" kern="0">
                          <a:solidFill>
                            <a:schemeClr val="dk1"/>
                          </a:solidFill>
                          <a:effectLst/>
                          <a:latin typeface="Open Sans" pitchFamily="2" charset="0"/>
                          <a:ea typeface="Open Sans" pitchFamily="2" charset="0"/>
                          <a:cs typeface="Open Sans" pitchFamily="2" charset="0"/>
                        </a:rPr>
                        <a:t> Vulnerability (3 &amp; 4)</a:t>
                      </a: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0.24</a:t>
                      </a:r>
                      <a:endParaRPr lang="en-US" sz="2000" b="1"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0.55</a:t>
                      </a:r>
                      <a:endParaRPr lang="en-US" sz="2000" b="1"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-0.31</a:t>
                      </a:r>
                      <a:endParaRPr lang="en-US" sz="2000" b="1"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b="1" kern="0">
                          <a:effectLst/>
                          <a:latin typeface="Open Sans" pitchFamily="2" charset="0"/>
                          <a:ea typeface="Open Sans" pitchFamily="2" charset="0"/>
                          <a:cs typeface="Open Sans" pitchFamily="2" charset="0"/>
                        </a:rPr>
                        <a:t>0.00</a:t>
                      </a:r>
                      <a:endParaRPr lang="en-US" sz="2000" b="1" kern="100">
                        <a:effectLst/>
                        <a:latin typeface="Open Sans" pitchFamily="2" charset="0"/>
                        <a:ea typeface="Open Sans" pitchFamily="2" charset="0"/>
                        <a:cs typeface="Open Sans" pitchFamily="2" charset="0"/>
                      </a:endParaRPr>
                    </a:p>
                  </a:txBody>
                  <a:tcPr marL="123994" marR="123994" marT="0" marB="0" anchor="ctr"/>
                </a:tc>
                <a:extLst>
                  <a:ext uri="{0D108BD9-81ED-4DB2-BD59-A6C34878D82A}">
                    <a16:rowId xmlns:a16="http://schemas.microsoft.com/office/drawing/2014/main" val="1367753939"/>
                  </a:ext>
                </a:extLst>
              </a:tr>
            </a:tbl>
          </a:graphicData>
        </a:graphic>
      </p:graphicFrame>
    </p:spTree>
    <p:extLst>
      <p:ext uri="{BB962C8B-B14F-4D97-AF65-F5344CB8AC3E}">
        <p14:creationId xmlns:p14="http://schemas.microsoft.com/office/powerpoint/2010/main" val="10457011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7CC5"/>
        </a:solidFill>
        <a:effectLst/>
      </p:bgPr>
    </p:bg>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FB331400-FF8A-6915-8BD7-38439780BF64}"/>
              </a:ext>
            </a:extLst>
          </p:cNvPr>
          <p:cNvSpPr>
            <a:spLocks noGrp="1"/>
          </p:cNvSpPr>
          <p:nvPr>
            <p:ph type="title"/>
          </p:nvPr>
        </p:nvSpPr>
        <p:spPr>
          <a:xfrm>
            <a:off x="838200" y="1747968"/>
            <a:ext cx="10515600" cy="3362064"/>
          </a:xfrm>
        </p:spPr>
        <p:txBody>
          <a:bodyPr anchor="ctr">
            <a:noAutofit/>
          </a:bodyPr>
          <a:lstStyle/>
          <a:p>
            <a:pPr algn="ctr"/>
            <a:r>
              <a:rPr lang="en-US" sz="4800">
                <a:solidFill>
                  <a:srgbClr val="FFFFFF"/>
                </a:solidFill>
              </a:rPr>
              <a:t>Intra-HH Outcome Comparison</a:t>
            </a:r>
            <a:br>
              <a:rPr lang="en-US" sz="4800">
                <a:solidFill>
                  <a:srgbClr val="FFFFFF"/>
                </a:solidFill>
              </a:rPr>
            </a:br>
            <a:r>
              <a:rPr lang="en-US" sz="4800">
                <a:solidFill>
                  <a:srgbClr val="FFFFFF"/>
                </a:solidFill>
              </a:rPr>
              <a:t>F2F Answer vs. Remote Answer</a:t>
            </a:r>
          </a:p>
        </p:txBody>
      </p:sp>
    </p:spTree>
    <p:extLst>
      <p:ext uri="{BB962C8B-B14F-4D97-AF65-F5344CB8AC3E}">
        <p14:creationId xmlns:p14="http://schemas.microsoft.com/office/powerpoint/2010/main" val="770390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643055D-0556-6C0E-03B1-204EB7810FCF}"/>
              </a:ext>
            </a:extLst>
          </p:cNvPr>
          <p:cNvSpPr txBox="1">
            <a:spLocks/>
          </p:cNvSpPr>
          <p:nvPr/>
        </p:nvSpPr>
        <p:spPr>
          <a:xfrm>
            <a:off x="824938" y="365670"/>
            <a:ext cx="10542124" cy="1152000"/>
          </a:xfrm>
          <a:prstGeom prst="rect">
            <a:avLst/>
          </a:prstGeom>
        </p:spPr>
        <p:txBody>
          <a:bodyPr vert="horz" lIns="91440" tIns="45720" rIns="91440" bIns="4572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sz="3000" b="1" i="0" kern="120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000" b="1" i="0" u="none" strike="noStrike" kern="1200" cap="none" spc="0" normalizeH="0" baseline="0" noProof="0">
                <a:ln>
                  <a:noFill/>
                </a:ln>
                <a:solidFill>
                  <a:srgbClr val="0070BA"/>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rPr>
              <a:t>CARI vs. </a:t>
            </a:r>
            <a:r>
              <a:rPr kumimoji="0" lang="en-GB" sz="3000" b="1" i="0" u="none" strike="noStrike" kern="1200" cap="none" spc="0" normalizeH="0" baseline="0" noProof="0" err="1">
                <a:ln>
                  <a:noFill/>
                </a:ln>
                <a:solidFill>
                  <a:srgbClr val="0070BA"/>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rPr>
              <a:t>rCARI</a:t>
            </a:r>
            <a:r>
              <a:rPr kumimoji="0" lang="en-GB" sz="3000" b="1" i="0" u="none" strike="noStrike" kern="1200" cap="none" spc="0" normalizeH="0" baseline="0" noProof="0">
                <a:ln>
                  <a:noFill/>
                </a:ln>
                <a:solidFill>
                  <a:srgbClr val="0070BA"/>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rPr>
              <a:t> Intra-HH Outcome Comparison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000" b="1" i="0" u="none" strike="noStrike" kern="1200" cap="none" spc="0" normalizeH="0" baseline="0" noProof="0">
                <a:ln>
                  <a:noFill/>
                </a:ln>
                <a:solidFill>
                  <a:srgbClr val="0070BA"/>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rPr>
              <a:t>[True Crossover n = 134</a:t>
            </a:r>
            <a:r>
              <a:rPr kumimoji="0" lang="en-GB" sz="3000" b="0" i="0" u="none" strike="noStrike" kern="1200" cap="none" spc="0" normalizeH="0" baseline="0" noProof="0">
                <a:ln>
                  <a:noFill/>
                </a:ln>
                <a:solidFill>
                  <a:srgbClr val="0070BA"/>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rPr>
              <a:t>]</a:t>
            </a:r>
          </a:p>
        </p:txBody>
      </p:sp>
      <p:graphicFrame>
        <p:nvGraphicFramePr>
          <p:cNvPr id="6" name="Table 5">
            <a:extLst>
              <a:ext uri="{FF2B5EF4-FFF2-40B4-BE49-F238E27FC236}">
                <a16:creationId xmlns:a16="http://schemas.microsoft.com/office/drawing/2014/main" id="{8D377960-9BFE-839A-B789-8C9A514EA850}"/>
              </a:ext>
            </a:extLst>
          </p:cNvPr>
          <p:cNvGraphicFramePr>
            <a:graphicFrameLocks noGrp="1"/>
          </p:cNvGraphicFramePr>
          <p:nvPr/>
        </p:nvGraphicFramePr>
        <p:xfrm>
          <a:off x="1052345" y="1753662"/>
          <a:ext cx="10087310" cy="4065996"/>
        </p:xfrm>
        <a:graphic>
          <a:graphicData uri="http://schemas.openxmlformats.org/drawingml/2006/table">
            <a:tbl>
              <a:tblPr firstRow="1" bandRow="1">
                <a:tableStyleId>{2A488322-F2BA-4B5B-9748-0D474271808F}</a:tableStyleId>
              </a:tblPr>
              <a:tblGrid>
                <a:gridCol w="3642202">
                  <a:extLst>
                    <a:ext uri="{9D8B030D-6E8A-4147-A177-3AD203B41FA5}">
                      <a16:colId xmlns:a16="http://schemas.microsoft.com/office/drawing/2014/main" val="3715918660"/>
                    </a:ext>
                  </a:extLst>
                </a:gridCol>
                <a:gridCol w="1611277">
                  <a:extLst>
                    <a:ext uri="{9D8B030D-6E8A-4147-A177-3AD203B41FA5}">
                      <a16:colId xmlns:a16="http://schemas.microsoft.com/office/drawing/2014/main" val="4196659016"/>
                    </a:ext>
                  </a:extLst>
                </a:gridCol>
                <a:gridCol w="1611277">
                  <a:extLst>
                    <a:ext uri="{9D8B030D-6E8A-4147-A177-3AD203B41FA5}">
                      <a16:colId xmlns:a16="http://schemas.microsoft.com/office/drawing/2014/main" val="708606947"/>
                    </a:ext>
                  </a:extLst>
                </a:gridCol>
                <a:gridCol w="1611277">
                  <a:extLst>
                    <a:ext uri="{9D8B030D-6E8A-4147-A177-3AD203B41FA5}">
                      <a16:colId xmlns:a16="http://schemas.microsoft.com/office/drawing/2014/main" val="2262150229"/>
                    </a:ext>
                  </a:extLst>
                </a:gridCol>
                <a:gridCol w="1611277">
                  <a:extLst>
                    <a:ext uri="{9D8B030D-6E8A-4147-A177-3AD203B41FA5}">
                      <a16:colId xmlns:a16="http://schemas.microsoft.com/office/drawing/2014/main" val="3722165256"/>
                    </a:ext>
                  </a:extLst>
                </a:gridCol>
              </a:tblGrid>
              <a:tr h="338833">
                <a:tc>
                  <a:txBody>
                    <a:bodyPr/>
                    <a:lstStyle/>
                    <a:p>
                      <a:pPr marL="0" marR="0" algn="ctr">
                        <a:spcBef>
                          <a:spcPts val="0"/>
                        </a:spcBef>
                        <a:spcAft>
                          <a:spcPts val="0"/>
                        </a:spcAft>
                      </a:pPr>
                      <a:r>
                        <a:rPr lang="en-US" sz="1600" u="none" strike="noStrike">
                          <a:effectLst/>
                          <a:latin typeface="Open Sans" pitchFamily="2" charset="0"/>
                          <a:ea typeface="Open Sans" pitchFamily="2" charset="0"/>
                          <a:cs typeface="Open Sans" pitchFamily="2" charset="0"/>
                        </a:rPr>
                        <a:t>Variable</a:t>
                      </a:r>
                      <a:r>
                        <a:rPr lang="en-US" sz="1600" kern="0">
                          <a:effectLst/>
                          <a:latin typeface="Open Sans" pitchFamily="2" charset="0"/>
                          <a:ea typeface="Open Sans" pitchFamily="2" charset="0"/>
                          <a:cs typeface="Open Sans" pitchFamily="2" charset="0"/>
                        </a:rPr>
                        <a:t>  </a:t>
                      </a:r>
                      <a:endParaRPr lang="en-US" sz="2000"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kern="0">
                          <a:effectLst/>
                          <a:latin typeface="Open Sans" pitchFamily="2" charset="0"/>
                          <a:ea typeface="Open Sans" pitchFamily="2" charset="0"/>
                          <a:cs typeface="Open Sans" pitchFamily="2" charset="0"/>
                        </a:rPr>
                        <a:t> F2F</a:t>
                      </a:r>
                      <a:endParaRPr lang="en-US" sz="2000"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kern="0">
                          <a:effectLst/>
                          <a:latin typeface="Open Sans" pitchFamily="2" charset="0"/>
                          <a:ea typeface="Open Sans" pitchFamily="2" charset="0"/>
                          <a:cs typeface="Open Sans" pitchFamily="2" charset="0"/>
                        </a:rPr>
                        <a:t> Remote</a:t>
                      </a:r>
                      <a:endParaRPr lang="en-US" sz="2000"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kern="0">
                          <a:effectLst/>
                          <a:latin typeface="Open Sans" pitchFamily="2" charset="0"/>
                          <a:ea typeface="Open Sans" pitchFamily="2" charset="0"/>
                          <a:cs typeface="Open Sans" pitchFamily="2" charset="0"/>
                        </a:rPr>
                        <a:t>Difference </a:t>
                      </a:r>
                      <a:endParaRPr lang="en-US" sz="2000" kern="100">
                        <a:effectLst/>
                        <a:latin typeface="Open Sans" pitchFamily="2" charset="0"/>
                        <a:ea typeface="Open Sans" pitchFamily="2" charset="0"/>
                        <a:cs typeface="Open Sans" pitchFamily="2" charset="0"/>
                      </a:endParaRPr>
                    </a:p>
                  </a:txBody>
                  <a:tcPr marL="123994" marR="123994" marT="0" marB="0" anchor="ctr"/>
                </a:tc>
                <a:tc>
                  <a:txBody>
                    <a:bodyPr/>
                    <a:lstStyle/>
                    <a:p>
                      <a:pPr marL="0" marR="0" algn="ctr">
                        <a:spcBef>
                          <a:spcPts val="0"/>
                        </a:spcBef>
                        <a:spcAft>
                          <a:spcPts val="0"/>
                        </a:spcAft>
                      </a:pPr>
                      <a:r>
                        <a:rPr lang="en-US" sz="1600" kern="0">
                          <a:effectLst/>
                          <a:latin typeface="Open Sans" pitchFamily="2" charset="0"/>
                          <a:ea typeface="Open Sans" pitchFamily="2" charset="0"/>
                          <a:cs typeface="Open Sans" pitchFamily="2" charset="0"/>
                        </a:rPr>
                        <a:t> P-Value</a:t>
                      </a:r>
                      <a:endParaRPr lang="en-US" sz="2000" kern="100">
                        <a:effectLst/>
                        <a:latin typeface="Open Sans" pitchFamily="2" charset="0"/>
                        <a:ea typeface="Open Sans" pitchFamily="2" charset="0"/>
                        <a:cs typeface="Open Sans" pitchFamily="2" charset="0"/>
                      </a:endParaRPr>
                    </a:p>
                  </a:txBody>
                  <a:tcPr marL="123994" marR="123994" marT="0" marB="0" anchor="ctr"/>
                </a:tc>
                <a:extLst>
                  <a:ext uri="{0D108BD9-81ED-4DB2-BD59-A6C34878D82A}">
                    <a16:rowId xmlns:a16="http://schemas.microsoft.com/office/drawing/2014/main" val="1062916543"/>
                  </a:ext>
                </a:extLst>
              </a:tr>
              <a:tr h="338833">
                <a:tc>
                  <a:txBody>
                    <a:bodyPr/>
                    <a:lstStyle/>
                    <a:p>
                      <a:pPr marL="0" marR="0">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 FCS</a:t>
                      </a:r>
                    </a:p>
                  </a:txBody>
                  <a:tcPr marL="123994" marR="123994"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64.88</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57.89</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6.99</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0.00</a:t>
                      </a:r>
                    </a:p>
                  </a:txBody>
                  <a:tcPr marL="68580" marR="68580" marT="0" marB="0" anchor="ctr">
                    <a:noFill/>
                  </a:tcPr>
                </a:tc>
                <a:extLst>
                  <a:ext uri="{0D108BD9-81ED-4DB2-BD59-A6C34878D82A}">
                    <a16:rowId xmlns:a16="http://schemas.microsoft.com/office/drawing/2014/main" val="887549817"/>
                  </a:ext>
                </a:extLst>
              </a:tr>
              <a:tr h="338833">
                <a:tc>
                  <a:txBody>
                    <a:bodyPr/>
                    <a:lstStyle/>
                    <a:p>
                      <a:pPr marL="0" marR="0">
                        <a:spcBef>
                          <a:spcPts val="0"/>
                        </a:spcBef>
                        <a:spcAft>
                          <a:spcPts val="0"/>
                        </a:spcAft>
                      </a:pPr>
                      <a:r>
                        <a:rPr lang="en-US" sz="1400" b="0" kern="0">
                          <a:solidFill>
                            <a:schemeClr val="dk1"/>
                          </a:solidFill>
                          <a:effectLst/>
                          <a:latin typeface="Open Sans" pitchFamily="2" charset="0"/>
                          <a:ea typeface="Open Sans" pitchFamily="2" charset="0"/>
                          <a:cs typeface="Open Sans" pitchFamily="2" charset="0"/>
                        </a:rPr>
                        <a:t> rCSI</a:t>
                      </a:r>
                    </a:p>
                  </a:txBody>
                  <a:tcPr marL="123994" marR="123994" marT="0" marB="0" anchor="ctr">
                    <a:noFill/>
                  </a:tcPr>
                </a:tc>
                <a:tc>
                  <a:txBody>
                    <a:bodyPr/>
                    <a:lstStyle/>
                    <a:p>
                      <a:pPr marL="0" marR="0" algn="ctr">
                        <a:spcBef>
                          <a:spcPts val="0"/>
                        </a:spcBef>
                        <a:spcAft>
                          <a:spcPts val="0"/>
                        </a:spcAft>
                      </a:pPr>
                      <a:r>
                        <a:rPr lang="en-US" sz="1400" b="0" kern="0">
                          <a:solidFill>
                            <a:schemeClr val="dk1"/>
                          </a:solidFill>
                          <a:effectLst/>
                          <a:latin typeface="Open Sans" pitchFamily="2" charset="0"/>
                          <a:ea typeface="Open Sans" pitchFamily="2" charset="0"/>
                          <a:cs typeface="Open Sans" pitchFamily="2" charset="0"/>
                        </a:rPr>
                        <a:t>12.64</a:t>
                      </a:r>
                    </a:p>
                  </a:txBody>
                  <a:tcPr marL="68580" marR="68580" marT="0" marB="0" anchor="ctr">
                    <a:noFill/>
                  </a:tcPr>
                </a:tc>
                <a:tc>
                  <a:txBody>
                    <a:bodyPr/>
                    <a:lstStyle/>
                    <a:p>
                      <a:pPr marL="0" marR="0" algn="ctr">
                        <a:spcBef>
                          <a:spcPts val="0"/>
                        </a:spcBef>
                        <a:spcAft>
                          <a:spcPts val="0"/>
                        </a:spcAft>
                      </a:pPr>
                      <a:r>
                        <a:rPr lang="en-US" sz="1400" b="0" kern="0">
                          <a:solidFill>
                            <a:schemeClr val="dk1"/>
                          </a:solidFill>
                          <a:effectLst/>
                          <a:latin typeface="Open Sans" pitchFamily="2" charset="0"/>
                          <a:ea typeface="Open Sans" pitchFamily="2" charset="0"/>
                          <a:cs typeface="Open Sans" pitchFamily="2" charset="0"/>
                        </a:rPr>
                        <a:t>13.17</a:t>
                      </a:r>
                    </a:p>
                  </a:txBody>
                  <a:tcPr marL="68580" marR="68580" marT="0" marB="0" anchor="ctr">
                    <a:noFill/>
                  </a:tcPr>
                </a:tc>
                <a:tc>
                  <a:txBody>
                    <a:bodyPr/>
                    <a:lstStyle/>
                    <a:p>
                      <a:pPr marL="0" marR="0" algn="ctr">
                        <a:spcBef>
                          <a:spcPts val="0"/>
                        </a:spcBef>
                        <a:spcAft>
                          <a:spcPts val="0"/>
                        </a:spcAft>
                      </a:pPr>
                      <a:r>
                        <a:rPr lang="en-US" sz="1400" b="0" kern="0">
                          <a:solidFill>
                            <a:schemeClr val="dk1"/>
                          </a:solidFill>
                          <a:effectLst/>
                          <a:latin typeface="Open Sans" pitchFamily="2" charset="0"/>
                          <a:ea typeface="Open Sans" pitchFamily="2" charset="0"/>
                          <a:cs typeface="Open Sans" pitchFamily="2" charset="0"/>
                        </a:rPr>
                        <a:t>-0.53</a:t>
                      </a:r>
                    </a:p>
                  </a:txBody>
                  <a:tcPr marL="68580" marR="68580" marT="0" marB="0" anchor="ctr">
                    <a:noFill/>
                  </a:tcPr>
                </a:tc>
                <a:tc>
                  <a:txBody>
                    <a:bodyPr/>
                    <a:lstStyle/>
                    <a:p>
                      <a:pPr marL="0" marR="0" algn="ctr">
                        <a:spcBef>
                          <a:spcPts val="0"/>
                        </a:spcBef>
                        <a:spcAft>
                          <a:spcPts val="0"/>
                        </a:spcAft>
                      </a:pPr>
                      <a:r>
                        <a:rPr lang="en-US" sz="1400" b="0" kern="0">
                          <a:solidFill>
                            <a:schemeClr val="dk1"/>
                          </a:solidFill>
                          <a:effectLst/>
                          <a:latin typeface="Open Sans" pitchFamily="2" charset="0"/>
                          <a:ea typeface="Open Sans" pitchFamily="2" charset="0"/>
                          <a:cs typeface="Open Sans" pitchFamily="2" charset="0"/>
                        </a:rPr>
                        <a:t>0.62</a:t>
                      </a:r>
                    </a:p>
                  </a:txBody>
                  <a:tcPr marL="68580" marR="68580" marT="0" marB="0" anchor="ctr">
                    <a:noFill/>
                  </a:tcPr>
                </a:tc>
                <a:extLst>
                  <a:ext uri="{0D108BD9-81ED-4DB2-BD59-A6C34878D82A}">
                    <a16:rowId xmlns:a16="http://schemas.microsoft.com/office/drawing/2014/main" val="552399356"/>
                  </a:ext>
                </a:extLst>
              </a:tr>
              <a:tr h="338833">
                <a:tc>
                  <a:txBody>
                    <a:bodyPr/>
                    <a:lstStyle/>
                    <a:p>
                      <a:pPr marL="0" marR="0">
                        <a:spcBef>
                          <a:spcPts val="0"/>
                        </a:spcBef>
                        <a:spcAft>
                          <a:spcPts val="0"/>
                        </a:spcAft>
                      </a:pPr>
                      <a:r>
                        <a:rPr lang="en-US" sz="1400" b="0" kern="0">
                          <a:solidFill>
                            <a:schemeClr val="dk1"/>
                          </a:solidFill>
                          <a:effectLst/>
                          <a:latin typeface="Open Sans" pitchFamily="2" charset="0"/>
                          <a:ea typeface="Open Sans" pitchFamily="2" charset="0"/>
                          <a:cs typeface="Open Sans" pitchFamily="2" charset="0"/>
                        </a:rPr>
                        <a:t> Used Stress-Level Coping</a:t>
                      </a:r>
                    </a:p>
                  </a:txBody>
                  <a:tcPr marL="123994" marR="123994" marT="0" marB="0" anchor="ctr">
                    <a:noFill/>
                  </a:tcPr>
                </a:tc>
                <a:tc>
                  <a:txBody>
                    <a:bodyPr/>
                    <a:lstStyle/>
                    <a:p>
                      <a:pPr marL="0" marR="0" algn="ctr">
                        <a:spcBef>
                          <a:spcPts val="0"/>
                        </a:spcBef>
                        <a:spcAft>
                          <a:spcPts val="0"/>
                        </a:spcAft>
                      </a:pPr>
                      <a:r>
                        <a:rPr lang="en-US" sz="1400" b="0" kern="0">
                          <a:solidFill>
                            <a:schemeClr val="dk1"/>
                          </a:solidFill>
                          <a:effectLst/>
                          <a:latin typeface="Open Sans" pitchFamily="2" charset="0"/>
                          <a:ea typeface="Open Sans" pitchFamily="2" charset="0"/>
                          <a:cs typeface="Open Sans" pitchFamily="2" charset="0"/>
                        </a:rPr>
                        <a:t>0.87</a:t>
                      </a:r>
                    </a:p>
                  </a:txBody>
                  <a:tcPr marL="68580" marR="68580" marT="0" marB="0" anchor="ctr">
                    <a:noFill/>
                  </a:tcPr>
                </a:tc>
                <a:tc>
                  <a:txBody>
                    <a:bodyPr/>
                    <a:lstStyle/>
                    <a:p>
                      <a:pPr marL="0" marR="0" algn="ctr">
                        <a:spcBef>
                          <a:spcPts val="0"/>
                        </a:spcBef>
                        <a:spcAft>
                          <a:spcPts val="0"/>
                        </a:spcAft>
                      </a:pPr>
                      <a:r>
                        <a:rPr lang="en-US" sz="1400" b="0" kern="0">
                          <a:solidFill>
                            <a:schemeClr val="dk1"/>
                          </a:solidFill>
                          <a:effectLst/>
                          <a:latin typeface="Open Sans" pitchFamily="2" charset="0"/>
                          <a:ea typeface="Open Sans" pitchFamily="2" charset="0"/>
                          <a:cs typeface="Open Sans" pitchFamily="2" charset="0"/>
                        </a:rPr>
                        <a:t>0.86</a:t>
                      </a:r>
                    </a:p>
                  </a:txBody>
                  <a:tcPr marL="68580" marR="68580" marT="0" marB="0" anchor="ctr">
                    <a:noFill/>
                  </a:tcPr>
                </a:tc>
                <a:tc>
                  <a:txBody>
                    <a:bodyPr/>
                    <a:lstStyle/>
                    <a:p>
                      <a:pPr marL="0" marR="0" algn="ctr">
                        <a:spcBef>
                          <a:spcPts val="0"/>
                        </a:spcBef>
                        <a:spcAft>
                          <a:spcPts val="0"/>
                        </a:spcAft>
                      </a:pPr>
                      <a:r>
                        <a:rPr lang="en-US" sz="1400" b="0" kern="0">
                          <a:solidFill>
                            <a:schemeClr val="dk1"/>
                          </a:solidFill>
                          <a:effectLst/>
                          <a:latin typeface="Open Sans" pitchFamily="2" charset="0"/>
                          <a:ea typeface="Open Sans" pitchFamily="2" charset="0"/>
                          <a:cs typeface="Open Sans" pitchFamily="2" charset="0"/>
                        </a:rPr>
                        <a:t>0.01</a:t>
                      </a:r>
                    </a:p>
                  </a:txBody>
                  <a:tcPr marL="68580" marR="68580" marT="0" marB="0" anchor="ctr">
                    <a:noFill/>
                  </a:tcPr>
                </a:tc>
                <a:tc>
                  <a:txBody>
                    <a:bodyPr/>
                    <a:lstStyle/>
                    <a:p>
                      <a:pPr marL="0" marR="0" algn="ctr">
                        <a:spcBef>
                          <a:spcPts val="0"/>
                        </a:spcBef>
                        <a:spcAft>
                          <a:spcPts val="0"/>
                        </a:spcAft>
                      </a:pPr>
                      <a:r>
                        <a:rPr lang="en-US" sz="1400" b="0" kern="0">
                          <a:solidFill>
                            <a:schemeClr val="dk1"/>
                          </a:solidFill>
                          <a:effectLst/>
                          <a:latin typeface="Open Sans" pitchFamily="2" charset="0"/>
                          <a:ea typeface="Open Sans" pitchFamily="2" charset="0"/>
                          <a:cs typeface="Open Sans" pitchFamily="2" charset="0"/>
                        </a:rPr>
                        <a:t>0.70</a:t>
                      </a:r>
                    </a:p>
                  </a:txBody>
                  <a:tcPr marL="68580" marR="68580" marT="0" marB="0" anchor="ctr">
                    <a:noFill/>
                  </a:tcPr>
                </a:tc>
                <a:extLst>
                  <a:ext uri="{0D108BD9-81ED-4DB2-BD59-A6C34878D82A}">
                    <a16:rowId xmlns:a16="http://schemas.microsoft.com/office/drawing/2014/main" val="874704899"/>
                  </a:ext>
                </a:extLst>
              </a:tr>
              <a:tr h="338833">
                <a:tc>
                  <a:txBody>
                    <a:bodyPr/>
                    <a:lstStyle/>
                    <a:p>
                      <a:pPr marL="0" marR="0">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 Used Crisis-Level Coping</a:t>
                      </a:r>
                    </a:p>
                  </a:txBody>
                  <a:tcPr marL="123994" marR="123994"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0.61</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0.48</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0.13</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0.02</a:t>
                      </a:r>
                    </a:p>
                  </a:txBody>
                  <a:tcPr marL="68580" marR="68580" marT="0" marB="0" anchor="ctr">
                    <a:noFill/>
                  </a:tcPr>
                </a:tc>
                <a:extLst>
                  <a:ext uri="{0D108BD9-81ED-4DB2-BD59-A6C34878D82A}">
                    <a16:rowId xmlns:a16="http://schemas.microsoft.com/office/drawing/2014/main" val="3725788254"/>
                  </a:ext>
                </a:extLst>
              </a:tr>
              <a:tr h="338833">
                <a:tc>
                  <a:txBody>
                    <a:bodyPr/>
                    <a:lstStyle/>
                    <a:p>
                      <a:pPr marL="0" marR="0">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 Used Emergency-Level Coping</a:t>
                      </a:r>
                    </a:p>
                  </a:txBody>
                  <a:tcPr marL="123994" marR="123994"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0.06</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0.23</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-0.17</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0.00</a:t>
                      </a:r>
                    </a:p>
                  </a:txBody>
                  <a:tcPr marL="68580" marR="68580" marT="0" marB="0" anchor="ctr">
                    <a:noFill/>
                  </a:tcPr>
                </a:tc>
                <a:extLst>
                  <a:ext uri="{0D108BD9-81ED-4DB2-BD59-A6C34878D82A}">
                    <a16:rowId xmlns:a16="http://schemas.microsoft.com/office/drawing/2014/main" val="4258780094"/>
                  </a:ext>
                </a:extLst>
              </a:tr>
              <a:tr h="338833">
                <a:tc>
                  <a:txBody>
                    <a:bodyPr/>
                    <a:lstStyle/>
                    <a:p>
                      <a:pPr marL="0" marR="0">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 HHExpFood</a:t>
                      </a:r>
                    </a:p>
                  </a:txBody>
                  <a:tcPr marL="123994" marR="123994"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342889.38</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422654.59</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-79765.21</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0.00</a:t>
                      </a:r>
                    </a:p>
                  </a:txBody>
                  <a:tcPr marL="68580" marR="68580" marT="0" marB="0" anchor="ctr">
                    <a:noFill/>
                  </a:tcPr>
                </a:tc>
                <a:extLst>
                  <a:ext uri="{0D108BD9-81ED-4DB2-BD59-A6C34878D82A}">
                    <a16:rowId xmlns:a16="http://schemas.microsoft.com/office/drawing/2014/main" val="1937040158"/>
                  </a:ext>
                </a:extLst>
              </a:tr>
              <a:tr h="338833">
                <a:tc>
                  <a:txBody>
                    <a:bodyPr/>
                    <a:lstStyle/>
                    <a:p>
                      <a:pPr marL="0" marR="0">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 HHExpNF</a:t>
                      </a:r>
                    </a:p>
                  </a:txBody>
                  <a:tcPr marL="123994" marR="123994"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360354.48</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170590.17</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189764.30</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0.00</a:t>
                      </a:r>
                    </a:p>
                  </a:txBody>
                  <a:tcPr marL="68580" marR="68580" marT="0" marB="0" anchor="ctr">
                    <a:noFill/>
                  </a:tcPr>
                </a:tc>
                <a:extLst>
                  <a:ext uri="{0D108BD9-81ED-4DB2-BD59-A6C34878D82A}">
                    <a16:rowId xmlns:a16="http://schemas.microsoft.com/office/drawing/2014/main" val="101150926"/>
                  </a:ext>
                </a:extLst>
              </a:tr>
              <a:tr h="338833">
                <a:tc>
                  <a:txBody>
                    <a:bodyPr/>
                    <a:lstStyle/>
                    <a:p>
                      <a:pPr marL="0" marR="0">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 HHExpTotal</a:t>
                      </a:r>
                    </a:p>
                  </a:txBody>
                  <a:tcPr marL="123994" marR="123994"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703243.85</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593244.76</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109999.09</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0.01</a:t>
                      </a:r>
                    </a:p>
                  </a:txBody>
                  <a:tcPr marL="68580" marR="68580" marT="0" marB="0" anchor="ctr">
                    <a:noFill/>
                  </a:tcPr>
                </a:tc>
                <a:extLst>
                  <a:ext uri="{0D108BD9-81ED-4DB2-BD59-A6C34878D82A}">
                    <a16:rowId xmlns:a16="http://schemas.microsoft.com/office/drawing/2014/main" val="4208201600"/>
                  </a:ext>
                </a:extLst>
              </a:tr>
              <a:tr h="338833">
                <a:tc>
                  <a:txBody>
                    <a:bodyPr/>
                    <a:lstStyle/>
                    <a:p>
                      <a:pPr marL="0" marR="0">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 PCExpTotal</a:t>
                      </a:r>
                    </a:p>
                  </a:txBody>
                  <a:tcPr marL="123994" marR="123994"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134954.91</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111814.43</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23140.48</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0.00</a:t>
                      </a:r>
                    </a:p>
                  </a:txBody>
                  <a:tcPr marL="68580" marR="68580" marT="0" marB="0" anchor="ctr">
                    <a:noFill/>
                  </a:tcPr>
                </a:tc>
                <a:extLst>
                  <a:ext uri="{0D108BD9-81ED-4DB2-BD59-A6C34878D82A}">
                    <a16:rowId xmlns:a16="http://schemas.microsoft.com/office/drawing/2014/main" val="4166946694"/>
                  </a:ext>
                </a:extLst>
              </a:tr>
              <a:tr h="338833">
                <a:tc>
                  <a:txBody>
                    <a:bodyPr/>
                    <a:lstStyle/>
                    <a:p>
                      <a:pPr marL="0" marR="0">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 FES</a:t>
                      </a:r>
                    </a:p>
                  </a:txBody>
                  <a:tcPr marL="123994" marR="123994"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51.79</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72.05</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-20.26</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0.00</a:t>
                      </a:r>
                    </a:p>
                  </a:txBody>
                  <a:tcPr marL="68580" marR="68580" marT="0" marB="0" anchor="ctr">
                    <a:noFill/>
                  </a:tcPr>
                </a:tc>
                <a:extLst>
                  <a:ext uri="{0D108BD9-81ED-4DB2-BD59-A6C34878D82A}">
                    <a16:rowId xmlns:a16="http://schemas.microsoft.com/office/drawing/2014/main" val="95518698"/>
                  </a:ext>
                </a:extLst>
              </a:tr>
              <a:tr h="338833">
                <a:tc>
                  <a:txBody>
                    <a:bodyPr/>
                    <a:lstStyle/>
                    <a:p>
                      <a:pPr marL="0" marR="0">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 Vulnerability (3 &amp; 4)</a:t>
                      </a:r>
                    </a:p>
                  </a:txBody>
                  <a:tcPr marL="123994" marR="123994"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0.21</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0.53</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-0.32</a:t>
                      </a:r>
                    </a:p>
                  </a:txBody>
                  <a:tcPr marL="68580" marR="68580" marT="0" marB="0" anchor="ctr">
                    <a:noFill/>
                  </a:tcPr>
                </a:tc>
                <a:tc>
                  <a:txBody>
                    <a:bodyPr/>
                    <a:lstStyle/>
                    <a:p>
                      <a:pPr marL="0" marR="0" algn="ctr">
                        <a:spcBef>
                          <a:spcPts val="0"/>
                        </a:spcBef>
                        <a:spcAft>
                          <a:spcPts val="0"/>
                        </a:spcAft>
                      </a:pPr>
                      <a:r>
                        <a:rPr lang="en-US" sz="1400" b="1" kern="0">
                          <a:solidFill>
                            <a:schemeClr val="dk1"/>
                          </a:solidFill>
                          <a:effectLst/>
                          <a:latin typeface="Open Sans" pitchFamily="2" charset="0"/>
                          <a:ea typeface="Open Sans" pitchFamily="2" charset="0"/>
                          <a:cs typeface="Open Sans" pitchFamily="2" charset="0"/>
                        </a:rPr>
                        <a:t>0.00</a:t>
                      </a:r>
                    </a:p>
                  </a:txBody>
                  <a:tcPr marL="68580" marR="68580" marT="0" marB="0" anchor="ctr">
                    <a:noFill/>
                  </a:tcPr>
                </a:tc>
                <a:extLst>
                  <a:ext uri="{0D108BD9-81ED-4DB2-BD59-A6C34878D82A}">
                    <a16:rowId xmlns:a16="http://schemas.microsoft.com/office/drawing/2014/main" val="1367753939"/>
                  </a:ext>
                </a:extLst>
              </a:tr>
            </a:tbl>
          </a:graphicData>
        </a:graphic>
      </p:graphicFrame>
    </p:spTree>
    <p:extLst>
      <p:ext uri="{BB962C8B-B14F-4D97-AF65-F5344CB8AC3E}">
        <p14:creationId xmlns:p14="http://schemas.microsoft.com/office/powerpoint/2010/main" val="4026943303"/>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F0612-083C-AB35-30DD-537EF523CAE0}"/>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A655C477-F796-BA71-0048-91D983ED24FE}"/>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4211814164"/>
      </p:ext>
    </p:extLst>
  </p:cSld>
  <p:clrMapOvr>
    <a:masterClrMapping/>
  </p:clrMapOvr>
</p:sld>
</file>

<file path=ppt/theme/theme1.xml><?xml version="1.0" encoding="utf-8"?>
<a:theme xmlns:a="http://schemas.openxmlformats.org/drawingml/2006/main" name="Theme2">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2" id="{CEABC6C1-02E8-6E4D-9B35-02EDBE627B8A}" vid="{F8040699-0E4C-D043-8EE2-4232DCF6EB18}"/>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49256dcf-74b5-4e0f-b2ab-e17546be8a80">
      <Terms xmlns="http://schemas.microsoft.com/office/infopath/2007/PartnerControls"/>
    </lcf76f155ced4ddcb4097134ff3c332f>
    <TaxCatchAll xmlns="3940b711-dc1d-4235-b0a5-48d487f0d3b9" xsi:nil="true"/>
    <Notes xmlns="49256dcf-74b5-4e0f-b2ab-e17546be8a8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7EC5AEA005F3944B5281CE0F7F3B6DF" ma:contentTypeVersion="19" ma:contentTypeDescription="Create a new document." ma:contentTypeScope="" ma:versionID="43cac7850c215b99b189dd42ff5381b4">
  <xsd:schema xmlns:xsd="http://www.w3.org/2001/XMLSchema" xmlns:xs="http://www.w3.org/2001/XMLSchema" xmlns:p="http://schemas.microsoft.com/office/2006/metadata/properties" xmlns:ns2="49256dcf-74b5-4e0f-b2ab-e17546be8a80" xmlns:ns3="3940b711-dc1d-4235-b0a5-48d487f0d3b9" targetNamespace="http://schemas.microsoft.com/office/2006/metadata/properties" ma:root="true" ma:fieldsID="7f3b09dd81f609e653ddad0159f4af65" ns2:_="" ns3:_="">
    <xsd:import namespace="49256dcf-74b5-4e0f-b2ab-e17546be8a80"/>
    <xsd:import namespace="3940b711-dc1d-4235-b0a5-48d487f0d3b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256dcf-74b5-4e0f-b2ab-e17546be8a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acc4dc2-1d7d-4ba2-9bc5-748c4ad50a6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Notes" ma:index="26" nillable="true" ma:displayName="Notes" ma:description="Describe what this folder should contain"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940b711-dc1d-4235-b0a5-48d487f0d3b9"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517c2faf-511a-483c-a677-1ab92e51de83}" ma:internalName="TaxCatchAll" ma:showField="CatchAllData" ma:web="3940b711-dc1d-4235-b0a5-48d487f0d3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F2CF057-9F0A-4CCB-B937-805ED701A0E8}">
  <ds:schemaRefs>
    <ds:schemaRef ds:uri="http://purl.org/dc/terms/"/>
    <ds:schemaRef ds:uri="49256dcf-74b5-4e0f-b2ab-e17546be8a80"/>
    <ds:schemaRef ds:uri="http://www.w3.org/XML/1998/namespace"/>
    <ds:schemaRef ds:uri="http://schemas.microsoft.com/office/2006/documentManagement/types"/>
    <ds:schemaRef ds:uri="http://schemas.microsoft.com/office/2006/metadata/properties"/>
    <ds:schemaRef ds:uri="http://schemas.openxmlformats.org/package/2006/metadata/core-properties"/>
    <ds:schemaRef ds:uri="http://purl.org/dc/elements/1.1/"/>
    <ds:schemaRef ds:uri="http://purl.org/dc/dcmitype/"/>
    <ds:schemaRef ds:uri="http://schemas.microsoft.com/office/infopath/2007/PartnerControls"/>
    <ds:schemaRef ds:uri="3940b711-dc1d-4235-b0a5-48d487f0d3b9"/>
  </ds:schemaRefs>
</ds:datastoreItem>
</file>

<file path=customXml/itemProps2.xml><?xml version="1.0" encoding="utf-8"?>
<ds:datastoreItem xmlns:ds="http://schemas.openxmlformats.org/officeDocument/2006/customXml" ds:itemID="{D2C8538E-530A-445D-9A15-7CC7F4A16C23}">
  <ds:schemaRefs>
    <ds:schemaRef ds:uri="http://schemas.microsoft.com/sharepoint/v3/contenttype/forms"/>
  </ds:schemaRefs>
</ds:datastoreItem>
</file>

<file path=customXml/itemProps3.xml><?xml version="1.0" encoding="utf-8"?>
<ds:datastoreItem xmlns:ds="http://schemas.openxmlformats.org/officeDocument/2006/customXml" ds:itemID="{9D3D5F96-DB0B-4074-AA74-D4B040CB77EC}"/>
</file>

<file path=docProps/app.xml><?xml version="1.0" encoding="utf-8"?>
<Properties xmlns="http://schemas.openxmlformats.org/officeDocument/2006/extended-properties" xmlns:vt="http://schemas.openxmlformats.org/officeDocument/2006/docPropsVTypes">
  <Template/>
  <TotalTime>0</TotalTime>
  <Words>1547</Words>
  <Application>Microsoft Office PowerPoint</Application>
  <PresentationFormat>Widescreen</PresentationFormat>
  <Paragraphs>348</Paragraphs>
  <Slides>22</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HALDEN SOLID</vt:lpstr>
      <vt:lpstr>Open Sans</vt:lpstr>
      <vt:lpstr>Open Sans Extrabold</vt:lpstr>
      <vt:lpstr>Theme2</vt:lpstr>
      <vt:lpstr>Remote CARI (rCARI) Validation Study</vt:lpstr>
      <vt:lpstr>Background</vt:lpstr>
      <vt:lpstr>Background</vt:lpstr>
      <vt:lpstr>Background</vt:lpstr>
      <vt:lpstr>PowerPoint Presentation</vt:lpstr>
      <vt:lpstr>Iraq Pilot Sample Design</vt:lpstr>
      <vt:lpstr>Iraq Pilot Sample Design</vt:lpstr>
      <vt:lpstr>Implementation</vt:lpstr>
      <vt:lpstr>Implementation</vt:lpstr>
      <vt:lpstr>Limitations</vt:lpstr>
      <vt:lpstr>Limitations (Cont.)</vt:lpstr>
      <vt:lpstr>Limitations (Cont.)</vt:lpstr>
      <vt:lpstr>PowerPoint Presentation</vt:lpstr>
      <vt:lpstr>PowerPoint Presentation</vt:lpstr>
      <vt:lpstr>PowerPoint Presentation</vt:lpstr>
      <vt:lpstr>PowerPoint Presentation</vt:lpstr>
      <vt:lpstr>PowerPoint Presentation</vt:lpstr>
      <vt:lpstr>How does the different versions of rCARI compare with CARI v3?</vt:lpstr>
      <vt:lpstr>PowerPoint Presentation</vt:lpstr>
      <vt:lpstr>Intra-HH Outcome Comparison F2F Answer vs. Remote Answer</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 slide Useful tips to correctly edit this powerpoint template</dc:title>
  <dc:creator>Helen CLARKE</dc:creator>
  <cp:lastModifiedBy>Mohamed SALEM</cp:lastModifiedBy>
  <cp:revision>1</cp:revision>
  <dcterms:created xsi:type="dcterms:W3CDTF">2018-08-20T09:35:59Z</dcterms:created>
  <dcterms:modified xsi:type="dcterms:W3CDTF">2023-08-11T15:48:11Z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0x01010007EC5AEA005F3944B5281CE0F7F3B6DF</vt:lpwstr>
  </property>
  <property fmtid="{D5CDD505-2E9C-101B-9397-08002B2CF9AE}" pid="3" name="MediaServiceImageTags">
    <vt:lpwstr/>
  </property>
</Properties>
</file>