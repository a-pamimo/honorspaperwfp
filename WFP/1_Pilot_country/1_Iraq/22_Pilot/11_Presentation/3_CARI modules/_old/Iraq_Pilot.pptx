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2"/>
  </p:notesMasterIdLst>
  <p:sldIdLst>
    <p:sldId id="256" r:id="rId6"/>
    <p:sldId id="313" r:id="rId7"/>
    <p:sldId id="337" r:id="rId8"/>
    <p:sldId id="315" r:id="rId9"/>
    <p:sldId id="316" r:id="rId10"/>
    <p:sldId id="338" r:id="rId11"/>
    <p:sldId id="339" r:id="rId12"/>
    <p:sldId id="317" r:id="rId13"/>
    <p:sldId id="343" r:id="rId14"/>
    <p:sldId id="345" r:id="rId15"/>
    <p:sldId id="344" r:id="rId16"/>
    <p:sldId id="325" r:id="rId17"/>
    <p:sldId id="346" r:id="rId18"/>
    <p:sldId id="318" r:id="rId19"/>
    <p:sldId id="340" r:id="rId20"/>
    <p:sldId id="3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19990F-D5E3-4B61-A57C-408B60DB8C02}">
          <p14:sldIdLst>
            <p14:sldId id="256"/>
            <p14:sldId id="313"/>
            <p14:sldId id="337"/>
            <p14:sldId id="315"/>
            <p14:sldId id="316"/>
            <p14:sldId id="338"/>
            <p14:sldId id="339"/>
            <p14:sldId id="317"/>
            <p14:sldId id="343"/>
            <p14:sldId id="345"/>
            <p14:sldId id="344"/>
          </p14:sldIdLst>
        </p14:section>
        <p14:section name="Iraq pilot" id="{81A7B3F3-A8A6-4A6D-818E-921E2DC0B429}">
          <p14:sldIdLst>
            <p14:sldId id="325"/>
            <p14:sldId id="346"/>
            <p14:sldId id="318"/>
            <p14:sldId id="340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19BD3-77E2-4A3A-ADB4-2A633473B009}" v="207" dt="2023-08-11T15:28:06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596" autoAdjust="0"/>
    <p:restoredTop sz="87921" autoAdjust="0"/>
  </p:normalViewPr>
  <p:slideViewPr>
    <p:cSldViewPr snapToGrid="0">
      <p:cViewPr varScale="1">
        <p:scale>
          <a:sx n="58" d="100"/>
          <a:sy n="58" d="100"/>
        </p:scale>
        <p:origin x="2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96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01B11561-B700-40BC-B519-634451F78447}"/>
    <pc:docChg chg="undo custSel addSld delSld modSld sldOrd modSection">
      <pc:chgData name="Alirah WEYORI" userId="1c7cbaa8-91f0-4806-8632-e4be5028c1b4" providerId="ADAL" clId="{01B11561-B700-40BC-B519-634451F78447}" dt="2023-08-09T11:57:33.846" v="462" actId="14100"/>
      <pc:docMkLst>
        <pc:docMk/>
      </pc:docMkLst>
      <pc:sldChg chg="addSp delSp modSp new mod ord">
        <pc:chgData name="Alirah WEYORI" userId="1c7cbaa8-91f0-4806-8632-e4be5028c1b4" providerId="ADAL" clId="{01B11561-B700-40BC-B519-634451F78447}" dt="2023-08-09T11:39:10.436" v="99" actId="403"/>
        <pc:sldMkLst>
          <pc:docMk/>
          <pc:sldMk cId="1221167371" sldId="345"/>
        </pc:sldMkLst>
        <pc:spChg chg="del">
          <ac:chgData name="Alirah WEYORI" userId="1c7cbaa8-91f0-4806-8632-e4be5028c1b4" providerId="ADAL" clId="{01B11561-B700-40BC-B519-634451F78447}" dt="2023-08-09T10:16:56.210" v="1" actId="478"/>
          <ac:spMkLst>
            <pc:docMk/>
            <pc:sldMk cId="1221167371" sldId="345"/>
            <ac:spMk id="2" creationId="{48679E89-CD44-93E5-A581-CB27D5A4B644}"/>
          </ac:spMkLst>
        </pc:spChg>
        <pc:spChg chg="del">
          <ac:chgData name="Alirah WEYORI" userId="1c7cbaa8-91f0-4806-8632-e4be5028c1b4" providerId="ADAL" clId="{01B11561-B700-40BC-B519-634451F78447}" dt="2023-08-09T10:16:57.891" v="2" actId="478"/>
          <ac:spMkLst>
            <pc:docMk/>
            <pc:sldMk cId="1221167371" sldId="345"/>
            <ac:spMk id="3" creationId="{3084BD6D-5F71-6333-2B16-D8274AC2B0B5}"/>
          </ac:spMkLst>
        </pc:spChg>
        <pc:spChg chg="add mod">
          <ac:chgData name="Alirah WEYORI" userId="1c7cbaa8-91f0-4806-8632-e4be5028c1b4" providerId="ADAL" clId="{01B11561-B700-40BC-B519-634451F78447}" dt="2023-08-09T10:17:40.631" v="30" actId="108"/>
          <ac:spMkLst>
            <pc:docMk/>
            <pc:sldMk cId="1221167371" sldId="345"/>
            <ac:spMk id="4" creationId="{A07B39DE-0A32-FFCE-0C16-01EA37A679CD}"/>
          </ac:spMkLst>
        </pc:spChg>
        <pc:graphicFrameChg chg="add mod modGraphic">
          <ac:chgData name="Alirah WEYORI" userId="1c7cbaa8-91f0-4806-8632-e4be5028c1b4" providerId="ADAL" clId="{01B11561-B700-40BC-B519-634451F78447}" dt="2023-08-09T11:39:10.436" v="99" actId="403"/>
          <ac:graphicFrameMkLst>
            <pc:docMk/>
            <pc:sldMk cId="1221167371" sldId="345"/>
            <ac:graphicFrameMk id="5" creationId="{FF161402-0968-547C-B16C-3B52BEAAD72A}"/>
          </ac:graphicFrameMkLst>
        </pc:graphicFrameChg>
      </pc:sldChg>
      <pc:sldChg chg="new del">
        <pc:chgData name="Alirah WEYORI" userId="1c7cbaa8-91f0-4806-8632-e4be5028c1b4" providerId="ADAL" clId="{01B11561-B700-40BC-B519-634451F78447}" dt="2023-08-09T10:33:33.883" v="34" actId="2696"/>
        <pc:sldMkLst>
          <pc:docMk/>
          <pc:sldMk cId="1194083731" sldId="346"/>
        </pc:sldMkLst>
      </pc:sldChg>
      <pc:sldChg chg="addSp modSp add mod">
        <pc:chgData name="Alirah WEYORI" userId="1c7cbaa8-91f0-4806-8632-e4be5028c1b4" providerId="ADAL" clId="{01B11561-B700-40BC-B519-634451F78447}" dt="2023-08-09T11:55:27.464" v="442" actId="20577"/>
        <pc:sldMkLst>
          <pc:docMk/>
          <pc:sldMk cId="282981876" sldId="347"/>
        </pc:sldMkLst>
        <pc:spChg chg="add mod">
          <ac:chgData name="Alirah WEYORI" userId="1c7cbaa8-91f0-4806-8632-e4be5028c1b4" providerId="ADAL" clId="{01B11561-B700-40BC-B519-634451F78447}" dt="2023-08-09T11:55:27.464" v="442" actId="20577"/>
          <ac:spMkLst>
            <pc:docMk/>
            <pc:sldMk cId="282981876" sldId="347"/>
            <ac:spMk id="3" creationId="{71E450D2-8028-BA70-BBF7-654F3CE3360E}"/>
          </ac:spMkLst>
        </pc:spChg>
        <pc:graphicFrameChg chg="mod modGraphic">
          <ac:chgData name="Alirah WEYORI" userId="1c7cbaa8-91f0-4806-8632-e4be5028c1b4" providerId="ADAL" clId="{01B11561-B700-40BC-B519-634451F78447}" dt="2023-08-09T11:53:55.985" v="373" actId="122"/>
          <ac:graphicFrameMkLst>
            <pc:docMk/>
            <pc:sldMk cId="282981876" sldId="347"/>
            <ac:graphicFrameMk id="5" creationId="{FF161402-0968-547C-B16C-3B52BEAAD72A}"/>
          </ac:graphicFrameMkLst>
        </pc:graphicFrameChg>
      </pc:sldChg>
      <pc:sldChg chg="addSp modSp add mod">
        <pc:chgData name="Alirah WEYORI" userId="1c7cbaa8-91f0-4806-8632-e4be5028c1b4" providerId="ADAL" clId="{01B11561-B700-40BC-B519-634451F78447}" dt="2023-08-09T11:57:33.846" v="462" actId="14100"/>
        <pc:sldMkLst>
          <pc:docMk/>
          <pc:sldMk cId="2372383368" sldId="350"/>
        </pc:sldMkLst>
        <pc:spChg chg="add mod">
          <ac:chgData name="Alirah WEYORI" userId="1c7cbaa8-91f0-4806-8632-e4be5028c1b4" providerId="ADAL" clId="{01B11561-B700-40BC-B519-634451F78447}" dt="2023-08-09T11:57:33.846" v="462" actId="14100"/>
          <ac:spMkLst>
            <pc:docMk/>
            <pc:sldMk cId="2372383368" sldId="350"/>
            <ac:spMk id="2" creationId="{BBFFDB24-EF35-A5F8-59C1-2810DF22DBB4}"/>
          </ac:spMkLst>
        </pc:spChg>
        <pc:graphicFrameChg chg="modGraphic">
          <ac:chgData name="Alirah WEYORI" userId="1c7cbaa8-91f0-4806-8632-e4be5028c1b4" providerId="ADAL" clId="{01B11561-B700-40BC-B519-634451F78447}" dt="2023-08-09T11:53:50.304" v="372" actId="122"/>
          <ac:graphicFrameMkLst>
            <pc:docMk/>
            <pc:sldMk cId="2372383368" sldId="350"/>
            <ac:graphicFrameMk id="5" creationId="{FF161402-0968-547C-B16C-3B52BEAAD72A}"/>
          </ac:graphicFrameMkLst>
        </pc:graphicFrameChg>
      </pc:sldChg>
      <pc:sldChg chg="addSp delSp modSp add mod">
        <pc:chgData name="Alirah WEYORI" userId="1c7cbaa8-91f0-4806-8632-e4be5028c1b4" providerId="ADAL" clId="{01B11561-B700-40BC-B519-634451F78447}" dt="2023-08-09T11:49:10.760" v="354" actId="20577"/>
        <pc:sldMkLst>
          <pc:docMk/>
          <pc:sldMk cId="1005728431" sldId="351"/>
        </pc:sldMkLst>
        <pc:spChg chg="add mod">
          <ac:chgData name="Alirah WEYORI" userId="1c7cbaa8-91f0-4806-8632-e4be5028c1b4" providerId="ADAL" clId="{01B11561-B700-40BC-B519-634451F78447}" dt="2023-08-09T11:49:10.760" v="354" actId="20577"/>
          <ac:spMkLst>
            <pc:docMk/>
            <pc:sldMk cId="1005728431" sldId="351"/>
            <ac:spMk id="3" creationId="{368FFF52-BFE8-2C8B-C8EA-05225835D65A}"/>
          </ac:spMkLst>
        </pc:spChg>
        <pc:graphicFrameChg chg="del">
          <ac:chgData name="Alirah WEYORI" userId="1c7cbaa8-91f0-4806-8632-e4be5028c1b4" providerId="ADAL" clId="{01B11561-B700-40BC-B519-634451F78447}" dt="2023-08-09T11:43:35.650" v="139" actId="478"/>
          <ac:graphicFrameMkLst>
            <pc:docMk/>
            <pc:sldMk cId="1005728431" sldId="351"/>
            <ac:graphicFrameMk id="5" creationId="{FF161402-0968-547C-B16C-3B52BEAAD72A}"/>
          </ac:graphicFrameMkLst>
        </pc:graphicFrameChg>
      </pc:sldChg>
    </pc:docChg>
  </pc:docChgLst>
  <pc:docChgLst>
    <pc:chgData name="Mohamed SALEM" userId="13f12703-f1ce-4b8b-924c-fe401988a08b" providerId="ADAL" clId="{14A19BD3-77E2-4A3A-ADB4-2A633473B009}"/>
    <pc:docChg chg="custSel addSld delSld modSld modSection">
      <pc:chgData name="Mohamed SALEM" userId="13f12703-f1ce-4b8b-924c-fe401988a08b" providerId="ADAL" clId="{14A19BD3-77E2-4A3A-ADB4-2A633473B009}" dt="2023-08-11T15:28:06.111" v="200"/>
      <pc:docMkLst>
        <pc:docMk/>
      </pc:docMkLst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785540440" sldId="270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450427958" sldId="271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816218809" sldId="275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770601361" sldId="276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4220084653" sldId="278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703921591" sldId="279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4212829442" sldId="285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4278016878" sldId="288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089694377" sldId="293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521735625" sldId="294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427191962" sldId="295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519637175" sldId="298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950438032" sldId="299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134875152" sldId="300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449011100" sldId="302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417848700" sldId="303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674209721" sldId="304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028149983" sldId="308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717411103" sldId="309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673842971" sldId="310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4011624524" sldId="311"/>
        </pc:sldMkLst>
      </pc:sldChg>
      <pc:sldChg chg="add">
        <pc:chgData name="Mohamed SALEM" userId="13f12703-f1ce-4b8b-924c-fe401988a08b" providerId="ADAL" clId="{14A19BD3-77E2-4A3A-ADB4-2A633473B009}" dt="2023-08-09T11:13:09.430" v="80"/>
        <pc:sldMkLst>
          <pc:docMk/>
          <pc:sldMk cId="1958062643" sldId="316"/>
        </pc:sldMkLst>
      </pc:sldChg>
      <pc:sldChg chg="del">
        <pc:chgData name="Mohamed SALEM" userId="13f12703-f1ce-4b8b-924c-fe401988a08b" providerId="ADAL" clId="{14A19BD3-77E2-4A3A-ADB4-2A633473B009}" dt="2023-08-09T11:12:54.609" v="79" actId="2696"/>
        <pc:sldMkLst>
          <pc:docMk/>
          <pc:sldMk cId="3249434575" sldId="316"/>
        </pc:sldMkLst>
      </pc:sldChg>
      <pc:sldChg chg="modSp mod">
        <pc:chgData name="Mohamed SALEM" userId="13f12703-f1ce-4b8b-924c-fe401988a08b" providerId="ADAL" clId="{14A19BD3-77E2-4A3A-ADB4-2A633473B009}" dt="2023-08-09T11:14:10.128" v="98" actId="20577"/>
        <pc:sldMkLst>
          <pc:docMk/>
          <pc:sldMk cId="990972956" sldId="317"/>
        </pc:sldMkLst>
        <pc:spChg chg="mod">
          <ac:chgData name="Mohamed SALEM" userId="13f12703-f1ce-4b8b-924c-fe401988a08b" providerId="ADAL" clId="{14A19BD3-77E2-4A3A-ADB4-2A633473B009}" dt="2023-08-09T11:14:10.128" v="98" actId="20577"/>
          <ac:spMkLst>
            <pc:docMk/>
            <pc:sldMk cId="990972956" sldId="317"/>
            <ac:spMk id="2" creationId="{0CA7E2A8-8E42-14EB-29CA-516DD8287C61}"/>
          </ac:spMkLst>
        </pc:spChg>
        <pc:spChg chg="mod">
          <ac:chgData name="Mohamed SALEM" userId="13f12703-f1ce-4b8b-924c-fe401988a08b" providerId="ADAL" clId="{14A19BD3-77E2-4A3A-ADB4-2A633473B009}" dt="2023-08-09T11:10:02.331" v="51" actId="5793"/>
          <ac:spMkLst>
            <pc:docMk/>
            <pc:sldMk cId="990972956" sldId="317"/>
            <ac:spMk id="3" creationId="{BFBF625E-6A27-38C8-738C-892E0F05DD07}"/>
          </ac:spMkLst>
        </pc:spChg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605082255" sldId="319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966205770" sldId="321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15623040" sldId="322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668855635" sldId="323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506927897" sldId="324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217200269" sldId="326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09277154" sldId="327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538255732" sldId="328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674843508" sldId="329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3468892837" sldId="330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591029554" sldId="331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833375509" sldId="332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536486432" sldId="333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1427221906" sldId="334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2596995658" sldId="335"/>
        </pc:sldMkLst>
      </pc:sldChg>
      <pc:sldChg chg="del">
        <pc:chgData name="Mohamed SALEM" userId="13f12703-f1ce-4b8b-924c-fe401988a08b" providerId="ADAL" clId="{14A19BD3-77E2-4A3A-ADB4-2A633473B009}" dt="2023-08-09T11:35:34.146" v="196" actId="47"/>
        <pc:sldMkLst>
          <pc:docMk/>
          <pc:sldMk cId="881648821" sldId="336"/>
        </pc:sldMkLst>
      </pc:sldChg>
      <pc:sldChg chg="add">
        <pc:chgData name="Mohamed SALEM" userId="13f12703-f1ce-4b8b-924c-fe401988a08b" providerId="ADAL" clId="{14A19BD3-77E2-4A3A-ADB4-2A633473B009}" dt="2023-08-09T11:13:57.982" v="82"/>
        <pc:sldMkLst>
          <pc:docMk/>
          <pc:sldMk cId="114617214" sldId="338"/>
        </pc:sldMkLst>
      </pc:sldChg>
      <pc:sldChg chg="modSp del mod">
        <pc:chgData name="Mohamed SALEM" userId="13f12703-f1ce-4b8b-924c-fe401988a08b" providerId="ADAL" clId="{14A19BD3-77E2-4A3A-ADB4-2A633473B009}" dt="2023-08-09T11:13:53.660" v="81" actId="2696"/>
        <pc:sldMkLst>
          <pc:docMk/>
          <pc:sldMk cId="2161376106" sldId="338"/>
        </pc:sldMkLst>
        <pc:spChg chg="mod">
          <ac:chgData name="Mohamed SALEM" userId="13f12703-f1ce-4b8b-924c-fe401988a08b" providerId="ADAL" clId="{14A19BD3-77E2-4A3A-ADB4-2A633473B009}" dt="2023-08-09T11:11:41.341" v="78" actId="20577"/>
          <ac:spMkLst>
            <pc:docMk/>
            <pc:sldMk cId="2161376106" sldId="338"/>
            <ac:spMk id="2" creationId="{0CA7E2A8-8E42-14EB-29CA-516DD8287C61}"/>
          </ac:spMkLst>
        </pc:spChg>
      </pc:sldChg>
      <pc:sldChg chg="modSp del mod">
        <pc:chgData name="Mohamed SALEM" userId="13f12703-f1ce-4b8b-924c-fe401988a08b" providerId="ADAL" clId="{14A19BD3-77E2-4A3A-ADB4-2A633473B009}" dt="2023-08-09T11:13:53.660" v="81" actId="2696"/>
        <pc:sldMkLst>
          <pc:docMk/>
          <pc:sldMk cId="222680801" sldId="339"/>
        </pc:sldMkLst>
        <pc:spChg chg="mod">
          <ac:chgData name="Mohamed SALEM" userId="13f12703-f1ce-4b8b-924c-fe401988a08b" providerId="ADAL" clId="{14A19BD3-77E2-4A3A-ADB4-2A633473B009}" dt="2023-08-09T11:11:34.977" v="64" actId="20577"/>
          <ac:spMkLst>
            <pc:docMk/>
            <pc:sldMk cId="222680801" sldId="339"/>
            <ac:spMk id="2" creationId="{0CA7E2A8-8E42-14EB-29CA-516DD8287C61}"/>
          </ac:spMkLst>
        </pc:spChg>
      </pc:sldChg>
      <pc:sldChg chg="add">
        <pc:chgData name="Mohamed SALEM" userId="13f12703-f1ce-4b8b-924c-fe401988a08b" providerId="ADAL" clId="{14A19BD3-77E2-4A3A-ADB4-2A633473B009}" dt="2023-08-09T11:13:57.982" v="82"/>
        <pc:sldMkLst>
          <pc:docMk/>
          <pc:sldMk cId="2088686872" sldId="339"/>
        </pc:sldMkLst>
      </pc:sldChg>
      <pc:sldChg chg="del">
        <pc:chgData name="Mohamed SALEM" userId="13f12703-f1ce-4b8b-924c-fe401988a08b" providerId="ADAL" clId="{14A19BD3-77E2-4A3A-ADB4-2A633473B009}" dt="2023-08-09T11:36:21.737" v="197" actId="47"/>
        <pc:sldMkLst>
          <pc:docMk/>
          <pc:sldMk cId="1019434282" sldId="342"/>
        </pc:sldMkLst>
      </pc:sldChg>
      <pc:sldChg chg="modSp add del mod">
        <pc:chgData name="Mohamed SALEM" userId="13f12703-f1ce-4b8b-924c-fe401988a08b" providerId="ADAL" clId="{14A19BD3-77E2-4A3A-ADB4-2A633473B009}" dt="2023-08-09T11:16:29.009" v="144" actId="47"/>
        <pc:sldMkLst>
          <pc:docMk/>
          <pc:sldMk cId="304670783" sldId="348"/>
        </pc:sldMkLst>
        <pc:spChg chg="mod">
          <ac:chgData name="Mohamed SALEM" userId="13f12703-f1ce-4b8b-924c-fe401988a08b" providerId="ADAL" clId="{14A19BD3-77E2-4A3A-ADB4-2A633473B009}" dt="2023-08-09T11:14:44.304" v="117" actId="20577"/>
          <ac:spMkLst>
            <pc:docMk/>
            <pc:sldMk cId="304670783" sldId="348"/>
            <ac:spMk id="2" creationId="{0CA7E2A8-8E42-14EB-29CA-516DD8287C61}"/>
          </ac:spMkLst>
        </pc:spChg>
        <pc:spChg chg="mod">
          <ac:chgData name="Mohamed SALEM" userId="13f12703-f1ce-4b8b-924c-fe401988a08b" providerId="ADAL" clId="{14A19BD3-77E2-4A3A-ADB4-2A633473B009}" dt="2023-08-09T11:14:50.858" v="120" actId="20577"/>
          <ac:spMkLst>
            <pc:docMk/>
            <pc:sldMk cId="304670783" sldId="348"/>
            <ac:spMk id="4" creationId="{D67519DD-8D03-B56A-BD76-0097D8F5A43B}"/>
          </ac:spMkLst>
        </pc:spChg>
        <pc:spChg chg="mod">
          <ac:chgData name="Mohamed SALEM" userId="13f12703-f1ce-4b8b-924c-fe401988a08b" providerId="ADAL" clId="{14A19BD3-77E2-4A3A-ADB4-2A633473B009}" dt="2023-08-09T11:14:59.291" v="126" actId="5793"/>
          <ac:spMkLst>
            <pc:docMk/>
            <pc:sldMk cId="304670783" sldId="348"/>
            <ac:spMk id="26" creationId="{E1A5DCDC-EE83-617B-0A13-223B8FA8C0F2}"/>
          </ac:spMkLst>
        </pc:spChg>
      </pc:sldChg>
      <pc:sldChg chg="modSp add mod">
        <pc:chgData name="Mohamed SALEM" userId="13f12703-f1ce-4b8b-924c-fe401988a08b" providerId="ADAL" clId="{14A19BD3-77E2-4A3A-ADB4-2A633473B009}" dt="2023-08-09T11:33:43.129" v="195" actId="20577"/>
        <pc:sldMkLst>
          <pc:docMk/>
          <pc:sldMk cId="3459499386" sldId="349"/>
        </pc:sldMkLst>
        <pc:spChg chg="mod">
          <ac:chgData name="Mohamed SALEM" userId="13f12703-f1ce-4b8b-924c-fe401988a08b" providerId="ADAL" clId="{14A19BD3-77E2-4A3A-ADB4-2A633473B009}" dt="2023-08-09T11:16:25.469" v="143" actId="20577"/>
          <ac:spMkLst>
            <pc:docMk/>
            <pc:sldMk cId="3459499386" sldId="349"/>
            <ac:spMk id="2" creationId="{0CA7E2A8-8E42-14EB-29CA-516DD8287C61}"/>
          </ac:spMkLst>
        </pc:spChg>
        <pc:spChg chg="mod">
          <ac:chgData name="Mohamed SALEM" userId="13f12703-f1ce-4b8b-924c-fe401988a08b" providerId="ADAL" clId="{14A19BD3-77E2-4A3A-ADB4-2A633473B009}" dt="2023-08-09T11:17:33.565" v="150" actId="20577"/>
          <ac:spMkLst>
            <pc:docMk/>
            <pc:sldMk cId="3459499386" sldId="349"/>
            <ac:spMk id="6" creationId="{E767ABE5-0184-8B36-5479-76A24B961185}"/>
          </ac:spMkLst>
        </pc:spChg>
        <pc:spChg chg="mod">
          <ac:chgData name="Mohamed SALEM" userId="13f12703-f1ce-4b8b-924c-fe401988a08b" providerId="ADAL" clId="{14A19BD3-77E2-4A3A-ADB4-2A633473B009}" dt="2023-08-09T11:33:43.129" v="195" actId="20577"/>
          <ac:spMkLst>
            <pc:docMk/>
            <pc:sldMk cId="3459499386" sldId="349"/>
            <ac:spMk id="7" creationId="{B127FBED-1089-3247-8B90-6B4E1540C7F9}"/>
          </ac:spMkLst>
        </pc:spChg>
        <pc:spChg chg="mod">
          <ac:chgData name="Mohamed SALEM" userId="13f12703-f1ce-4b8b-924c-fe401988a08b" providerId="ADAL" clId="{14A19BD3-77E2-4A3A-ADB4-2A633473B009}" dt="2023-08-09T11:30:24.987" v="161" actId="20577"/>
          <ac:spMkLst>
            <pc:docMk/>
            <pc:sldMk cId="3459499386" sldId="349"/>
            <ac:spMk id="8" creationId="{7843C2A3-0D84-EBD3-3E1D-44C9C42539D5}"/>
          </ac:spMkLst>
        </pc:spChg>
        <pc:spChg chg="mod">
          <ac:chgData name="Mohamed SALEM" userId="13f12703-f1ce-4b8b-924c-fe401988a08b" providerId="ADAL" clId="{14A19BD3-77E2-4A3A-ADB4-2A633473B009}" dt="2023-08-09T11:33:39.118" v="192" actId="20577"/>
          <ac:spMkLst>
            <pc:docMk/>
            <pc:sldMk cId="3459499386" sldId="349"/>
            <ac:spMk id="14" creationId="{9FF8F268-8BCF-E8B2-5B5B-9C53BF57908E}"/>
          </ac:spMkLst>
        </pc:spChg>
        <pc:spChg chg="mod">
          <ac:chgData name="Mohamed SALEM" userId="13f12703-f1ce-4b8b-924c-fe401988a08b" providerId="ADAL" clId="{14A19BD3-77E2-4A3A-ADB4-2A633473B009}" dt="2023-08-09T11:33:22.988" v="187" actId="20577"/>
          <ac:spMkLst>
            <pc:docMk/>
            <pc:sldMk cId="3459499386" sldId="349"/>
            <ac:spMk id="15" creationId="{5EA3E412-3D92-88B3-CB0C-9BC829A14E5C}"/>
          </ac:spMkLst>
        </pc:spChg>
        <pc:cxnChg chg="mod">
          <ac:chgData name="Mohamed SALEM" userId="13f12703-f1ce-4b8b-924c-fe401988a08b" providerId="ADAL" clId="{14A19BD3-77E2-4A3A-ADB4-2A633473B009}" dt="2023-08-09T11:30:32.671" v="163" actId="1035"/>
          <ac:cxnSpMkLst>
            <pc:docMk/>
            <pc:sldMk cId="3459499386" sldId="349"/>
            <ac:cxnSpMk id="10" creationId="{D8CBDB44-F00E-8AC4-2D83-98856084BC9C}"/>
          </ac:cxnSpMkLst>
        </pc:cxnChg>
        <pc:cxnChg chg="mod">
          <ac:chgData name="Mohamed SALEM" userId="13f12703-f1ce-4b8b-924c-fe401988a08b" providerId="ADAL" clId="{14A19BD3-77E2-4A3A-ADB4-2A633473B009}" dt="2023-08-09T11:30:32.671" v="163" actId="1035"/>
          <ac:cxnSpMkLst>
            <pc:docMk/>
            <pc:sldMk cId="3459499386" sldId="349"/>
            <ac:cxnSpMk id="17" creationId="{E848B589-B2DE-3381-029B-B90850A7D8C4}"/>
          </ac:cxnSpMkLst>
        </pc:cxnChg>
      </pc:sldChg>
      <pc:sldChg chg="add del">
        <pc:chgData name="Mohamed SALEM" userId="13f12703-f1ce-4b8b-924c-fe401988a08b" providerId="ADAL" clId="{14A19BD3-77E2-4A3A-ADB4-2A633473B009}" dt="2023-08-11T15:28:06.111" v="200"/>
        <pc:sldMkLst>
          <pc:docMk/>
          <pc:sldMk cId="839272635" sldId="371"/>
        </pc:sldMkLst>
      </pc:sldChg>
    </pc:docChg>
  </pc:docChgLst>
  <pc:docChgLst>
    <pc:chgData name="Nicole WU" userId="4cf90142-5117-41df-a92b-6216d87bdf3c" providerId="ADAL" clId="{C5FF4C91-3116-B649-9676-01CD5FF40A7A}"/>
    <pc:docChg chg="undo custSel addSld delSld modSld sldOrd modMainMaster modSection">
      <pc:chgData name="Nicole WU" userId="4cf90142-5117-41df-a92b-6216d87bdf3c" providerId="ADAL" clId="{C5FF4C91-3116-B649-9676-01CD5FF40A7A}" dt="2023-08-09T12:40:22.922" v="1008" actId="2696"/>
      <pc:docMkLst>
        <pc:docMk/>
      </pc:docMkLst>
      <pc:sldChg chg="modSp add del mod">
        <pc:chgData name="Nicole WU" userId="4cf90142-5117-41df-a92b-6216d87bdf3c" providerId="ADAL" clId="{C5FF4C91-3116-B649-9676-01CD5FF40A7A}" dt="2023-08-09T11:40:24.671" v="6" actId="2696"/>
        <pc:sldMkLst>
          <pc:docMk/>
          <pc:sldMk cId="3545166311" sldId="283"/>
        </pc:sldMkLst>
        <pc:spChg chg="mod">
          <ac:chgData name="Nicole WU" userId="4cf90142-5117-41df-a92b-6216d87bdf3c" providerId="ADAL" clId="{C5FF4C91-3116-B649-9676-01CD5FF40A7A}" dt="2023-08-09T11:40:05.131" v="1" actId="27636"/>
          <ac:spMkLst>
            <pc:docMk/>
            <pc:sldMk cId="3545166311" sldId="283"/>
            <ac:spMk id="2" creationId="{00000000-0000-0000-0000-000000000000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2266260950" sldId="313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2266260950" sldId="313"/>
            <ac:spMk id="2" creationId="{F36F0492-36E3-5767-5026-254C92AE1190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664764005" sldId="315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664764005" sldId="315"/>
            <ac:spMk id="6" creationId="{C0750ADF-57CD-99AF-BAF2-ADB443FF32C8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1958062643" sldId="316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1958062643" sldId="316"/>
            <ac:spMk id="2" creationId="{4A5EC298-8031-96DE-0C2E-7D8D81AE6C57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990972956" sldId="317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990972956" sldId="317"/>
            <ac:spMk id="2" creationId="{0CA7E2A8-8E42-14EB-29CA-516DD8287C61}"/>
          </ac:spMkLst>
        </pc:spChg>
      </pc:sldChg>
      <pc:sldChg chg="add del">
        <pc:chgData name="Nicole WU" userId="4cf90142-5117-41df-a92b-6216d87bdf3c" providerId="ADAL" clId="{C5FF4C91-3116-B649-9676-01CD5FF40A7A}" dt="2023-08-09T12:39:53.935" v="1001" actId="2696"/>
        <pc:sldMkLst>
          <pc:docMk/>
          <pc:sldMk cId="2822220178" sldId="318"/>
        </pc:sldMkLst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1155241656" sldId="337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1155241656" sldId="337"/>
            <ac:spMk id="2" creationId="{F36F0492-36E3-5767-5026-254C92AE1190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114617214" sldId="338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114617214" sldId="338"/>
            <ac:spMk id="2" creationId="{0CA7E2A8-8E42-14EB-29CA-516DD8287C61}"/>
          </ac:spMkLst>
        </pc:spChg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2088686872" sldId="339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2088686872" sldId="339"/>
            <ac:spMk id="2" creationId="{0CA7E2A8-8E42-14EB-29CA-516DD8287C61}"/>
          </ac:spMkLst>
        </pc:spChg>
      </pc:sldChg>
      <pc:sldChg chg="addSp delSp add del mod">
        <pc:chgData name="Nicole WU" userId="4cf90142-5117-41df-a92b-6216d87bdf3c" providerId="ADAL" clId="{C5FF4C91-3116-B649-9676-01CD5FF40A7A}" dt="2023-08-09T12:40:22.922" v="1008" actId="2696"/>
        <pc:sldMkLst>
          <pc:docMk/>
          <pc:sldMk cId="3919590192" sldId="340"/>
        </pc:sldMkLst>
        <pc:spChg chg="add del">
          <ac:chgData name="Nicole WU" userId="4cf90142-5117-41df-a92b-6216d87bdf3c" providerId="ADAL" clId="{C5FF4C91-3116-B649-9676-01CD5FF40A7A}" dt="2023-08-09T12:39:37.037" v="998" actId="478"/>
          <ac:spMkLst>
            <pc:docMk/>
            <pc:sldMk cId="3919590192" sldId="340"/>
            <ac:spMk id="4" creationId="{1D6EE69F-4031-C977-D35D-B205B49A8069}"/>
          </ac:spMkLst>
        </pc:spChg>
      </pc:sldChg>
      <pc:sldChg chg="del">
        <pc:chgData name="Nicole WU" userId="4cf90142-5117-41df-a92b-6216d87bdf3c" providerId="ADAL" clId="{C5FF4C91-3116-B649-9676-01CD5FF40A7A}" dt="2023-08-09T12:40:20.061" v="1006" actId="2696"/>
        <pc:sldMkLst>
          <pc:docMk/>
          <pc:sldMk cId="2209449643" sldId="341"/>
        </pc:sldMkLst>
      </pc:sldChg>
      <pc:sldChg chg="modSp">
        <pc:chgData name="Nicole WU" userId="4cf90142-5117-41df-a92b-6216d87bdf3c" providerId="ADAL" clId="{C5FF4C91-3116-B649-9676-01CD5FF40A7A}" dt="2023-08-09T11:40:18.136" v="5"/>
        <pc:sldMkLst>
          <pc:docMk/>
          <pc:sldMk cId="3210502150" sldId="343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3210502150" sldId="343"/>
            <ac:spMk id="2" creationId="{F7C8A77D-46EF-7E59-C491-E7A55B9F4038}"/>
          </ac:spMkLst>
        </pc:spChg>
      </pc:sldChg>
      <pc:sldChg chg="modSp mod">
        <pc:chgData name="Nicole WU" userId="4cf90142-5117-41df-a92b-6216d87bdf3c" providerId="ADAL" clId="{C5FF4C91-3116-B649-9676-01CD5FF40A7A}" dt="2023-08-09T12:13:05.831" v="962" actId="1076"/>
        <pc:sldMkLst>
          <pc:docMk/>
          <pc:sldMk cId="1691983373" sldId="344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1691983373" sldId="344"/>
            <ac:spMk id="2" creationId="{F7C8A77D-46EF-7E59-C491-E7A55B9F4038}"/>
          </ac:spMkLst>
        </pc:spChg>
        <pc:spChg chg="mod">
          <ac:chgData name="Nicole WU" userId="4cf90142-5117-41df-a92b-6216d87bdf3c" providerId="ADAL" clId="{C5FF4C91-3116-B649-9676-01CD5FF40A7A}" dt="2023-08-09T12:13:05.831" v="962" actId="1076"/>
          <ac:spMkLst>
            <pc:docMk/>
            <pc:sldMk cId="1691983373" sldId="344"/>
            <ac:spMk id="3" creationId="{CB875B1F-8DEF-B94D-30DE-F9A47514D854}"/>
          </ac:spMkLst>
        </pc:spChg>
      </pc:sldChg>
      <pc:sldChg chg="addSp delSp modSp add del mod ord delAnim modAnim">
        <pc:chgData name="Nicole WU" userId="4cf90142-5117-41df-a92b-6216d87bdf3c" providerId="ADAL" clId="{C5FF4C91-3116-B649-9676-01CD5FF40A7A}" dt="2023-08-09T12:13:18.929" v="965" actId="404"/>
        <pc:sldMkLst>
          <pc:docMk/>
          <pc:sldMk cId="1221167371" sldId="345"/>
        </pc:sldMkLst>
        <pc:spChg chg="add del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2" creationId="{4BD550DD-AB5C-72B3-0E0E-5502B3CE021E}"/>
          </ac:spMkLst>
        </pc:spChg>
        <pc:spChg chg="add del mod">
          <ac:chgData name="Nicole WU" userId="4cf90142-5117-41df-a92b-6216d87bdf3c" providerId="ADAL" clId="{C5FF4C91-3116-B649-9676-01CD5FF40A7A}" dt="2023-08-09T11:55:03.775" v="177" actId="478"/>
          <ac:spMkLst>
            <pc:docMk/>
            <pc:sldMk cId="1221167371" sldId="345"/>
            <ac:spMk id="3" creationId="{8C8A0044-C35D-901B-E505-3C81EA802327}"/>
          </ac:spMkLst>
        </pc:spChg>
        <pc:spChg chg="mod">
          <ac:chgData name="Nicole WU" userId="4cf90142-5117-41df-a92b-6216d87bdf3c" providerId="ADAL" clId="{C5FF4C91-3116-B649-9676-01CD5FF40A7A}" dt="2023-08-09T12:13:18.929" v="965" actId="404"/>
          <ac:spMkLst>
            <pc:docMk/>
            <pc:sldMk cId="1221167371" sldId="345"/>
            <ac:spMk id="4" creationId="{A07B39DE-0A32-FFCE-0C16-01EA37A679CD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6" creationId="{18E373F1-A85C-7FA4-DF53-7679E497C7FA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7" creationId="{9BA608D8-4BA2-588D-2493-A8F4EEF86A38}"/>
          </ac:spMkLst>
        </pc:spChg>
        <pc:spChg chg="add mod">
          <ac:chgData name="Nicole WU" userId="4cf90142-5117-41df-a92b-6216d87bdf3c" providerId="ADAL" clId="{C5FF4C91-3116-B649-9676-01CD5FF40A7A}" dt="2023-08-09T12:12:46.447" v="958" actId="207"/>
          <ac:spMkLst>
            <pc:docMk/>
            <pc:sldMk cId="1221167371" sldId="345"/>
            <ac:spMk id="8" creationId="{9DF347FB-234F-257F-DD27-73CCE6B83A61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9" creationId="{6ABE61DE-B779-D6E5-2FF6-5585004BD172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0" creationId="{33167780-2556-3B12-D22B-B889FA40A852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3" creationId="{4BEA4343-4452-115B-2756-0D935B5F77CF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4" creationId="{0E4C302D-0DC3-15A7-A093-5E26205DD058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5" creationId="{3AF36D7B-56DB-811C-8FBF-5B9845FF7777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6" creationId="{2AF414CC-F6CD-2084-1C84-89168117E531}"/>
          </ac:spMkLst>
        </pc:spChg>
        <pc:spChg chg="add mod">
          <ac:chgData name="Nicole WU" userId="4cf90142-5117-41df-a92b-6216d87bdf3c" providerId="ADAL" clId="{C5FF4C91-3116-B649-9676-01CD5FF40A7A}" dt="2023-08-09T12:02:14.178" v="374" actId="242"/>
          <ac:spMkLst>
            <pc:docMk/>
            <pc:sldMk cId="1221167371" sldId="345"/>
            <ac:spMk id="17" creationId="{EBC58A6E-F7AB-6F73-DEF0-118996EE88BA}"/>
          </ac:spMkLst>
        </pc:spChg>
        <pc:spChg chg="add mod">
          <ac:chgData name="Nicole WU" userId="4cf90142-5117-41df-a92b-6216d87bdf3c" providerId="ADAL" clId="{C5FF4C91-3116-B649-9676-01CD5FF40A7A}" dt="2023-08-09T12:12:15.647" v="952" actId="1076"/>
          <ac:spMkLst>
            <pc:docMk/>
            <pc:sldMk cId="1221167371" sldId="345"/>
            <ac:spMk id="19" creationId="{1EDAF009-955F-90C4-06AC-124525076127}"/>
          </ac:spMkLst>
        </pc:spChg>
        <pc:grpChg chg="add mod">
          <ac:chgData name="Nicole WU" userId="4cf90142-5117-41df-a92b-6216d87bdf3c" providerId="ADAL" clId="{C5FF4C91-3116-B649-9676-01CD5FF40A7A}" dt="2023-08-09T12:13:13.348" v="963" actId="1076"/>
          <ac:grpSpMkLst>
            <pc:docMk/>
            <pc:sldMk cId="1221167371" sldId="345"/>
            <ac:grpSpMk id="18" creationId="{77C3E4A0-B0AF-5988-A9EC-DAE2FC992ED0}"/>
          </ac:grpSpMkLst>
        </pc:grpChg>
        <pc:graphicFrameChg chg="add del mod">
          <ac:chgData name="Nicole WU" userId="4cf90142-5117-41df-a92b-6216d87bdf3c" providerId="ADAL" clId="{C5FF4C91-3116-B649-9676-01CD5FF40A7A}" dt="2023-08-09T11:59:51.127" v="282" actId="478"/>
          <ac:graphicFrameMkLst>
            <pc:docMk/>
            <pc:sldMk cId="1221167371" sldId="345"/>
            <ac:graphicFrameMk id="5" creationId="{FF161402-0968-547C-B16C-3B52BEAAD72A}"/>
          </ac:graphicFrameMkLst>
        </pc:graphicFrameChg>
        <pc:cxnChg chg="add del mod">
          <ac:chgData name="Nicole WU" userId="4cf90142-5117-41df-a92b-6216d87bdf3c" providerId="ADAL" clId="{C5FF4C91-3116-B649-9676-01CD5FF40A7A}" dt="2023-08-09T11:58:26.951" v="271" actId="478"/>
          <ac:cxnSpMkLst>
            <pc:docMk/>
            <pc:sldMk cId="1221167371" sldId="345"/>
            <ac:cxnSpMk id="12" creationId="{AD9950F6-63E9-FFA5-75B0-FAB1FD936359}"/>
          </ac:cxnSpMkLst>
        </pc:cxnChg>
      </pc:sldChg>
      <pc:sldChg chg="modSp add mod ord">
        <pc:chgData name="Nicole WU" userId="4cf90142-5117-41df-a92b-6216d87bdf3c" providerId="ADAL" clId="{C5FF4C91-3116-B649-9676-01CD5FF40A7A}" dt="2023-08-09T12:40:02.807" v="1005" actId="12385"/>
        <pc:sldMkLst>
          <pc:docMk/>
          <pc:sldMk cId="1045701143" sldId="346"/>
        </pc:sldMkLst>
        <pc:graphicFrameChg chg="modGraphic">
          <ac:chgData name="Nicole WU" userId="4cf90142-5117-41df-a92b-6216d87bdf3c" providerId="ADAL" clId="{C5FF4C91-3116-B649-9676-01CD5FF40A7A}" dt="2023-08-09T12:40:02.807" v="1005" actId="12385"/>
          <ac:graphicFrameMkLst>
            <pc:docMk/>
            <pc:sldMk cId="1045701143" sldId="346"/>
            <ac:graphicFrameMk id="2" creationId="{2E0279B9-A3C0-8973-278C-9667519FD8BA}"/>
          </ac:graphicFrameMkLst>
        </pc:graphicFrameChg>
      </pc:sldChg>
      <pc:sldChg chg="modSp del mod">
        <pc:chgData name="Nicole WU" userId="4cf90142-5117-41df-a92b-6216d87bdf3c" providerId="ADAL" clId="{C5FF4C91-3116-B649-9676-01CD5FF40A7A}" dt="2023-08-09T11:59:56.906" v="283" actId="2696"/>
        <pc:sldMkLst>
          <pc:docMk/>
          <pc:sldMk cId="282981876" sldId="347"/>
        </pc:sldMkLst>
        <pc:graphicFrameChg chg="modGraphic">
          <ac:chgData name="Nicole WU" userId="4cf90142-5117-41df-a92b-6216d87bdf3c" providerId="ADAL" clId="{C5FF4C91-3116-B649-9676-01CD5FF40A7A}" dt="2023-08-09T11:49:46.819" v="21" actId="20577"/>
          <ac:graphicFrameMkLst>
            <pc:docMk/>
            <pc:sldMk cId="282981876" sldId="347"/>
            <ac:graphicFrameMk id="5" creationId="{FF161402-0968-547C-B16C-3B52BEAAD72A}"/>
          </ac:graphicFrameMkLst>
        </pc:graphicFrameChg>
      </pc:sldChg>
      <pc:sldChg chg="addSp delSp modSp add del mod ord delAnim modAnim">
        <pc:chgData name="Nicole WU" userId="4cf90142-5117-41df-a92b-6216d87bdf3c" providerId="ADAL" clId="{C5FF4C91-3116-B649-9676-01CD5FF40A7A}" dt="2023-08-09T12:27:29.824" v="996" actId="2696"/>
        <pc:sldMkLst>
          <pc:docMk/>
          <pc:sldMk cId="3459499386" sldId="349"/>
        </pc:sldMkLst>
        <pc:spChg chg="mod">
          <ac:chgData name="Nicole WU" userId="4cf90142-5117-41df-a92b-6216d87bdf3c" providerId="ADAL" clId="{C5FF4C91-3116-B649-9676-01CD5FF40A7A}" dt="2023-08-09T11:40:18.136" v="5"/>
          <ac:spMkLst>
            <pc:docMk/>
            <pc:sldMk cId="3459499386" sldId="349"/>
            <ac:spMk id="2" creationId="{0CA7E2A8-8E42-14EB-29CA-516DD8287C61}"/>
          </ac:spMkLst>
        </pc:spChg>
        <pc:spChg chg="add del mod">
          <ac:chgData name="Nicole WU" userId="4cf90142-5117-41df-a92b-6216d87bdf3c" providerId="ADAL" clId="{C5FF4C91-3116-B649-9676-01CD5FF40A7A}" dt="2023-08-09T11:54:28.711" v="159" actId="21"/>
          <ac:spMkLst>
            <pc:docMk/>
            <pc:sldMk cId="3459499386" sldId="349"/>
            <ac:spMk id="3" creationId="{D86A1B06-E835-651E-CAE7-BCBF12BEE2F5}"/>
          </ac:spMkLst>
        </pc:spChg>
        <pc:spChg chg="add del mod">
          <ac:chgData name="Nicole WU" userId="4cf90142-5117-41df-a92b-6216d87bdf3c" providerId="ADAL" clId="{C5FF4C91-3116-B649-9676-01CD5FF40A7A}" dt="2023-08-09T11:54:28.711" v="159" actId="21"/>
          <ac:spMkLst>
            <pc:docMk/>
            <pc:sldMk cId="3459499386" sldId="349"/>
            <ac:spMk id="4" creationId="{6EC27B03-F48C-1633-8329-D252CDCB98EC}"/>
          </ac:spMkLst>
        </pc:spChg>
        <pc:spChg chg="mod">
          <ac:chgData name="Nicole WU" userId="4cf90142-5117-41df-a92b-6216d87bdf3c" providerId="ADAL" clId="{C5FF4C91-3116-B649-9676-01CD5FF40A7A}" dt="2023-08-09T12:26:21.777" v="992" actId="20577"/>
          <ac:spMkLst>
            <pc:docMk/>
            <pc:sldMk cId="3459499386" sldId="349"/>
            <ac:spMk id="7" creationId="{B127FBED-1089-3247-8B90-6B4E1540C7F9}"/>
          </ac:spMkLst>
        </pc:spChg>
        <pc:spChg chg="mod">
          <ac:chgData name="Nicole WU" userId="4cf90142-5117-41df-a92b-6216d87bdf3c" providerId="ADAL" clId="{C5FF4C91-3116-B649-9676-01CD5FF40A7A}" dt="2023-08-09T12:25:35.292" v="976" actId="20577"/>
          <ac:spMkLst>
            <pc:docMk/>
            <pc:sldMk cId="3459499386" sldId="349"/>
            <ac:spMk id="8" creationId="{7843C2A3-0D84-EBD3-3E1D-44C9C42539D5}"/>
          </ac:spMkLst>
        </pc:spChg>
        <pc:spChg chg="mod">
          <ac:chgData name="Nicole WU" userId="4cf90142-5117-41df-a92b-6216d87bdf3c" providerId="ADAL" clId="{C5FF4C91-3116-B649-9676-01CD5FF40A7A}" dt="2023-08-09T12:24:38.882" v="972" actId="20577"/>
          <ac:spMkLst>
            <pc:docMk/>
            <pc:sldMk cId="3459499386" sldId="349"/>
            <ac:spMk id="14" creationId="{9FF8F268-8BCF-E8B2-5B5B-9C53BF57908E}"/>
          </ac:spMkLst>
        </pc:spChg>
        <pc:spChg chg="mod">
          <ac:chgData name="Nicole WU" userId="4cf90142-5117-41df-a92b-6216d87bdf3c" providerId="ADAL" clId="{C5FF4C91-3116-B649-9676-01CD5FF40A7A}" dt="2023-08-09T12:26:24.186" v="993" actId="20577"/>
          <ac:spMkLst>
            <pc:docMk/>
            <pc:sldMk cId="3459499386" sldId="349"/>
            <ac:spMk id="15" creationId="{5EA3E412-3D92-88B3-CB0C-9BC829A14E5C}"/>
          </ac:spMkLst>
        </pc:spChg>
      </pc:sldChg>
      <pc:sldChg chg="del">
        <pc:chgData name="Nicole WU" userId="4cf90142-5117-41df-a92b-6216d87bdf3c" providerId="ADAL" clId="{C5FF4C91-3116-B649-9676-01CD5FF40A7A}" dt="2023-08-09T12:00:00.519" v="284" actId="2696"/>
        <pc:sldMkLst>
          <pc:docMk/>
          <pc:sldMk cId="2372383368" sldId="350"/>
        </pc:sldMkLst>
      </pc:sldChg>
      <pc:sldChg chg="modSp del mod ord">
        <pc:chgData name="Nicole WU" userId="4cf90142-5117-41df-a92b-6216d87bdf3c" providerId="ADAL" clId="{C5FF4C91-3116-B649-9676-01CD5FF40A7A}" dt="2023-08-09T12:06:50.731" v="799" actId="2696"/>
        <pc:sldMkLst>
          <pc:docMk/>
          <pc:sldMk cId="1005728431" sldId="351"/>
        </pc:sldMkLst>
        <pc:spChg chg="mod">
          <ac:chgData name="Nicole WU" userId="4cf90142-5117-41df-a92b-6216d87bdf3c" providerId="ADAL" clId="{C5FF4C91-3116-B649-9676-01CD5FF40A7A}" dt="2023-08-09T11:48:54.006" v="17" actId="20577"/>
          <ac:spMkLst>
            <pc:docMk/>
            <pc:sldMk cId="1005728431" sldId="351"/>
            <ac:spMk id="3" creationId="{368FFF52-BFE8-2C8B-C8EA-05225835D65A}"/>
          </ac:spMkLst>
        </pc:spChg>
      </pc:sldChg>
      <pc:sldMasterChg chg="addSp">
        <pc:chgData name="Nicole WU" userId="4cf90142-5117-41df-a92b-6216d87bdf3c" providerId="ADAL" clId="{C5FF4C91-3116-B649-9676-01CD5FF40A7A}" dt="2023-08-09T11:40:13.451" v="2"/>
        <pc:sldMasterMkLst>
          <pc:docMk/>
          <pc:sldMasterMk cId="3386980313" sldId="2147483660"/>
        </pc:sldMasterMkLst>
        <pc:picChg chg="add">
          <ac:chgData name="Nicole WU" userId="4cf90142-5117-41df-a92b-6216d87bdf3c" providerId="ADAL" clId="{C5FF4C91-3116-B649-9676-01CD5FF40A7A}" dt="2023-08-09T11:40:13.451" v="2"/>
          <ac:picMkLst>
            <pc:docMk/>
            <pc:sldMasterMk cId="3386980313" sldId="2147483660"/>
            <ac:picMk id="7" creationId="{65F0B4F8-1E87-24A6-EAD5-158B06103FE3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A818D-CFC4-41FA-BA63-49192FDDA7D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73C87-1DAA-4FEE-B634-238BD0F8A8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61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Used the available indicators and created </a:t>
            </a:r>
            <a:r>
              <a:rPr lang="en-US" dirty="0" err="1">
                <a:solidFill>
                  <a:schemeClr val="accent6"/>
                </a:solidFill>
              </a:rPr>
              <a:t>rCSI</a:t>
            </a:r>
            <a:r>
              <a:rPr lang="en-US" dirty="0">
                <a:solidFill>
                  <a:schemeClr val="accent6"/>
                </a:solidFill>
              </a:rPr>
              <a:t> gender-sensitive </a:t>
            </a:r>
          </a:p>
          <a:p>
            <a:r>
              <a:rPr lang="en-US" dirty="0">
                <a:solidFill>
                  <a:schemeClr val="accent6"/>
                </a:solidFill>
              </a:rPr>
              <a:t>Sampled at HH level and interviewed 2 members in each HH (male and female) </a:t>
            </a:r>
          </a:p>
          <a:p>
            <a:r>
              <a:rPr lang="en-GB" dirty="0">
                <a:solidFill>
                  <a:schemeClr val="accent6"/>
                </a:solidFill>
              </a:rPr>
              <a:t>We got money from Gender, we had time before the official start of the </a:t>
            </a:r>
            <a:r>
              <a:rPr lang="en-GB" dirty="0" err="1">
                <a:solidFill>
                  <a:schemeClr val="accent6"/>
                </a:solidFill>
              </a:rPr>
              <a:t>rCARI</a:t>
            </a:r>
            <a:r>
              <a:rPr lang="en-GB" dirty="0">
                <a:solidFill>
                  <a:schemeClr val="accent6"/>
                </a:solidFill>
              </a:rPr>
              <a:t> study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73C87-1DAA-4FEE-B634-238BD0F8A8A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177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73C87-1DAA-4FEE-B634-238BD0F8A8A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177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73C87-1DAA-4FEE-B634-238BD0F8A8A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758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73C87-1DAA-4FEE-B634-238BD0F8A8A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501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50E1-23DE-F270-280B-0994C6084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35AB-886D-45FE-BCCB-B91BB0211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EDAF3-1381-4365-416C-83806ECB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297BB-2634-345B-660C-D81DCF90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720E3-CF78-3004-C8BB-2CEE4B25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50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793E-188D-FD68-D626-2675B7BF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9C16-5BC8-84F6-16CD-21A4084F8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156A8-90CF-12DE-520D-1AC160D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B8E07-A397-965B-E140-C55B180D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6F5FB-39B4-45AE-1775-4D91E183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337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CC2D-EC83-3055-AD85-9937E510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2B70D-CB0A-A305-0583-D77E88FE8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F710B-E2DC-0311-F81A-CDD28783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77CC-BA9F-1E92-7E5C-18E89550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B144-CBEA-9528-9D29-5B6AA84F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41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47E0-663E-765B-6C7F-C2D701DA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DE74C-CFF8-82CF-0A5F-4DD82CA67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4B760-EB75-BB69-CAD6-BEBC56CA2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A8B2B-2AA9-8C67-E497-EB48C866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6D36-A400-B267-CB84-716E41CF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0E96A-6DE5-9F1F-1C9F-C2CFB89B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34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3F91-027E-2DDB-14C8-0B216D04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D28C0-61BE-53AF-1450-13A5F8772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E1A3C-305C-61A6-5121-DA781C0D7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8ACFF-BCAB-7C23-AF5B-3A7EF27C7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0A2852-7AEF-F117-B7A5-580F9E209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047A-5250-8EC2-57D4-185DDDE8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2A99E-6C7A-A9E9-4A07-A2F031E7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0335C-987C-9662-63C0-898EA985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55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3742-744D-E60D-F160-2F1B25A6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D165F-AB41-7616-774C-2379BE97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10354-5535-AA94-0B79-3F5A61C7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205CE-E70D-2700-5208-5E2F207F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43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C955C-D8BE-69B7-59D7-1CBE5757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EA499-6CCB-90B7-F021-27E9F3B1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5B1B7-A031-D29D-A242-690AE7AA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87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C784-CF35-07B1-68FD-305534F5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2FA7-6877-ACAB-49DE-08D5E531A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659EF-8822-F1CD-3EC2-BA265A67C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114D0-9D04-9279-2A99-58B7E10A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4CC83-12FB-DA7E-C01F-820C9170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4BEC1-FDC6-E792-F7B1-F5C87D55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1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70F3-EB0C-BDE8-0557-15E5C3DA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6E32C-9F9C-9F41-8760-724687319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82077-AED4-AFF3-A5FC-9911E76BA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40E58-C9D0-10D0-E37A-CD31A26C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E3EBE-8FFF-C833-AB3E-57140FC5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EC96E-7EB4-45E3-7578-8BDEA43B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67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260A-AC4E-FA7A-3AB9-B1D4CD3D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CB095-92DF-3B00-4702-BB8902BE1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E827D-0207-1872-0B32-5C62C461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D03C-193C-0CAA-CB7A-B6AB49DA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7DF5-A213-06D0-070B-053547DF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99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D8DDF-CCF9-A98A-E9B1-512CD1B36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2AB2E-9D67-7FD6-F029-01E447532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12280-DE6F-3D94-565F-80139C20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35F3-E598-F8BC-6676-719CF2AA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80E4-82B4-FC63-7D74-0949FE7E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51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44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01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68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84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889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15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CC2D-EC83-3055-AD85-9937E510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2B70D-CB0A-A305-0583-D77E88FE8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F710B-E2DC-0311-F81A-CDD28783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77CC-BA9F-1E92-7E5C-18E89550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0B144-CBEA-9528-9D29-5B6AA84F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95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51842-3A1C-EA55-90EE-03A43FF8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E56D1-DF8F-7120-13FE-A5AA3E097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9BED-21EE-0050-9B94-5A807BEB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793DF-3F3C-4ECD-B28E-B1E9D96FE213}" type="datetimeFigureOut">
              <a:rPr lang="en-GB" smtClean="0"/>
              <a:t>09/08/2023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A4E3F-9FB9-B2EA-772B-7281EE612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6F42-3274-FDFE-CE95-8E4B69990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A0FC3-0A40-4613-B54B-244A432A3716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Immagine 6">
            <a:extLst>
              <a:ext uri="{FF2B5EF4-FFF2-40B4-BE49-F238E27FC236}">
                <a16:creationId xmlns:a16="http://schemas.microsoft.com/office/drawing/2014/main" id="{ABC51207-14D1-1E80-97A3-638D2E71B30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8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3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DFE9-F7D0-4F8B-1280-0008D917F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4296"/>
            <a:ext cx="9144000" cy="1054439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0070BA"/>
                </a:solidFill>
              </a:rPr>
              <a:t>rCARI CARI Analysis-Iraq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1ADBF-C2D6-474B-361E-50F3C5D03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4636"/>
            <a:ext cx="9144000" cy="1224019"/>
          </a:xfrm>
        </p:spPr>
        <p:txBody>
          <a:bodyPr>
            <a:normAutofit/>
          </a:bodyPr>
          <a:lstStyle/>
          <a:p>
            <a:r>
              <a:rPr lang="en-US" sz="2000" i="1" dirty="0">
                <a:solidFill>
                  <a:srgbClr val="0070BA"/>
                </a:solidFill>
              </a:rPr>
              <a:t>On behalf of :</a:t>
            </a:r>
          </a:p>
          <a:p>
            <a:r>
              <a:rPr lang="en-US" sz="2000" i="1" dirty="0">
                <a:solidFill>
                  <a:srgbClr val="0070BA"/>
                </a:solidFill>
              </a:rPr>
              <a:t>Alirah Weyori &amp; Nicole WU (RAM-N) </a:t>
            </a:r>
            <a:endParaRPr lang="en-GB" sz="2000" i="1" dirty="0">
              <a:solidFill>
                <a:srgbClr val="0070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14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F0492-36E3-5767-5026-254C92AE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6D040B-B1A7-78AA-9A89-D205EBD5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672263" cy="4351338"/>
          </a:xfrm>
        </p:spPr>
        <p:txBody>
          <a:bodyPr>
            <a:normAutofit/>
          </a:bodyPr>
          <a:lstStyle/>
          <a:p>
            <a:r>
              <a:rPr lang="en-US" dirty="0"/>
              <a:t>Traditional food security data is collected as face-to-face for micro/macro level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recent times face-to-face data collection restricted – limited access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Data gap</a:t>
            </a:r>
          </a:p>
          <a:p>
            <a:pPr lvl="1"/>
            <a:r>
              <a:rPr lang="en-US" dirty="0"/>
              <a:t>Negative impact for program design and implementation </a:t>
            </a:r>
          </a:p>
          <a:p>
            <a:endParaRPr lang="en-US" dirty="0"/>
          </a:p>
          <a:p>
            <a:r>
              <a:rPr lang="en-US" dirty="0"/>
              <a:t>WFP developed a novel methodology-remote CARI (rCARI)</a:t>
            </a:r>
          </a:p>
          <a:p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1E321A-3370-6E22-F532-FDE0B37EC17D}"/>
              </a:ext>
            </a:extLst>
          </p:cNvPr>
          <p:cNvSpPr/>
          <p:nvPr/>
        </p:nvSpPr>
        <p:spPr>
          <a:xfrm>
            <a:off x="10807147" y="4939748"/>
            <a:ext cx="732183" cy="10833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26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6D040B-B1A7-78AA-9A89-D205EBD5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672263" cy="1535398"/>
          </a:xfrm>
        </p:spPr>
        <p:txBody>
          <a:bodyPr>
            <a:normAutofit/>
          </a:bodyPr>
          <a:lstStyle/>
          <a:p>
            <a:r>
              <a:rPr lang="en-US" dirty="0"/>
              <a:t>rCARI collects data through phone based or CATI interviews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rCARI aggregates indicators like standard CARI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5C7175-B72F-6BAF-460B-F8A403FF0B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49" t="36636" r="15024" b="28304"/>
          <a:stretch/>
        </p:blipFill>
        <p:spPr bwMode="auto">
          <a:xfrm>
            <a:off x="1172023" y="3429000"/>
            <a:ext cx="7745945" cy="2617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F0492-36E3-5767-5026-254C92AE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1E321A-3370-6E22-F532-FDE0B37EC17D}"/>
              </a:ext>
            </a:extLst>
          </p:cNvPr>
          <p:cNvSpPr/>
          <p:nvPr/>
        </p:nvSpPr>
        <p:spPr>
          <a:xfrm>
            <a:off x="10807147" y="4939748"/>
            <a:ext cx="732183" cy="10833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24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5B1F-8DEF-B94D-30DE-F9A47514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09541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different possible ways to calculate rCARI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Which method is comparable to CARI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Income sources and change,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short expenditure module??</a:t>
            </a:r>
          </a:p>
          <a:p>
            <a:pPr>
              <a:lnSpc>
                <a:spcPct val="150000"/>
              </a:lnSpc>
            </a:pPr>
            <a:r>
              <a:rPr lang="en-US" dirty="0"/>
              <a:t>rCARI not empirically validated against CARI</a:t>
            </a:r>
          </a:p>
          <a:p>
            <a:pPr>
              <a:lnSpc>
                <a:spcPct val="150000"/>
              </a:lnSpc>
            </a:pPr>
            <a:r>
              <a:rPr lang="en-US" dirty="0"/>
              <a:t>Short expenditure module not tested against standardized ones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750ADF-57CD-99AF-BAF2-ADB443FF3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Background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76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C298-8031-96DE-0C2E-7D8D81AE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33AE4-1795-719D-F652-A5C5B14FF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2694" cy="435133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the different versions of 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</a:rPr>
              <a:t>rCARI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compare with CARI v3?</a:t>
            </a:r>
          </a:p>
          <a:p>
            <a:pPr lvl="1">
              <a:lnSpc>
                <a:spcPct val="150000"/>
              </a:lnSpc>
            </a:pPr>
            <a:r>
              <a:rPr lang="en-US" err="1"/>
              <a:t>rCARI</a:t>
            </a:r>
            <a:r>
              <a:rPr lang="en-US" dirty="0"/>
              <a:t> from F2F &amp; Remote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What is the diagnostic accuracy of the different versions of CARI/</a:t>
            </a:r>
            <a:r>
              <a:rPr lang="en-US" err="1">
                <a:solidFill>
                  <a:schemeClr val="accent1">
                    <a:lumMod val="50000"/>
                  </a:schemeClr>
                </a:solidFill>
              </a:rPr>
              <a:t>rCARI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  <a:p>
            <a:pPr lvl="1"/>
            <a:r>
              <a:rPr lang="en-US" dirty="0"/>
              <a:t>CARI v3 FES-long</a:t>
            </a:r>
          </a:p>
          <a:p>
            <a:pPr lvl="1"/>
            <a:r>
              <a:rPr lang="en-US" dirty="0"/>
              <a:t>CARI v3 FES-short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interview modality affect AFI reporting?</a:t>
            </a:r>
          </a:p>
          <a:p>
            <a:pPr lvl="1"/>
            <a:r>
              <a:rPr lang="en-US" dirty="0"/>
              <a:t>Intra-household comparison AFI reporting</a:t>
            </a:r>
          </a:p>
          <a:p>
            <a:pPr lvl="1"/>
            <a:r>
              <a:rPr lang="en-US" dirty="0"/>
              <a:t>Remote-first compared with F2F-first interviews</a:t>
            </a:r>
          </a:p>
        </p:txBody>
      </p:sp>
    </p:spTree>
    <p:extLst>
      <p:ext uri="{BB962C8B-B14F-4D97-AF65-F5344CB8AC3E}">
        <p14:creationId xmlns:p14="http://schemas.microsoft.com/office/powerpoint/2010/main" val="1958062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E2A8-8E42-14EB-29CA-516DD828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Iraq pilot sample design </a:t>
            </a:r>
            <a:endParaRPr lang="en-GB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767ABE5-0184-8B36-5479-76A24B961185}"/>
              </a:ext>
            </a:extLst>
          </p:cNvPr>
          <p:cNvSpPr/>
          <p:nvPr/>
        </p:nvSpPr>
        <p:spPr>
          <a:xfrm>
            <a:off x="7798635" y="5000990"/>
            <a:ext cx="2928224" cy="102360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300 HH</a:t>
            </a:r>
            <a:endParaRPr lang="en-GB" sz="20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peech Bubble: Rectangle with Corners Rounded 49">
            <a:extLst>
              <a:ext uri="{FF2B5EF4-FFF2-40B4-BE49-F238E27FC236}">
                <a16:creationId xmlns:a16="http://schemas.microsoft.com/office/drawing/2014/main" id="{B127FBED-1089-3247-8B90-6B4E1540C7F9}"/>
              </a:ext>
            </a:extLst>
          </p:cNvPr>
          <p:cNvSpPr/>
          <p:nvPr/>
        </p:nvSpPr>
        <p:spPr>
          <a:xfrm>
            <a:off x="3675888" y="5088625"/>
            <a:ext cx="2013269" cy="98152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B </a:t>
            </a:r>
          </a:p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(F2F)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375 HH</a:t>
            </a:r>
            <a:endParaRPr lang="en-GB" sz="20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843C2A3-0D84-EBD3-3E1D-44C9C42539D5}"/>
              </a:ext>
            </a:extLst>
          </p:cNvPr>
          <p:cNvSpPr/>
          <p:nvPr/>
        </p:nvSpPr>
        <p:spPr>
          <a:xfrm>
            <a:off x="156409" y="3626622"/>
            <a:ext cx="1731062" cy="1161277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Sampled HH</a:t>
            </a:r>
          </a:p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(600 + 25% attrition)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B9B6E4-B3CC-1511-4DBD-381DB03C63CF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788415" cy="11866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CBDB44-F00E-8AC4-2D83-98856084BC9C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887471" y="2944786"/>
            <a:ext cx="1722051" cy="103131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9EB662-F96D-10F9-4186-10F1B95C82E6}"/>
              </a:ext>
            </a:extLst>
          </p:cNvPr>
          <p:cNvCxnSpPr>
            <a:cxnSpLocks/>
          </p:cNvCxnSpPr>
          <p:nvPr/>
        </p:nvCxnSpPr>
        <p:spPr>
          <a:xfrm>
            <a:off x="5689157" y="5517259"/>
            <a:ext cx="210947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ADB271-BE11-A886-327B-4826785721F7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3AE659-56B1-DDEA-BC20-2A836DA367AB}"/>
              </a:ext>
            </a:extLst>
          </p:cNvPr>
          <p:cNvSpPr txBox="1"/>
          <p:nvPr/>
        </p:nvSpPr>
        <p:spPr>
          <a:xfrm>
            <a:off x="3794761" y="1536911"/>
            <a:ext cx="1563624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accent2">
                    <a:lumMod val="60000"/>
                    <a:lumOff val="40000"/>
                  </a:schemeClr>
                </a:solidFill>
              </a:rPr>
              <a:t>1st Interview</a:t>
            </a: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9FF8F268-8BCF-E8B2-5B5B-9C53BF57908E}"/>
              </a:ext>
            </a:extLst>
          </p:cNvPr>
          <p:cNvSpPr/>
          <p:nvPr/>
        </p:nvSpPr>
        <p:spPr>
          <a:xfrm>
            <a:off x="7798634" y="2522423"/>
            <a:ext cx="2928225" cy="1023602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A </a:t>
            </a:r>
          </a:p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(F2F)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300 HH</a:t>
            </a:r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5EA3E412-3D92-88B3-CB0C-9BC829A14E5C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375 HH</a:t>
            </a:r>
            <a:endParaRPr lang="en-GB" sz="200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118DE8F7-07C2-1395-819C-52F5FC744EFF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48B589-B2DE-3381-029B-B90850A7D8C4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719000" y="2940318"/>
            <a:ext cx="2079635" cy="44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979141-BBD0-EE11-5468-9E2EBEE02D3B}"/>
              </a:ext>
            </a:extLst>
          </p:cNvPr>
          <p:cNvSpPr txBox="1"/>
          <p:nvPr/>
        </p:nvSpPr>
        <p:spPr>
          <a:xfrm>
            <a:off x="8124348" y="1536911"/>
            <a:ext cx="218416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10000"/>
                  </a:schemeClr>
                </a:solidFill>
              </a:rPr>
              <a:t>Follow-up interview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88DFF2FE-F4E0-D427-91B3-D5676BB1D961}"/>
              </a:ext>
            </a:extLst>
          </p:cNvPr>
          <p:cNvSpPr/>
          <p:nvPr/>
        </p:nvSpPr>
        <p:spPr>
          <a:xfrm rot="5400000">
            <a:off x="9128365" y="758550"/>
            <a:ext cx="320573" cy="2876417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E7CE51-DE28-E6B6-7877-6BEAEA2258FA}"/>
              </a:ext>
            </a:extLst>
          </p:cNvPr>
          <p:cNvSpPr txBox="1"/>
          <p:nvPr/>
        </p:nvSpPr>
        <p:spPr>
          <a:xfrm>
            <a:off x="5907024" y="2617152"/>
            <a:ext cx="1534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interval 48 </a:t>
            </a:r>
            <a:r>
              <a:rPr lang="en-US" b="1" dirty="0" err="1"/>
              <a:t>Hrs</a:t>
            </a:r>
            <a:endParaRPr lang="en-GB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C21982-688B-3CDB-BD72-E95BAFCBFA3D}"/>
              </a:ext>
            </a:extLst>
          </p:cNvPr>
          <p:cNvSpPr txBox="1"/>
          <p:nvPr/>
        </p:nvSpPr>
        <p:spPr>
          <a:xfrm>
            <a:off x="5910289" y="5189625"/>
            <a:ext cx="153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intervals 48 </a:t>
            </a:r>
            <a:r>
              <a:rPr lang="en-US" b="1" dirty="0" err="1"/>
              <a:t>Hrs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461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8" grpId="0" animBg="1"/>
      <p:bldP spid="19" grpId="0" animBg="1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E2A8-8E42-14EB-29CA-516DD828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Iraq pilot sample design</a:t>
            </a:r>
            <a:endParaRPr lang="en-GB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8DF4EA1-0911-9123-CB79-6E24EF2A8DC7}"/>
              </a:ext>
            </a:extLst>
          </p:cNvPr>
          <p:cNvSpPr/>
          <p:nvPr/>
        </p:nvSpPr>
        <p:spPr>
          <a:xfrm>
            <a:off x="7798635" y="5000990"/>
            <a:ext cx="2928224" cy="102360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300 HH</a:t>
            </a:r>
            <a:endParaRPr lang="en-GB" sz="20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67519DD-8D03-B56A-BD76-0097D8F5A43B}"/>
              </a:ext>
            </a:extLst>
          </p:cNvPr>
          <p:cNvSpPr/>
          <p:nvPr/>
        </p:nvSpPr>
        <p:spPr>
          <a:xfrm>
            <a:off x="156409" y="3626622"/>
            <a:ext cx="1731062" cy="1161277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bg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Sampled HH</a:t>
            </a:r>
          </a:p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(600 + 25% attrition)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5167ED-8894-2E85-79D1-A04E50053CE8}"/>
              </a:ext>
            </a:extLst>
          </p:cNvPr>
          <p:cNvCxnSpPr>
            <a:cxnSpLocks/>
          </p:cNvCxnSpPr>
          <p:nvPr/>
        </p:nvCxnSpPr>
        <p:spPr>
          <a:xfrm>
            <a:off x="1887473" y="4299722"/>
            <a:ext cx="1334192" cy="14631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B9B8CF-D013-B28F-CE6B-88AEE9EE8D1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887471" y="2944786"/>
            <a:ext cx="1722051" cy="105186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9D9D4C-1E61-1A4B-A1A3-033DC7A5E5C2}"/>
              </a:ext>
            </a:extLst>
          </p:cNvPr>
          <p:cNvCxnSpPr>
            <a:cxnSpLocks/>
          </p:cNvCxnSpPr>
          <p:nvPr/>
        </p:nvCxnSpPr>
        <p:spPr>
          <a:xfrm>
            <a:off x="5689157" y="5517259"/>
            <a:ext cx="210947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C56564-2AF3-B7E4-ABE2-7A8A391D6F0D}"/>
              </a:ext>
            </a:extLst>
          </p:cNvPr>
          <p:cNvCxnSpPr>
            <a:cxnSpLocks/>
          </p:cNvCxnSpPr>
          <p:nvPr/>
        </p:nvCxnSpPr>
        <p:spPr>
          <a:xfrm flipV="1">
            <a:off x="4283391" y="3414488"/>
            <a:ext cx="868427" cy="89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EF0743A-E23B-FC4F-255C-EC055BBA1420}"/>
              </a:ext>
            </a:extLst>
          </p:cNvPr>
          <p:cNvSpPr txBox="1"/>
          <p:nvPr/>
        </p:nvSpPr>
        <p:spPr>
          <a:xfrm>
            <a:off x="3794761" y="1536911"/>
            <a:ext cx="1563624" cy="3693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8575">
            <a:solidFill>
              <a:srgbClr val="0070B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solidFill>
                  <a:schemeClr val="accent2">
                    <a:lumMod val="60000"/>
                    <a:lumOff val="40000"/>
                  </a:schemeClr>
                </a:solidFill>
              </a:rPr>
              <a:t>1st Interview</a:t>
            </a: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E1A5DCDC-EE83-617B-0A13-223B8FA8C0F2}"/>
              </a:ext>
            </a:extLst>
          </p:cNvPr>
          <p:cNvSpPr/>
          <p:nvPr/>
        </p:nvSpPr>
        <p:spPr>
          <a:xfrm>
            <a:off x="3609522" y="2393668"/>
            <a:ext cx="2109478" cy="1102235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375 HH</a:t>
            </a:r>
            <a:endParaRPr lang="en-GB" sz="200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F0DADB58-B58A-2FC4-FDB1-C5802E927C61}"/>
              </a:ext>
            </a:extLst>
          </p:cNvPr>
          <p:cNvSpPr/>
          <p:nvPr/>
        </p:nvSpPr>
        <p:spPr>
          <a:xfrm rot="5400000">
            <a:off x="4426804" y="1150233"/>
            <a:ext cx="484698" cy="2099692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F2A77E-17A4-CD5D-A420-B6581319B2D9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5719000" y="2940318"/>
            <a:ext cx="2079635" cy="44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30403E6-9755-70D2-C8C9-9D1823179D90}"/>
              </a:ext>
            </a:extLst>
          </p:cNvPr>
          <p:cNvSpPr txBox="1"/>
          <p:nvPr/>
        </p:nvSpPr>
        <p:spPr>
          <a:xfrm>
            <a:off x="8124348" y="1536911"/>
            <a:ext cx="218416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10000"/>
                  </a:schemeClr>
                </a:solidFill>
              </a:rPr>
              <a:t>Follow-up interview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3457CF6C-2E2F-8598-2400-118829C532A4}"/>
              </a:ext>
            </a:extLst>
          </p:cNvPr>
          <p:cNvSpPr/>
          <p:nvPr/>
        </p:nvSpPr>
        <p:spPr>
          <a:xfrm rot="5400000">
            <a:off x="9128365" y="758550"/>
            <a:ext cx="320573" cy="2876417"/>
          </a:xfrm>
          <a:prstGeom prst="lef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Speech Bubble: Rectangle with Corners Rounded 49">
            <a:extLst>
              <a:ext uri="{FF2B5EF4-FFF2-40B4-BE49-F238E27FC236}">
                <a16:creationId xmlns:a16="http://schemas.microsoft.com/office/drawing/2014/main" id="{447672DA-C69C-EA8E-4EAE-E22B911455EC}"/>
              </a:ext>
            </a:extLst>
          </p:cNvPr>
          <p:cNvSpPr/>
          <p:nvPr/>
        </p:nvSpPr>
        <p:spPr>
          <a:xfrm>
            <a:off x="7819944" y="2442428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A (F2F) 300</a:t>
            </a:r>
          </a:p>
          <a:p>
            <a:pPr algn="ctr"/>
            <a:endParaRPr lang="en-GB" sz="360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Speech Bubble: Rectangle with Corners Rounded 49">
            <a:extLst>
              <a:ext uri="{FF2B5EF4-FFF2-40B4-BE49-F238E27FC236}">
                <a16:creationId xmlns:a16="http://schemas.microsoft.com/office/drawing/2014/main" id="{67C8EBBC-7ABC-48A9-1A21-20C2F7425DA8}"/>
              </a:ext>
            </a:extLst>
          </p:cNvPr>
          <p:cNvSpPr/>
          <p:nvPr/>
        </p:nvSpPr>
        <p:spPr>
          <a:xfrm>
            <a:off x="3247568" y="4546132"/>
            <a:ext cx="2876417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rgbClr val="FFFFFE"/>
          </a:solidFill>
          <a:ln w="38100"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ea typeface="Open Sans" panose="020B0606030504020204" pitchFamily="34" charset="0"/>
                <a:cs typeface="Open Sans" panose="020B0606030504020204" pitchFamily="34" charset="0"/>
              </a:rPr>
              <a:t>Group B (F2F) 375</a:t>
            </a:r>
          </a:p>
          <a:p>
            <a:pPr algn="ctr"/>
            <a:endParaRPr lang="en-GB" sz="2000" b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DAF795-59AD-AFAA-F50F-0C0CC9F33930}"/>
              </a:ext>
            </a:extLst>
          </p:cNvPr>
          <p:cNvSpPr/>
          <p:nvPr/>
        </p:nvSpPr>
        <p:spPr>
          <a:xfrm>
            <a:off x="3471292" y="5012821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188 HH Long-modules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77BDC8-3C15-C71F-8833-EE4A31BC896C}"/>
              </a:ext>
            </a:extLst>
          </p:cNvPr>
          <p:cNvSpPr/>
          <p:nvPr/>
        </p:nvSpPr>
        <p:spPr>
          <a:xfrm>
            <a:off x="3471293" y="5762847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187 HH Short Modules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8D17CE-2114-CBB7-1DD3-1D390DA50F6E}"/>
              </a:ext>
            </a:extLst>
          </p:cNvPr>
          <p:cNvSpPr/>
          <p:nvPr/>
        </p:nvSpPr>
        <p:spPr>
          <a:xfrm>
            <a:off x="8033771" y="2903695"/>
            <a:ext cx="2401745" cy="472154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150 HH Long-modules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74CA04-6249-53A5-1A19-A0A08700BF55}"/>
              </a:ext>
            </a:extLst>
          </p:cNvPr>
          <p:cNvSpPr/>
          <p:nvPr/>
        </p:nvSpPr>
        <p:spPr>
          <a:xfrm>
            <a:off x="8033772" y="3653721"/>
            <a:ext cx="2401746" cy="496362"/>
          </a:xfrm>
          <a:prstGeom prst="rect">
            <a:avLst/>
          </a:prstGeom>
          <a:solidFill>
            <a:srgbClr val="FFFFFE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150 HH Short Modules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A2DE01-8335-EE23-FD5B-7BCE46E5468D}"/>
              </a:ext>
            </a:extLst>
          </p:cNvPr>
          <p:cNvSpPr txBox="1"/>
          <p:nvPr/>
        </p:nvSpPr>
        <p:spPr>
          <a:xfrm>
            <a:off x="5907024" y="2617152"/>
            <a:ext cx="1534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interval 48 </a:t>
            </a:r>
            <a:r>
              <a:rPr lang="en-US" b="1" dirty="0" err="1"/>
              <a:t>Hrs</a:t>
            </a:r>
            <a:endParaRPr lang="en-GB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2C3DC-F089-EB33-33FD-988B9E740243}"/>
              </a:ext>
            </a:extLst>
          </p:cNvPr>
          <p:cNvSpPr txBox="1"/>
          <p:nvPr/>
        </p:nvSpPr>
        <p:spPr>
          <a:xfrm>
            <a:off x="6195930" y="5161809"/>
            <a:ext cx="153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Max intervals 48 </a:t>
            </a:r>
            <a:r>
              <a:rPr lang="en-US" b="1" dirty="0" err="1"/>
              <a:t>Hrs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8868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E2A8-8E42-14EB-29CA-516DD828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F625E-6A27-38C8-738C-892E0F05D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120" y="1322191"/>
            <a:ext cx="10515600" cy="490394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Implemented as a cross-over design [2 groups of HH from the same sample]</a:t>
            </a:r>
          </a:p>
          <a:p>
            <a:pPr>
              <a:lnSpc>
                <a:spcPct val="150000"/>
              </a:lnSpc>
            </a:pPr>
            <a:r>
              <a:rPr lang="en-US" dirty="0"/>
              <a:t>We Sampled 571 households from 2 IDP and 2 refugee camps </a:t>
            </a:r>
          </a:p>
          <a:p>
            <a:pPr>
              <a:lnSpc>
                <a:spcPct val="150000"/>
              </a:lnSpc>
            </a:pPr>
            <a:r>
              <a:rPr lang="en-US" dirty="0"/>
              <a:t>Each household was interviewed twice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Face-to-face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Remote</a:t>
            </a:r>
          </a:p>
          <a:p>
            <a:r>
              <a:rPr lang="en-US" dirty="0"/>
              <a:t>This would allow for intra- and inter-household validation of the measurements </a:t>
            </a:r>
          </a:p>
        </p:txBody>
      </p:sp>
    </p:spTree>
    <p:extLst>
      <p:ext uri="{BB962C8B-B14F-4D97-AF65-F5344CB8AC3E}">
        <p14:creationId xmlns:p14="http://schemas.microsoft.com/office/powerpoint/2010/main" val="99097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A77D-46EF-7E59-C491-E7A55B9F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the Iraq Study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5B1F-8DEF-B94D-30DE-F9A47514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674" y="1599592"/>
            <a:ext cx="10099497" cy="446216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2800" dirty="0"/>
              <a:t>Difficulty in getting the exact same respondent within the household to be interviewed in both modalities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High drop-out rates between modalities (attrition high)</a:t>
            </a:r>
          </a:p>
          <a:p>
            <a:pPr lvl="2">
              <a:lnSpc>
                <a:spcPct val="150000"/>
              </a:lnSpc>
            </a:pPr>
            <a:r>
              <a:rPr lang="en-GB" sz="2400" dirty="0"/>
              <a:t>Most respondents refused the second interview after the first</a:t>
            </a:r>
          </a:p>
          <a:p>
            <a:pPr lvl="3">
              <a:lnSpc>
                <a:spcPct val="150000"/>
              </a:lnSpc>
            </a:pPr>
            <a:r>
              <a:rPr lang="en-GB" sz="2200" dirty="0"/>
              <a:t>Some HHs provided wrong phone contacts for remote follow-up</a:t>
            </a:r>
          </a:p>
          <a:p>
            <a:pPr lvl="3">
              <a:lnSpc>
                <a:spcPct val="150000"/>
              </a:lnSpc>
            </a:pPr>
            <a:r>
              <a:rPr lang="en-GB" sz="2200" dirty="0"/>
              <a:t>Remote first HHs deliberately avoided the agreed time to visit for the F2F interviews</a:t>
            </a:r>
          </a:p>
        </p:txBody>
      </p:sp>
    </p:spTree>
    <p:extLst>
      <p:ext uri="{BB962C8B-B14F-4D97-AF65-F5344CB8AC3E}">
        <p14:creationId xmlns:p14="http://schemas.microsoft.com/office/powerpoint/2010/main" val="321050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7B39DE-0A32-FFCE-0C16-01EA37A67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93"/>
            <a:ext cx="10515600" cy="115427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Final interviewed HHs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C3E4A0-B0AF-5988-A9EC-DAE2FC992ED0}"/>
              </a:ext>
            </a:extLst>
          </p:cNvPr>
          <p:cNvGrpSpPr/>
          <p:nvPr/>
        </p:nvGrpSpPr>
        <p:grpSpPr>
          <a:xfrm>
            <a:off x="838200" y="1338613"/>
            <a:ext cx="10788111" cy="2090387"/>
            <a:chOff x="750297" y="3555559"/>
            <a:chExt cx="10788111" cy="2090387"/>
          </a:xfrm>
        </p:grpSpPr>
        <p:sp>
          <p:nvSpPr>
            <p:cNvPr id="2" name="Speech Bubble: Rectangle with Corners Rounded 7">
              <a:extLst>
                <a:ext uri="{FF2B5EF4-FFF2-40B4-BE49-F238E27FC236}">
                  <a16:creationId xmlns:a16="http://schemas.microsoft.com/office/drawing/2014/main" id="{4BD550DD-AB5C-72B3-0E0E-5502B3CE021E}"/>
                </a:ext>
              </a:extLst>
            </p:cNvPr>
            <p:cNvSpPr/>
            <p:nvPr/>
          </p:nvSpPr>
          <p:spPr>
            <a:xfrm>
              <a:off x="750297" y="4037994"/>
              <a:ext cx="1731062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chemeClr val="bg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600" b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Total Sample</a:t>
              </a:r>
            </a:p>
            <a:p>
              <a:pPr algn="ctr"/>
              <a:r>
                <a:rPr lang="en-GB" sz="1600" b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676 HH</a:t>
              </a:r>
            </a:p>
          </p:txBody>
        </p:sp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18E373F1-A85C-7FA4-DF53-7679E497C7FA}"/>
                </a:ext>
              </a:extLst>
            </p:cNvPr>
            <p:cNvSpPr/>
            <p:nvPr/>
          </p:nvSpPr>
          <p:spPr>
            <a:xfrm>
              <a:off x="9348648" y="4841970"/>
              <a:ext cx="2189760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b="1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Total Remote </a:t>
              </a:r>
            </a:p>
            <a:p>
              <a:pPr algn="ctr"/>
              <a:r>
                <a:rPr lang="en-US" sz="1600" b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540 HH</a:t>
              </a:r>
              <a:endParaRPr lang="en-GB" sz="1600"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7" name="Speech Bubble: Rectangle with Corners Rounded 5">
              <a:extLst>
                <a:ext uri="{FF2B5EF4-FFF2-40B4-BE49-F238E27FC236}">
                  <a16:creationId xmlns:a16="http://schemas.microsoft.com/office/drawing/2014/main" id="{9BA608D8-4BA2-588D-2493-A8F4EEF86A38}"/>
                </a:ext>
              </a:extLst>
            </p:cNvPr>
            <p:cNvSpPr/>
            <p:nvPr/>
          </p:nvSpPr>
          <p:spPr>
            <a:xfrm>
              <a:off x="9348648" y="3555559"/>
              <a:ext cx="2189760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 b="1">
                  <a:effectLst/>
                  <a:latin typeface="Open Sans" pitchFamily="2" charset="0"/>
                  <a:ea typeface="Open Sans" pitchFamily="2" charset="0"/>
                  <a:cs typeface="Open Sans" pitchFamily="2" charset="0"/>
                </a:rPr>
                <a:t>Total F2F </a:t>
              </a:r>
            </a:p>
            <a:p>
              <a:pPr algn="ctr"/>
              <a:r>
                <a:rPr lang="en-US" sz="1600" b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590 HH</a:t>
              </a:r>
              <a:endParaRPr lang="en-GB" sz="1600">
                <a:effectLst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9DF347FB-234F-257F-DD27-73CCE6B83A61}"/>
                </a:ext>
              </a:extLst>
            </p:cNvPr>
            <p:cNvSpPr/>
            <p:nvPr/>
          </p:nvSpPr>
          <p:spPr>
            <a:xfrm>
              <a:off x="3551654" y="4037994"/>
              <a:ext cx="1731062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chemeClr val="accent5"/>
            </a:solidFill>
            <a:ln w="2857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Completed</a:t>
              </a: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454 HH</a:t>
              </a:r>
            </a:p>
          </p:txBody>
        </p:sp>
        <p:sp>
          <p:nvSpPr>
            <p:cNvPr id="9" name="Speech Bubble: Rectangle with Corners Rounded 7">
              <a:extLst>
                <a:ext uri="{FF2B5EF4-FFF2-40B4-BE49-F238E27FC236}">
                  <a16:creationId xmlns:a16="http://schemas.microsoft.com/office/drawing/2014/main" id="{6ABE61DE-B779-D6E5-2FF6-5585004BD172}"/>
                </a:ext>
              </a:extLst>
            </p:cNvPr>
            <p:cNvSpPr/>
            <p:nvPr/>
          </p:nvSpPr>
          <p:spPr>
            <a:xfrm>
              <a:off x="6457899" y="3555559"/>
              <a:ext cx="1731062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chemeClr val="bg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6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Only F2F </a:t>
              </a:r>
            </a:p>
            <a:p>
              <a:pPr algn="ctr"/>
              <a:r>
                <a:rPr lang="en-GB" sz="16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136 HH</a:t>
              </a:r>
            </a:p>
          </p:txBody>
        </p:sp>
        <p:sp>
          <p:nvSpPr>
            <p:cNvPr id="10" name="Speech Bubble: Rectangle with Corners Rounded 7">
              <a:extLst>
                <a:ext uri="{FF2B5EF4-FFF2-40B4-BE49-F238E27FC236}">
                  <a16:creationId xmlns:a16="http://schemas.microsoft.com/office/drawing/2014/main" id="{33167780-2556-3B12-D22B-B889FA40A852}"/>
                </a:ext>
              </a:extLst>
            </p:cNvPr>
            <p:cNvSpPr/>
            <p:nvPr/>
          </p:nvSpPr>
          <p:spPr>
            <a:xfrm>
              <a:off x="6457899" y="4841970"/>
              <a:ext cx="1731062" cy="803976"/>
            </a:xfrm>
            <a:prstGeom prst="wedgeRoundRectCallout">
              <a:avLst>
                <a:gd name="adj1" fmla="val -20611"/>
                <a:gd name="adj2" fmla="val 49015"/>
                <a:gd name="adj3" fmla="val 16667"/>
              </a:avLst>
            </a:prstGeom>
            <a:solidFill>
              <a:schemeClr val="bg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6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Only Remote </a:t>
              </a:r>
            </a:p>
            <a:p>
              <a:pPr algn="ctr"/>
              <a:r>
                <a:rPr lang="en-GB" sz="1600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86 HH</a:t>
              </a:r>
            </a:p>
          </p:txBody>
        </p:sp>
        <p:sp>
          <p:nvSpPr>
            <p:cNvPr id="13" name="Plus 12">
              <a:extLst>
                <a:ext uri="{FF2B5EF4-FFF2-40B4-BE49-F238E27FC236}">
                  <a16:creationId xmlns:a16="http://schemas.microsoft.com/office/drawing/2014/main" id="{4BEA4343-4452-115B-2756-0D935B5F77CF}"/>
                </a:ext>
              </a:extLst>
            </p:cNvPr>
            <p:cNvSpPr/>
            <p:nvPr/>
          </p:nvSpPr>
          <p:spPr>
            <a:xfrm>
              <a:off x="5596918" y="3753290"/>
              <a:ext cx="405353" cy="408514"/>
            </a:xfrm>
            <a:prstGeom prst="mathPlus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4" name="Plus 13">
              <a:extLst>
                <a:ext uri="{FF2B5EF4-FFF2-40B4-BE49-F238E27FC236}">
                  <a16:creationId xmlns:a16="http://schemas.microsoft.com/office/drawing/2014/main" id="{0E4C302D-0DC3-15A7-A093-5E26205DD058}"/>
                </a:ext>
              </a:extLst>
            </p:cNvPr>
            <p:cNvSpPr/>
            <p:nvPr/>
          </p:nvSpPr>
          <p:spPr>
            <a:xfrm>
              <a:off x="5596918" y="5039701"/>
              <a:ext cx="405353" cy="408514"/>
            </a:xfrm>
            <a:prstGeom prst="mathPlus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3AF36D7B-56DB-811C-8FBF-5B9845FF7777}"/>
                </a:ext>
              </a:extLst>
            </p:cNvPr>
            <p:cNvSpPr/>
            <p:nvPr/>
          </p:nvSpPr>
          <p:spPr>
            <a:xfrm>
              <a:off x="2616476" y="4355119"/>
              <a:ext cx="641022" cy="169725"/>
            </a:xfrm>
            <a:prstGeom prst="rightArrow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6" name="Equal 15">
              <a:extLst>
                <a:ext uri="{FF2B5EF4-FFF2-40B4-BE49-F238E27FC236}">
                  <a16:creationId xmlns:a16="http://schemas.microsoft.com/office/drawing/2014/main" id="{2AF414CC-F6CD-2084-1C84-89168117E531}"/>
                </a:ext>
              </a:extLst>
            </p:cNvPr>
            <p:cNvSpPr/>
            <p:nvPr/>
          </p:nvSpPr>
          <p:spPr>
            <a:xfrm>
              <a:off x="8502977" y="3753290"/>
              <a:ext cx="499621" cy="408514"/>
            </a:xfrm>
            <a:prstGeom prst="mathEqual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7" name="Equal 16">
              <a:extLst>
                <a:ext uri="{FF2B5EF4-FFF2-40B4-BE49-F238E27FC236}">
                  <a16:creationId xmlns:a16="http://schemas.microsoft.com/office/drawing/2014/main" id="{EBC58A6E-F7AB-6F73-DEF0-118996EE88BA}"/>
                </a:ext>
              </a:extLst>
            </p:cNvPr>
            <p:cNvSpPr/>
            <p:nvPr/>
          </p:nvSpPr>
          <p:spPr>
            <a:xfrm>
              <a:off x="8493550" y="5039701"/>
              <a:ext cx="499621" cy="408514"/>
            </a:xfrm>
            <a:prstGeom prst="mathEqual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sp>
        <p:nvSpPr>
          <p:cNvPr id="19" name="Speech Bubble: Rectangle with Corners Rounded 7">
            <a:extLst>
              <a:ext uri="{FF2B5EF4-FFF2-40B4-BE49-F238E27FC236}">
                <a16:creationId xmlns:a16="http://schemas.microsoft.com/office/drawing/2014/main" id="{1EDAF009-955F-90C4-06AC-124525076127}"/>
              </a:ext>
            </a:extLst>
          </p:cNvPr>
          <p:cNvSpPr/>
          <p:nvPr/>
        </p:nvSpPr>
        <p:spPr>
          <a:xfrm>
            <a:off x="838200" y="3217195"/>
            <a:ext cx="4542032" cy="254887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GB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two interviews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187 HH </a:t>
            </a:r>
            <a:r>
              <a:rPr lang="en-GB" sz="11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have age difference over 2 </a:t>
            </a:r>
            <a:r>
              <a:rPr lang="en-GB" sz="11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yrs</a:t>
            </a:r>
            <a:endParaRPr lang="en-GB" sz="11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178 HH </a:t>
            </a:r>
            <a:r>
              <a:rPr lang="en-GB" sz="11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have respondents of different Household Head status (firstly indicated as Head and in follow up changed to not Head)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176 HH </a:t>
            </a:r>
            <a:r>
              <a:rPr lang="en-GB" sz="11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have respondents of different sex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138 HH</a:t>
            </a:r>
            <a:r>
              <a:rPr lang="en-GB" sz="11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have exact the same sex, age, household head status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Enforce to find the same respondent  -&gt; Higher attrition</a:t>
            </a:r>
          </a:p>
        </p:txBody>
      </p:sp>
    </p:spTree>
    <p:extLst>
      <p:ext uri="{BB962C8B-B14F-4D97-AF65-F5344CB8AC3E}">
        <p14:creationId xmlns:p14="http://schemas.microsoft.com/office/powerpoint/2010/main" val="1221167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A77D-46EF-7E59-C491-E7A55B9F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the Iraq Study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5B1F-8DEF-B94D-30DE-F9A47514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67" y="1496851"/>
            <a:ext cx="10515600" cy="4996024"/>
          </a:xfrm>
        </p:spPr>
        <p:txBody>
          <a:bodyPr>
            <a:normAutofit fontScale="92500"/>
          </a:bodyPr>
          <a:lstStyle/>
          <a:p>
            <a:pPr lvl="1">
              <a:lnSpc>
                <a:spcPct val="150000"/>
              </a:lnSpc>
            </a:pPr>
            <a:r>
              <a:rPr lang="en-GB" sz="2800" dirty="0"/>
              <a:t>Long over-lap between first and second interview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Increase data collection time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Confounding from aliasing/carryover effects - pre exposure effect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Not possible to implement “wash-out period” between first and second interviews-Indicators should cover the same reporting period</a:t>
            </a:r>
          </a:p>
          <a:p>
            <a:pPr lvl="1">
              <a:lnSpc>
                <a:spcPct val="150000"/>
              </a:lnSpc>
            </a:pPr>
            <a:r>
              <a:rPr lang="en-GB" sz="2800" dirty="0"/>
              <a:t>High number of households participating in only one modality i.e., face to face interview only or remote interview only</a:t>
            </a:r>
          </a:p>
          <a:p>
            <a:pPr lvl="1">
              <a:lnSpc>
                <a:spcPct val="150000"/>
              </a:lnSpc>
            </a:pPr>
            <a:endParaRPr lang="en-GB" sz="2800" dirty="0"/>
          </a:p>
          <a:p>
            <a:pPr lvl="1">
              <a:lnSpc>
                <a:spcPct val="150000"/>
              </a:lnSpc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91983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E3D60-0C52-6949-089B-41F663E7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081426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does the different versions of rCARI compare with CARI v3?</a:t>
            </a:r>
          </a:p>
        </p:txBody>
      </p:sp>
    </p:spTree>
    <p:extLst>
      <p:ext uri="{BB962C8B-B14F-4D97-AF65-F5344CB8AC3E}">
        <p14:creationId xmlns:p14="http://schemas.microsoft.com/office/powerpoint/2010/main" val="9349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643055D-0556-6C0E-03B1-204EB7810FCF}"/>
              </a:ext>
            </a:extLst>
          </p:cNvPr>
          <p:cNvSpPr txBox="1">
            <a:spLocks/>
          </p:cNvSpPr>
          <p:nvPr/>
        </p:nvSpPr>
        <p:spPr>
          <a:xfrm>
            <a:off x="824938" y="519907"/>
            <a:ext cx="10542124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err="1"/>
              <a:t>rCARI</a:t>
            </a:r>
            <a:r>
              <a:rPr lang="en-US"/>
              <a:t> from remote versus CARI v3 F2F</a:t>
            </a:r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0279B9-A3C0-8973-278C-9667519FD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785375"/>
              </p:ext>
            </p:extLst>
          </p:nvPr>
        </p:nvGraphicFramePr>
        <p:xfrm>
          <a:off x="923164" y="1599430"/>
          <a:ext cx="10345672" cy="4100064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356605">
                  <a:extLst>
                    <a:ext uri="{9D8B030D-6E8A-4147-A177-3AD203B41FA5}">
                      <a16:colId xmlns:a16="http://schemas.microsoft.com/office/drawing/2014/main" val="3715918660"/>
                    </a:ext>
                  </a:extLst>
                </a:gridCol>
                <a:gridCol w="1715678">
                  <a:extLst>
                    <a:ext uri="{9D8B030D-6E8A-4147-A177-3AD203B41FA5}">
                      <a16:colId xmlns:a16="http://schemas.microsoft.com/office/drawing/2014/main" val="4196659016"/>
                    </a:ext>
                  </a:extLst>
                </a:gridCol>
                <a:gridCol w="2177592">
                  <a:extLst>
                    <a:ext uri="{9D8B030D-6E8A-4147-A177-3AD203B41FA5}">
                      <a16:colId xmlns:a16="http://schemas.microsoft.com/office/drawing/2014/main" val="708606947"/>
                    </a:ext>
                  </a:extLst>
                </a:gridCol>
                <a:gridCol w="1583703">
                  <a:extLst>
                    <a:ext uri="{9D8B030D-6E8A-4147-A177-3AD203B41FA5}">
                      <a16:colId xmlns:a16="http://schemas.microsoft.com/office/drawing/2014/main" val="2262150229"/>
                    </a:ext>
                  </a:extLst>
                </a:gridCol>
                <a:gridCol w="1512094">
                  <a:extLst>
                    <a:ext uri="{9D8B030D-6E8A-4147-A177-3AD203B41FA5}">
                      <a16:colId xmlns:a16="http://schemas.microsoft.com/office/drawing/2014/main" val="3722165256"/>
                    </a:ext>
                  </a:extLst>
                </a:gridCol>
              </a:tblGrid>
              <a:tr h="341672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  </a:t>
                      </a:r>
                      <a:endParaRPr lang="en-US" sz="22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 F2F Answer</a:t>
                      </a:r>
                      <a:endParaRPr lang="en-US" sz="22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 Remote Answer</a:t>
                      </a:r>
                      <a:endParaRPr lang="en-US" sz="22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 Difference </a:t>
                      </a:r>
                      <a:endParaRPr lang="en-US" sz="22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 P Value</a:t>
                      </a:r>
                      <a:endParaRPr lang="en-US" sz="22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1062916543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 FCS 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62.22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56.00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6.22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4218717379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 </a:t>
                      </a:r>
                      <a:r>
                        <a:rPr lang="en-US" sz="1600" kern="0" err="1">
                          <a:effectLst/>
                        </a:rPr>
                        <a:t>rCSI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14.74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14.15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0.59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0.43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552399356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chemeClr val="dk1"/>
                          </a:solidFill>
                          <a:effectLst/>
                        </a:rPr>
                        <a:t> Used Stress-Level Coping</a:t>
                      </a:r>
                      <a:endParaRPr lang="en-US" sz="1600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0.89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0.89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-0.00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874704899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Used Crisis-Level Coping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0.69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0.62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0.08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0.01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3725788254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Used Emergency-Level Coping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0.08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0.28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-0.19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4258780094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600" b="1" kern="0" err="1">
                          <a:solidFill>
                            <a:schemeClr val="dk1"/>
                          </a:solidFill>
                          <a:effectLst/>
                        </a:rPr>
                        <a:t>HHExpFood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307827.17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450377.60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-142550.43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1937040158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600" b="1" kern="0" err="1">
                          <a:solidFill>
                            <a:schemeClr val="dk1"/>
                          </a:solidFill>
                          <a:effectLst/>
                        </a:rPr>
                        <a:t>HHExpNF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344632.66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264484.03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80148.63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101150926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600" kern="0" err="1">
                          <a:solidFill>
                            <a:schemeClr val="dk1"/>
                          </a:solidFill>
                          <a:effectLst/>
                        </a:rPr>
                        <a:t>HHExpTotal</a:t>
                      </a:r>
                      <a:endParaRPr lang="en-US" sz="1600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652459.82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714861.63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-62401.81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0.06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4208201600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600" kern="0" err="1">
                          <a:solidFill>
                            <a:schemeClr val="dk1"/>
                          </a:solidFill>
                          <a:effectLst/>
                        </a:rPr>
                        <a:t>PCExpTotal</a:t>
                      </a:r>
                      <a:endParaRPr lang="en-US" sz="1600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126286.60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139006.74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-12720.14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0.08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4166946694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FES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50.20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64.00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-13.81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95518698"/>
                  </a:ext>
                </a:extLst>
              </a:tr>
              <a:tr h="3416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chemeClr val="dk1"/>
                          </a:solidFill>
                          <a:effectLst/>
                        </a:rPr>
                        <a:t> Vulnerability (3 &amp; 4)</a:t>
                      </a:r>
                      <a:endParaRPr lang="en-US" sz="1600" b="1" kern="0">
                        <a:solidFill>
                          <a:schemeClr val="dk1"/>
                        </a:solidFill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0.24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0.55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-0.31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0.00</a:t>
                      </a:r>
                      <a:endParaRPr lang="en-US" sz="20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136775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0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E630-7A4F-677F-C4B5-5517449B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9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rCARI from F2F versus CARI v3 F2F</a:t>
            </a:r>
          </a:p>
        </p:txBody>
      </p:sp>
    </p:spTree>
    <p:extLst>
      <p:ext uri="{BB962C8B-B14F-4D97-AF65-F5344CB8AC3E}">
        <p14:creationId xmlns:p14="http://schemas.microsoft.com/office/powerpoint/2010/main" val="282222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E630-7A4F-677F-C4B5-5517449B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9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rCARI from remote versus CARI v3 F2F</a:t>
            </a:r>
          </a:p>
        </p:txBody>
      </p:sp>
    </p:spTree>
    <p:extLst>
      <p:ext uri="{BB962C8B-B14F-4D97-AF65-F5344CB8AC3E}">
        <p14:creationId xmlns:p14="http://schemas.microsoft.com/office/powerpoint/2010/main" val="391959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643055D-0556-6C0E-03B1-204EB7810FCF}"/>
              </a:ext>
            </a:extLst>
          </p:cNvPr>
          <p:cNvSpPr txBox="1">
            <a:spLocks/>
          </p:cNvSpPr>
          <p:nvPr/>
        </p:nvSpPr>
        <p:spPr>
          <a:xfrm>
            <a:off x="824938" y="303091"/>
            <a:ext cx="10542124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srgbClr val="0070BA"/>
                </a:solidFill>
                <a:effectLst/>
                <a:uLnTx/>
                <a:uFillTx/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CARI vs. </a:t>
            </a:r>
            <a:r>
              <a:rPr kumimoji="0" lang="en-GB" sz="3000" b="1" i="0" u="none" strike="noStrike" kern="1200" cap="none" spc="0" normalizeH="0" baseline="0" noProof="0" err="1">
                <a:ln>
                  <a:noFill/>
                </a:ln>
                <a:solidFill>
                  <a:srgbClr val="0070BA"/>
                </a:solidFill>
                <a:effectLst/>
                <a:uLnTx/>
                <a:uFillTx/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rCARI</a:t>
            </a: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srgbClr val="0070BA"/>
                </a:solidFill>
                <a:effectLst/>
                <a:uLnTx/>
                <a:uFillTx/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Intra-HH Outcome Comparison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srgbClr val="0070BA"/>
                </a:solidFill>
                <a:effectLst/>
                <a:uLnTx/>
                <a:uFillTx/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[Full Completes n = 454]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0279B9-A3C0-8973-278C-9667519FD8BA}"/>
              </a:ext>
            </a:extLst>
          </p:cNvPr>
          <p:cNvGraphicFramePr>
            <a:graphicFrameLocks noGrp="1"/>
          </p:cNvGraphicFramePr>
          <p:nvPr/>
        </p:nvGraphicFramePr>
        <p:xfrm>
          <a:off x="1052346" y="1588409"/>
          <a:ext cx="10087310" cy="4065996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642202">
                  <a:extLst>
                    <a:ext uri="{9D8B030D-6E8A-4147-A177-3AD203B41FA5}">
                      <a16:colId xmlns:a16="http://schemas.microsoft.com/office/drawing/2014/main" val="3715918660"/>
                    </a:ext>
                  </a:extLst>
                </a:gridCol>
                <a:gridCol w="1611277">
                  <a:extLst>
                    <a:ext uri="{9D8B030D-6E8A-4147-A177-3AD203B41FA5}">
                      <a16:colId xmlns:a16="http://schemas.microsoft.com/office/drawing/2014/main" val="4196659016"/>
                    </a:ext>
                  </a:extLst>
                </a:gridCol>
                <a:gridCol w="1611277">
                  <a:extLst>
                    <a:ext uri="{9D8B030D-6E8A-4147-A177-3AD203B41FA5}">
                      <a16:colId xmlns:a16="http://schemas.microsoft.com/office/drawing/2014/main" val="708606947"/>
                    </a:ext>
                  </a:extLst>
                </a:gridCol>
                <a:gridCol w="1611277">
                  <a:extLst>
                    <a:ext uri="{9D8B030D-6E8A-4147-A177-3AD203B41FA5}">
                      <a16:colId xmlns:a16="http://schemas.microsoft.com/office/drawing/2014/main" val="2262150229"/>
                    </a:ext>
                  </a:extLst>
                </a:gridCol>
                <a:gridCol w="1611277">
                  <a:extLst>
                    <a:ext uri="{9D8B030D-6E8A-4147-A177-3AD203B41FA5}">
                      <a16:colId xmlns:a16="http://schemas.microsoft.com/office/drawing/2014/main" val="3722165256"/>
                    </a:ext>
                  </a:extLst>
                </a:gridCol>
              </a:tblGrid>
              <a:tr h="338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u="none" strike="noStrike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Variable</a:t>
                      </a:r>
                      <a:r>
                        <a:rPr lang="en-US" sz="16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F2F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Remote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Difference 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P-Value</a:t>
                      </a:r>
                      <a:endParaRPr lang="en-US" sz="20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/>
                </a:tc>
                <a:extLst>
                  <a:ext uri="{0D108BD9-81ED-4DB2-BD59-A6C34878D82A}">
                    <a16:rowId xmlns:a16="http://schemas.microsoft.com/office/drawing/2014/main" val="1062916543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FCS 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62.22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56.00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6.22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717379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rCSI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14.74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14.15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0.59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0.43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399356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Used Stress-Level Coping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0.89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0.89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-0.00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0.82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704899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Used Crisis-Level Coping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0.69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0.62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0.01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788254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Used Emergency-Level Coping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0.28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-0.19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780094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HHExpFood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307827.17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450377.60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-142550.43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040158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HHExpNF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344632.66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264484.03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80148.63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50926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HHExpTotal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652459.82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714861.63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-62401.81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0.06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201600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PCExpTotal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126286.60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139006.74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-12720.14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0.08</a:t>
                      </a:r>
                      <a:endParaRPr lang="en-US" sz="1800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946694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FES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50.20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64.00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-13.81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18698"/>
                  </a:ext>
                </a:extLst>
              </a:tr>
              <a:tr h="33883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chemeClr val="dk1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Vulnerability (3 &amp; 4)</a:t>
                      </a: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0.24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0.55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-0.31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0.00</a:t>
                      </a:r>
                      <a:endParaRPr lang="en-US" sz="1800" b="1" kern="1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123994" marR="123994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75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272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2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9AC8DAE4-DBB9-4A3C-A2C5-57319E59C2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10CA68-4618-417B-826A-81BF46989819}"/>
</file>

<file path=customXml/itemProps3.xml><?xml version="1.0" encoding="utf-8"?>
<ds:datastoreItem xmlns:ds="http://schemas.openxmlformats.org/officeDocument/2006/customXml" ds:itemID="{5EF8987F-1E2F-413E-8ABA-75889F679575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49256dcf-74b5-4e0f-b2ab-e17546be8a80"/>
    <ds:schemaRef ds:uri="3940b711-dc1d-4235-b0a5-48d487f0d3b9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13359</TotalTime>
  <Words>829</Words>
  <Application>Microsoft Office PowerPoint</Application>
  <PresentationFormat>Widescreen</PresentationFormat>
  <Paragraphs>236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HALDEN SOLID</vt:lpstr>
      <vt:lpstr>Open Sans</vt:lpstr>
      <vt:lpstr>Open Sans Extrabold</vt:lpstr>
      <vt:lpstr>Office Theme</vt:lpstr>
      <vt:lpstr>Theme2</vt:lpstr>
      <vt:lpstr>rCARI CARI Analysis-Iraq</vt:lpstr>
      <vt:lpstr>Background </vt:lpstr>
      <vt:lpstr>Background </vt:lpstr>
      <vt:lpstr>Background </vt:lpstr>
      <vt:lpstr>Research questions </vt:lpstr>
      <vt:lpstr>Iraq pilot sample design </vt:lpstr>
      <vt:lpstr>Iraq pilot sample design</vt:lpstr>
      <vt:lpstr>Implementation</vt:lpstr>
      <vt:lpstr>Limitation of the Iraq Study</vt:lpstr>
      <vt:lpstr>Final interviewed HHs</vt:lpstr>
      <vt:lpstr>Limitation of the Iraq Study</vt:lpstr>
      <vt:lpstr>How does the different versions of rCARI compare with CARI v3?</vt:lpstr>
      <vt:lpstr>PowerPoint Presentation</vt:lpstr>
      <vt:lpstr>rCARI from F2F versus CARI v3 F2F</vt:lpstr>
      <vt:lpstr>rCARI from remote versus CARI v3 F2F</vt:lpstr>
      <vt:lpstr>PowerPoint Presentation</vt:lpstr>
    </vt:vector>
  </TitlesOfParts>
  <Company>World Food Programme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Alirah WEYORI</dc:creator>
  <cp:lastModifiedBy>Mohamed SALEM</cp:lastModifiedBy>
  <cp:revision>119</cp:revision>
  <dcterms:created xsi:type="dcterms:W3CDTF">2023-04-05T13:38:21Z</dcterms:created>
  <dcterms:modified xsi:type="dcterms:W3CDTF">2023-08-11T15:28:08Z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