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22"/>
  </p:notesMasterIdLst>
  <p:handoutMasterIdLst>
    <p:handoutMasterId r:id="rId23"/>
  </p:handoutMasterIdLst>
  <p:sldIdLst>
    <p:sldId id="283" r:id="rId5"/>
    <p:sldId id="453" r:id="rId6"/>
    <p:sldId id="447" r:id="rId7"/>
    <p:sldId id="311" r:id="rId8"/>
    <p:sldId id="454" r:id="rId9"/>
    <p:sldId id="377" r:id="rId10"/>
    <p:sldId id="437" r:id="rId11"/>
    <p:sldId id="449" r:id="rId12"/>
    <p:sldId id="446" r:id="rId13"/>
    <p:sldId id="426" r:id="rId14"/>
    <p:sldId id="438" r:id="rId15"/>
    <p:sldId id="452" r:id="rId16"/>
    <p:sldId id="442" r:id="rId17"/>
    <p:sldId id="444" r:id="rId18"/>
    <p:sldId id="441" r:id="rId19"/>
    <p:sldId id="429" r:id="rId20"/>
    <p:sldId id="451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6BFB65-520F-4649-842A-8FAC50C1638D}">
          <p14:sldIdLst>
            <p14:sldId id="283"/>
            <p14:sldId id="453"/>
            <p14:sldId id="447"/>
            <p14:sldId id="311"/>
            <p14:sldId id="454"/>
            <p14:sldId id="377"/>
            <p14:sldId id="437"/>
            <p14:sldId id="449"/>
            <p14:sldId id="446"/>
            <p14:sldId id="426"/>
            <p14:sldId id="438"/>
            <p14:sldId id="452"/>
          </p14:sldIdLst>
        </p14:section>
        <p14:section name="Results" id="{2C4D1EE9-A3E0-4084-9198-0FB1A973D7CA}">
          <p14:sldIdLst>
            <p14:sldId id="442"/>
            <p14:sldId id="444"/>
            <p14:sldId id="441"/>
            <p14:sldId id="429"/>
            <p14:sldId id="4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E16"/>
    <a:srgbClr val="0070BA"/>
    <a:srgbClr val="CFD6EA"/>
    <a:srgbClr val="FFFFFF"/>
    <a:srgbClr val="FFFFFE"/>
    <a:srgbClr val="F5B183"/>
    <a:srgbClr val="A9D18E"/>
    <a:srgbClr val="D4E6F2"/>
    <a:srgbClr val="59CAFF"/>
    <a:srgbClr val="57C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3627A-73CF-49F2-A860-CEB3B17A0129}" v="46" dt="2025-01-21T10:53:03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8" autoAdjust="0"/>
  </p:normalViewPr>
  <p:slideViewPr>
    <p:cSldViewPr snapToGrid="0">
      <p:cViewPr varScale="1">
        <p:scale>
          <a:sx n="51" d="100"/>
          <a:sy n="51" d="100"/>
        </p:scale>
        <p:origin x="116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S::alirah.weyori@wfp.org::1c7cbaa8-91f0-4806-8632-e4be5028c1b4" providerId="AD" clId="Web-{8A1820C9-2D1F-48C5-9340-871C74D4AE7F}"/>
    <pc:docChg chg="mod">
      <pc:chgData name="Alirah WEYORI" userId="S::alirah.weyori@wfp.org::1c7cbaa8-91f0-4806-8632-e4be5028c1b4" providerId="AD" clId="Web-{8A1820C9-2D1F-48C5-9340-871C74D4AE7F}" dt="2025-01-15T15:17:27.452" v="0" actId="33475"/>
      <pc:docMkLst>
        <pc:docMk/>
      </pc:docMkLst>
    </pc:docChg>
  </pc:docChgLst>
  <pc:docChgLst>
    <pc:chgData name="Alirah WEYORI" userId="1c7cbaa8-91f0-4806-8632-e4be5028c1b4" providerId="ADAL" clId="{D753627A-73CF-49F2-A860-CEB3B17A0129}"/>
    <pc:docChg chg="custSel addSld delSld modSld sldOrd modSection">
      <pc:chgData name="Alirah WEYORI" userId="1c7cbaa8-91f0-4806-8632-e4be5028c1b4" providerId="ADAL" clId="{D753627A-73CF-49F2-A860-CEB3B17A0129}" dt="2025-01-21T10:53:38.813" v="982" actId="12"/>
      <pc:docMkLst>
        <pc:docMk/>
      </pc:docMkLst>
      <pc:sldChg chg="modSp mod">
        <pc:chgData name="Alirah WEYORI" userId="1c7cbaa8-91f0-4806-8632-e4be5028c1b4" providerId="ADAL" clId="{D753627A-73CF-49F2-A860-CEB3B17A0129}" dt="2025-01-21T10:41:37.821" v="839" actId="255"/>
        <pc:sldMkLst>
          <pc:docMk/>
          <pc:sldMk cId="3545166311" sldId="283"/>
        </pc:sldMkLst>
        <pc:spChg chg="mod">
          <ac:chgData name="Alirah WEYORI" userId="1c7cbaa8-91f0-4806-8632-e4be5028c1b4" providerId="ADAL" clId="{D753627A-73CF-49F2-A860-CEB3B17A0129}" dt="2025-01-21T10:41:28.428" v="838" actId="255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Alirah WEYORI" userId="1c7cbaa8-91f0-4806-8632-e4be5028c1b4" providerId="ADAL" clId="{D753627A-73CF-49F2-A860-CEB3B17A0129}" dt="2025-01-21T10:41:37.821" v="839" actId="255"/>
          <ac:spMkLst>
            <pc:docMk/>
            <pc:sldMk cId="3545166311" sldId="283"/>
            <ac:spMk id="3" creationId="{00000000-0000-0000-0000-000000000000}"/>
          </ac:spMkLst>
        </pc:spChg>
        <pc:spChg chg="mod">
          <ac:chgData name="Alirah WEYORI" userId="1c7cbaa8-91f0-4806-8632-e4be5028c1b4" providerId="ADAL" clId="{D753627A-73CF-49F2-A860-CEB3B17A0129}" dt="2025-01-21T10:41:22.851" v="837" actId="255"/>
          <ac:spMkLst>
            <pc:docMk/>
            <pc:sldMk cId="3545166311" sldId="283"/>
            <ac:spMk id="6" creationId="{53CD270A-9458-E7A9-9B9B-7F70A19E11F1}"/>
          </ac:spMkLst>
        </pc:spChg>
      </pc:sldChg>
      <pc:sldChg chg="modSp del mod ord modShow modNotesTx">
        <pc:chgData name="Alirah WEYORI" userId="1c7cbaa8-91f0-4806-8632-e4be5028c1b4" providerId="ADAL" clId="{D753627A-73CF-49F2-A860-CEB3B17A0129}" dt="2025-01-21T10:42:49.173" v="841" actId="47"/>
        <pc:sldMkLst>
          <pc:docMk/>
          <pc:sldMk cId="702693994" sldId="295"/>
        </pc:sldMkLst>
        <pc:spChg chg="mod">
          <ac:chgData name="Alirah WEYORI" userId="1c7cbaa8-91f0-4806-8632-e4be5028c1b4" providerId="ADAL" clId="{D753627A-73CF-49F2-A860-CEB3B17A0129}" dt="2025-01-21T10:32:01.574" v="749" actId="255"/>
          <ac:spMkLst>
            <pc:docMk/>
            <pc:sldMk cId="702693994" sldId="295"/>
            <ac:spMk id="2" creationId="{F029B89D-5416-48E5-81EA-436AE51F041C}"/>
          </ac:spMkLst>
        </pc:spChg>
        <pc:spChg chg="mod">
          <ac:chgData name="Alirah WEYORI" userId="1c7cbaa8-91f0-4806-8632-e4be5028c1b4" providerId="ADAL" clId="{D753627A-73CF-49F2-A860-CEB3B17A0129}" dt="2025-01-21T10:32:10.575" v="750" actId="12"/>
          <ac:spMkLst>
            <pc:docMk/>
            <pc:sldMk cId="702693994" sldId="295"/>
            <ac:spMk id="3" creationId="{BA0B35CF-F8D9-4777-A432-1DE7A6FC16DC}"/>
          </ac:spMkLst>
        </pc:spChg>
      </pc:sldChg>
      <pc:sldChg chg="modSp mod">
        <pc:chgData name="Alirah WEYORI" userId="1c7cbaa8-91f0-4806-8632-e4be5028c1b4" providerId="ADAL" clId="{D753627A-73CF-49F2-A860-CEB3B17A0129}" dt="2025-01-21T10:53:28.783" v="981" actId="12"/>
        <pc:sldMkLst>
          <pc:docMk/>
          <pc:sldMk cId="2986976553" sldId="311"/>
        </pc:sldMkLst>
        <pc:spChg chg="mod">
          <ac:chgData name="Alirah WEYORI" userId="1c7cbaa8-91f0-4806-8632-e4be5028c1b4" providerId="ADAL" clId="{D753627A-73CF-49F2-A860-CEB3B17A0129}" dt="2025-01-21T10:43:08.118" v="842" actId="2711"/>
          <ac:spMkLst>
            <pc:docMk/>
            <pc:sldMk cId="2986976553" sldId="311"/>
            <ac:spMk id="2" creationId="{F029B89D-5416-48E5-81EA-436AE51F041C}"/>
          </ac:spMkLst>
        </pc:spChg>
        <pc:spChg chg="mod">
          <ac:chgData name="Alirah WEYORI" userId="1c7cbaa8-91f0-4806-8632-e4be5028c1b4" providerId="ADAL" clId="{D753627A-73CF-49F2-A860-CEB3B17A0129}" dt="2025-01-21T10:53:28.783" v="981" actId="12"/>
          <ac:spMkLst>
            <pc:docMk/>
            <pc:sldMk cId="2986976553" sldId="311"/>
            <ac:spMk id="6" creationId="{C77D6C2F-AC0C-CDE5-6C26-DEC4BD426D97}"/>
          </ac:spMkLst>
        </pc:spChg>
      </pc:sldChg>
      <pc:sldChg chg="modSp mod">
        <pc:chgData name="Alirah WEYORI" userId="1c7cbaa8-91f0-4806-8632-e4be5028c1b4" providerId="ADAL" clId="{D753627A-73CF-49F2-A860-CEB3B17A0129}" dt="2025-01-21T10:29:51.573" v="710" actId="2711"/>
        <pc:sldMkLst>
          <pc:docMk/>
          <pc:sldMk cId="83693828" sldId="377"/>
        </pc:sldMkLst>
        <pc:spChg chg="mod">
          <ac:chgData name="Alirah WEYORI" userId="1c7cbaa8-91f0-4806-8632-e4be5028c1b4" providerId="ADAL" clId="{D753627A-73CF-49F2-A860-CEB3B17A0129}" dt="2025-01-21T10:29:44.798" v="709" actId="14100"/>
          <ac:spMkLst>
            <pc:docMk/>
            <pc:sldMk cId="83693828" sldId="377"/>
            <ac:spMk id="3" creationId="{9CBB7960-69FD-2342-570A-DAAF92590007}"/>
          </ac:spMkLst>
        </pc:spChg>
        <pc:spChg chg="mod">
          <ac:chgData name="Alirah WEYORI" userId="1c7cbaa8-91f0-4806-8632-e4be5028c1b4" providerId="ADAL" clId="{D753627A-73CF-49F2-A860-CEB3B17A0129}" dt="2025-01-21T10:21:17.526" v="693" actId="255"/>
          <ac:spMkLst>
            <pc:docMk/>
            <pc:sldMk cId="83693828" sldId="377"/>
            <ac:spMk id="4" creationId="{75A77ED1-5BEC-95BD-E876-FF96B3716765}"/>
          </ac:spMkLst>
        </pc:spChg>
        <pc:spChg chg="mod">
          <ac:chgData name="Alirah WEYORI" userId="1c7cbaa8-91f0-4806-8632-e4be5028c1b4" providerId="ADAL" clId="{D753627A-73CF-49F2-A860-CEB3B17A0129}" dt="2025-01-21T10:29:51.573" v="710" actId="2711"/>
          <ac:spMkLst>
            <pc:docMk/>
            <pc:sldMk cId="83693828" sldId="377"/>
            <ac:spMk id="6" creationId="{15E3259A-B77F-BC04-7686-7436A012C823}"/>
          </ac:spMkLst>
        </pc:spChg>
      </pc:sldChg>
      <pc:sldChg chg="modSp mod">
        <pc:chgData name="Alirah WEYORI" userId="1c7cbaa8-91f0-4806-8632-e4be5028c1b4" providerId="ADAL" clId="{D753627A-73CF-49F2-A860-CEB3B17A0129}" dt="2025-01-21T10:44:17.586" v="877" actId="20577"/>
        <pc:sldMkLst>
          <pc:docMk/>
          <pc:sldMk cId="2929192344" sldId="426"/>
        </pc:sldMkLst>
        <pc:spChg chg="mod">
          <ac:chgData name="Alirah WEYORI" userId="1c7cbaa8-91f0-4806-8632-e4be5028c1b4" providerId="ADAL" clId="{D753627A-73CF-49F2-A860-CEB3B17A0129}" dt="2025-01-21T10:28:59.657" v="704" actId="255"/>
          <ac:spMkLst>
            <pc:docMk/>
            <pc:sldMk cId="2929192344" sldId="426"/>
            <ac:spMk id="2" creationId="{FCD16E23-B95D-E373-6EDB-2C8510CBEE16}"/>
          </ac:spMkLst>
        </pc:spChg>
        <pc:spChg chg="mod">
          <ac:chgData name="Alirah WEYORI" userId="1c7cbaa8-91f0-4806-8632-e4be5028c1b4" providerId="ADAL" clId="{D753627A-73CF-49F2-A860-CEB3B17A0129}" dt="2025-01-21T10:44:17.586" v="877" actId="20577"/>
          <ac:spMkLst>
            <pc:docMk/>
            <pc:sldMk cId="2929192344" sldId="426"/>
            <ac:spMk id="3" creationId="{DE7C056F-9D7F-4B72-99AA-CBF424D71D1A}"/>
          </ac:spMkLst>
        </pc:spChg>
      </pc:sldChg>
      <pc:sldChg chg="modSp mod ord">
        <pc:chgData name="Alirah WEYORI" userId="1c7cbaa8-91f0-4806-8632-e4be5028c1b4" providerId="ADAL" clId="{D753627A-73CF-49F2-A860-CEB3B17A0129}" dt="2025-01-21T10:31:43.002" v="747" actId="313"/>
        <pc:sldMkLst>
          <pc:docMk/>
          <pc:sldMk cId="625576628" sldId="429"/>
        </pc:sldMkLst>
        <pc:spChg chg="mod">
          <ac:chgData name="Alirah WEYORI" userId="1c7cbaa8-91f0-4806-8632-e4be5028c1b4" providerId="ADAL" clId="{D753627A-73CF-49F2-A860-CEB3B17A0129}" dt="2025-01-21T10:31:43.002" v="747" actId="313"/>
          <ac:spMkLst>
            <pc:docMk/>
            <pc:sldMk cId="625576628" sldId="429"/>
            <ac:spMk id="3" creationId="{BB310342-74D1-A202-46B3-5A0934966D09}"/>
          </ac:spMkLst>
        </pc:spChg>
      </pc:sldChg>
      <pc:sldChg chg="addSp delSp modSp mod ord">
        <pc:chgData name="Alirah WEYORI" userId="1c7cbaa8-91f0-4806-8632-e4be5028c1b4" providerId="ADAL" clId="{D753627A-73CF-49F2-A860-CEB3B17A0129}" dt="2025-01-21T10:51:49.403" v="972" actId="1076"/>
        <pc:sldMkLst>
          <pc:docMk/>
          <pc:sldMk cId="2506460457" sldId="437"/>
        </pc:sldMkLst>
        <pc:spChg chg="mod">
          <ac:chgData name="Alirah WEYORI" userId="1c7cbaa8-91f0-4806-8632-e4be5028c1b4" providerId="ADAL" clId="{D753627A-73CF-49F2-A860-CEB3B17A0129}" dt="2025-01-21T10:51:49.403" v="972" actId="1076"/>
          <ac:spMkLst>
            <pc:docMk/>
            <pc:sldMk cId="2506460457" sldId="437"/>
            <ac:spMk id="25" creationId="{C4793960-97FD-5AE3-34FE-71F229830B09}"/>
          </ac:spMkLst>
        </pc:spChg>
        <pc:picChg chg="add mod">
          <ac:chgData name="Alirah WEYORI" userId="1c7cbaa8-91f0-4806-8632-e4be5028c1b4" providerId="ADAL" clId="{D753627A-73CF-49F2-A860-CEB3B17A0129}" dt="2025-01-21T10:23:54.082" v="696" actId="1076"/>
          <ac:picMkLst>
            <pc:docMk/>
            <pc:sldMk cId="2506460457" sldId="437"/>
            <ac:picMk id="3" creationId="{0853F686-8E83-9DBB-DA19-F0C6BF311E24}"/>
          </ac:picMkLst>
        </pc:picChg>
        <pc:picChg chg="del">
          <ac:chgData name="Alirah WEYORI" userId="1c7cbaa8-91f0-4806-8632-e4be5028c1b4" providerId="ADAL" clId="{D753627A-73CF-49F2-A860-CEB3B17A0129}" dt="2025-01-21T10:20:28.370" v="684" actId="478"/>
          <ac:picMkLst>
            <pc:docMk/>
            <pc:sldMk cId="2506460457" sldId="437"/>
            <ac:picMk id="5" creationId="{330C01AB-0368-B878-7A24-510F455A4637}"/>
          </ac:picMkLst>
        </pc:picChg>
      </pc:sldChg>
      <pc:sldChg chg="addSp delSp modSp mod">
        <pc:chgData name="Alirah WEYORI" userId="1c7cbaa8-91f0-4806-8632-e4be5028c1b4" providerId="ADAL" clId="{D753627A-73CF-49F2-A860-CEB3B17A0129}" dt="2025-01-21T10:44:52.507" v="882" actId="179"/>
        <pc:sldMkLst>
          <pc:docMk/>
          <pc:sldMk cId="294376039" sldId="438"/>
        </pc:sldMkLst>
        <pc:spChg chg="add mod">
          <ac:chgData name="Alirah WEYORI" userId="1c7cbaa8-91f0-4806-8632-e4be5028c1b4" providerId="ADAL" clId="{D753627A-73CF-49F2-A860-CEB3B17A0129}" dt="2025-01-21T10:44:52.507" v="882" actId="179"/>
          <ac:spMkLst>
            <pc:docMk/>
            <pc:sldMk cId="294376039" sldId="438"/>
            <ac:spMk id="7" creationId="{128E4DA3-1B22-30DD-0732-45AA62D21D78}"/>
          </ac:spMkLst>
        </pc:spChg>
        <pc:spChg chg="mod">
          <ac:chgData name="Alirah WEYORI" userId="1c7cbaa8-91f0-4806-8632-e4be5028c1b4" providerId="ADAL" clId="{D753627A-73CF-49F2-A860-CEB3B17A0129}" dt="2025-01-21T10:44:27.921" v="878" actId="1076"/>
          <ac:spMkLst>
            <pc:docMk/>
            <pc:sldMk cId="294376039" sldId="438"/>
            <ac:spMk id="25" creationId="{C4793960-97FD-5AE3-34FE-71F229830B09}"/>
          </ac:spMkLst>
        </pc:spChg>
        <pc:picChg chg="del">
          <ac:chgData name="Alirah WEYORI" userId="1c7cbaa8-91f0-4806-8632-e4be5028c1b4" providerId="ADAL" clId="{D753627A-73CF-49F2-A860-CEB3B17A0129}" dt="2024-07-02T11:35:42.314" v="17" actId="478"/>
          <ac:picMkLst>
            <pc:docMk/>
            <pc:sldMk cId="294376039" sldId="438"/>
            <ac:picMk id="6" creationId="{7E7A6FF6-F58E-F5AB-2390-8C69C39C02F0}"/>
          </ac:picMkLst>
        </pc:picChg>
      </pc:sldChg>
      <pc:sldChg chg="mod modShow">
        <pc:chgData name="Alirah WEYORI" userId="1c7cbaa8-91f0-4806-8632-e4be5028c1b4" providerId="ADAL" clId="{D753627A-73CF-49F2-A860-CEB3B17A0129}" dt="2024-07-09T09:02:12.474" v="673" actId="729"/>
        <pc:sldMkLst>
          <pc:docMk/>
          <pc:sldMk cId="1819224456" sldId="444"/>
        </pc:sldMkLst>
      </pc:sldChg>
      <pc:sldChg chg="modSp mod ord modShow">
        <pc:chgData name="Alirah WEYORI" userId="1c7cbaa8-91f0-4806-8632-e4be5028c1b4" providerId="ADAL" clId="{D753627A-73CF-49F2-A860-CEB3B17A0129}" dt="2025-01-21T10:36:34.241" v="765" actId="20577"/>
        <pc:sldMkLst>
          <pc:docMk/>
          <pc:sldMk cId="3341518396" sldId="446"/>
        </pc:sldMkLst>
        <pc:spChg chg="mod">
          <ac:chgData name="Alirah WEYORI" userId="1c7cbaa8-91f0-4806-8632-e4be5028c1b4" providerId="ADAL" clId="{D753627A-73CF-49F2-A860-CEB3B17A0129}" dt="2025-01-21T10:28:22.065" v="702" actId="255"/>
          <ac:spMkLst>
            <pc:docMk/>
            <pc:sldMk cId="3341518396" sldId="446"/>
            <ac:spMk id="2" creationId="{FCD16E23-B95D-E373-6EDB-2C8510CBEE16}"/>
          </ac:spMkLst>
        </pc:spChg>
        <pc:spChg chg="mod">
          <ac:chgData name="Alirah WEYORI" userId="1c7cbaa8-91f0-4806-8632-e4be5028c1b4" providerId="ADAL" clId="{D753627A-73CF-49F2-A860-CEB3B17A0129}" dt="2025-01-21T10:36:34.241" v="765" actId="20577"/>
          <ac:spMkLst>
            <pc:docMk/>
            <pc:sldMk cId="3341518396" sldId="446"/>
            <ac:spMk id="3" creationId="{DE7C056F-9D7F-4B72-99AA-CBF424D71D1A}"/>
          </ac:spMkLst>
        </pc:spChg>
      </pc:sldChg>
      <pc:sldChg chg="addSp delSp modSp mod">
        <pc:chgData name="Alirah WEYORI" userId="1c7cbaa8-91f0-4806-8632-e4be5028c1b4" providerId="ADAL" clId="{D753627A-73CF-49F2-A860-CEB3B17A0129}" dt="2025-01-21T10:53:20.467" v="980" actId="1076"/>
        <pc:sldMkLst>
          <pc:docMk/>
          <pc:sldMk cId="1812431407" sldId="447"/>
        </pc:sldMkLst>
        <pc:spChg chg="del mod">
          <ac:chgData name="Alirah WEYORI" userId="1c7cbaa8-91f0-4806-8632-e4be5028c1b4" providerId="ADAL" clId="{D753627A-73CF-49F2-A860-CEB3B17A0129}" dt="2025-01-21T10:53:08.019" v="978" actId="478"/>
          <ac:spMkLst>
            <pc:docMk/>
            <pc:sldMk cId="1812431407" sldId="447"/>
            <ac:spMk id="2" creationId="{F029B89D-5416-48E5-81EA-436AE51F041C}"/>
          </ac:spMkLst>
        </pc:spChg>
        <pc:spChg chg="add mod">
          <ac:chgData name="Alirah WEYORI" userId="1c7cbaa8-91f0-4806-8632-e4be5028c1b4" providerId="ADAL" clId="{D753627A-73CF-49F2-A860-CEB3B17A0129}" dt="2025-01-21T10:53:03.926" v="977"/>
          <ac:spMkLst>
            <pc:docMk/>
            <pc:sldMk cId="1812431407" sldId="447"/>
            <ac:spMk id="3" creationId="{F9509617-82CD-A37E-F86A-881AFE4418A1}"/>
          </ac:spMkLst>
        </pc:spChg>
        <pc:spChg chg="mod">
          <ac:chgData name="Alirah WEYORI" userId="1c7cbaa8-91f0-4806-8632-e4be5028c1b4" providerId="ADAL" clId="{D753627A-73CF-49F2-A860-CEB3B17A0129}" dt="2025-01-21T10:53:20.467" v="980" actId="1076"/>
          <ac:spMkLst>
            <pc:docMk/>
            <pc:sldMk cId="1812431407" sldId="447"/>
            <ac:spMk id="6" creationId="{C77D6C2F-AC0C-CDE5-6C26-DEC4BD426D97}"/>
          </ac:spMkLst>
        </pc:spChg>
        <pc:spChg chg="add del mod">
          <ac:chgData name="Alirah WEYORI" userId="1c7cbaa8-91f0-4806-8632-e4be5028c1b4" providerId="ADAL" clId="{D753627A-73CF-49F2-A860-CEB3B17A0129}" dt="2025-01-21T10:53:11.928" v="979" actId="478"/>
          <ac:spMkLst>
            <pc:docMk/>
            <pc:sldMk cId="1812431407" sldId="447"/>
            <ac:spMk id="7" creationId="{799F67F3-5E26-D112-B545-FD6F5B7EFF7D}"/>
          </ac:spMkLst>
        </pc:spChg>
      </pc:sldChg>
      <pc:sldChg chg="delSp del mod">
        <pc:chgData name="Alirah WEYORI" userId="1c7cbaa8-91f0-4806-8632-e4be5028c1b4" providerId="ADAL" clId="{D753627A-73CF-49F2-A860-CEB3B17A0129}" dt="2024-07-02T13:09:05.529" v="200" actId="2696"/>
        <pc:sldMkLst>
          <pc:docMk/>
          <pc:sldMk cId="777533931" sldId="448"/>
        </pc:sldMkLst>
        <pc:picChg chg="del">
          <ac:chgData name="Alirah WEYORI" userId="1c7cbaa8-91f0-4806-8632-e4be5028c1b4" providerId="ADAL" clId="{D753627A-73CF-49F2-A860-CEB3B17A0129}" dt="2024-07-02T11:35:37.863" v="16" actId="478"/>
          <ac:picMkLst>
            <pc:docMk/>
            <pc:sldMk cId="777533931" sldId="448"/>
            <ac:picMk id="3" creationId="{2D7E8E70-8852-386F-1A8D-724CC8122B88}"/>
          </ac:picMkLst>
        </pc:picChg>
      </pc:sldChg>
      <pc:sldChg chg="addSp delSp modSp mod ord delAnim">
        <pc:chgData name="Alirah WEYORI" userId="1c7cbaa8-91f0-4806-8632-e4be5028c1b4" providerId="ADAL" clId="{D753627A-73CF-49F2-A860-CEB3B17A0129}" dt="2025-01-21T10:53:38.813" v="982" actId="12"/>
        <pc:sldMkLst>
          <pc:docMk/>
          <pc:sldMk cId="2265468301" sldId="449"/>
        </pc:sldMkLst>
        <pc:spChg chg="add del mod">
          <ac:chgData name="Alirah WEYORI" userId="1c7cbaa8-91f0-4806-8632-e4be5028c1b4" providerId="ADAL" clId="{D753627A-73CF-49F2-A860-CEB3B17A0129}" dt="2025-01-21T10:51:59.933" v="974" actId="478"/>
          <ac:spMkLst>
            <pc:docMk/>
            <pc:sldMk cId="2265468301" sldId="449"/>
            <ac:spMk id="3" creationId="{B4A04746-BA46-9C2E-3933-49B9BEDBA7C3}"/>
          </ac:spMkLst>
        </pc:spChg>
        <pc:spChg chg="add mod">
          <ac:chgData name="Alirah WEYORI" userId="1c7cbaa8-91f0-4806-8632-e4be5028c1b4" providerId="ADAL" clId="{D753627A-73CF-49F2-A860-CEB3B17A0129}" dt="2025-01-21T10:52:09.522" v="976"/>
          <ac:spMkLst>
            <pc:docMk/>
            <pc:sldMk cId="2265468301" sldId="449"/>
            <ac:spMk id="4" creationId="{BA40E52D-ED71-863F-4422-BB4CC97B82C0}"/>
          </ac:spMkLst>
        </pc:spChg>
        <pc:spChg chg="add mod">
          <ac:chgData name="Alirah WEYORI" userId="1c7cbaa8-91f0-4806-8632-e4be5028c1b4" providerId="ADAL" clId="{D753627A-73CF-49F2-A860-CEB3B17A0129}" dt="2025-01-21T10:53:38.813" v="982" actId="12"/>
          <ac:spMkLst>
            <pc:docMk/>
            <pc:sldMk cId="2265468301" sldId="449"/>
            <ac:spMk id="12" creationId="{193B66B6-B225-BE7C-09D2-2B86C26FEBF2}"/>
          </ac:spMkLst>
        </pc:spChg>
        <pc:spChg chg="del mod">
          <ac:chgData name="Alirah WEYORI" userId="1c7cbaa8-91f0-4806-8632-e4be5028c1b4" providerId="ADAL" clId="{D753627A-73CF-49F2-A860-CEB3B17A0129}" dt="2025-01-21T10:51:56.853" v="973" actId="478"/>
          <ac:spMkLst>
            <pc:docMk/>
            <pc:sldMk cId="2265468301" sldId="449"/>
            <ac:spMk id="25" creationId="{C4793960-97FD-5AE3-34FE-71F229830B09}"/>
          </ac:spMkLst>
        </pc:spChg>
        <pc:grpChg chg="del">
          <ac:chgData name="Alirah WEYORI" userId="1c7cbaa8-91f0-4806-8632-e4be5028c1b4" providerId="ADAL" clId="{D753627A-73CF-49F2-A860-CEB3B17A0129}" dt="2024-07-02T11:35:00.110" v="7" actId="478"/>
          <ac:grpSpMkLst>
            <pc:docMk/>
            <pc:sldMk cId="2265468301" sldId="449"/>
            <ac:grpSpMk id="9" creationId="{E85FFBD2-8F52-3A09-35A1-F7CFCB08E019}"/>
          </ac:grpSpMkLst>
        </pc:grpChg>
        <pc:grpChg chg="del">
          <ac:chgData name="Alirah WEYORI" userId="1c7cbaa8-91f0-4806-8632-e4be5028c1b4" providerId="ADAL" clId="{D753627A-73CF-49F2-A860-CEB3B17A0129}" dt="2024-07-02T11:34:59.017" v="6" actId="478"/>
          <ac:grpSpMkLst>
            <pc:docMk/>
            <pc:sldMk cId="2265468301" sldId="449"/>
            <ac:grpSpMk id="10" creationId="{569DA418-4CCC-7FB6-153A-99F6BB70B60F}"/>
          </ac:grpSpMkLst>
        </pc:grpChg>
        <pc:picChg chg="del">
          <ac:chgData name="Alirah WEYORI" userId="1c7cbaa8-91f0-4806-8632-e4be5028c1b4" providerId="ADAL" clId="{D753627A-73CF-49F2-A860-CEB3B17A0129}" dt="2024-07-02T11:34:45.363" v="5" actId="478"/>
          <ac:picMkLst>
            <pc:docMk/>
            <pc:sldMk cId="2265468301" sldId="449"/>
            <ac:picMk id="3" creationId="{E85176F0-D64B-7D93-20A8-4315F0D2EDA5}"/>
          </ac:picMkLst>
        </pc:picChg>
      </pc:sldChg>
      <pc:sldChg chg="addSp delSp modSp add del mod ord">
        <pc:chgData name="Alirah WEYORI" userId="1c7cbaa8-91f0-4806-8632-e4be5028c1b4" providerId="ADAL" clId="{D753627A-73CF-49F2-A860-CEB3B17A0129}" dt="2025-01-21T10:23:59.919" v="697" actId="47"/>
        <pc:sldMkLst>
          <pc:docMk/>
          <pc:sldMk cId="4288173343" sldId="450"/>
        </pc:sldMkLst>
        <pc:spChg chg="mod">
          <ac:chgData name="Alirah WEYORI" userId="1c7cbaa8-91f0-4806-8632-e4be5028c1b4" providerId="ADAL" clId="{D753627A-73CF-49F2-A860-CEB3B17A0129}" dt="2024-07-02T14:21:47.663" v="477" actId="1076"/>
          <ac:spMkLst>
            <pc:docMk/>
            <pc:sldMk cId="4288173343" sldId="450"/>
            <ac:spMk id="25" creationId="{C4793960-97FD-5AE3-34FE-71F229830B09}"/>
          </ac:spMkLst>
        </pc:spChg>
        <pc:picChg chg="add mod">
          <ac:chgData name="Alirah WEYORI" userId="1c7cbaa8-91f0-4806-8632-e4be5028c1b4" providerId="ADAL" clId="{D753627A-73CF-49F2-A860-CEB3B17A0129}" dt="2024-07-02T12:38:23.612" v="195" actId="14100"/>
          <ac:picMkLst>
            <pc:docMk/>
            <pc:sldMk cId="4288173343" sldId="450"/>
            <ac:picMk id="3" creationId="{F08AEDF2-3588-00C2-89BF-207ADF8DC320}"/>
          </ac:picMkLst>
        </pc:picChg>
        <pc:picChg chg="del">
          <ac:chgData name="Alirah WEYORI" userId="1c7cbaa8-91f0-4806-8632-e4be5028c1b4" providerId="ADAL" clId="{D753627A-73CF-49F2-A860-CEB3B17A0129}" dt="2024-07-02T12:38:04.873" v="189" actId="478"/>
          <ac:picMkLst>
            <pc:docMk/>
            <pc:sldMk cId="4288173343" sldId="450"/>
            <ac:picMk id="5" creationId="{330C01AB-0368-B878-7A24-510F455A4637}"/>
          </ac:picMkLst>
        </pc:picChg>
      </pc:sldChg>
      <pc:sldChg chg="addSp delSp modSp add mod">
        <pc:chgData name="Alirah WEYORI" userId="1c7cbaa8-91f0-4806-8632-e4be5028c1b4" providerId="ADAL" clId="{D753627A-73CF-49F2-A860-CEB3B17A0129}" dt="2025-01-21T10:45:43.761" v="886" actId="2711"/>
        <pc:sldMkLst>
          <pc:docMk/>
          <pc:sldMk cId="1184701395" sldId="451"/>
        </pc:sldMkLst>
        <pc:spChg chg="mod">
          <ac:chgData name="Alirah WEYORI" userId="1c7cbaa8-91f0-4806-8632-e4be5028c1b4" providerId="ADAL" clId="{D753627A-73CF-49F2-A860-CEB3B17A0129}" dt="2025-01-21T10:45:43.761" v="886" actId="2711"/>
          <ac:spMkLst>
            <pc:docMk/>
            <pc:sldMk cId="1184701395" sldId="451"/>
            <ac:spMk id="2" creationId="{FCD16E23-B95D-E373-6EDB-2C8510CBEE16}"/>
          </ac:spMkLst>
        </pc:spChg>
        <pc:graphicFrameChg chg="add mod">
          <ac:chgData name="Alirah WEYORI" userId="1c7cbaa8-91f0-4806-8632-e4be5028c1b4" providerId="ADAL" clId="{D753627A-73CF-49F2-A860-CEB3B17A0129}" dt="2024-08-13T07:02:12.832" v="676"/>
          <ac:graphicFrameMkLst>
            <pc:docMk/>
            <pc:sldMk cId="1184701395" sldId="451"/>
            <ac:graphicFrameMk id="3" creationId="{1BAB86BA-7AD4-66E3-BBFB-53C4957E7791}"/>
          </ac:graphicFrameMkLst>
        </pc:graphicFrameChg>
        <pc:graphicFrameChg chg="add del mod">
          <ac:chgData name="Alirah WEYORI" userId="1c7cbaa8-91f0-4806-8632-e4be5028c1b4" providerId="ADAL" clId="{D753627A-73CF-49F2-A860-CEB3B17A0129}" dt="2024-08-13T07:02:49.396" v="683" actId="478"/>
          <ac:graphicFrameMkLst>
            <pc:docMk/>
            <pc:sldMk cId="1184701395" sldId="451"/>
            <ac:graphicFrameMk id="5" creationId="{3F1ADBA0-212D-D1A0-8055-C7A9E4951DB5}"/>
          </ac:graphicFrameMkLst>
        </pc:graphicFrameChg>
        <pc:picChg chg="del">
          <ac:chgData name="Alirah WEYORI" userId="1c7cbaa8-91f0-4806-8632-e4be5028c1b4" providerId="ADAL" clId="{D753627A-73CF-49F2-A860-CEB3B17A0129}" dt="2024-08-13T07:02:09.892" v="675" actId="478"/>
          <ac:picMkLst>
            <pc:docMk/>
            <pc:sldMk cId="1184701395" sldId="451"/>
            <ac:picMk id="4" creationId="{A0D669E2-7EE1-D431-50A6-A1E1DCA5341A}"/>
          </ac:picMkLst>
        </pc:picChg>
      </pc:sldChg>
      <pc:sldChg chg="addSp delSp modSp add mod">
        <pc:chgData name="Alirah WEYORI" userId="1c7cbaa8-91f0-4806-8632-e4be5028c1b4" providerId="ADAL" clId="{D753627A-73CF-49F2-A860-CEB3B17A0129}" dt="2025-01-21T10:45:24.155" v="885" actId="478"/>
        <pc:sldMkLst>
          <pc:docMk/>
          <pc:sldMk cId="4198754396" sldId="452"/>
        </pc:sldMkLst>
        <pc:spChg chg="add del mod">
          <ac:chgData name="Alirah WEYORI" userId="1c7cbaa8-91f0-4806-8632-e4be5028c1b4" providerId="ADAL" clId="{D753627A-73CF-49F2-A860-CEB3B17A0129}" dt="2025-01-21T10:45:24.155" v="885" actId="478"/>
          <ac:spMkLst>
            <pc:docMk/>
            <pc:sldMk cId="4198754396" sldId="452"/>
            <ac:spMk id="5" creationId="{6647B071-AEFE-30B3-2693-0F089BB5E8BF}"/>
          </ac:spMkLst>
        </pc:spChg>
        <pc:spChg chg="add mod">
          <ac:chgData name="Alirah WEYORI" userId="1c7cbaa8-91f0-4806-8632-e4be5028c1b4" providerId="ADAL" clId="{D753627A-73CF-49F2-A860-CEB3B17A0129}" dt="2025-01-21T10:45:21.300" v="884"/>
          <ac:spMkLst>
            <pc:docMk/>
            <pc:sldMk cId="4198754396" sldId="452"/>
            <ac:spMk id="6" creationId="{E39B845C-BCE9-C7AA-5407-3B421FDBEE41}"/>
          </ac:spMkLst>
        </pc:spChg>
        <pc:spChg chg="del">
          <ac:chgData name="Alirah WEYORI" userId="1c7cbaa8-91f0-4806-8632-e4be5028c1b4" providerId="ADAL" clId="{D753627A-73CF-49F2-A860-CEB3B17A0129}" dt="2025-01-21T10:37:01.329" v="767" actId="478"/>
          <ac:spMkLst>
            <pc:docMk/>
            <pc:sldMk cId="4198754396" sldId="452"/>
            <ac:spMk id="7" creationId="{128E4DA3-1B22-30DD-0732-45AA62D21D78}"/>
          </ac:spMkLst>
        </pc:spChg>
        <pc:spChg chg="del mod">
          <ac:chgData name="Alirah WEYORI" userId="1c7cbaa8-91f0-4806-8632-e4be5028c1b4" providerId="ADAL" clId="{D753627A-73CF-49F2-A860-CEB3B17A0129}" dt="2025-01-21T10:45:19.689" v="883" actId="478"/>
          <ac:spMkLst>
            <pc:docMk/>
            <pc:sldMk cId="4198754396" sldId="452"/>
            <ac:spMk id="25" creationId="{C4793960-97FD-5AE3-34FE-71F229830B09}"/>
          </ac:spMkLst>
        </pc:spChg>
        <pc:picChg chg="add mod">
          <ac:chgData name="Alirah WEYORI" userId="1c7cbaa8-91f0-4806-8632-e4be5028c1b4" providerId="ADAL" clId="{D753627A-73CF-49F2-A860-CEB3B17A0129}" dt="2025-01-21T10:37:55.535" v="775" actId="1076"/>
          <ac:picMkLst>
            <pc:docMk/>
            <pc:sldMk cId="4198754396" sldId="452"/>
            <ac:picMk id="3" creationId="{4AD11E81-507E-6B3B-2CDC-0CD7BB72F2C4}"/>
          </ac:picMkLst>
        </pc:picChg>
      </pc:sldChg>
      <pc:sldChg chg="addSp delSp modSp add mod ord modAnim modShow">
        <pc:chgData name="Alirah WEYORI" userId="1c7cbaa8-91f0-4806-8632-e4be5028c1b4" providerId="ADAL" clId="{D753627A-73CF-49F2-A860-CEB3B17A0129}" dt="2025-01-21T10:40:22.746" v="820"/>
        <pc:sldMkLst>
          <pc:docMk/>
          <pc:sldMk cId="110143853" sldId="453"/>
        </pc:sldMkLst>
        <pc:spChg chg="del">
          <ac:chgData name="Alirah WEYORI" userId="1c7cbaa8-91f0-4806-8632-e4be5028c1b4" providerId="ADAL" clId="{D753627A-73CF-49F2-A860-CEB3B17A0129}" dt="2025-01-21T10:38:57.423" v="777" actId="478"/>
          <ac:spMkLst>
            <pc:docMk/>
            <pc:sldMk cId="110143853" sldId="453"/>
            <ac:spMk id="3" creationId="{BA0B35CF-F8D9-4777-A432-1DE7A6FC16DC}"/>
          </ac:spMkLst>
        </pc:spChg>
        <pc:spChg chg="add del mod">
          <ac:chgData name="Alirah WEYORI" userId="1c7cbaa8-91f0-4806-8632-e4be5028c1b4" providerId="ADAL" clId="{D753627A-73CF-49F2-A860-CEB3B17A0129}" dt="2025-01-21T10:39:35.270" v="778" actId="34307"/>
          <ac:spMkLst>
            <pc:docMk/>
            <pc:sldMk cId="110143853" sldId="453"/>
            <ac:spMk id="5" creationId="{B2516606-F555-36F0-CEF4-60CBB16A52C0}"/>
          </ac:spMkLst>
        </pc:spChg>
        <pc:spChg chg="add del mod">
          <ac:chgData name="Alirah WEYORI" userId="1c7cbaa8-91f0-4806-8632-e4be5028c1b4" providerId="ADAL" clId="{D753627A-73CF-49F2-A860-CEB3B17A0129}" dt="2025-01-21T10:39:48.711" v="780" actId="478"/>
          <ac:spMkLst>
            <pc:docMk/>
            <pc:sldMk cId="110143853" sldId="453"/>
            <ac:spMk id="8" creationId="{5ED68926-CEC2-6100-3767-CEB9B6DB3C94}"/>
          </ac:spMkLst>
        </pc:spChg>
        <pc:spChg chg="add mod">
          <ac:chgData name="Alirah WEYORI" userId="1c7cbaa8-91f0-4806-8632-e4be5028c1b4" providerId="ADAL" clId="{D753627A-73CF-49F2-A860-CEB3B17A0129}" dt="2025-01-21T10:40:08.598" v="817" actId="6549"/>
          <ac:spMkLst>
            <pc:docMk/>
            <pc:sldMk cId="110143853" sldId="453"/>
            <ac:spMk id="9" creationId="{83FE4728-B07A-1E64-3E4F-E83D36FB8328}"/>
          </ac:spMkLst>
        </pc:spChg>
        <pc:picChg chg="add del mod ord">
          <ac:chgData name="Alirah WEYORI" userId="1c7cbaa8-91f0-4806-8632-e4be5028c1b4" providerId="ADAL" clId="{D753627A-73CF-49F2-A860-CEB3B17A0129}" dt="2025-01-21T10:39:43.993" v="779" actId="478"/>
          <ac:picMkLst>
            <pc:docMk/>
            <pc:sldMk cId="110143853" sldId="453"/>
            <ac:picMk id="6" creationId="{C096CAC1-89A0-FC21-E3D9-CCCF1707A0C3}"/>
          </ac:picMkLst>
        </pc:picChg>
        <pc:picChg chg="add mod">
          <ac:chgData name="Alirah WEYORI" userId="1c7cbaa8-91f0-4806-8632-e4be5028c1b4" providerId="ADAL" clId="{D753627A-73CF-49F2-A860-CEB3B17A0129}" dt="2025-01-21T10:39:49.734" v="781"/>
          <ac:picMkLst>
            <pc:docMk/>
            <pc:sldMk cId="110143853" sldId="453"/>
            <ac:picMk id="10" creationId="{30C23C7C-588C-6207-6E29-A6070990DB39}"/>
          </ac:picMkLst>
        </pc:picChg>
      </pc:sldChg>
      <pc:sldChg chg="addSp delSp modSp add mod">
        <pc:chgData name="Alirah WEYORI" userId="1c7cbaa8-91f0-4806-8632-e4be5028c1b4" providerId="ADAL" clId="{D753627A-73CF-49F2-A860-CEB3B17A0129}" dt="2025-01-21T10:51:39.920" v="971" actId="6549"/>
        <pc:sldMkLst>
          <pc:docMk/>
          <pc:sldMk cId="2730042803" sldId="454"/>
        </pc:sldMkLst>
        <pc:spChg chg="mod">
          <ac:chgData name="Alirah WEYORI" userId="1c7cbaa8-91f0-4806-8632-e4be5028c1b4" providerId="ADAL" clId="{D753627A-73CF-49F2-A860-CEB3B17A0129}" dt="2025-01-21T10:51:39.920" v="971" actId="6549"/>
          <ac:spMkLst>
            <pc:docMk/>
            <pc:sldMk cId="2730042803" sldId="454"/>
            <ac:spMk id="2" creationId="{F029B89D-5416-48E5-81EA-436AE51F041C}"/>
          </ac:spMkLst>
        </pc:spChg>
        <pc:spChg chg="add del mod">
          <ac:chgData name="Alirah WEYORI" userId="1c7cbaa8-91f0-4806-8632-e4be5028c1b4" providerId="ADAL" clId="{D753627A-73CF-49F2-A860-CEB3B17A0129}" dt="2025-01-21T10:47:43.665" v="904" actId="478"/>
          <ac:spMkLst>
            <pc:docMk/>
            <pc:sldMk cId="2730042803" sldId="454"/>
            <ac:spMk id="5" creationId="{1A4F7874-36C5-A0E1-CA0C-23949CFBD73F}"/>
          </ac:spMkLst>
        </pc:spChg>
        <pc:spChg chg="del">
          <ac:chgData name="Alirah WEYORI" userId="1c7cbaa8-91f0-4806-8632-e4be5028c1b4" providerId="ADAL" clId="{D753627A-73CF-49F2-A860-CEB3B17A0129}" dt="2025-01-21T10:47:32.113" v="888" actId="478"/>
          <ac:spMkLst>
            <pc:docMk/>
            <pc:sldMk cId="2730042803" sldId="454"/>
            <ac:spMk id="6" creationId="{C77D6C2F-AC0C-CDE5-6C26-DEC4BD426D97}"/>
          </ac:spMkLst>
        </pc:spChg>
        <pc:spChg chg="add del mod">
          <ac:chgData name="Alirah WEYORI" userId="1c7cbaa8-91f0-4806-8632-e4be5028c1b4" providerId="ADAL" clId="{D753627A-73CF-49F2-A860-CEB3B17A0129}" dt="2025-01-21T10:47:52.682" v="906" actId="478"/>
          <ac:spMkLst>
            <pc:docMk/>
            <pc:sldMk cId="2730042803" sldId="454"/>
            <ac:spMk id="7" creationId="{0C79EF56-4702-6F5B-7829-69621ADFF0BD}"/>
          </ac:spMkLst>
        </pc:spChg>
        <pc:spChg chg="add mod">
          <ac:chgData name="Alirah WEYORI" userId="1c7cbaa8-91f0-4806-8632-e4be5028c1b4" providerId="ADAL" clId="{D753627A-73CF-49F2-A860-CEB3B17A0129}" dt="2025-01-21T10:51:16.164" v="958" actId="1076"/>
          <ac:spMkLst>
            <pc:docMk/>
            <pc:sldMk cId="2730042803" sldId="454"/>
            <ac:spMk id="8" creationId="{664ADEDF-7252-E1DD-D8F1-CE01A43D9945}"/>
          </ac:spMkLst>
        </pc:spChg>
      </pc:sldChg>
    </pc:docChg>
  </pc:docChgLst>
  <pc:docChgLst>
    <pc:chgData name="Nicole WU" userId="4cf90142-5117-41df-a92b-6216d87bdf3c" providerId="ADAL" clId="{16644C82-B2B9-054E-B48D-C3067C7DBEB5}"/>
    <pc:docChg chg="modSld">
      <pc:chgData name="Nicole WU" userId="4cf90142-5117-41df-a92b-6216d87bdf3c" providerId="ADAL" clId="{16644C82-B2B9-054E-B48D-C3067C7DBEB5}" dt="2024-07-02T13:55:53.868" v="0" actId="14100"/>
      <pc:docMkLst>
        <pc:docMk/>
      </pc:docMkLst>
      <pc:sldChg chg="modSp mod">
        <pc:chgData name="Nicole WU" userId="4cf90142-5117-41df-a92b-6216d87bdf3c" providerId="ADAL" clId="{16644C82-B2B9-054E-B48D-C3067C7DBEB5}" dt="2024-07-02T13:55:53.868" v="0" actId="14100"/>
        <pc:sldMkLst>
          <pc:docMk/>
          <pc:sldMk cId="294376039" sldId="438"/>
        </pc:sldMkLst>
        <pc:spChg chg="mod">
          <ac:chgData name="Nicole WU" userId="4cf90142-5117-41df-a92b-6216d87bdf3c" providerId="ADAL" clId="{16644C82-B2B9-054E-B48D-C3067C7DBEB5}" dt="2024-07-02T13:55:53.868" v="0" actId="14100"/>
          <ac:spMkLst>
            <pc:docMk/>
            <pc:sldMk cId="294376039" sldId="438"/>
            <ac:spMk id="25" creationId="{C4793960-97FD-5AE3-34FE-71F229830B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21/01/2025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21/01/2025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022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Consolidate Approach for Reporting food Insecurity (CARI)</a:t>
            </a: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t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hough easily available, results are not globally accepted because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methodology is not been empirically validated against other standard methods- CARI</a:t>
            </a: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&amp; income changes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 dirty="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 dirty="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 dirty="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1110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157412" y="1557285"/>
            <a:ext cx="9483725" cy="74130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Remote CARI (rCARI)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788784" y="3336769"/>
            <a:ext cx="6834188" cy="525738"/>
          </a:xfrm>
        </p:spPr>
        <p:txBody>
          <a:bodyPr/>
          <a:lstStyle/>
          <a:p>
            <a:pPr algn="ctr"/>
            <a:r>
              <a:rPr lang="en-US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 (IRQ) Pilot Study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2157412" y="5886844"/>
            <a:ext cx="948372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RAM-N – rCARI Team | JANUARY 2025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83FE4728-B07A-1E64-3E4F-E83D36FB8328}"/>
              </a:ext>
            </a:extLst>
          </p:cNvPr>
          <p:cNvSpPr/>
          <p:nvPr/>
        </p:nvSpPr>
        <p:spPr>
          <a:xfrm rot="858260">
            <a:off x="4705412" y="1120940"/>
            <a:ext cx="6401297" cy="2737733"/>
          </a:xfrm>
          <a:prstGeom prst="wedgeEllipseCallout">
            <a:avLst>
              <a:gd name="adj1" fmla="val -56526"/>
              <a:gd name="adj2" fmla="val 46463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3200" dirty="0">
                <a:solidFill>
                  <a:srgbClr val="FFFFFE"/>
                </a:solidFill>
                <a:latin typeface="HALDEN SOLID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Why The need for this study?</a:t>
            </a:r>
            <a:endParaRPr lang="en-US" sz="3200" b="1" dirty="0">
              <a:solidFill>
                <a:srgbClr val="FFFFFE"/>
              </a:solidFill>
              <a:latin typeface="HALDEN SOLID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0C23C7C-588C-6207-6E29-A6070990D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45970" y="3429000"/>
            <a:ext cx="4305384" cy="318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4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38" y="1679434"/>
            <a:ext cx="5590300" cy="4149865"/>
          </a:xfrm>
          <a:ln w="19050">
            <a:solidFill>
              <a:srgbClr val="0070BA"/>
            </a:solidFill>
          </a:ln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and rCARI (remote CARI) aggregate indicators in a similar way and the only difference is in the Economic Vulnerability</a:t>
            </a: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 date, rCARI is not validated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983" y="1626187"/>
            <a:ext cx="5766572" cy="425634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9509617-82CD-A37E-F86A-881AFE4418A1}"/>
              </a:ext>
            </a:extLst>
          </p:cNvPr>
          <p:cNvSpPr txBox="1">
            <a:spLocks/>
          </p:cNvSpPr>
          <p:nvPr/>
        </p:nvSpPr>
        <p:spPr>
          <a:xfrm>
            <a:off x="824938" y="519907"/>
            <a:ext cx="10542124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Background</a:t>
            </a:r>
            <a:endParaRPr lang="en-GB" sz="36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431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16" y="968401"/>
            <a:ext cx="11009542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42" y="2007703"/>
            <a:ext cx="11002916" cy="3230217"/>
          </a:xfrm>
        </p:spPr>
        <p:txBody>
          <a:bodyPr anchor="ctr"/>
          <a:lstStyle/>
          <a:p>
            <a:pPr marL="342900" lvl="1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the remote Consolidated Approach for Reporting Indicators of Food Insecurity (rCARI) – Using a survey experiment with stratified sample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Validate income choice and income change indicator</a:t>
            </a:r>
          </a:p>
          <a:p>
            <a:pPr marL="1257300" lvl="3" indent="-342900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 and validate different expenditure modules (shorter versions)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665" y="726781"/>
            <a:ext cx="10532488" cy="1288256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Pilot countries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4ADEDF-7252-E1DD-D8F1-CE01A43D9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206" y="2025910"/>
            <a:ext cx="8056629" cy="3922300"/>
          </a:xfrm>
        </p:spPr>
        <p:txBody>
          <a:bodyPr/>
          <a:lstStyle/>
          <a:p>
            <a:pPr marL="355600" lvl="1" indent="-355600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West Africa [RBD]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5A9E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Burkina Faso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5A9E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Central African Republic</a:t>
            </a:r>
          </a:p>
          <a:p>
            <a:pPr marL="355600" lvl="1" indent="-355600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Panama [RBP]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5A9E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Ecuador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Guatemala</a:t>
            </a:r>
          </a:p>
          <a:p>
            <a:pPr marL="355600" lvl="1" indent="-355600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Middle East [RBC]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Iraq</a:t>
            </a:r>
          </a:p>
          <a:p>
            <a:pPr marL="355600" lvl="1" indent="-355600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Southeast Asia [RBB]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5A9E1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Myanmar</a:t>
            </a:r>
          </a:p>
        </p:txBody>
      </p:sp>
    </p:spTree>
    <p:extLst>
      <p:ext uri="{BB962C8B-B14F-4D97-AF65-F5344CB8AC3E}">
        <p14:creationId xmlns:p14="http://schemas.microsoft.com/office/powerpoint/2010/main" val="2730042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98" y="1098298"/>
            <a:ext cx="11008379" cy="127373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Inclusion criteria [ADMIN level selection]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B7960-69FD-2342-570A-DAAF92590007}"/>
              </a:ext>
            </a:extLst>
          </p:cNvPr>
          <p:cNvSpPr txBox="1"/>
          <p:nvPr/>
        </p:nvSpPr>
        <p:spPr>
          <a:xfrm>
            <a:off x="898676" y="2717784"/>
            <a:ext cx="5979201" cy="3121047"/>
          </a:xfrm>
          <a:prstGeom prst="rect">
            <a:avLst/>
          </a:prstGeom>
          <a:noFill/>
          <a:ln w="28575">
            <a:solidFill>
              <a:srgbClr val="0070BA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penetration</a:t>
            </a:r>
          </a:p>
          <a:p>
            <a:pPr marL="1058862" lvl="3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Mobile phone network</a:t>
            </a:r>
          </a:p>
          <a:p>
            <a:pPr marL="342900" lvl="3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Accessibility</a:t>
            </a:r>
          </a:p>
          <a:p>
            <a:pPr marL="342900" lvl="3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Heterogenous in terms AFI</a:t>
            </a:r>
          </a:p>
          <a:p>
            <a:pPr marL="800100" lvl="4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Rural &amp; urban</a:t>
            </a:r>
          </a:p>
          <a:p>
            <a:pPr marL="800100" lvl="4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GB" sz="2400">
                <a:solidFill>
                  <a:schemeClr val="tx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CARI groups of AFI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AB12246-423B-84EC-EA7A-F4EBBA4FF08A}"/>
              </a:ext>
            </a:extLst>
          </p:cNvPr>
          <p:cNvSpPr/>
          <p:nvPr/>
        </p:nvSpPr>
        <p:spPr>
          <a:xfrm>
            <a:off x="6877878" y="2594112"/>
            <a:ext cx="775252" cy="3369365"/>
          </a:xfrm>
          <a:prstGeom prst="rightBrac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3259A-B77F-BC04-7686-7436A012C823}"/>
              </a:ext>
            </a:extLst>
          </p:cNvPr>
          <p:cNvSpPr txBox="1"/>
          <p:nvPr/>
        </p:nvSpPr>
        <p:spPr>
          <a:xfrm>
            <a:off x="7772399" y="3696618"/>
            <a:ext cx="4263887" cy="91954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0" lvl="3">
              <a:lnSpc>
                <a:spcPct val="115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These factors informed the final ADMIN selection</a:t>
            </a:r>
          </a:p>
        </p:txBody>
      </p:sp>
    </p:spTree>
    <p:extLst>
      <p:ext uri="{BB962C8B-B14F-4D97-AF65-F5344CB8AC3E}">
        <p14:creationId xmlns:p14="http://schemas.microsoft.com/office/powerpoint/2010/main" val="836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55" y="2395385"/>
            <a:ext cx="4331523" cy="206723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3F686-8E83-9DBB-DA19-F0C6BF31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143" y="1354455"/>
            <a:ext cx="5736067" cy="414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6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93B66B6-B225-BE7C-09D2-2B86C26FEBF2}"/>
              </a:ext>
            </a:extLst>
          </p:cNvPr>
          <p:cNvSpPr txBox="1"/>
          <p:nvPr/>
        </p:nvSpPr>
        <p:spPr>
          <a:xfrm>
            <a:off x="3731041" y="1585819"/>
            <a:ext cx="7621894" cy="4008533"/>
          </a:xfrm>
          <a:prstGeom prst="rect">
            <a:avLst/>
          </a:prstGeom>
          <a:noFill/>
          <a:ln>
            <a:solidFill>
              <a:srgbClr val="0070BA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study will be implemented in an experimental setup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Survey Experiment with Stratified Sample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Two statistically comparable samples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F2F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Remote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Simultaneous interviews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GB" sz="2000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40E52D-ED71-863F-4422-BB4CC97B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55" y="2395385"/>
            <a:ext cx="4331523" cy="2067230"/>
          </a:xfrm>
        </p:spPr>
        <p:txBody>
          <a:bodyPr/>
          <a:lstStyle/>
          <a:p>
            <a:r>
              <a:rPr lang="en-GB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65468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Selection of Households</a:t>
            </a:r>
            <a:endParaRPr lang="en-GB" sz="36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D1750A-92B2-CEF4-101D-9A9C36BC55DD}"/>
              </a:ext>
            </a:extLst>
          </p:cNvPr>
          <p:cNvGrpSpPr/>
          <p:nvPr/>
        </p:nvGrpSpPr>
        <p:grpSpPr>
          <a:xfrm>
            <a:off x="1100560" y="1827750"/>
            <a:ext cx="9844474" cy="4193199"/>
            <a:chOff x="1100560" y="1914838"/>
            <a:chExt cx="9844474" cy="41931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7C056F-9D7F-4B72-99AA-CBF424D71D1A}"/>
                </a:ext>
              </a:extLst>
            </p:cNvPr>
            <p:cNvSpPr txBox="1"/>
            <p:nvPr/>
          </p:nvSpPr>
          <p:spPr>
            <a:xfrm>
              <a:off x="1246965" y="1914838"/>
              <a:ext cx="9698069" cy="4193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Using a confidence level 95%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5% margin of error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endPara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marL="1257300" lvl="2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Min. sample (2 sample mean test) = 2000hh (completed sample at least 1000 </a:t>
              </a:r>
              <a:r>
                <a:rPr lang="en-GB" sz="2000" dirty="0" err="1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hh</a:t>
              </a: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 per modality)</a:t>
              </a:r>
            </a:p>
            <a:p>
              <a:pPr marL="800100" lvl="1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Final sample size = 2000HH (1000 </a:t>
              </a:r>
              <a:r>
                <a:rPr lang="en-GB" sz="2000" dirty="0" err="1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hh</a:t>
              </a:r>
              <a:r>
                <a:rPr lang="en-GB" sz="2000" dirty="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 per modality)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098E1F-402B-48EA-C5DC-D2A9363AB13B}"/>
                    </a:ext>
                  </a:extLst>
                </p:cNvPr>
                <p:cNvSpPr txBox="1"/>
                <p:nvPr/>
              </p:nvSpPr>
              <p:spPr>
                <a:xfrm>
                  <a:off x="1100560" y="3374440"/>
                  <a:ext cx="9698069" cy="7933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Sample</m:t>
                        </m:r>
                        <m: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Size</m:t>
                        </m:r>
                        <m:r>
                          <a:rPr lang="en-GB" sz="2400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GB" sz="24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400" b="0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  <m: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score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StdDev</m:t>
                            </m:r>
                            <m:r>
                              <a:rPr lang="en-GB" sz="2400" b="0" i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×</m:t>
                            </m:r>
                            <m:d>
                              <m:d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StdDev</m:t>
                                </m:r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GB" sz="24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GB" sz="2400" b="0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confidence</m:t>
                                    </m:r>
                                    <m: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interval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GB" sz="2400" b="0" i="0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GB" sz="2400">
                    <a:solidFill>
                      <a:schemeClr val="accent1">
                        <a:lumMod val="50000"/>
                      </a:schemeClr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098E1F-402B-48EA-C5DC-D2A9363AB1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0560" y="3374440"/>
                  <a:ext cx="9698069" cy="79335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4151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40" y="551996"/>
            <a:ext cx="10437718" cy="1286645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Selection of Respondents</a:t>
            </a:r>
            <a:endParaRPr lang="en-GB" sz="36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61617" y="1941248"/>
            <a:ext cx="9299556" cy="3731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Sampling frame = All RETURNEES in selected ADMIN1 areas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Conduct census of all RETURNEES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(Trained and conscientious enumerators)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Standardized listing instrument to be used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Collect basic demographic and other HH observable characteristics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0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Final sampling frame = HHs that have consented to participate during the listing</a:t>
            </a:r>
          </a:p>
        </p:txBody>
      </p:sp>
    </p:spTree>
    <p:extLst>
      <p:ext uri="{BB962C8B-B14F-4D97-AF65-F5344CB8AC3E}">
        <p14:creationId xmlns:p14="http://schemas.microsoft.com/office/powerpoint/2010/main" val="292919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C4793960-97FD-5AE3-34FE-71F2298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34" y="2395385"/>
            <a:ext cx="4222570" cy="2067230"/>
          </a:xfrm>
        </p:spPr>
        <p:txBody>
          <a:bodyPr/>
          <a:lstStyle/>
          <a:p>
            <a:r>
              <a:rPr lang="en-GB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E4DA3-1B22-30DD-0732-45AA62D21D78}"/>
              </a:ext>
            </a:extLst>
          </p:cNvPr>
          <p:cNvSpPr txBox="1"/>
          <p:nvPr/>
        </p:nvSpPr>
        <p:spPr>
          <a:xfrm>
            <a:off x="3853543" y="2024897"/>
            <a:ext cx="7218648" cy="335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Randomization of respondents will be done using observable HH characteristics such as:</a:t>
            </a:r>
          </a:p>
          <a:p>
            <a:pPr marL="1350963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Phone ownership</a:t>
            </a:r>
          </a:p>
          <a:p>
            <a:pPr marL="1350963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Gender of HH head</a:t>
            </a:r>
          </a:p>
          <a:p>
            <a:pPr marL="1350963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Livelihood source</a:t>
            </a:r>
          </a:p>
          <a:p>
            <a:pPr marL="1350963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29437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11E81-507E-6B3B-2CDC-0CD7BB72F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96" y="1304620"/>
            <a:ext cx="6020109" cy="40690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9B845C-BCE9-C7AA-5407-3B421FDBEE41}"/>
              </a:ext>
            </a:extLst>
          </p:cNvPr>
          <p:cNvSpPr txBox="1">
            <a:spLocks/>
          </p:cNvSpPr>
          <p:nvPr/>
        </p:nvSpPr>
        <p:spPr>
          <a:xfrm>
            <a:off x="737434" y="2395385"/>
            <a:ext cx="4222570" cy="20672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400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Randomization</a:t>
            </a:r>
            <a:endParaRPr lang="en-GB" sz="40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754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68" y="752657"/>
            <a:ext cx="10695189" cy="1286645"/>
          </a:xfrm>
        </p:spPr>
        <p:txBody>
          <a:bodyPr anchor="ctr">
            <a:normAutofit/>
          </a:bodyPr>
          <a:lstStyle/>
          <a:p>
            <a:r>
              <a:rPr lang="en-US" sz="36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Limitations &amp; suggested mitigation strategies</a:t>
            </a:r>
            <a:endParaRPr lang="en-GB" sz="36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111527" y="1830581"/>
            <a:ext cx="9968946" cy="419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Geographical variation in the distribution of respondents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Study areas will be purposively selected to cater to geographic variations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Enumerator effects (gender, training and motivation)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Consciously hire more females for the remote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At least two enumerators per village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Enumerator assignment will be random (F2F)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High attrition particularly in the remote cohort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Follow strict call protocol</a:t>
            </a:r>
          </a:p>
        </p:txBody>
      </p:sp>
    </p:spTree>
    <p:extLst>
      <p:ext uri="{BB962C8B-B14F-4D97-AF65-F5344CB8AC3E}">
        <p14:creationId xmlns:p14="http://schemas.microsoft.com/office/powerpoint/2010/main" val="506136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597" y="516366"/>
            <a:ext cx="8815746" cy="1636031"/>
          </a:xfrm>
        </p:spPr>
        <p:txBody>
          <a:bodyPr anchor="ctr">
            <a:normAutofit/>
          </a:bodyPr>
          <a:lstStyle/>
          <a:p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Survey protocols to enhance response rate</a:t>
            </a:r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C056F-9D7F-4B72-99AA-CBF424D71D1A}"/>
              </a:ext>
            </a:extLst>
          </p:cNvPr>
          <p:cNvSpPr txBox="1"/>
          <p:nvPr/>
        </p:nvSpPr>
        <p:spPr>
          <a:xfrm>
            <a:off x="1574483" y="1839114"/>
            <a:ext cx="9043034" cy="4383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Enhanced community engagement &amp; collaboration through local authorities, stakeholders, and opinion leaders at ADMIN5 level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Build trust, support and cooperation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Sensitization during the census/listing phase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Choose their timing of convenience to be interviewed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 comprehensive training on the calling protocol for remote cohort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Consent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Questioning techniques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Ethical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819224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</a:t>
            </a: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400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timelines…</a:t>
            </a:r>
            <a:endParaRPr lang="en-GB" sz="40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A0D669E2-7EE1-D431-50A6-A1E1DCA53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1" y="1433016"/>
            <a:ext cx="10672550" cy="453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87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BB310342-74D1-A202-46B3-5A0934966D09}"/>
              </a:ext>
            </a:extLst>
          </p:cNvPr>
          <p:cNvSpPr txBox="1">
            <a:spLocks/>
          </p:cNvSpPr>
          <p:nvPr/>
        </p:nvSpPr>
        <p:spPr>
          <a:xfrm>
            <a:off x="2303548" y="2867800"/>
            <a:ext cx="7584903" cy="11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 i="0" kern="120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Questions &amp; Comments</a:t>
            </a:r>
            <a:endParaRPr lang="en-GB" sz="40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57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68" y="530225"/>
            <a:ext cx="11018969" cy="1286645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Tentative</a:t>
            </a:r>
            <a:r>
              <a:rPr lang="en-US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4000" dirty="0">
                <a:latin typeface="HALDEN SOLID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timelines…</a:t>
            </a:r>
            <a:endParaRPr lang="en-GB" sz="4000" dirty="0">
              <a:latin typeface="HALDEN SOLID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0139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2CF057-9F0A-4CCB-B937-805ED701A0E8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49256dcf-74b5-4e0f-b2ab-e17546be8a80"/>
    <ds:schemaRef ds:uri="http://schemas.openxmlformats.org/package/2006/metadata/core-properties"/>
    <ds:schemaRef ds:uri="3940b711-dc1d-4235-b0a5-48d487f0d3b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EB65757-73A8-4341-8318-9D9B139E2906}"/>
</file>

<file path=customXml/itemProps3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696</Words>
  <Application>Microsoft Office PowerPoint</Application>
  <PresentationFormat>Widescreen</PresentationFormat>
  <Paragraphs>132</Paragraphs>
  <Slides>17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ADLaM Display</vt:lpstr>
      <vt:lpstr>Arial</vt:lpstr>
      <vt:lpstr>Calibri</vt:lpstr>
      <vt:lpstr>Cambria Math</vt:lpstr>
      <vt:lpstr>Courier New</vt:lpstr>
      <vt:lpstr>HALDEN SOLID</vt:lpstr>
      <vt:lpstr>Open Sans</vt:lpstr>
      <vt:lpstr>Open Sans Extrabold</vt:lpstr>
      <vt:lpstr>Wingdings</vt:lpstr>
      <vt:lpstr>Theme2</vt:lpstr>
      <vt:lpstr>Remote CARI (rCARI) Validation Study</vt:lpstr>
      <vt:lpstr>Background</vt:lpstr>
      <vt:lpstr>PowerPoint Presentation</vt:lpstr>
      <vt:lpstr>Objective</vt:lpstr>
      <vt:lpstr>Pilot countries</vt:lpstr>
      <vt:lpstr>Inclusion criteria [ADMIN level selection]</vt:lpstr>
      <vt:lpstr>Implementation</vt:lpstr>
      <vt:lpstr>Implementation</vt:lpstr>
      <vt:lpstr>Selection of Households</vt:lpstr>
      <vt:lpstr>Selection of Respondents</vt:lpstr>
      <vt:lpstr>Randomization</vt:lpstr>
      <vt:lpstr>PowerPoint Presentation</vt:lpstr>
      <vt:lpstr>Limitations &amp; suggested mitigation strategies</vt:lpstr>
      <vt:lpstr>Survey protocols to enhance response rate</vt:lpstr>
      <vt:lpstr>Tentative timelines…</vt:lpstr>
      <vt:lpstr>PowerPoint Presentation</vt:lpstr>
      <vt:lpstr>Tentative timelines…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</cp:revision>
  <dcterms:created xsi:type="dcterms:W3CDTF">2018-08-20T09:35:59Z</dcterms:created>
  <dcterms:modified xsi:type="dcterms:W3CDTF">2025-01-21T10:53:39Z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  <property fmtid="{D5CDD505-2E9C-101B-9397-08002B2CF9AE}" pid="4" name="MSIP_Label_2a3a108f-898d-4589-9ebc-7ee3b46df9b8_SetDate">
    <vt:lpwstr>2025-01-15T15:17:27Z</vt:lpwstr>
  </property>
  <property fmtid="{D5CDD505-2E9C-101B-9397-08002B2CF9AE}" pid="5" name="MSIP_Label_2a3a108f-898d-4589-9ebc-7ee3b46df9b8_SiteId">
    <vt:lpwstr>462ad9ae-d7d9-4206-b874-71b1e079776f</vt:lpwstr>
  </property>
  <property fmtid="{D5CDD505-2E9C-101B-9397-08002B2CF9AE}" pid="6" name="MSIP_Label_2a3a108f-898d-4589-9ebc-7ee3b46df9b8_Method">
    <vt:lpwstr>Standard</vt:lpwstr>
  </property>
  <property fmtid="{D5CDD505-2E9C-101B-9397-08002B2CF9AE}" pid="7" name="MSIP_Label_2a3a108f-898d-4589-9ebc-7ee3b46df9b8_Name">
    <vt:lpwstr>Official use only</vt:lpwstr>
  </property>
  <property fmtid="{D5CDD505-2E9C-101B-9397-08002B2CF9AE}" pid="8" name="MSIP_Label_2a3a108f-898d-4589-9ebc-7ee3b46df9b8_ActionId">
    <vt:lpwstr>de8555b6-690f-4df6-b5f6-09709f043e5d</vt:lpwstr>
  </property>
  <property fmtid="{D5CDD505-2E9C-101B-9397-08002B2CF9AE}" pid="9" name="MSIP_Label_2a3a108f-898d-4589-9ebc-7ee3b46df9b8_ContentBits">
    <vt:lpwstr>0</vt:lpwstr>
  </property>
  <property fmtid="{D5CDD505-2E9C-101B-9397-08002B2CF9AE}" pid="10" name="MSIP_Label_2a3a108f-898d-4589-9ebc-7ee3b46df9b8_Enabled">
    <vt:lpwstr>true</vt:lpwstr>
  </property>
  <property fmtid="{D5CDD505-2E9C-101B-9397-08002B2CF9AE}" pid="11" name="MSIP_Label_2a3a108f-898d-4589-9ebc-7ee3b46df9b8_Tag">
    <vt:lpwstr>10, 3, 0, 2</vt:lpwstr>
  </property>
</Properties>
</file>