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5" r:id="rId4"/>
    <p:sldMasterId id="2147483711" r:id="rId5"/>
    <p:sldMasterId id="2147483725" r:id="rId6"/>
    <p:sldMasterId id="2147483737" r:id="rId7"/>
    <p:sldMasterId id="2147483749" r:id="rId8"/>
  </p:sldMasterIdLst>
  <p:notesMasterIdLst>
    <p:notesMasterId r:id="rId67"/>
  </p:notesMasterIdLst>
  <p:handoutMasterIdLst>
    <p:handoutMasterId r:id="rId68"/>
  </p:handoutMasterIdLst>
  <p:sldIdLst>
    <p:sldId id="313" r:id="rId9"/>
    <p:sldId id="329" r:id="rId10"/>
    <p:sldId id="333" r:id="rId11"/>
    <p:sldId id="334" r:id="rId12"/>
    <p:sldId id="331" r:id="rId13"/>
    <p:sldId id="349" r:id="rId14"/>
    <p:sldId id="330" r:id="rId15"/>
    <p:sldId id="337" r:id="rId16"/>
    <p:sldId id="259" r:id="rId17"/>
    <p:sldId id="350" r:id="rId18"/>
    <p:sldId id="351" r:id="rId19"/>
    <p:sldId id="353" r:id="rId20"/>
    <p:sldId id="352" r:id="rId21"/>
    <p:sldId id="342" r:id="rId22"/>
    <p:sldId id="343" r:id="rId23"/>
    <p:sldId id="257" r:id="rId24"/>
    <p:sldId id="258" r:id="rId25"/>
    <p:sldId id="346" r:id="rId26"/>
    <p:sldId id="348" r:id="rId27"/>
    <p:sldId id="2244" r:id="rId28"/>
    <p:sldId id="2178" r:id="rId29"/>
    <p:sldId id="2112" r:id="rId30"/>
    <p:sldId id="2026" r:id="rId31"/>
    <p:sldId id="2105" r:id="rId32"/>
    <p:sldId id="2201" r:id="rId33"/>
    <p:sldId id="2322" r:id="rId34"/>
    <p:sldId id="2323" r:id="rId35"/>
    <p:sldId id="2324" r:id="rId36"/>
    <p:sldId id="2147" r:id="rId37"/>
    <p:sldId id="2325" r:id="rId38"/>
    <p:sldId id="2356" r:id="rId39"/>
    <p:sldId id="2355" r:id="rId40"/>
    <p:sldId id="2358" r:id="rId41"/>
    <p:sldId id="2359" r:id="rId42"/>
    <p:sldId id="2360" r:id="rId43"/>
    <p:sldId id="2363" r:id="rId44"/>
    <p:sldId id="2364" r:id="rId45"/>
    <p:sldId id="2326" r:id="rId46"/>
    <p:sldId id="311" r:id="rId47"/>
    <p:sldId id="314" r:id="rId48"/>
    <p:sldId id="315" r:id="rId49"/>
    <p:sldId id="2347" r:id="rId50"/>
    <p:sldId id="2375" r:id="rId51"/>
    <p:sldId id="2376" r:id="rId52"/>
    <p:sldId id="2365" r:id="rId53"/>
    <p:sldId id="2366" r:id="rId54"/>
    <p:sldId id="2338" r:id="rId55"/>
    <p:sldId id="2368" r:id="rId56"/>
    <p:sldId id="347" r:id="rId57"/>
    <p:sldId id="2369" r:id="rId58"/>
    <p:sldId id="2370" r:id="rId59"/>
    <p:sldId id="2371" r:id="rId60"/>
    <p:sldId id="355" r:id="rId61"/>
    <p:sldId id="2372" r:id="rId62"/>
    <p:sldId id="2373" r:id="rId63"/>
    <p:sldId id="354" r:id="rId64"/>
    <p:sldId id="2377" r:id="rId65"/>
    <p:sldId id="2374" r:id="rId66"/>
  </p:sldIdLst>
  <p:sldSz cx="9144000" cy="6858000" type="screen4x3"/>
  <p:notesSz cx="9866313" cy="67357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10">
          <p15:clr>
            <a:srgbClr val="A4A3A4"/>
          </p15:clr>
        </p15:guide>
        <p15:guide id="2" orient="horz" pos="3047">
          <p15:clr>
            <a:srgbClr val="A4A3A4"/>
          </p15:clr>
        </p15:guide>
        <p15:guide id="3" pos="2892">
          <p15:clr>
            <a:srgbClr val="A4A3A4"/>
          </p15:clr>
        </p15:guide>
        <p15:guide id="4" pos="529">
          <p15:clr>
            <a:srgbClr val="A4A3A4"/>
          </p15:clr>
        </p15:guide>
        <p15:guide id="5" pos="2945">
          <p15:clr>
            <a:srgbClr val="A4A3A4"/>
          </p15:clr>
        </p15:guide>
      </p15:sldGuideLst>
    </p:ext>
    <p:ext uri="{2D200454-40CA-4A62-9FC3-DE9A4176ACB9}">
      <p15:notesGuideLst xmlns:p15="http://schemas.microsoft.com/office/powerpoint/2012/main">
        <p15:guide id="1" orient="horz" pos="2122" userDrawn="1">
          <p15:clr>
            <a:srgbClr val="A4A3A4"/>
          </p15:clr>
        </p15:guide>
        <p15:guide id="2" pos="310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BC6B50C-B4C4-2EB6-24CC-EA6E111B21F9}" name="Ines Lecland" initials="IL" userId="Ines Lecland"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8FF"/>
    <a:srgbClr val="9FB868"/>
    <a:srgbClr val="577A32"/>
    <a:srgbClr val="0091FF"/>
    <a:srgbClr val="417EB5"/>
    <a:srgbClr val="4D89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77C631-0574-4247-AF89-5BC45415DC61}" v="2" dt="2023-05-23T08:38:45.6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5058" autoAdjust="0"/>
  </p:normalViewPr>
  <p:slideViewPr>
    <p:cSldViewPr snapToGrid="0" snapToObjects="1">
      <p:cViewPr varScale="1">
        <p:scale>
          <a:sx n="70" d="100"/>
          <a:sy n="70" d="100"/>
        </p:scale>
        <p:origin x="1056" y="60"/>
      </p:cViewPr>
      <p:guideLst>
        <p:guide orient="horz" pos="4010"/>
        <p:guide orient="horz" pos="3047"/>
        <p:guide pos="2892"/>
        <p:guide pos="529"/>
        <p:guide pos="294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93" d="100"/>
          <a:sy n="93" d="100"/>
        </p:scale>
        <p:origin x="1002" y="66"/>
      </p:cViewPr>
      <p:guideLst>
        <p:guide orient="horz" pos="2122"/>
        <p:guide pos="31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slide" Target="slides/slide58.xml"/><Relationship Id="rId74" Type="http://schemas.microsoft.com/office/2018/10/relationships/authors" Target="authors.xml"/><Relationship Id="rId5" Type="http://schemas.openxmlformats.org/officeDocument/2006/relationships/slideMaster" Target="slideMasters/slideMaster2.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43.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notesMaster" Target="notesMasters/notesMaster1.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 Type="http://schemas.openxmlformats.org/officeDocument/2006/relationships/slideMaster" Target="slideMasters/slideMaster4.xml"/><Relationship Id="rId71"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6E385A-87A1-4206-B4DD-06094F754068}" type="doc">
      <dgm:prSet loTypeId="urn:microsoft.com/office/officeart/2011/layout/HexagonRadial" loCatId="officeonline" qsTypeId="urn:microsoft.com/office/officeart/2005/8/quickstyle/simple1" qsCatId="simple" csTypeId="urn:microsoft.com/office/officeart/2005/8/colors/accent1_2" csCatId="accent1" phldr="1"/>
      <dgm:spPr/>
      <dgm:t>
        <a:bodyPr/>
        <a:lstStyle/>
        <a:p>
          <a:endParaRPr lang="en-US"/>
        </a:p>
      </dgm:t>
    </dgm:pt>
    <dgm:pt modelId="{0A21F6C2-60C5-4F12-865C-902F24AB221A}">
      <dgm:prSet phldrT="[Text]" phldr="1" custT="1"/>
      <dgm:spPr>
        <a:solidFill>
          <a:schemeClr val="tx1"/>
        </a:solidFill>
        <a:ln>
          <a:noFill/>
        </a:ln>
      </dgm:spPr>
      <dgm:t>
        <a:bodyPr/>
        <a:lstStyle/>
        <a:p>
          <a:endParaRPr lang="en-US" sz="1800">
            <a:latin typeface="Arial Narrow" panose="020B0606020202030204" pitchFamily="34" charset="0"/>
          </a:endParaRPr>
        </a:p>
      </dgm:t>
    </dgm:pt>
    <dgm:pt modelId="{D746B296-ABB7-45D2-9176-325795C24DEE}" type="parTrans" cxnId="{D722942E-6E96-4E01-B4B0-F439873F1872}">
      <dgm:prSet/>
      <dgm:spPr/>
      <dgm:t>
        <a:bodyPr/>
        <a:lstStyle/>
        <a:p>
          <a:endParaRPr lang="en-US"/>
        </a:p>
      </dgm:t>
    </dgm:pt>
    <dgm:pt modelId="{0273A9FB-FE90-4028-8AA4-30882672A62E}" type="sibTrans" cxnId="{D722942E-6E96-4E01-B4B0-F439873F1872}">
      <dgm:prSet/>
      <dgm:spPr/>
      <dgm:t>
        <a:bodyPr/>
        <a:lstStyle/>
        <a:p>
          <a:endParaRPr lang="en-US"/>
        </a:p>
      </dgm:t>
    </dgm:pt>
    <dgm:pt modelId="{70E3F231-63EE-41EF-9A8D-1C355E45F643}">
      <dgm:prSet phldrT="[Text]" phldr="1" custT="1"/>
      <dgm:spPr>
        <a:solidFill>
          <a:schemeClr val="tx1">
            <a:lumMod val="85000"/>
            <a:lumOff val="15000"/>
          </a:schemeClr>
        </a:solidFill>
        <a:ln>
          <a:noFill/>
        </a:ln>
      </dgm:spPr>
      <dgm:t>
        <a:bodyPr/>
        <a:lstStyle/>
        <a:p>
          <a:endParaRPr lang="en-US" sz="1800">
            <a:latin typeface="Arial Narrow" panose="020B0606020202030204" pitchFamily="34" charset="0"/>
          </a:endParaRPr>
        </a:p>
      </dgm:t>
    </dgm:pt>
    <dgm:pt modelId="{8014991C-3BA1-482C-8F60-42C9AD9CB624}" type="parTrans" cxnId="{514ED5D6-5D91-4731-B555-A41394B9E92A}">
      <dgm:prSet/>
      <dgm:spPr/>
      <dgm:t>
        <a:bodyPr/>
        <a:lstStyle/>
        <a:p>
          <a:endParaRPr lang="en-US"/>
        </a:p>
      </dgm:t>
    </dgm:pt>
    <dgm:pt modelId="{40EFEAC6-569C-482C-AF5C-53A4B8978EE8}" type="sibTrans" cxnId="{514ED5D6-5D91-4731-B555-A41394B9E92A}">
      <dgm:prSet/>
      <dgm:spPr/>
      <dgm:t>
        <a:bodyPr/>
        <a:lstStyle/>
        <a:p>
          <a:endParaRPr lang="en-US"/>
        </a:p>
      </dgm:t>
    </dgm:pt>
    <dgm:pt modelId="{FACC9926-4231-4E01-A9AB-E5DFED19C8FD}">
      <dgm:prSet phldrT="[Text]" phldr="1" custT="1"/>
      <dgm:spPr>
        <a:solidFill>
          <a:schemeClr val="tx1">
            <a:lumMod val="85000"/>
            <a:lumOff val="15000"/>
          </a:schemeClr>
        </a:solidFill>
        <a:ln>
          <a:noFill/>
        </a:ln>
      </dgm:spPr>
      <dgm:t>
        <a:bodyPr/>
        <a:lstStyle/>
        <a:p>
          <a:endParaRPr lang="en-US" sz="1800">
            <a:latin typeface="Arial Narrow" panose="020B0606020202030204" pitchFamily="34" charset="0"/>
          </a:endParaRPr>
        </a:p>
      </dgm:t>
    </dgm:pt>
    <dgm:pt modelId="{0C711441-5BF4-4D4A-BBBF-F67CBFF2D5EB}" type="parTrans" cxnId="{F6EB394A-2E58-4252-BADE-E4168254D690}">
      <dgm:prSet/>
      <dgm:spPr/>
      <dgm:t>
        <a:bodyPr/>
        <a:lstStyle/>
        <a:p>
          <a:endParaRPr lang="en-US"/>
        </a:p>
      </dgm:t>
    </dgm:pt>
    <dgm:pt modelId="{6E4BD22F-C643-4283-A19D-4D334A5EED6D}" type="sibTrans" cxnId="{F6EB394A-2E58-4252-BADE-E4168254D690}">
      <dgm:prSet/>
      <dgm:spPr/>
      <dgm:t>
        <a:bodyPr/>
        <a:lstStyle/>
        <a:p>
          <a:endParaRPr lang="en-US"/>
        </a:p>
      </dgm:t>
    </dgm:pt>
    <dgm:pt modelId="{25D6640D-C921-4827-9C68-28FABCB989C1}">
      <dgm:prSet phldrT="[Text]" phldr="1" custT="1"/>
      <dgm:spPr>
        <a:solidFill>
          <a:schemeClr val="tx1">
            <a:lumMod val="75000"/>
            <a:lumOff val="25000"/>
          </a:schemeClr>
        </a:solidFill>
        <a:ln>
          <a:noFill/>
        </a:ln>
      </dgm:spPr>
      <dgm:t>
        <a:bodyPr/>
        <a:lstStyle/>
        <a:p>
          <a:endParaRPr lang="en-US" sz="1800">
            <a:latin typeface="Arial Narrow" panose="020B0606020202030204" pitchFamily="34" charset="0"/>
          </a:endParaRPr>
        </a:p>
      </dgm:t>
    </dgm:pt>
    <dgm:pt modelId="{6DE24966-6684-4AE6-944C-BA6EB6CE5A0D}" type="parTrans" cxnId="{A87A1630-B34D-4B01-AC99-7B7F143677F3}">
      <dgm:prSet/>
      <dgm:spPr/>
      <dgm:t>
        <a:bodyPr/>
        <a:lstStyle/>
        <a:p>
          <a:endParaRPr lang="en-US"/>
        </a:p>
      </dgm:t>
    </dgm:pt>
    <dgm:pt modelId="{A07BEC86-D4B4-4ACA-9D28-18E3CFF6205B}" type="sibTrans" cxnId="{A87A1630-B34D-4B01-AC99-7B7F143677F3}">
      <dgm:prSet/>
      <dgm:spPr/>
      <dgm:t>
        <a:bodyPr/>
        <a:lstStyle/>
        <a:p>
          <a:endParaRPr lang="en-US"/>
        </a:p>
      </dgm:t>
    </dgm:pt>
    <dgm:pt modelId="{19770A51-E882-4041-8689-E12E416E18B0}">
      <dgm:prSet phldrT="[Text]" phldr="1" custT="1"/>
      <dgm:spPr>
        <a:solidFill>
          <a:schemeClr val="tx1">
            <a:lumMod val="65000"/>
            <a:lumOff val="35000"/>
          </a:schemeClr>
        </a:solidFill>
      </dgm:spPr>
      <dgm:t>
        <a:bodyPr/>
        <a:lstStyle/>
        <a:p>
          <a:endParaRPr lang="en-US" sz="1800">
            <a:latin typeface="Arial Narrow" panose="020B0606020202030204" pitchFamily="34" charset="0"/>
          </a:endParaRPr>
        </a:p>
      </dgm:t>
    </dgm:pt>
    <dgm:pt modelId="{F8D44643-2EEE-4C0B-8D5E-7991F657DD12}" type="parTrans" cxnId="{4B908479-D3B3-4115-B14A-8D0C766009FF}">
      <dgm:prSet/>
      <dgm:spPr/>
      <dgm:t>
        <a:bodyPr/>
        <a:lstStyle/>
        <a:p>
          <a:endParaRPr lang="en-US"/>
        </a:p>
      </dgm:t>
    </dgm:pt>
    <dgm:pt modelId="{CA9D706E-AD53-4513-8AB1-DC3187D95985}" type="sibTrans" cxnId="{4B908479-D3B3-4115-B14A-8D0C766009FF}">
      <dgm:prSet/>
      <dgm:spPr/>
      <dgm:t>
        <a:bodyPr/>
        <a:lstStyle/>
        <a:p>
          <a:endParaRPr lang="en-US"/>
        </a:p>
      </dgm:t>
    </dgm:pt>
    <dgm:pt modelId="{7262C3E8-EB66-4EAB-8987-2136D95F56BF}">
      <dgm:prSet phldrT="[Text]" phldr="1" custT="1"/>
      <dgm:spPr>
        <a:solidFill>
          <a:schemeClr val="tx1">
            <a:lumMod val="50000"/>
            <a:lumOff val="50000"/>
          </a:schemeClr>
        </a:solidFill>
        <a:ln>
          <a:noFill/>
        </a:ln>
      </dgm:spPr>
      <dgm:t>
        <a:bodyPr/>
        <a:lstStyle/>
        <a:p>
          <a:endParaRPr lang="en-US" sz="1800">
            <a:latin typeface="Arial Narrow" panose="020B0606020202030204" pitchFamily="34" charset="0"/>
          </a:endParaRPr>
        </a:p>
      </dgm:t>
    </dgm:pt>
    <dgm:pt modelId="{8A32DD2A-57C2-4524-8F99-C8C192282BDD}" type="parTrans" cxnId="{F42D4BE9-D547-4641-9122-F20B9DFDCEDA}">
      <dgm:prSet/>
      <dgm:spPr/>
      <dgm:t>
        <a:bodyPr/>
        <a:lstStyle/>
        <a:p>
          <a:endParaRPr lang="en-US"/>
        </a:p>
      </dgm:t>
    </dgm:pt>
    <dgm:pt modelId="{A670DCE0-6E68-470A-8A60-C5ACDB47B6CB}" type="sibTrans" cxnId="{F42D4BE9-D547-4641-9122-F20B9DFDCEDA}">
      <dgm:prSet/>
      <dgm:spPr/>
      <dgm:t>
        <a:bodyPr/>
        <a:lstStyle/>
        <a:p>
          <a:endParaRPr lang="en-US"/>
        </a:p>
      </dgm:t>
    </dgm:pt>
    <dgm:pt modelId="{1623FBE0-81BA-469A-BC11-A39E0579D9A5}">
      <dgm:prSet phldrT="[Text]" phldr="1" custT="1"/>
      <dgm:spPr>
        <a:solidFill>
          <a:schemeClr val="bg1">
            <a:lumMod val="65000"/>
          </a:schemeClr>
        </a:solidFill>
        <a:ln>
          <a:noFill/>
        </a:ln>
      </dgm:spPr>
      <dgm:t>
        <a:bodyPr/>
        <a:lstStyle/>
        <a:p>
          <a:endParaRPr lang="en-US" sz="1800">
            <a:latin typeface="Arial Narrow" panose="020B0606020202030204" pitchFamily="34" charset="0"/>
          </a:endParaRPr>
        </a:p>
      </dgm:t>
    </dgm:pt>
    <dgm:pt modelId="{010E8632-7279-4023-8E40-ABB45571E8BA}" type="parTrans" cxnId="{A44752EF-E99F-4310-BA2A-D57B6CFCED3E}">
      <dgm:prSet/>
      <dgm:spPr/>
      <dgm:t>
        <a:bodyPr/>
        <a:lstStyle/>
        <a:p>
          <a:endParaRPr lang="en-US"/>
        </a:p>
      </dgm:t>
    </dgm:pt>
    <dgm:pt modelId="{55C44505-088E-4490-B49B-D39474EC5E8A}" type="sibTrans" cxnId="{A44752EF-E99F-4310-BA2A-D57B6CFCED3E}">
      <dgm:prSet/>
      <dgm:spPr/>
      <dgm:t>
        <a:bodyPr/>
        <a:lstStyle/>
        <a:p>
          <a:endParaRPr lang="en-US"/>
        </a:p>
      </dgm:t>
    </dgm:pt>
    <dgm:pt modelId="{2544BCCF-E002-438A-A74F-A495E284AB9E}" type="pres">
      <dgm:prSet presAssocID="{156E385A-87A1-4206-B4DD-06094F754068}" presName="Name0" presStyleCnt="0">
        <dgm:presLayoutVars>
          <dgm:chMax val="1"/>
          <dgm:chPref val="1"/>
          <dgm:dir/>
          <dgm:animOne val="branch"/>
          <dgm:animLvl val="lvl"/>
        </dgm:presLayoutVars>
      </dgm:prSet>
      <dgm:spPr/>
    </dgm:pt>
    <dgm:pt modelId="{02B2154D-66E7-4FDE-87D6-54A84AD23FAA}" type="pres">
      <dgm:prSet presAssocID="{0A21F6C2-60C5-4F12-865C-902F24AB221A}" presName="Parent" presStyleLbl="node0" presStyleIdx="0" presStyleCnt="1">
        <dgm:presLayoutVars>
          <dgm:chMax val="6"/>
          <dgm:chPref val="6"/>
        </dgm:presLayoutVars>
      </dgm:prSet>
      <dgm:spPr/>
    </dgm:pt>
    <dgm:pt modelId="{D53A5D26-E23B-41E4-9F51-28032B415ED6}" type="pres">
      <dgm:prSet presAssocID="{70E3F231-63EE-41EF-9A8D-1C355E45F643}" presName="Accent1" presStyleCnt="0"/>
      <dgm:spPr/>
    </dgm:pt>
    <dgm:pt modelId="{CC74C9F0-6D76-4523-973E-C83ED7E14E54}" type="pres">
      <dgm:prSet presAssocID="{70E3F231-63EE-41EF-9A8D-1C355E45F643}" presName="Accent" presStyleLbl="bgShp" presStyleIdx="0" presStyleCnt="6"/>
      <dgm:spPr/>
    </dgm:pt>
    <dgm:pt modelId="{AB67786F-3905-46D7-A93E-AF5E97A1DB68}" type="pres">
      <dgm:prSet presAssocID="{70E3F231-63EE-41EF-9A8D-1C355E45F643}" presName="Child1" presStyleLbl="node1" presStyleIdx="0" presStyleCnt="6">
        <dgm:presLayoutVars>
          <dgm:chMax val="0"/>
          <dgm:chPref val="0"/>
          <dgm:bulletEnabled val="1"/>
        </dgm:presLayoutVars>
      </dgm:prSet>
      <dgm:spPr/>
    </dgm:pt>
    <dgm:pt modelId="{D0749FBA-A039-460E-8EB7-07349660E9E7}" type="pres">
      <dgm:prSet presAssocID="{FACC9926-4231-4E01-A9AB-E5DFED19C8FD}" presName="Accent2" presStyleCnt="0"/>
      <dgm:spPr/>
    </dgm:pt>
    <dgm:pt modelId="{868AB947-ADE5-46AC-9026-8304CA11CDEB}" type="pres">
      <dgm:prSet presAssocID="{FACC9926-4231-4E01-A9AB-E5DFED19C8FD}" presName="Accent" presStyleLbl="bgShp" presStyleIdx="1" presStyleCnt="6"/>
      <dgm:spPr>
        <a:solidFill>
          <a:schemeClr val="bg2"/>
        </a:solidFill>
      </dgm:spPr>
    </dgm:pt>
    <dgm:pt modelId="{28444ACE-AB4C-4B84-A5F3-B60EE582385E}" type="pres">
      <dgm:prSet presAssocID="{FACC9926-4231-4E01-A9AB-E5DFED19C8FD}" presName="Child2" presStyleLbl="node1" presStyleIdx="1" presStyleCnt="6">
        <dgm:presLayoutVars>
          <dgm:chMax val="0"/>
          <dgm:chPref val="0"/>
          <dgm:bulletEnabled val="1"/>
        </dgm:presLayoutVars>
      </dgm:prSet>
      <dgm:spPr/>
    </dgm:pt>
    <dgm:pt modelId="{51F81EA7-6C16-4064-A9A3-974D86577728}" type="pres">
      <dgm:prSet presAssocID="{25D6640D-C921-4827-9C68-28FABCB989C1}" presName="Accent3" presStyleCnt="0"/>
      <dgm:spPr/>
    </dgm:pt>
    <dgm:pt modelId="{B2A6F704-34B4-4E29-99E6-61B5FB753B5F}" type="pres">
      <dgm:prSet presAssocID="{25D6640D-C921-4827-9C68-28FABCB989C1}" presName="Accent" presStyleLbl="bgShp" presStyleIdx="2" presStyleCnt="6"/>
      <dgm:spPr>
        <a:solidFill>
          <a:schemeClr val="bg2"/>
        </a:solidFill>
      </dgm:spPr>
    </dgm:pt>
    <dgm:pt modelId="{C83C3C06-A202-4832-9AD7-6ED9D092A04C}" type="pres">
      <dgm:prSet presAssocID="{25D6640D-C921-4827-9C68-28FABCB989C1}" presName="Child3" presStyleLbl="node1" presStyleIdx="2" presStyleCnt="6">
        <dgm:presLayoutVars>
          <dgm:chMax val="0"/>
          <dgm:chPref val="0"/>
          <dgm:bulletEnabled val="1"/>
        </dgm:presLayoutVars>
      </dgm:prSet>
      <dgm:spPr/>
    </dgm:pt>
    <dgm:pt modelId="{DA8EAE14-7540-460E-B450-CA5240B81D56}" type="pres">
      <dgm:prSet presAssocID="{19770A51-E882-4041-8689-E12E416E18B0}" presName="Accent4" presStyleCnt="0"/>
      <dgm:spPr/>
    </dgm:pt>
    <dgm:pt modelId="{7CC1EDCE-2FE7-4E45-9414-DC40B3D97FA7}" type="pres">
      <dgm:prSet presAssocID="{19770A51-E882-4041-8689-E12E416E18B0}" presName="Accent" presStyleLbl="bgShp" presStyleIdx="3" presStyleCnt="6"/>
      <dgm:spPr>
        <a:solidFill>
          <a:schemeClr val="bg2"/>
        </a:solidFill>
      </dgm:spPr>
    </dgm:pt>
    <dgm:pt modelId="{5B907FC8-9B3B-4696-91E4-08971BF9F525}" type="pres">
      <dgm:prSet presAssocID="{19770A51-E882-4041-8689-E12E416E18B0}" presName="Child4" presStyleLbl="node1" presStyleIdx="3" presStyleCnt="6">
        <dgm:presLayoutVars>
          <dgm:chMax val="0"/>
          <dgm:chPref val="0"/>
          <dgm:bulletEnabled val="1"/>
        </dgm:presLayoutVars>
      </dgm:prSet>
      <dgm:spPr/>
    </dgm:pt>
    <dgm:pt modelId="{08C84FB7-C75A-4903-AAF1-3B387018DDD9}" type="pres">
      <dgm:prSet presAssocID="{7262C3E8-EB66-4EAB-8987-2136D95F56BF}" presName="Accent5" presStyleCnt="0"/>
      <dgm:spPr/>
    </dgm:pt>
    <dgm:pt modelId="{CA03A5CC-D4CC-4B60-A4F9-B0D5A47FC231}" type="pres">
      <dgm:prSet presAssocID="{7262C3E8-EB66-4EAB-8987-2136D95F56BF}" presName="Accent" presStyleLbl="bgShp" presStyleIdx="4" presStyleCnt="6"/>
      <dgm:spPr>
        <a:solidFill>
          <a:schemeClr val="bg2"/>
        </a:solidFill>
      </dgm:spPr>
    </dgm:pt>
    <dgm:pt modelId="{0DD1483D-ABBF-4C01-A05A-2422BE723BD5}" type="pres">
      <dgm:prSet presAssocID="{7262C3E8-EB66-4EAB-8987-2136D95F56BF}" presName="Child5" presStyleLbl="node1" presStyleIdx="4" presStyleCnt="6">
        <dgm:presLayoutVars>
          <dgm:chMax val="0"/>
          <dgm:chPref val="0"/>
          <dgm:bulletEnabled val="1"/>
        </dgm:presLayoutVars>
      </dgm:prSet>
      <dgm:spPr/>
    </dgm:pt>
    <dgm:pt modelId="{F276F10A-6569-4D5A-8787-D62E28445ECB}" type="pres">
      <dgm:prSet presAssocID="{1623FBE0-81BA-469A-BC11-A39E0579D9A5}" presName="Accent6" presStyleCnt="0"/>
      <dgm:spPr/>
    </dgm:pt>
    <dgm:pt modelId="{5EB18341-C21D-4938-A464-D3060C0A5EB8}" type="pres">
      <dgm:prSet presAssocID="{1623FBE0-81BA-469A-BC11-A39E0579D9A5}" presName="Accent" presStyleLbl="bgShp" presStyleIdx="5" presStyleCnt="6"/>
      <dgm:spPr>
        <a:solidFill>
          <a:schemeClr val="bg2"/>
        </a:solidFill>
      </dgm:spPr>
    </dgm:pt>
    <dgm:pt modelId="{B26889CB-5ABD-47CC-95BF-2DC4E5124E04}" type="pres">
      <dgm:prSet presAssocID="{1623FBE0-81BA-469A-BC11-A39E0579D9A5}" presName="Child6" presStyleLbl="node1" presStyleIdx="5" presStyleCnt="6">
        <dgm:presLayoutVars>
          <dgm:chMax val="0"/>
          <dgm:chPref val="0"/>
          <dgm:bulletEnabled val="1"/>
        </dgm:presLayoutVars>
      </dgm:prSet>
      <dgm:spPr/>
    </dgm:pt>
  </dgm:ptLst>
  <dgm:cxnLst>
    <dgm:cxn modelId="{261B9A08-3162-4A95-B9BD-19F60E6A72CA}" type="presOf" srcId="{7262C3E8-EB66-4EAB-8987-2136D95F56BF}" destId="{0DD1483D-ABBF-4C01-A05A-2422BE723BD5}" srcOrd="0" destOrd="0" presId="urn:microsoft.com/office/officeart/2011/layout/HexagonRadial"/>
    <dgm:cxn modelId="{E9586F27-4991-45A3-9433-F32613A6F1BD}" type="presOf" srcId="{25D6640D-C921-4827-9C68-28FABCB989C1}" destId="{C83C3C06-A202-4832-9AD7-6ED9D092A04C}" srcOrd="0" destOrd="0" presId="urn:microsoft.com/office/officeart/2011/layout/HexagonRadial"/>
    <dgm:cxn modelId="{5785D627-7ED0-4978-BA99-25716AB134E4}" type="presOf" srcId="{70E3F231-63EE-41EF-9A8D-1C355E45F643}" destId="{AB67786F-3905-46D7-A93E-AF5E97A1DB68}" srcOrd="0" destOrd="0" presId="urn:microsoft.com/office/officeart/2011/layout/HexagonRadial"/>
    <dgm:cxn modelId="{D722942E-6E96-4E01-B4B0-F439873F1872}" srcId="{156E385A-87A1-4206-B4DD-06094F754068}" destId="{0A21F6C2-60C5-4F12-865C-902F24AB221A}" srcOrd="0" destOrd="0" parTransId="{D746B296-ABB7-45D2-9176-325795C24DEE}" sibTransId="{0273A9FB-FE90-4028-8AA4-30882672A62E}"/>
    <dgm:cxn modelId="{A87A1630-B34D-4B01-AC99-7B7F143677F3}" srcId="{0A21F6C2-60C5-4F12-865C-902F24AB221A}" destId="{25D6640D-C921-4827-9C68-28FABCB989C1}" srcOrd="2" destOrd="0" parTransId="{6DE24966-6684-4AE6-944C-BA6EB6CE5A0D}" sibTransId="{A07BEC86-D4B4-4ACA-9D28-18E3CFF6205B}"/>
    <dgm:cxn modelId="{AEE95233-1790-43C3-A09A-164AC033FC95}" type="presOf" srcId="{1623FBE0-81BA-469A-BC11-A39E0579D9A5}" destId="{B26889CB-5ABD-47CC-95BF-2DC4E5124E04}" srcOrd="0" destOrd="0" presId="urn:microsoft.com/office/officeart/2011/layout/HexagonRadial"/>
    <dgm:cxn modelId="{BEC2B23B-09DB-46B7-8CAC-D73F5980CDB8}" type="presOf" srcId="{0A21F6C2-60C5-4F12-865C-902F24AB221A}" destId="{02B2154D-66E7-4FDE-87D6-54A84AD23FAA}" srcOrd="0" destOrd="0" presId="urn:microsoft.com/office/officeart/2011/layout/HexagonRadial"/>
    <dgm:cxn modelId="{5EDBCA3F-E313-4627-A87B-B2DAC0BBE334}" type="presOf" srcId="{156E385A-87A1-4206-B4DD-06094F754068}" destId="{2544BCCF-E002-438A-A74F-A495E284AB9E}" srcOrd="0" destOrd="0" presId="urn:microsoft.com/office/officeart/2011/layout/HexagonRadial"/>
    <dgm:cxn modelId="{F6EB394A-2E58-4252-BADE-E4168254D690}" srcId="{0A21F6C2-60C5-4F12-865C-902F24AB221A}" destId="{FACC9926-4231-4E01-A9AB-E5DFED19C8FD}" srcOrd="1" destOrd="0" parTransId="{0C711441-5BF4-4D4A-BBBF-F67CBFF2D5EB}" sibTransId="{6E4BD22F-C643-4283-A19D-4D334A5EED6D}"/>
    <dgm:cxn modelId="{4B908479-D3B3-4115-B14A-8D0C766009FF}" srcId="{0A21F6C2-60C5-4F12-865C-902F24AB221A}" destId="{19770A51-E882-4041-8689-E12E416E18B0}" srcOrd="3" destOrd="0" parTransId="{F8D44643-2EEE-4C0B-8D5E-7991F657DD12}" sibTransId="{CA9D706E-AD53-4513-8AB1-DC3187D95985}"/>
    <dgm:cxn modelId="{888366BB-7B66-47F5-B8F5-12B791EB34C6}" type="presOf" srcId="{19770A51-E882-4041-8689-E12E416E18B0}" destId="{5B907FC8-9B3B-4696-91E4-08971BF9F525}" srcOrd="0" destOrd="0" presId="urn:microsoft.com/office/officeart/2011/layout/HexagonRadial"/>
    <dgm:cxn modelId="{514ED5D6-5D91-4731-B555-A41394B9E92A}" srcId="{0A21F6C2-60C5-4F12-865C-902F24AB221A}" destId="{70E3F231-63EE-41EF-9A8D-1C355E45F643}" srcOrd="0" destOrd="0" parTransId="{8014991C-3BA1-482C-8F60-42C9AD9CB624}" sibTransId="{40EFEAC6-569C-482C-AF5C-53A4B8978EE8}"/>
    <dgm:cxn modelId="{F42D4BE9-D547-4641-9122-F20B9DFDCEDA}" srcId="{0A21F6C2-60C5-4F12-865C-902F24AB221A}" destId="{7262C3E8-EB66-4EAB-8987-2136D95F56BF}" srcOrd="4" destOrd="0" parTransId="{8A32DD2A-57C2-4524-8F99-C8C192282BDD}" sibTransId="{A670DCE0-6E68-470A-8A60-C5ACDB47B6CB}"/>
    <dgm:cxn modelId="{A44752EF-E99F-4310-BA2A-D57B6CFCED3E}" srcId="{0A21F6C2-60C5-4F12-865C-902F24AB221A}" destId="{1623FBE0-81BA-469A-BC11-A39E0579D9A5}" srcOrd="5" destOrd="0" parTransId="{010E8632-7279-4023-8E40-ABB45571E8BA}" sibTransId="{55C44505-088E-4490-B49B-D39474EC5E8A}"/>
    <dgm:cxn modelId="{1D5D81FA-5519-4040-8889-BD34505C70A4}" type="presOf" srcId="{FACC9926-4231-4E01-A9AB-E5DFED19C8FD}" destId="{28444ACE-AB4C-4B84-A5F3-B60EE582385E}" srcOrd="0" destOrd="0" presId="urn:microsoft.com/office/officeart/2011/layout/HexagonRadial"/>
    <dgm:cxn modelId="{45120C89-8C37-409F-862B-DF81421DEFAC}" type="presParOf" srcId="{2544BCCF-E002-438A-A74F-A495E284AB9E}" destId="{02B2154D-66E7-4FDE-87D6-54A84AD23FAA}" srcOrd="0" destOrd="0" presId="urn:microsoft.com/office/officeart/2011/layout/HexagonRadial"/>
    <dgm:cxn modelId="{35A6ACCD-F71C-4386-A517-BCB5F875D596}" type="presParOf" srcId="{2544BCCF-E002-438A-A74F-A495E284AB9E}" destId="{D53A5D26-E23B-41E4-9F51-28032B415ED6}" srcOrd="1" destOrd="0" presId="urn:microsoft.com/office/officeart/2011/layout/HexagonRadial"/>
    <dgm:cxn modelId="{EA3B1C41-D807-46A8-8301-F4062B3C4226}" type="presParOf" srcId="{D53A5D26-E23B-41E4-9F51-28032B415ED6}" destId="{CC74C9F0-6D76-4523-973E-C83ED7E14E54}" srcOrd="0" destOrd="0" presId="urn:microsoft.com/office/officeart/2011/layout/HexagonRadial"/>
    <dgm:cxn modelId="{92F7D684-8C68-494E-8DC3-4C2096321DA6}" type="presParOf" srcId="{2544BCCF-E002-438A-A74F-A495E284AB9E}" destId="{AB67786F-3905-46D7-A93E-AF5E97A1DB68}" srcOrd="2" destOrd="0" presId="urn:microsoft.com/office/officeart/2011/layout/HexagonRadial"/>
    <dgm:cxn modelId="{DF989294-F3A0-4374-B03A-5C9150A92A9B}" type="presParOf" srcId="{2544BCCF-E002-438A-A74F-A495E284AB9E}" destId="{D0749FBA-A039-460E-8EB7-07349660E9E7}" srcOrd="3" destOrd="0" presId="urn:microsoft.com/office/officeart/2011/layout/HexagonRadial"/>
    <dgm:cxn modelId="{F5DA7014-15E4-4D02-A52D-EA100B46749D}" type="presParOf" srcId="{D0749FBA-A039-460E-8EB7-07349660E9E7}" destId="{868AB947-ADE5-46AC-9026-8304CA11CDEB}" srcOrd="0" destOrd="0" presId="urn:microsoft.com/office/officeart/2011/layout/HexagonRadial"/>
    <dgm:cxn modelId="{5329203D-BDD2-4605-9E01-D59A2BC573E7}" type="presParOf" srcId="{2544BCCF-E002-438A-A74F-A495E284AB9E}" destId="{28444ACE-AB4C-4B84-A5F3-B60EE582385E}" srcOrd="4" destOrd="0" presId="urn:microsoft.com/office/officeart/2011/layout/HexagonRadial"/>
    <dgm:cxn modelId="{75E435C4-6809-4EF6-8D04-2A9E30D356B2}" type="presParOf" srcId="{2544BCCF-E002-438A-A74F-A495E284AB9E}" destId="{51F81EA7-6C16-4064-A9A3-974D86577728}" srcOrd="5" destOrd="0" presId="urn:microsoft.com/office/officeart/2011/layout/HexagonRadial"/>
    <dgm:cxn modelId="{F86DED83-EF9C-4A80-99E6-06B5BBFABA00}" type="presParOf" srcId="{51F81EA7-6C16-4064-A9A3-974D86577728}" destId="{B2A6F704-34B4-4E29-99E6-61B5FB753B5F}" srcOrd="0" destOrd="0" presId="urn:microsoft.com/office/officeart/2011/layout/HexagonRadial"/>
    <dgm:cxn modelId="{213DC67B-123E-4BB0-B383-F21821E017BB}" type="presParOf" srcId="{2544BCCF-E002-438A-A74F-A495E284AB9E}" destId="{C83C3C06-A202-4832-9AD7-6ED9D092A04C}" srcOrd="6" destOrd="0" presId="urn:microsoft.com/office/officeart/2011/layout/HexagonRadial"/>
    <dgm:cxn modelId="{7078C9E8-92FB-41CD-A23A-00D7282EAF3C}" type="presParOf" srcId="{2544BCCF-E002-438A-A74F-A495E284AB9E}" destId="{DA8EAE14-7540-460E-B450-CA5240B81D56}" srcOrd="7" destOrd="0" presId="urn:microsoft.com/office/officeart/2011/layout/HexagonRadial"/>
    <dgm:cxn modelId="{4B7818EA-19D2-4C1C-98C9-AFCB52E7FA6B}" type="presParOf" srcId="{DA8EAE14-7540-460E-B450-CA5240B81D56}" destId="{7CC1EDCE-2FE7-4E45-9414-DC40B3D97FA7}" srcOrd="0" destOrd="0" presId="urn:microsoft.com/office/officeart/2011/layout/HexagonRadial"/>
    <dgm:cxn modelId="{54E15A88-E8A9-452C-B5D2-319D03EC818C}" type="presParOf" srcId="{2544BCCF-E002-438A-A74F-A495E284AB9E}" destId="{5B907FC8-9B3B-4696-91E4-08971BF9F525}" srcOrd="8" destOrd="0" presId="urn:microsoft.com/office/officeart/2011/layout/HexagonRadial"/>
    <dgm:cxn modelId="{80ACF8F6-2DB3-4E87-A1FB-0E66F9AD6131}" type="presParOf" srcId="{2544BCCF-E002-438A-A74F-A495E284AB9E}" destId="{08C84FB7-C75A-4903-AAF1-3B387018DDD9}" srcOrd="9" destOrd="0" presId="urn:microsoft.com/office/officeart/2011/layout/HexagonRadial"/>
    <dgm:cxn modelId="{A74D821F-DD19-4447-9AC4-E4827C3C3960}" type="presParOf" srcId="{08C84FB7-C75A-4903-AAF1-3B387018DDD9}" destId="{CA03A5CC-D4CC-4B60-A4F9-B0D5A47FC231}" srcOrd="0" destOrd="0" presId="urn:microsoft.com/office/officeart/2011/layout/HexagonRadial"/>
    <dgm:cxn modelId="{8F379825-2B53-44B8-8E1C-D241A27ED719}" type="presParOf" srcId="{2544BCCF-E002-438A-A74F-A495E284AB9E}" destId="{0DD1483D-ABBF-4C01-A05A-2422BE723BD5}" srcOrd="10" destOrd="0" presId="urn:microsoft.com/office/officeart/2011/layout/HexagonRadial"/>
    <dgm:cxn modelId="{A634D970-2EB2-44AC-9617-BE6659ED78FB}" type="presParOf" srcId="{2544BCCF-E002-438A-A74F-A495E284AB9E}" destId="{F276F10A-6569-4D5A-8787-D62E28445ECB}" srcOrd="11" destOrd="0" presId="urn:microsoft.com/office/officeart/2011/layout/HexagonRadial"/>
    <dgm:cxn modelId="{E90BFC88-892A-4415-B6CA-A7DA9440892D}" type="presParOf" srcId="{F276F10A-6569-4D5A-8787-D62E28445ECB}" destId="{5EB18341-C21D-4938-A464-D3060C0A5EB8}" srcOrd="0" destOrd="0" presId="urn:microsoft.com/office/officeart/2011/layout/HexagonRadial"/>
    <dgm:cxn modelId="{A779273A-0C4F-4D18-BE5B-15E64727E192}" type="presParOf" srcId="{2544BCCF-E002-438A-A74F-A495E284AB9E}" destId="{B26889CB-5ABD-47CC-95BF-2DC4E5124E04}"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B2154D-66E7-4FDE-87D6-54A84AD23FAA}">
      <dsp:nvSpPr>
        <dsp:cNvPr id="0" name=""/>
        <dsp:cNvSpPr/>
      </dsp:nvSpPr>
      <dsp:spPr>
        <a:xfrm>
          <a:off x="1563881" y="1295828"/>
          <a:ext cx="1647054" cy="1424768"/>
        </a:xfrm>
        <a:prstGeom prst="hexagon">
          <a:avLst>
            <a:gd name="adj" fmla="val 28570"/>
            <a:gd name="vf" fmla="val 115470"/>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US" sz="1800" kern="1200">
            <a:latin typeface="Arial Narrow" panose="020B0606020202030204" pitchFamily="34" charset="0"/>
          </a:endParaRPr>
        </a:p>
      </dsp:txBody>
      <dsp:txXfrm>
        <a:off x="1836821" y="1531932"/>
        <a:ext cx="1101174" cy="952560"/>
      </dsp:txXfrm>
    </dsp:sp>
    <dsp:sp modelId="{868AB947-ADE5-46AC-9026-8304CA11CDEB}">
      <dsp:nvSpPr>
        <dsp:cNvPr id="0" name=""/>
        <dsp:cNvSpPr/>
      </dsp:nvSpPr>
      <dsp:spPr>
        <a:xfrm>
          <a:off x="2595253" y="614173"/>
          <a:ext cx="621428" cy="535443"/>
        </a:xfrm>
        <a:prstGeom prst="hexagon">
          <a:avLst>
            <a:gd name="adj" fmla="val 28900"/>
            <a:gd name="vf" fmla="val 115470"/>
          </a:avLst>
        </a:prstGeom>
        <a:solidFill>
          <a:schemeClr val="bg2"/>
        </a:solidFill>
        <a:ln>
          <a:noFill/>
        </a:ln>
        <a:effectLst/>
      </dsp:spPr>
      <dsp:style>
        <a:lnRef idx="0">
          <a:scrgbClr r="0" g="0" b="0"/>
        </a:lnRef>
        <a:fillRef idx="1">
          <a:scrgbClr r="0" g="0" b="0"/>
        </a:fillRef>
        <a:effectRef idx="0">
          <a:scrgbClr r="0" g="0" b="0"/>
        </a:effectRef>
        <a:fontRef idx="minor"/>
      </dsp:style>
    </dsp:sp>
    <dsp:sp modelId="{AB67786F-3905-46D7-A93E-AF5E97A1DB68}">
      <dsp:nvSpPr>
        <dsp:cNvPr id="0" name=""/>
        <dsp:cNvSpPr/>
      </dsp:nvSpPr>
      <dsp:spPr>
        <a:xfrm>
          <a:off x="1715598" y="0"/>
          <a:ext cx="1349749" cy="1167691"/>
        </a:xfrm>
        <a:prstGeom prst="hexagon">
          <a:avLst>
            <a:gd name="adj" fmla="val 28570"/>
            <a:gd name="vf" fmla="val 115470"/>
          </a:avLst>
        </a:prstGeom>
        <a:solidFill>
          <a:schemeClr val="tx1">
            <a:lumMod val="85000"/>
            <a:lumOff val="1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US" sz="1800" kern="1200">
            <a:latin typeface="Arial Narrow" panose="020B0606020202030204" pitchFamily="34" charset="0"/>
          </a:endParaRPr>
        </a:p>
      </dsp:txBody>
      <dsp:txXfrm>
        <a:off x="1939280" y="193511"/>
        <a:ext cx="902385" cy="780669"/>
      </dsp:txXfrm>
    </dsp:sp>
    <dsp:sp modelId="{B2A6F704-34B4-4E29-99E6-61B5FB753B5F}">
      <dsp:nvSpPr>
        <dsp:cNvPr id="0" name=""/>
        <dsp:cNvSpPr/>
      </dsp:nvSpPr>
      <dsp:spPr>
        <a:xfrm>
          <a:off x="3320509" y="1615166"/>
          <a:ext cx="621428" cy="535443"/>
        </a:xfrm>
        <a:prstGeom prst="hexagon">
          <a:avLst>
            <a:gd name="adj" fmla="val 28900"/>
            <a:gd name="vf" fmla="val 115470"/>
          </a:avLst>
        </a:prstGeom>
        <a:solidFill>
          <a:schemeClr val="bg2"/>
        </a:solidFill>
        <a:ln>
          <a:noFill/>
        </a:ln>
        <a:effectLst/>
      </dsp:spPr>
      <dsp:style>
        <a:lnRef idx="0">
          <a:scrgbClr r="0" g="0" b="0"/>
        </a:lnRef>
        <a:fillRef idx="1">
          <a:scrgbClr r="0" g="0" b="0"/>
        </a:fillRef>
        <a:effectRef idx="0">
          <a:scrgbClr r="0" g="0" b="0"/>
        </a:effectRef>
        <a:fontRef idx="minor"/>
      </dsp:style>
    </dsp:sp>
    <dsp:sp modelId="{28444ACE-AB4C-4B84-A5F3-B60EE582385E}">
      <dsp:nvSpPr>
        <dsp:cNvPr id="0" name=""/>
        <dsp:cNvSpPr/>
      </dsp:nvSpPr>
      <dsp:spPr>
        <a:xfrm>
          <a:off x="2953475" y="718208"/>
          <a:ext cx="1349749" cy="1167691"/>
        </a:xfrm>
        <a:prstGeom prst="hexagon">
          <a:avLst>
            <a:gd name="adj" fmla="val 28570"/>
            <a:gd name="vf" fmla="val 115470"/>
          </a:avLst>
        </a:prstGeom>
        <a:solidFill>
          <a:schemeClr val="tx1">
            <a:lumMod val="85000"/>
            <a:lumOff val="1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US" sz="1800" kern="1200">
            <a:latin typeface="Arial Narrow" panose="020B0606020202030204" pitchFamily="34" charset="0"/>
          </a:endParaRPr>
        </a:p>
      </dsp:txBody>
      <dsp:txXfrm>
        <a:off x="3177157" y="911719"/>
        <a:ext cx="902385" cy="780669"/>
      </dsp:txXfrm>
    </dsp:sp>
    <dsp:sp modelId="{7CC1EDCE-2FE7-4E45-9414-DC40B3D97FA7}">
      <dsp:nvSpPr>
        <dsp:cNvPr id="0" name=""/>
        <dsp:cNvSpPr/>
      </dsp:nvSpPr>
      <dsp:spPr>
        <a:xfrm>
          <a:off x="2816700" y="2745100"/>
          <a:ext cx="621428" cy="535443"/>
        </a:xfrm>
        <a:prstGeom prst="hexagon">
          <a:avLst>
            <a:gd name="adj" fmla="val 28900"/>
            <a:gd name="vf" fmla="val 115470"/>
          </a:avLst>
        </a:prstGeom>
        <a:solidFill>
          <a:schemeClr val="bg2"/>
        </a:solidFill>
        <a:ln>
          <a:noFill/>
        </a:ln>
        <a:effectLst/>
      </dsp:spPr>
      <dsp:style>
        <a:lnRef idx="0">
          <a:scrgbClr r="0" g="0" b="0"/>
        </a:lnRef>
        <a:fillRef idx="1">
          <a:scrgbClr r="0" g="0" b="0"/>
        </a:fillRef>
        <a:effectRef idx="0">
          <a:scrgbClr r="0" g="0" b="0"/>
        </a:effectRef>
        <a:fontRef idx="minor"/>
      </dsp:style>
    </dsp:sp>
    <dsp:sp modelId="{C83C3C06-A202-4832-9AD7-6ED9D092A04C}">
      <dsp:nvSpPr>
        <dsp:cNvPr id="0" name=""/>
        <dsp:cNvSpPr/>
      </dsp:nvSpPr>
      <dsp:spPr>
        <a:xfrm>
          <a:off x="2953475" y="2130123"/>
          <a:ext cx="1349749" cy="1167691"/>
        </a:xfrm>
        <a:prstGeom prst="hexagon">
          <a:avLst>
            <a:gd name="adj" fmla="val 28570"/>
            <a:gd name="vf" fmla="val 115470"/>
          </a:avLst>
        </a:prstGeom>
        <a:solidFill>
          <a:schemeClr val="tx1">
            <a:lumMod val="75000"/>
            <a:lumOff val="2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US" sz="1800" kern="1200">
            <a:latin typeface="Arial Narrow" panose="020B0606020202030204" pitchFamily="34" charset="0"/>
          </a:endParaRPr>
        </a:p>
      </dsp:txBody>
      <dsp:txXfrm>
        <a:off x="3177157" y="2323634"/>
        <a:ext cx="902385" cy="780669"/>
      </dsp:txXfrm>
    </dsp:sp>
    <dsp:sp modelId="{CA03A5CC-D4CC-4B60-A4F9-B0D5A47FC231}">
      <dsp:nvSpPr>
        <dsp:cNvPr id="0" name=""/>
        <dsp:cNvSpPr/>
      </dsp:nvSpPr>
      <dsp:spPr>
        <a:xfrm>
          <a:off x="1566946" y="2862391"/>
          <a:ext cx="621428" cy="535443"/>
        </a:xfrm>
        <a:prstGeom prst="hexagon">
          <a:avLst>
            <a:gd name="adj" fmla="val 28900"/>
            <a:gd name="vf" fmla="val 115470"/>
          </a:avLst>
        </a:prstGeom>
        <a:solidFill>
          <a:schemeClr val="bg2"/>
        </a:solidFill>
        <a:ln>
          <a:noFill/>
        </a:ln>
        <a:effectLst/>
      </dsp:spPr>
      <dsp:style>
        <a:lnRef idx="0">
          <a:scrgbClr r="0" g="0" b="0"/>
        </a:lnRef>
        <a:fillRef idx="1">
          <a:scrgbClr r="0" g="0" b="0"/>
        </a:fillRef>
        <a:effectRef idx="0">
          <a:scrgbClr r="0" g="0" b="0"/>
        </a:effectRef>
        <a:fontRef idx="minor"/>
      </dsp:style>
    </dsp:sp>
    <dsp:sp modelId="{5B907FC8-9B3B-4696-91E4-08971BF9F525}">
      <dsp:nvSpPr>
        <dsp:cNvPr id="0" name=""/>
        <dsp:cNvSpPr/>
      </dsp:nvSpPr>
      <dsp:spPr>
        <a:xfrm>
          <a:off x="1715598" y="2849136"/>
          <a:ext cx="1349749" cy="1167691"/>
        </a:xfrm>
        <a:prstGeom prst="hexagon">
          <a:avLst>
            <a:gd name="adj" fmla="val 28570"/>
            <a:gd name="vf" fmla="val 115470"/>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US" sz="1800" kern="1200">
            <a:latin typeface="Arial Narrow" panose="020B0606020202030204" pitchFamily="34" charset="0"/>
          </a:endParaRPr>
        </a:p>
      </dsp:txBody>
      <dsp:txXfrm>
        <a:off x="1939280" y="3042647"/>
        <a:ext cx="902385" cy="780669"/>
      </dsp:txXfrm>
    </dsp:sp>
    <dsp:sp modelId="{5EB18341-C21D-4938-A464-D3060C0A5EB8}">
      <dsp:nvSpPr>
        <dsp:cNvPr id="0" name=""/>
        <dsp:cNvSpPr/>
      </dsp:nvSpPr>
      <dsp:spPr>
        <a:xfrm>
          <a:off x="829813" y="1861799"/>
          <a:ext cx="621428" cy="535443"/>
        </a:xfrm>
        <a:prstGeom prst="hexagon">
          <a:avLst>
            <a:gd name="adj" fmla="val 28900"/>
            <a:gd name="vf" fmla="val 115470"/>
          </a:avLst>
        </a:prstGeom>
        <a:solidFill>
          <a:schemeClr val="bg2"/>
        </a:solidFill>
        <a:ln>
          <a:noFill/>
        </a:ln>
        <a:effectLst/>
      </dsp:spPr>
      <dsp:style>
        <a:lnRef idx="0">
          <a:scrgbClr r="0" g="0" b="0"/>
        </a:lnRef>
        <a:fillRef idx="1">
          <a:scrgbClr r="0" g="0" b="0"/>
        </a:fillRef>
        <a:effectRef idx="0">
          <a:scrgbClr r="0" g="0" b="0"/>
        </a:effectRef>
        <a:fontRef idx="minor"/>
      </dsp:style>
    </dsp:sp>
    <dsp:sp modelId="{0DD1483D-ABBF-4C01-A05A-2422BE723BD5}">
      <dsp:nvSpPr>
        <dsp:cNvPr id="0" name=""/>
        <dsp:cNvSpPr/>
      </dsp:nvSpPr>
      <dsp:spPr>
        <a:xfrm>
          <a:off x="471974" y="2130927"/>
          <a:ext cx="1349749" cy="1167691"/>
        </a:xfrm>
        <a:prstGeom prst="hexagon">
          <a:avLst>
            <a:gd name="adj" fmla="val 28570"/>
            <a:gd name="vf" fmla="val 115470"/>
          </a:avLst>
        </a:prstGeom>
        <a:solidFill>
          <a:schemeClr val="tx1">
            <a:lumMod val="50000"/>
            <a:lumOff val="5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US" sz="1800" kern="1200">
            <a:latin typeface="Arial Narrow" panose="020B0606020202030204" pitchFamily="34" charset="0"/>
          </a:endParaRPr>
        </a:p>
      </dsp:txBody>
      <dsp:txXfrm>
        <a:off x="695656" y="2324438"/>
        <a:ext cx="902385" cy="780669"/>
      </dsp:txXfrm>
    </dsp:sp>
    <dsp:sp modelId="{B26889CB-5ABD-47CC-95BF-2DC4E5124E04}">
      <dsp:nvSpPr>
        <dsp:cNvPr id="0" name=""/>
        <dsp:cNvSpPr/>
      </dsp:nvSpPr>
      <dsp:spPr>
        <a:xfrm>
          <a:off x="471974" y="716602"/>
          <a:ext cx="1349749" cy="1167691"/>
        </a:xfrm>
        <a:prstGeom prst="hexagon">
          <a:avLst>
            <a:gd name="adj" fmla="val 28570"/>
            <a:gd name="vf" fmla="val 115470"/>
          </a:avLst>
        </a:prstGeom>
        <a:solidFill>
          <a:schemeClr val="bg1">
            <a:lumMod val="6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US" sz="1800" kern="1200">
            <a:latin typeface="Arial Narrow" panose="020B0606020202030204" pitchFamily="34" charset="0"/>
          </a:endParaRPr>
        </a:p>
      </dsp:txBody>
      <dsp:txXfrm>
        <a:off x="695656" y="910113"/>
        <a:ext cx="902385" cy="780669"/>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75402" cy="336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588628" y="0"/>
            <a:ext cx="4275402" cy="336788"/>
          </a:xfrm>
          <a:prstGeom prst="rect">
            <a:avLst/>
          </a:prstGeom>
        </p:spPr>
        <p:txBody>
          <a:bodyPr vert="horz" lIns="91440" tIns="45720" rIns="91440" bIns="45720" rtlCol="0"/>
          <a:lstStyle>
            <a:lvl1pPr algn="r">
              <a:defRPr sz="1200"/>
            </a:lvl1pPr>
          </a:lstStyle>
          <a:p>
            <a:fld id="{D6949D2B-4A69-7544-9957-2D56223D4817}" type="datetimeFigureOut">
              <a:rPr lang="en-US" smtClean="0"/>
              <a:t>5/30/2023</a:t>
            </a:fld>
            <a:endParaRPr lang="en-US"/>
          </a:p>
        </p:txBody>
      </p:sp>
      <p:sp>
        <p:nvSpPr>
          <p:cNvPr id="4" name="Footer Placeholder 3"/>
          <p:cNvSpPr>
            <a:spLocks noGrp="1"/>
          </p:cNvSpPr>
          <p:nvPr>
            <p:ph type="ftr" sz="quarter" idx="2"/>
          </p:nvPr>
        </p:nvSpPr>
        <p:spPr>
          <a:xfrm>
            <a:off x="0" y="6397806"/>
            <a:ext cx="4275402" cy="336788"/>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5588628" y="6397806"/>
            <a:ext cx="4275402" cy="336788"/>
          </a:xfrm>
          <a:prstGeom prst="rect">
            <a:avLst/>
          </a:prstGeom>
        </p:spPr>
        <p:txBody>
          <a:bodyPr vert="horz" lIns="91440" tIns="45720" rIns="91440" bIns="45720" rtlCol="0" anchor="b"/>
          <a:lstStyle>
            <a:lvl1pPr algn="r">
              <a:defRPr sz="1200"/>
            </a:lvl1pPr>
          </a:lstStyle>
          <a:p>
            <a:fld id="{9A4ADC47-9B8B-C24C-8FEE-6E5B23251AA3}" type="slidenum">
              <a:rPr lang="en-US" smtClean="0"/>
              <a:t>‹#›</a:t>
            </a:fld>
            <a:endParaRPr lang="en-US" dirty="0"/>
          </a:p>
        </p:txBody>
      </p:sp>
    </p:spTree>
    <p:extLst>
      <p:ext uri="{BB962C8B-B14F-4D97-AF65-F5344CB8AC3E}">
        <p14:creationId xmlns:p14="http://schemas.microsoft.com/office/powerpoint/2010/main" val="7023472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75402" cy="336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588628" y="0"/>
            <a:ext cx="4275402" cy="336788"/>
          </a:xfrm>
          <a:prstGeom prst="rect">
            <a:avLst/>
          </a:prstGeom>
        </p:spPr>
        <p:txBody>
          <a:bodyPr vert="horz" lIns="91440" tIns="45720" rIns="91440" bIns="45720" rtlCol="0"/>
          <a:lstStyle>
            <a:lvl1pPr algn="r">
              <a:defRPr sz="1200"/>
            </a:lvl1pPr>
          </a:lstStyle>
          <a:p>
            <a:fld id="{92E866FC-51E1-8B48-B1A5-B76A01A3056F}" type="datetimeFigureOut">
              <a:rPr lang="en-US"/>
              <a:pPr/>
              <a:t>5/30/2023</a:t>
            </a:fld>
            <a:endParaRPr lang="en-US"/>
          </a:p>
        </p:txBody>
      </p:sp>
      <p:sp>
        <p:nvSpPr>
          <p:cNvPr id="4" name="Slide Image Placeholder 3"/>
          <p:cNvSpPr>
            <a:spLocks noGrp="1" noRot="1" noChangeAspect="1"/>
          </p:cNvSpPr>
          <p:nvPr>
            <p:ph type="sldImg" idx="2"/>
          </p:nvPr>
        </p:nvSpPr>
        <p:spPr>
          <a:xfrm>
            <a:off x="3249613" y="504825"/>
            <a:ext cx="3367087" cy="25257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86632" y="3199488"/>
            <a:ext cx="7893050" cy="303109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6397806"/>
            <a:ext cx="4275402" cy="33678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588628" y="6397806"/>
            <a:ext cx="4275402" cy="336788"/>
          </a:xfrm>
          <a:prstGeom prst="rect">
            <a:avLst/>
          </a:prstGeom>
        </p:spPr>
        <p:txBody>
          <a:bodyPr vert="horz" lIns="91440" tIns="45720" rIns="91440" bIns="45720" rtlCol="0" anchor="b"/>
          <a:lstStyle>
            <a:lvl1pPr algn="r">
              <a:defRPr sz="1200"/>
            </a:lvl1pPr>
          </a:lstStyle>
          <a:p>
            <a:fld id="{28B57D4E-62BA-C840-8BDF-DC9628084789}" type="slidenum">
              <a:rPr/>
              <a:pPr/>
              <a:t>‹#›</a:t>
            </a:fld>
            <a:endParaRPr lang="en-US"/>
          </a:p>
        </p:txBody>
      </p:sp>
    </p:spTree>
    <p:extLst>
      <p:ext uri="{BB962C8B-B14F-4D97-AF65-F5344CB8AC3E}">
        <p14:creationId xmlns:p14="http://schemas.microsoft.com/office/powerpoint/2010/main" val="328915603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8B57D4E-62BA-C840-8BDF-DC9628084789}" type="slidenum">
              <a:rPr lang="en-US" smtClean="0"/>
              <a:pPr/>
              <a:t>6</a:t>
            </a:fld>
            <a:endParaRPr lang="en-US"/>
          </a:p>
        </p:txBody>
      </p:sp>
    </p:spTree>
    <p:extLst>
      <p:ext uri="{BB962C8B-B14F-4D97-AF65-F5344CB8AC3E}">
        <p14:creationId xmlns:p14="http://schemas.microsoft.com/office/powerpoint/2010/main" val="920414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8B57D4E-62BA-C840-8BDF-DC9628084789}" type="slidenum">
              <a:rPr lang="en-US" smtClean="0"/>
              <a:pPr/>
              <a:t>9</a:t>
            </a:fld>
            <a:endParaRPr lang="en-US"/>
          </a:p>
        </p:txBody>
      </p:sp>
    </p:spTree>
    <p:extLst>
      <p:ext uri="{BB962C8B-B14F-4D97-AF65-F5344CB8AC3E}">
        <p14:creationId xmlns:p14="http://schemas.microsoft.com/office/powerpoint/2010/main" val="31613700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8B57D4E-62BA-C840-8BDF-DC9628084789}" type="slidenum">
              <a:rPr lang="en-US" smtClean="0"/>
              <a:pPr/>
              <a:t>13</a:t>
            </a:fld>
            <a:endParaRPr lang="en-US"/>
          </a:p>
        </p:txBody>
      </p:sp>
    </p:spTree>
    <p:extLst>
      <p:ext uri="{BB962C8B-B14F-4D97-AF65-F5344CB8AC3E}">
        <p14:creationId xmlns:p14="http://schemas.microsoft.com/office/powerpoint/2010/main" val="854728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B57D4E-62BA-C840-8BDF-DC962808478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18083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B57D4E-62BA-C840-8BDF-DC962808478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68370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6B88C4DA-13ED-40F7-A1BD-6A2E1B8647E2}" type="slidenum">
              <a:rPr lang="en-US" smtClean="0"/>
              <a:t>21</a:t>
            </a:fld>
            <a:endParaRPr lang="en-US"/>
          </a:p>
        </p:txBody>
      </p:sp>
    </p:spTree>
    <p:extLst>
      <p:ext uri="{BB962C8B-B14F-4D97-AF65-F5344CB8AC3E}">
        <p14:creationId xmlns:p14="http://schemas.microsoft.com/office/powerpoint/2010/main" val="2861100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88C4DA-13ED-40F7-A1BD-6A2E1B8647E2}" type="slidenum">
              <a:rPr lang="en-US" smtClean="0"/>
              <a:t>22</a:t>
            </a:fld>
            <a:endParaRPr lang="en-US"/>
          </a:p>
        </p:txBody>
      </p:sp>
    </p:spTree>
    <p:extLst>
      <p:ext uri="{BB962C8B-B14F-4D97-AF65-F5344CB8AC3E}">
        <p14:creationId xmlns:p14="http://schemas.microsoft.com/office/powerpoint/2010/main" val="14477077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3093ED-C53A-E64D-B859-1D751F345902}" type="slidenum">
              <a:rPr lang="en-US" smtClean="0"/>
              <a:t>23</a:t>
            </a:fld>
            <a:endParaRPr lang="en-US" dirty="0"/>
          </a:p>
        </p:txBody>
      </p:sp>
    </p:spTree>
    <p:extLst>
      <p:ext uri="{BB962C8B-B14F-4D97-AF65-F5344CB8AC3E}">
        <p14:creationId xmlns:p14="http://schemas.microsoft.com/office/powerpoint/2010/main" val="2904098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0" kern="1200">
                <a:solidFill>
                  <a:schemeClr val="tx1"/>
                </a:solidFill>
                <a:latin typeface="+mn-lt"/>
                <a:ea typeface="+mn-ea"/>
                <a:cs typeface="+mn-cs"/>
              </a:rPr>
              <a:t>To</a:t>
            </a:r>
            <a:r>
              <a:rPr lang="en-GB" sz="1200" b="0" kern="1200" baseline="0">
                <a:solidFill>
                  <a:schemeClr val="tx1"/>
                </a:solidFill>
                <a:latin typeface="+mn-lt"/>
                <a:ea typeface="+mn-ea"/>
                <a:cs typeface="+mn-cs"/>
              </a:rPr>
              <a:t> translate (WFP)</a:t>
            </a:r>
            <a:endParaRPr lang="en-GB" sz="1200" b="0" kern="120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B88C4DA-13ED-40F7-A1BD-6A2E1B8647E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8856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t>To translate (FAO)</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a:t>If you are talking to the person currently in migration (e.g. transhumance), make sure to refer to income sources, consumption and agricultural production of the whole household back in the place of residence (e.g., family to whom they send money)</a:t>
            </a:r>
          </a:p>
          <a:p>
            <a:endParaRPr lang="en-F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B88C4DA-13ED-40F7-A1BD-6A2E1B8647E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0713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8BEF70-E6CF-454B-AB84-EC1156D31D5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5282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8B57D4E-62BA-C840-8BDF-DC962808478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34984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a:t>
            </a:r>
          </a:p>
        </p:txBody>
      </p:sp>
      <p:sp>
        <p:nvSpPr>
          <p:cNvPr id="4" name="Slide Number Placeholder 3"/>
          <p:cNvSpPr>
            <a:spLocks noGrp="1"/>
          </p:cNvSpPr>
          <p:nvPr>
            <p:ph type="sldNum" sz="quarter" idx="5"/>
          </p:nvPr>
        </p:nvSpPr>
        <p:spPr/>
        <p:txBody>
          <a:bodyPr/>
          <a:lstStyle/>
          <a:p>
            <a:fld id="{28B57D4E-62BA-C840-8BDF-DC9628084789}" type="slidenum">
              <a:rPr lang="en-US" smtClean="0"/>
              <a:pPr/>
              <a:t>31</a:t>
            </a:fld>
            <a:endParaRPr lang="en-US"/>
          </a:p>
        </p:txBody>
      </p:sp>
    </p:spTree>
    <p:extLst>
      <p:ext uri="{BB962C8B-B14F-4D97-AF65-F5344CB8AC3E}">
        <p14:creationId xmlns:p14="http://schemas.microsoft.com/office/powerpoint/2010/main" val="8827959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translate (WFP)</a:t>
            </a:r>
            <a:endParaRPr lang="en-F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B88C4DA-13ED-40F7-A1BD-6A2E1B8647E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19916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B88C4DA-13ED-40F7-A1BD-6A2E1B8647E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60977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translate (WFP)</a:t>
            </a:r>
            <a:endParaRPr lang="en-F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B88C4DA-13ED-40F7-A1BD-6A2E1B8647E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86504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To translate (WFP)</a:t>
            </a:r>
            <a:endParaRPr lang="en-FR"/>
          </a:p>
          <a:p>
            <a:endParaRPr lang="en-F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B88C4DA-13ED-40F7-A1BD-6A2E1B8647E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02787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translate (WFP)</a:t>
            </a:r>
            <a:endParaRPr lang="en-F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B88C4DA-13ED-40F7-A1BD-6A2E1B8647E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61138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FIES hints</a:t>
            </a:r>
          </a:p>
          <a:p>
            <a:r>
              <a:rPr lang="en-US" dirty="0"/>
              <a:t>Q1. </a:t>
            </a:r>
            <a:r>
              <a:rPr lang="my-MM" dirty="0"/>
              <a:t>သင့်အိမ်ထောင်စုတွင်အစားအစာမလုံလောက်မှုအတွက် စိုးရိမ်ပူပန်ခဲ့ပါသလား။</a:t>
            </a:r>
          </a:p>
          <a:p>
            <a:r>
              <a:rPr lang="en-US" dirty="0"/>
              <a:t>Q2. </a:t>
            </a:r>
            <a:r>
              <a:rPr lang="my-MM" dirty="0"/>
              <a:t>ကျန်းမာရေးနှင့်ညီညွတ်သော အာဟာရပြည့်ဝသော အစားအစာများကို မစားရခြင်းများ </a:t>
            </a:r>
          </a:p>
          <a:p>
            <a:r>
              <a:rPr lang="en-US" dirty="0"/>
              <a:t>Q3. </a:t>
            </a:r>
            <a:r>
              <a:rPr lang="my-MM" dirty="0"/>
              <a:t>အစားအစာအမျိုးအစားစုံလင်စွာ မစားရခြင်း </a:t>
            </a:r>
          </a:p>
          <a:p>
            <a:r>
              <a:rPr lang="en-US" dirty="0"/>
              <a:t>Q4. </a:t>
            </a:r>
            <a:r>
              <a:rPr lang="my-MM" dirty="0"/>
              <a:t>အနပ်ကျော်စား( ပုံမှန်ထက် တနပ်မစားဘဲနေရခြင်း) </a:t>
            </a:r>
          </a:p>
          <a:p>
            <a:r>
              <a:rPr lang="en-US" dirty="0"/>
              <a:t>Q5.</a:t>
            </a:r>
            <a:r>
              <a:rPr lang="my-MM" dirty="0"/>
              <a:t>မိမိစားဖို့ လိုအပ်သည်ဟုထင်သော အစားအစာပမာဏထက် လျော့နည်းသောအစားအစာကိုသာ စားခဲ့ရခြင်း ။</a:t>
            </a:r>
          </a:p>
          <a:p>
            <a:r>
              <a:rPr lang="en-US" dirty="0"/>
              <a:t>Q6. </a:t>
            </a:r>
            <a:r>
              <a:rPr lang="my-MM" dirty="0"/>
              <a:t>စားစရာလုံးဝမရှိဘဲ အစားအစာပြတ်လပ်ခြင်း </a:t>
            </a:r>
          </a:p>
          <a:p>
            <a:r>
              <a:rPr lang="en-US" dirty="0"/>
              <a:t>Q7. </a:t>
            </a:r>
            <a:r>
              <a:rPr lang="my-MM" dirty="0"/>
              <a:t>အစာမစားရဘဲ ဆာလောင်မွတ်သိပ်စွာဖြင့် (ဘာမှမစားရဘဲ ဆာလောင်မွတ်သိပ်စွာနေခဲ့ရခြင်း) </a:t>
            </a:r>
          </a:p>
          <a:p>
            <a:r>
              <a:rPr lang="en-US" dirty="0"/>
              <a:t>Q8. </a:t>
            </a:r>
            <a:r>
              <a:rPr lang="my-MM"/>
              <a:t>အစာမစားရဘဲ ဆာလောင်မွတ်သိပ်စွာဖြင့် တစ်နေကုန်နေနေရခြင်းများ (မနက်နိုးချိန်မှစ၍ တနေ့လုံးဘာမှမစားရဘဲ ဆာလောင်မွတ်သိပ်စွာနေခဲ့ရ)</a:t>
            </a:r>
            <a:endParaRPr lang="en-US"/>
          </a:p>
        </p:txBody>
      </p:sp>
      <p:sp>
        <p:nvSpPr>
          <p:cNvPr id="4" name="Slide Number Placeholder 3"/>
          <p:cNvSpPr>
            <a:spLocks noGrp="1"/>
          </p:cNvSpPr>
          <p:nvPr>
            <p:ph type="sldNum" sz="quarter" idx="5"/>
          </p:nvPr>
        </p:nvSpPr>
        <p:spPr/>
        <p:txBody>
          <a:bodyPr/>
          <a:lstStyle/>
          <a:p>
            <a:fld id="{28B57D4E-62BA-C840-8BDF-DC9628084789}" type="slidenum">
              <a:rPr lang="en-US" smtClean="0"/>
              <a:pPr/>
              <a:t>46</a:t>
            </a:fld>
            <a:endParaRPr lang="en-US"/>
          </a:p>
        </p:txBody>
      </p:sp>
    </p:spTree>
    <p:extLst>
      <p:ext uri="{BB962C8B-B14F-4D97-AF65-F5344CB8AC3E}">
        <p14:creationId xmlns:p14="http://schemas.microsoft.com/office/powerpoint/2010/main" val="23725626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1"/>
              <a:t>To translate (WFP)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1"/>
              <a:t>Avoid prompting </a:t>
            </a:r>
            <a:r>
              <a:rPr lang="en-GB" sz="1200"/>
              <a:t>respondents for answers.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a:t>Hesitation or uncertainty may indicate problems with understanding or sensitivity about answering a question for this section. If a respondent does not wish to answer “Yes” or “No” to any of the questions for the FIES section, a “Refused” response should be recorded. </a:t>
            </a:r>
          </a:p>
          <a:p>
            <a:endParaRPr lang="en-US"/>
          </a:p>
          <a:p>
            <a:endParaRPr lang="en-US"/>
          </a:p>
        </p:txBody>
      </p:sp>
      <p:sp>
        <p:nvSpPr>
          <p:cNvPr id="4" name="Slide Number Placeholder 3"/>
          <p:cNvSpPr>
            <a:spLocks noGrp="1"/>
          </p:cNvSpPr>
          <p:nvPr>
            <p:ph type="sldNum" sz="quarter" idx="10"/>
          </p:nvPr>
        </p:nvSpPr>
        <p:spPr/>
        <p:txBody>
          <a:bodyPr/>
          <a:lstStyle/>
          <a:p>
            <a:fld id="{5B8BEF70-E6CF-454B-AB84-EC1156D31D52}" type="slidenum">
              <a:rPr lang="en-US" smtClean="0"/>
              <a:t>47</a:t>
            </a:fld>
            <a:endParaRPr lang="en-US"/>
          </a:p>
        </p:txBody>
      </p:sp>
    </p:spTree>
    <p:extLst>
      <p:ext uri="{BB962C8B-B14F-4D97-AF65-F5344CB8AC3E}">
        <p14:creationId xmlns:p14="http://schemas.microsoft.com/office/powerpoint/2010/main" val="42460782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By “kinds of foods you preferred” we mean foods that food secure people eat that food insecure people cannot afford to </a:t>
            </a:r>
            <a:r>
              <a:rPr lang="en-US" sz="1200" b="0" dirty="0" err="1">
                <a:solidFill>
                  <a:schemeClr val="tx1"/>
                </a:solidFill>
              </a:rPr>
              <a:t>eat.Preference</a:t>
            </a:r>
            <a:r>
              <a:rPr lang="en-US" sz="1200" b="0" dirty="0">
                <a:solidFill>
                  <a:schemeClr val="tx1"/>
                </a:solidFill>
              </a:rPr>
              <a:t> can refer to the form of a particular food (i.e., whole rice rather than broken rice), type of staple (i.e., millet vs. corn) or a high quality food (i.e., a piece of meat or fish). Preferred foods may or may not be nutritionally high quality. </a:t>
            </a:r>
          </a:p>
          <a:p>
            <a:endParaRPr lang="en-US" dirty="0"/>
          </a:p>
        </p:txBody>
      </p:sp>
      <p:sp>
        <p:nvSpPr>
          <p:cNvPr id="4" name="Slide Number Placeholder 3"/>
          <p:cNvSpPr>
            <a:spLocks noGrp="1"/>
          </p:cNvSpPr>
          <p:nvPr>
            <p:ph type="sldNum" sz="quarter" idx="5"/>
          </p:nvPr>
        </p:nvSpPr>
        <p:spPr/>
        <p:txBody>
          <a:bodyPr/>
          <a:lstStyle/>
          <a:p>
            <a:fld id="{28B57D4E-62BA-C840-8BDF-DC9628084789}" type="slidenum">
              <a:rPr lang="en-US" smtClean="0"/>
              <a:pPr/>
              <a:t>49</a:t>
            </a:fld>
            <a:endParaRPr lang="en-US"/>
          </a:p>
        </p:txBody>
      </p:sp>
    </p:spTree>
    <p:extLst>
      <p:ext uri="{BB962C8B-B14F-4D97-AF65-F5344CB8AC3E}">
        <p14:creationId xmlns:p14="http://schemas.microsoft.com/office/powerpoint/2010/main" val="13808127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8B57D4E-62BA-C840-8BDF-DC9628084789}" type="slidenum">
              <a:rPr lang="en-US" smtClean="0"/>
              <a:pPr/>
              <a:t>58</a:t>
            </a:fld>
            <a:endParaRPr lang="en-US"/>
          </a:p>
        </p:txBody>
      </p:sp>
    </p:spTree>
    <p:extLst>
      <p:ext uri="{BB962C8B-B14F-4D97-AF65-F5344CB8AC3E}">
        <p14:creationId xmlns:p14="http://schemas.microsoft.com/office/powerpoint/2010/main" val="31613700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sp>
        <p:nvSpPr>
          <p:cNvPr id="5" name="Picture Placeholder 4"/>
          <p:cNvSpPr>
            <a:spLocks noGrp="1"/>
          </p:cNvSpPr>
          <p:nvPr>
            <p:ph type="pic" sz="quarter" idx="13"/>
          </p:nvPr>
        </p:nvSpPr>
        <p:spPr>
          <a:xfrm>
            <a:off x="539750" y="0"/>
            <a:ext cx="8604250" cy="5400675"/>
          </a:xfrm>
          <a:prstGeom prst="rect">
            <a:avLst/>
          </a:prstGeom>
          <a:gradFill flip="none" rotWithShape="1">
            <a:gsLst>
              <a:gs pos="0">
                <a:srgbClr val="5BB1FF"/>
              </a:gs>
              <a:gs pos="100000">
                <a:srgbClr val="0091FF">
                  <a:alpha val="23000"/>
                </a:srgbClr>
              </a:gs>
            </a:gsLst>
            <a:lin ang="0" scaled="1"/>
            <a:tileRect/>
          </a:gradFill>
        </p:spPr>
        <p:txBody>
          <a:bodyPr vert="horz"/>
          <a:lstStyle>
            <a:lvl1pPr marL="0" indent="0">
              <a:buNone/>
              <a:defRPr sz="2000">
                <a:solidFill>
                  <a:schemeClr val="bg1"/>
                </a:solidFill>
                <a:latin typeface="Verdana"/>
                <a:cs typeface="Verdana"/>
              </a:defRPr>
            </a:lvl1pPr>
          </a:lstStyle>
          <a:p>
            <a:pPr marL="0" lvl="0" algn="ctr" fontAlgn="auto">
              <a:spcBef>
                <a:spcPts val="0"/>
              </a:spcBef>
              <a:spcAft>
                <a:spcPts val="0"/>
              </a:spcAft>
            </a:pPr>
            <a:r>
              <a:rPr lang="en-US"/>
              <a:t>Click icon to add picture</a:t>
            </a:r>
            <a:endParaRPr lang="en-US" dirty="0"/>
          </a:p>
        </p:txBody>
      </p:sp>
      <p:sp>
        <p:nvSpPr>
          <p:cNvPr id="10" name="TextBox 9"/>
          <p:cNvSpPr txBox="1"/>
          <p:nvPr userDrawn="1"/>
        </p:nvSpPr>
        <p:spPr>
          <a:xfrm>
            <a:off x="0" y="0"/>
            <a:ext cx="539750" cy="5400675"/>
          </a:xfrm>
          <a:prstGeom prst="rect">
            <a:avLst/>
          </a:prstGeom>
          <a:solidFill>
            <a:srgbClr val="0088FF"/>
          </a:solidFill>
          <a:ln>
            <a:noFill/>
          </a:ln>
          <a:effectLst/>
        </p:spPr>
        <p:style>
          <a:lnRef idx="1">
            <a:schemeClr val="accent3"/>
          </a:lnRef>
          <a:fillRef idx="3">
            <a:schemeClr val="accent3"/>
          </a:fillRef>
          <a:effectRef idx="2">
            <a:schemeClr val="accent3"/>
          </a:effectRef>
          <a:fontRef idx="minor">
            <a:schemeClr val="lt1"/>
          </a:fontRef>
        </p:style>
        <p:txBody>
          <a:bodyPr>
            <a:spAutoFit/>
          </a:bodyPr>
          <a:lstStyle/>
          <a:p>
            <a:pPr fontAlgn="auto">
              <a:spcBef>
                <a:spcPts val="0"/>
              </a:spcBef>
              <a:spcAft>
                <a:spcPts val="0"/>
              </a:spcAft>
              <a:defRPr/>
            </a:pPr>
            <a:endParaRPr lang="en-US">
              <a:solidFill>
                <a:srgbClr val="0065A2"/>
              </a:solidFill>
            </a:endParaRPr>
          </a:p>
        </p:txBody>
      </p:sp>
      <p:sp>
        <p:nvSpPr>
          <p:cNvPr id="13" name="Rectangle 10"/>
          <p:cNvSpPr>
            <a:spLocks noChangeArrowheads="1"/>
          </p:cNvSpPr>
          <p:nvPr userDrawn="1"/>
        </p:nvSpPr>
        <p:spPr bwMode="auto">
          <a:xfrm>
            <a:off x="0" y="2359742"/>
            <a:ext cx="7010400" cy="1602658"/>
          </a:xfrm>
          <a:prstGeom prst="rect">
            <a:avLst/>
          </a:prstGeom>
          <a:solidFill>
            <a:srgbClr val="0091FF">
              <a:alpha val="70000"/>
            </a:srgbClr>
          </a:solidFill>
          <a:ln w="25400">
            <a:noFill/>
            <a:round/>
            <a:headEnd/>
            <a:tailEnd/>
          </a:ln>
        </p:spPr>
        <p:txBody>
          <a:bodyPr wrap="square" anchor="ctr">
            <a:spAutoFit/>
          </a:bodyPr>
          <a:lstStyle/>
          <a:p>
            <a:endParaRPr lang="en-US">
              <a:latin typeface="Calibri" pitchFamily="34" charset="0"/>
            </a:endParaRPr>
          </a:p>
        </p:txBody>
      </p:sp>
      <p:sp>
        <p:nvSpPr>
          <p:cNvPr id="3" name="TextBox 2"/>
          <p:cNvSpPr txBox="1"/>
          <p:nvPr/>
        </p:nvSpPr>
        <p:spPr>
          <a:xfrm>
            <a:off x="0" y="0"/>
            <a:ext cx="539750" cy="5400675"/>
          </a:xfrm>
          <a:prstGeom prst="rect">
            <a:avLst/>
          </a:prstGeom>
          <a:solidFill>
            <a:srgbClr val="0088FF"/>
          </a:solidFill>
          <a:ln>
            <a:noFill/>
          </a:ln>
          <a:effectLst/>
        </p:spPr>
        <p:style>
          <a:lnRef idx="1">
            <a:schemeClr val="accent3"/>
          </a:lnRef>
          <a:fillRef idx="3">
            <a:schemeClr val="accent3"/>
          </a:fillRef>
          <a:effectRef idx="2">
            <a:schemeClr val="accent3"/>
          </a:effectRef>
          <a:fontRef idx="minor">
            <a:schemeClr val="lt1"/>
          </a:fontRef>
        </p:style>
        <p:txBody>
          <a:bodyPr>
            <a:spAutoFit/>
          </a:bodyPr>
          <a:lstStyle/>
          <a:p>
            <a:pPr fontAlgn="auto">
              <a:spcBef>
                <a:spcPts val="0"/>
              </a:spcBef>
              <a:spcAft>
                <a:spcPts val="0"/>
              </a:spcAft>
              <a:defRPr/>
            </a:pPr>
            <a:endParaRPr lang="en-US">
              <a:solidFill>
                <a:srgbClr val="0065A2"/>
              </a:solidFill>
            </a:endParaRPr>
          </a:p>
        </p:txBody>
      </p:sp>
      <p:sp>
        <p:nvSpPr>
          <p:cNvPr id="4" name="Rectangle 10"/>
          <p:cNvSpPr>
            <a:spLocks noChangeArrowheads="1"/>
          </p:cNvSpPr>
          <p:nvPr/>
        </p:nvSpPr>
        <p:spPr bwMode="auto">
          <a:xfrm>
            <a:off x="0" y="2359742"/>
            <a:ext cx="7010400" cy="1602658"/>
          </a:xfrm>
          <a:prstGeom prst="rect">
            <a:avLst/>
          </a:prstGeom>
          <a:solidFill>
            <a:srgbClr val="0091FF">
              <a:alpha val="70000"/>
            </a:srgbClr>
          </a:solidFill>
          <a:ln w="25400">
            <a:noFill/>
            <a:round/>
            <a:headEnd/>
            <a:tailEnd/>
          </a:ln>
        </p:spPr>
        <p:txBody>
          <a:bodyPr wrap="square" anchor="ctr">
            <a:spAutoFit/>
          </a:bodyPr>
          <a:lstStyle/>
          <a:p>
            <a:endParaRPr lang="en-US">
              <a:latin typeface="Calibri" pitchFamily="34" charset="0"/>
            </a:endParaRPr>
          </a:p>
        </p:txBody>
      </p:sp>
      <p:pic>
        <p:nvPicPr>
          <p:cNvPr id="6" name="Picture 6" descr="WFPlogo-english-extended-blue.gif"/>
          <p:cNvPicPr>
            <a:picLocks noChangeAspect="1"/>
          </p:cNvPicPr>
          <p:nvPr/>
        </p:nvPicPr>
        <p:blipFill>
          <a:blip r:embed="rId2"/>
          <a:srcRect/>
          <a:stretch>
            <a:fillRect/>
          </a:stretch>
        </p:blipFill>
        <p:spPr bwMode="auto">
          <a:xfrm>
            <a:off x="107504" y="5534025"/>
            <a:ext cx="4359275" cy="1169988"/>
          </a:xfrm>
          <a:prstGeom prst="rect">
            <a:avLst/>
          </a:prstGeom>
          <a:noFill/>
          <a:ln w="9525">
            <a:noFill/>
            <a:miter lim="800000"/>
            <a:headEnd/>
            <a:tailEnd/>
          </a:ln>
        </p:spPr>
      </p:pic>
      <p:sp>
        <p:nvSpPr>
          <p:cNvPr id="12" name="TextBox 11"/>
          <p:cNvSpPr txBox="1"/>
          <p:nvPr/>
        </p:nvSpPr>
        <p:spPr>
          <a:xfrm>
            <a:off x="2339752" y="4725144"/>
            <a:ext cx="184666" cy="369332"/>
          </a:xfrm>
          <a:prstGeom prst="rect">
            <a:avLst/>
          </a:prstGeom>
          <a:noFill/>
        </p:spPr>
        <p:txBody>
          <a:bodyPr wrap="none" rtlCol="0">
            <a:spAutoFit/>
          </a:bodyPr>
          <a:lstStyle/>
          <a:p>
            <a:endParaRPr lang="en-US" dirty="0"/>
          </a:p>
        </p:txBody>
      </p:sp>
      <p:sp>
        <p:nvSpPr>
          <p:cNvPr id="15" name="Text Placeholder 14"/>
          <p:cNvSpPr>
            <a:spLocks noGrp="1"/>
          </p:cNvSpPr>
          <p:nvPr>
            <p:ph type="body" sz="quarter" idx="10" hasCustomPrompt="1"/>
          </p:nvPr>
        </p:nvSpPr>
        <p:spPr>
          <a:xfrm>
            <a:off x="683568" y="4725144"/>
            <a:ext cx="1080344" cy="359891"/>
          </a:xfrm>
          <a:prstGeom prst="rect">
            <a:avLst/>
          </a:prstGeom>
        </p:spPr>
        <p:txBody>
          <a:bodyPr vert="horz"/>
          <a:lstStyle>
            <a:lvl1pPr marL="0" indent="0" algn="l">
              <a:buNone/>
              <a:defRPr sz="1500" baseline="0">
                <a:solidFill>
                  <a:schemeClr val="bg1"/>
                </a:solidFill>
                <a:latin typeface="Verdana"/>
                <a:cs typeface="Verdana"/>
              </a:defRPr>
            </a:lvl1pPr>
            <a:lvl2pPr marL="457200" indent="0" algn="l">
              <a:buNone/>
              <a:defRPr sz="1500">
                <a:solidFill>
                  <a:schemeClr val="bg1"/>
                </a:solidFill>
                <a:latin typeface="Verdana"/>
                <a:cs typeface="Verdana"/>
              </a:defRPr>
            </a:lvl2pPr>
            <a:lvl3pPr marL="914400" indent="0" algn="l">
              <a:buNone/>
              <a:defRPr sz="1500">
                <a:solidFill>
                  <a:schemeClr val="bg1"/>
                </a:solidFill>
                <a:latin typeface="Verdana"/>
                <a:cs typeface="Verdana"/>
              </a:defRPr>
            </a:lvl3pPr>
            <a:lvl4pPr marL="1371600" indent="0" algn="l">
              <a:buNone/>
              <a:defRPr sz="1500">
                <a:solidFill>
                  <a:schemeClr val="bg1"/>
                </a:solidFill>
                <a:latin typeface="Verdana"/>
                <a:cs typeface="Verdana"/>
              </a:defRPr>
            </a:lvl4pPr>
            <a:lvl5pPr marL="1828800" indent="0" algn="l">
              <a:buNone/>
              <a:defRPr sz="1500">
                <a:solidFill>
                  <a:schemeClr val="bg1"/>
                </a:solidFill>
                <a:latin typeface="Verdana"/>
                <a:cs typeface="Verdana"/>
              </a:defRPr>
            </a:lvl5pPr>
          </a:lstStyle>
          <a:p>
            <a:pPr lvl="0"/>
            <a:r>
              <a:rPr lang="en-US" dirty="0"/>
              <a:t>Edit date</a:t>
            </a:r>
          </a:p>
        </p:txBody>
      </p:sp>
      <p:sp>
        <p:nvSpPr>
          <p:cNvPr id="9" name="Text Placeholder 8"/>
          <p:cNvSpPr>
            <a:spLocks noGrp="1"/>
          </p:cNvSpPr>
          <p:nvPr>
            <p:ph type="body" sz="quarter" idx="11" hasCustomPrompt="1"/>
          </p:nvPr>
        </p:nvSpPr>
        <p:spPr>
          <a:xfrm>
            <a:off x="826111" y="3183910"/>
            <a:ext cx="3632201" cy="541338"/>
          </a:xfrm>
          <a:prstGeom prst="rect">
            <a:avLst/>
          </a:prstGeom>
        </p:spPr>
        <p:txBody>
          <a:bodyPr vert="horz" lIns="0" tIns="0" rIns="0" bIns="0"/>
          <a:lstStyle>
            <a:lvl1pPr marL="0" indent="0">
              <a:buNone/>
              <a:defRPr sz="3000" i="1">
                <a:solidFill>
                  <a:schemeClr val="bg1"/>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subtitle</a:t>
            </a:r>
          </a:p>
        </p:txBody>
      </p:sp>
      <p:sp>
        <p:nvSpPr>
          <p:cNvPr id="11" name="Title 10"/>
          <p:cNvSpPr>
            <a:spLocks noGrp="1"/>
          </p:cNvSpPr>
          <p:nvPr>
            <p:ph type="title" hasCustomPrompt="1"/>
          </p:nvPr>
        </p:nvSpPr>
        <p:spPr>
          <a:xfrm>
            <a:off x="826111" y="2619903"/>
            <a:ext cx="5757333" cy="715962"/>
          </a:xfrm>
          <a:prstGeom prst="rect">
            <a:avLst/>
          </a:prstGeom>
        </p:spPr>
        <p:txBody>
          <a:bodyPr vert="horz" lIns="0" tIns="0" rIns="0" bIns="0"/>
          <a:lstStyle>
            <a:lvl1pPr algn="l">
              <a:defRPr sz="3500" b="1">
                <a:solidFill>
                  <a:srgbClr val="FFFFFF"/>
                </a:solidFill>
                <a:latin typeface="Verdana"/>
                <a:cs typeface="Verdana"/>
              </a:defRPr>
            </a:lvl1pPr>
          </a:lstStyle>
          <a:p>
            <a:r>
              <a:rPr lang="en-US" dirty="0"/>
              <a:t>Click to edit title</a:t>
            </a:r>
          </a:p>
        </p:txBody>
      </p:sp>
      <p:pic>
        <p:nvPicPr>
          <p:cNvPr id="14" name="Picture 6" descr="WFPlogo-english-extended-blue.gif"/>
          <p:cNvPicPr>
            <a:picLocks noChangeAspect="1"/>
          </p:cNvPicPr>
          <p:nvPr userDrawn="1"/>
        </p:nvPicPr>
        <p:blipFill>
          <a:blip r:embed="rId2"/>
          <a:srcRect/>
          <a:stretch>
            <a:fillRect/>
          </a:stretch>
        </p:blipFill>
        <p:spPr bwMode="auto">
          <a:xfrm>
            <a:off x="107504" y="5534025"/>
            <a:ext cx="4359275" cy="1169988"/>
          </a:xfrm>
          <a:prstGeom prst="rect">
            <a:avLst/>
          </a:prstGeom>
          <a:noFill/>
          <a:ln w="9525">
            <a:noFill/>
            <a:miter lim="800000"/>
            <a:headEnd/>
            <a:tailEnd/>
          </a:ln>
        </p:spPr>
      </p:pic>
      <p:sp>
        <p:nvSpPr>
          <p:cNvPr id="16" name="TextBox 15"/>
          <p:cNvSpPr txBox="1"/>
          <p:nvPr userDrawn="1"/>
        </p:nvSpPr>
        <p:spPr>
          <a:xfrm>
            <a:off x="2339752" y="4725144"/>
            <a:ext cx="184666" cy="369332"/>
          </a:xfrm>
          <a:prstGeom prst="rect">
            <a:avLst/>
          </a:prstGeom>
          <a:noFill/>
        </p:spPr>
        <p:txBody>
          <a:bodyPr wrap="none" rtlCol="0">
            <a:spAutoFit/>
          </a:bodyPr>
          <a:lstStyle/>
          <a:p>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Picture Placeholder 4"/>
          <p:cNvSpPr txBox="1">
            <a:spLocks/>
          </p:cNvSpPr>
          <p:nvPr userDrawn="1"/>
        </p:nvSpPr>
        <p:spPr>
          <a:xfrm>
            <a:off x="0" y="1"/>
            <a:ext cx="9144000" cy="1127124"/>
          </a:xfrm>
          <a:prstGeom prst="rect">
            <a:avLst/>
          </a:prstGeom>
          <a:gradFill flip="none" rotWithShape="1">
            <a:gsLst>
              <a:gs pos="0">
                <a:srgbClr val="0088FF"/>
              </a:gs>
              <a:gs pos="100000">
                <a:srgbClr val="0091FF">
                  <a:alpha val="23000"/>
                </a:srgbClr>
              </a:gs>
            </a:gsLst>
            <a:lin ang="0" scaled="1"/>
            <a:tileRect/>
          </a:gradFill>
        </p:spPr>
        <p:txBody>
          <a:bodyPr vert="horz"/>
          <a:lstStyle>
            <a:lvl1pPr marL="0" indent="0" algn="l" defTabSz="457207" rtl="0" eaLnBrk="1" latinLnBrk="0" hangingPunct="1">
              <a:spcBef>
                <a:spcPts val="1000"/>
              </a:spcBef>
              <a:spcAft>
                <a:spcPts val="0"/>
              </a:spcAft>
              <a:buClr>
                <a:schemeClr val="bg2">
                  <a:lumMod val="40000"/>
                  <a:lumOff val="60000"/>
                </a:schemeClr>
              </a:buClr>
              <a:buSzPct val="80000"/>
              <a:buFont typeface="Wingdings 3" charset="2"/>
              <a:buNone/>
              <a:defRPr sz="2000" b="0" i="0" kern="1200">
                <a:solidFill>
                  <a:schemeClr val="bg1"/>
                </a:solidFill>
                <a:latin typeface="Verdana"/>
                <a:ea typeface="+mj-ea"/>
                <a:cs typeface="Verdana"/>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gn="ctr">
              <a:spcBef>
                <a:spcPts val="0"/>
              </a:spcBef>
            </a:pPr>
            <a:endParaRPr lang="en-US" dirty="0"/>
          </a:p>
        </p:txBody>
      </p:sp>
      <p:sp>
        <p:nvSpPr>
          <p:cNvPr id="9" name="Content Placeholder 2"/>
          <p:cNvSpPr>
            <a:spLocks noGrp="1"/>
          </p:cNvSpPr>
          <p:nvPr>
            <p:ph idx="1" hasCustomPrompt="1"/>
          </p:nvPr>
        </p:nvSpPr>
        <p:spPr>
          <a:xfrm>
            <a:off x="484187" y="2048934"/>
            <a:ext cx="7364413" cy="4199466"/>
          </a:xfrm>
          <a:prstGeom prst="rect">
            <a:avLst/>
          </a:prstGeom>
        </p:spPr>
        <p:txBody>
          <a:bodyPr lIns="0" tIns="0" rIns="0" bIns="0"/>
          <a:lstStyle>
            <a:lvl1pPr marL="0" indent="0">
              <a:spcBef>
                <a:spcPts val="850"/>
              </a:spcBef>
              <a:buFontTx/>
              <a:buNone/>
              <a:defRPr sz="1400">
                <a:latin typeface="Verdana"/>
                <a:cs typeface="Verdana"/>
              </a:defRPr>
            </a:lvl1pPr>
          </a:lstStyle>
          <a:p>
            <a:r>
              <a:rPr lang="en-US" dirty="0"/>
              <a:t>Click to add text</a:t>
            </a:r>
          </a:p>
        </p:txBody>
      </p:sp>
      <p:sp>
        <p:nvSpPr>
          <p:cNvPr id="10" name="Rectangle 9"/>
          <p:cNvSpPr/>
          <p:nvPr/>
        </p:nvSpPr>
        <p:spPr>
          <a:xfrm>
            <a:off x="8024813" y="0"/>
            <a:ext cx="1127125" cy="1127125"/>
          </a:xfrm>
          <a:prstGeom prst="rect">
            <a:avLst/>
          </a:prstGeom>
          <a:solidFill>
            <a:srgbClr val="00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 name="Picture 10" descr="WFPlogo-english-emblem-white.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1815" y="132647"/>
            <a:ext cx="878312" cy="878312"/>
          </a:xfrm>
          <a:prstGeom prst="rect">
            <a:avLst/>
          </a:prstGeom>
        </p:spPr>
      </p:pic>
      <p:sp>
        <p:nvSpPr>
          <p:cNvPr id="14" name="Text Placeholder 13"/>
          <p:cNvSpPr>
            <a:spLocks noGrp="1"/>
          </p:cNvSpPr>
          <p:nvPr>
            <p:ph type="body" sz="quarter" idx="15" hasCustomPrompt="1"/>
          </p:nvPr>
        </p:nvSpPr>
        <p:spPr>
          <a:xfrm>
            <a:off x="484187" y="1341438"/>
            <a:ext cx="7364413" cy="419629"/>
          </a:xfrm>
          <a:prstGeom prst="rect">
            <a:avLst/>
          </a:prstGeom>
        </p:spPr>
        <p:txBody>
          <a:bodyPr vert="horz" lIns="0" tIns="0" rIns="0" bIns="0" anchor="t" anchorCtr="0"/>
          <a:lstStyle>
            <a:lvl1pPr marL="0" indent="0">
              <a:spcBef>
                <a:spcPts val="0"/>
              </a:spcBef>
              <a:buNone/>
              <a:defRPr sz="2000" b="1">
                <a:solidFill>
                  <a:srgbClr val="0088FF"/>
                </a:solidFill>
                <a:latin typeface="Verdana"/>
                <a:cs typeface="Verdana"/>
              </a:defRPr>
            </a:lvl1pPr>
            <a:lvl2pPr marL="457200" indent="0">
              <a:buNone/>
              <a:defRPr sz="2000" b="1">
                <a:solidFill>
                  <a:srgbClr val="0088FF"/>
                </a:solidFill>
                <a:latin typeface="Verdana"/>
                <a:cs typeface="Verdana"/>
              </a:defRPr>
            </a:lvl2pPr>
            <a:lvl3pPr marL="914400" indent="0">
              <a:buNone/>
              <a:defRPr sz="2000" b="1">
                <a:solidFill>
                  <a:srgbClr val="0088FF"/>
                </a:solidFill>
                <a:latin typeface="Verdana"/>
                <a:cs typeface="Verdana"/>
              </a:defRPr>
            </a:lvl3pPr>
            <a:lvl4pPr marL="1371600" indent="0">
              <a:buNone/>
              <a:defRPr sz="2000" b="1">
                <a:solidFill>
                  <a:srgbClr val="0088FF"/>
                </a:solidFill>
                <a:latin typeface="Verdana"/>
                <a:cs typeface="Verdana"/>
              </a:defRPr>
            </a:lvl4pPr>
            <a:lvl5pPr marL="1828800" indent="0">
              <a:buNone/>
              <a:defRPr sz="2000" b="1">
                <a:solidFill>
                  <a:srgbClr val="0088FF"/>
                </a:solidFill>
                <a:latin typeface="Verdana"/>
                <a:cs typeface="Verdana"/>
              </a:defRPr>
            </a:lvl5pPr>
          </a:lstStyle>
          <a:p>
            <a:pPr lvl="0"/>
            <a:r>
              <a:rPr lang="en-US" dirty="0"/>
              <a:t>Click to edit subtitle</a:t>
            </a:r>
          </a:p>
        </p:txBody>
      </p:sp>
      <p:sp>
        <p:nvSpPr>
          <p:cNvPr id="12" name="Title 31"/>
          <p:cNvSpPr>
            <a:spLocks noGrp="1"/>
          </p:cNvSpPr>
          <p:nvPr>
            <p:ph type="title" hasCustomPrompt="1"/>
          </p:nvPr>
        </p:nvSpPr>
        <p:spPr>
          <a:xfrm>
            <a:off x="484186" y="116502"/>
            <a:ext cx="7110414" cy="925114"/>
          </a:xfrm>
          <a:prstGeom prst="rect">
            <a:avLst/>
          </a:prstGeom>
          <a:noFill/>
        </p:spPr>
        <p:txBody>
          <a:bodyPr vert="horz" tIns="0" bIns="61200" anchor="ctr" anchorCtr="0"/>
          <a:lstStyle>
            <a:lvl1pPr marL="0" algn="l">
              <a:defRPr sz="2600" b="1">
                <a:solidFill>
                  <a:srgbClr val="FFFFFF"/>
                </a:solidFill>
                <a:latin typeface="Verdana"/>
                <a:cs typeface="Verdana"/>
              </a:defRPr>
            </a:lvl1pPr>
          </a:lstStyle>
          <a:p>
            <a:r>
              <a:rPr lang="en-US" dirty="0"/>
              <a:t>Edit Title</a:t>
            </a:r>
          </a:p>
        </p:txBody>
      </p:sp>
    </p:spTree>
    <p:extLst>
      <p:ext uri="{BB962C8B-B14F-4D97-AF65-F5344CB8AC3E}">
        <p14:creationId xmlns:p14="http://schemas.microsoft.com/office/powerpoint/2010/main" val="424549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 name="Content Placeholder 9"/>
          <p:cNvSpPr>
            <a:spLocks noGrp="1"/>
          </p:cNvSpPr>
          <p:nvPr>
            <p:ph sz="quarter" idx="18"/>
          </p:nvPr>
        </p:nvSpPr>
        <p:spPr>
          <a:xfrm>
            <a:off x="484187" y="1600201"/>
            <a:ext cx="3835400" cy="4055532"/>
          </a:xfrm>
          <a:prstGeom prst="rect">
            <a:avLst/>
          </a:prstGeom>
        </p:spPr>
        <p:txBody>
          <a:bodyPr vert="horz" lIns="0" tIns="0" rIns="0" bIns="0"/>
          <a:lstStyle>
            <a:lvl1pPr marL="180000" indent="-180000">
              <a:spcBef>
                <a:spcPts val="600"/>
              </a:spcBef>
              <a:defRPr sz="1400">
                <a:latin typeface="Verdana"/>
                <a:cs typeface="Verdana"/>
              </a:defRPr>
            </a:lvl1pPr>
            <a:lvl2pPr marL="360000" indent="-180000">
              <a:spcBef>
                <a:spcPts val="600"/>
              </a:spcBef>
              <a:defRPr sz="1400">
                <a:latin typeface="Verdana"/>
                <a:cs typeface="Verdana"/>
              </a:defRPr>
            </a:lvl2pPr>
            <a:lvl3pPr marL="540000" indent="-180000">
              <a:spcBef>
                <a:spcPts val="600"/>
              </a:spcBef>
              <a:defRPr sz="1400">
                <a:latin typeface="Verdana"/>
                <a:cs typeface="Verdana"/>
              </a:defRPr>
            </a:lvl3pPr>
            <a:lvl4pPr marL="720000" indent="-180000">
              <a:spcBef>
                <a:spcPts val="600"/>
              </a:spcBef>
              <a:defRPr sz="1400">
                <a:latin typeface="Verdana"/>
                <a:cs typeface="Verdana"/>
              </a:defRPr>
            </a:lvl4pPr>
            <a:lvl5pPr marL="900000" indent="-180000">
              <a:spcBef>
                <a:spcPts val="600"/>
              </a:spcBef>
              <a:defRPr sz="1400">
                <a:latin typeface="Verdana"/>
                <a:cs typeface="Verdana"/>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9"/>
          <p:cNvSpPr>
            <a:spLocks noGrp="1"/>
          </p:cNvSpPr>
          <p:nvPr>
            <p:ph sz="quarter" idx="19"/>
          </p:nvPr>
        </p:nvSpPr>
        <p:spPr>
          <a:xfrm>
            <a:off x="4576439" y="1600201"/>
            <a:ext cx="3835400" cy="4055532"/>
          </a:xfrm>
          <a:prstGeom prst="rect">
            <a:avLst/>
          </a:prstGeom>
        </p:spPr>
        <p:txBody>
          <a:bodyPr vert="horz" lIns="0" tIns="0" rIns="0" bIns="0"/>
          <a:lstStyle>
            <a:lvl1pPr marL="180000" indent="-180000">
              <a:spcBef>
                <a:spcPts val="600"/>
              </a:spcBef>
              <a:defRPr sz="1400">
                <a:latin typeface="Verdana"/>
                <a:cs typeface="Verdana"/>
              </a:defRPr>
            </a:lvl1pPr>
            <a:lvl2pPr marL="360000" indent="-180000">
              <a:spcBef>
                <a:spcPts val="600"/>
              </a:spcBef>
              <a:defRPr sz="1400">
                <a:latin typeface="Verdana"/>
                <a:cs typeface="Verdana"/>
              </a:defRPr>
            </a:lvl2pPr>
            <a:lvl3pPr marL="540000" indent="-180000">
              <a:spcBef>
                <a:spcPts val="600"/>
              </a:spcBef>
              <a:defRPr sz="1400">
                <a:latin typeface="Verdana"/>
                <a:cs typeface="Verdana"/>
              </a:defRPr>
            </a:lvl3pPr>
            <a:lvl4pPr marL="720000" indent="-180000">
              <a:spcBef>
                <a:spcPts val="600"/>
              </a:spcBef>
              <a:defRPr sz="1400">
                <a:latin typeface="Verdana"/>
                <a:cs typeface="Verdana"/>
              </a:defRPr>
            </a:lvl4pPr>
            <a:lvl5pPr marL="900000" indent="-180000">
              <a:spcBef>
                <a:spcPts val="600"/>
              </a:spcBef>
              <a:defRPr sz="1400">
                <a:latin typeface="Verdana"/>
                <a:cs typeface="Verdana"/>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4"/>
          <p:cNvSpPr txBox="1">
            <a:spLocks/>
          </p:cNvSpPr>
          <p:nvPr userDrawn="1"/>
        </p:nvSpPr>
        <p:spPr>
          <a:xfrm>
            <a:off x="0" y="1"/>
            <a:ext cx="9144000" cy="1127124"/>
          </a:xfrm>
          <a:prstGeom prst="rect">
            <a:avLst/>
          </a:prstGeom>
          <a:gradFill flip="none" rotWithShape="1">
            <a:gsLst>
              <a:gs pos="0">
                <a:srgbClr val="0088FF"/>
              </a:gs>
              <a:gs pos="100000">
                <a:srgbClr val="0091FF">
                  <a:alpha val="23000"/>
                </a:srgbClr>
              </a:gs>
            </a:gsLst>
            <a:lin ang="0" scaled="1"/>
            <a:tileRect/>
          </a:gradFill>
        </p:spPr>
        <p:txBody>
          <a:bodyPr vert="horz"/>
          <a:lstStyle>
            <a:lvl1pPr marL="0" indent="0" algn="l" defTabSz="457207" rtl="0" eaLnBrk="1" latinLnBrk="0" hangingPunct="1">
              <a:spcBef>
                <a:spcPts val="1000"/>
              </a:spcBef>
              <a:spcAft>
                <a:spcPts val="0"/>
              </a:spcAft>
              <a:buClr>
                <a:schemeClr val="bg2">
                  <a:lumMod val="40000"/>
                  <a:lumOff val="60000"/>
                </a:schemeClr>
              </a:buClr>
              <a:buSzPct val="80000"/>
              <a:buFont typeface="Wingdings 3" charset="2"/>
              <a:buNone/>
              <a:defRPr sz="2000" b="0" i="0" kern="1200">
                <a:solidFill>
                  <a:schemeClr val="bg1"/>
                </a:solidFill>
                <a:latin typeface="Verdana"/>
                <a:ea typeface="+mj-ea"/>
                <a:cs typeface="Verdana"/>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gn="ctr">
              <a:spcBef>
                <a:spcPts val="0"/>
              </a:spcBef>
            </a:pPr>
            <a:endParaRPr lang="en-US" dirty="0"/>
          </a:p>
        </p:txBody>
      </p:sp>
      <p:sp>
        <p:nvSpPr>
          <p:cNvPr id="9" name="Rectangle 8"/>
          <p:cNvSpPr/>
          <p:nvPr/>
        </p:nvSpPr>
        <p:spPr>
          <a:xfrm>
            <a:off x="8024813" y="0"/>
            <a:ext cx="1127125" cy="1127125"/>
          </a:xfrm>
          <a:prstGeom prst="rect">
            <a:avLst/>
          </a:prstGeom>
          <a:solidFill>
            <a:srgbClr val="00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 name="Picture 10" descr="WFPlogo-english-emblem-white.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1815" y="132647"/>
            <a:ext cx="878312" cy="878312"/>
          </a:xfrm>
          <a:prstGeom prst="rect">
            <a:avLst/>
          </a:prstGeom>
        </p:spPr>
      </p:pic>
      <p:sp>
        <p:nvSpPr>
          <p:cNvPr id="15" name="Title 31"/>
          <p:cNvSpPr>
            <a:spLocks noGrp="1"/>
          </p:cNvSpPr>
          <p:nvPr>
            <p:ph type="title" hasCustomPrompt="1"/>
          </p:nvPr>
        </p:nvSpPr>
        <p:spPr>
          <a:xfrm>
            <a:off x="484186" y="116502"/>
            <a:ext cx="7110414" cy="925114"/>
          </a:xfrm>
          <a:prstGeom prst="rect">
            <a:avLst/>
          </a:prstGeom>
          <a:noFill/>
        </p:spPr>
        <p:txBody>
          <a:bodyPr vert="horz" tIns="0" bIns="61200" anchor="ctr" anchorCtr="0"/>
          <a:lstStyle>
            <a:lvl1pPr marL="0" algn="l">
              <a:defRPr sz="2600" b="1">
                <a:solidFill>
                  <a:srgbClr val="FFFFFF"/>
                </a:solidFill>
                <a:latin typeface="Verdana"/>
                <a:cs typeface="Verdana"/>
              </a:defRPr>
            </a:lvl1pPr>
          </a:lstStyle>
          <a:p>
            <a:r>
              <a:rPr lang="en-US" dirty="0"/>
              <a:t>Edit Title</a:t>
            </a:r>
          </a:p>
        </p:txBody>
      </p:sp>
    </p:spTree>
    <p:extLst>
      <p:ext uri="{BB962C8B-B14F-4D97-AF65-F5344CB8AC3E}">
        <p14:creationId xmlns:p14="http://schemas.microsoft.com/office/powerpoint/2010/main" val="2435573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17" name="Group 16"/>
          <p:cNvGrpSpPr/>
          <p:nvPr userDrawn="1"/>
        </p:nvGrpSpPr>
        <p:grpSpPr>
          <a:xfrm>
            <a:off x="0" y="0"/>
            <a:ext cx="9151938" cy="1127125"/>
            <a:chOff x="0" y="0"/>
            <a:chExt cx="9151938" cy="1127125"/>
          </a:xfrm>
        </p:grpSpPr>
        <p:sp>
          <p:nvSpPr>
            <p:cNvPr id="18" name="Picture Placeholder 4"/>
            <p:cNvSpPr txBox="1">
              <a:spLocks/>
            </p:cNvSpPr>
            <p:nvPr/>
          </p:nvSpPr>
          <p:spPr>
            <a:xfrm>
              <a:off x="0" y="1"/>
              <a:ext cx="9144000" cy="1127124"/>
            </a:xfrm>
            <a:prstGeom prst="rect">
              <a:avLst/>
            </a:prstGeom>
            <a:gradFill flip="none" rotWithShape="1">
              <a:gsLst>
                <a:gs pos="0">
                  <a:srgbClr val="0088FF"/>
                </a:gs>
                <a:gs pos="100000">
                  <a:srgbClr val="0091FF">
                    <a:alpha val="23000"/>
                  </a:srgbClr>
                </a:gs>
              </a:gsLst>
              <a:lin ang="0" scaled="1"/>
              <a:tileRect/>
            </a:gradFill>
          </p:spPr>
          <p:txBody>
            <a:bodyPr vert="horz"/>
            <a:lstStyle>
              <a:lvl1pPr marL="0" indent="0" algn="l" defTabSz="457207" rtl="0" eaLnBrk="1" latinLnBrk="0" hangingPunct="1">
                <a:spcBef>
                  <a:spcPts val="1000"/>
                </a:spcBef>
                <a:spcAft>
                  <a:spcPts val="0"/>
                </a:spcAft>
                <a:buClr>
                  <a:schemeClr val="bg2">
                    <a:lumMod val="40000"/>
                    <a:lumOff val="60000"/>
                  </a:schemeClr>
                </a:buClr>
                <a:buSzPct val="80000"/>
                <a:buFont typeface="Wingdings 3" charset="2"/>
                <a:buNone/>
                <a:defRPr sz="2000" b="0" i="0" kern="1200">
                  <a:solidFill>
                    <a:schemeClr val="bg1"/>
                  </a:solidFill>
                  <a:latin typeface="Verdana"/>
                  <a:ea typeface="+mj-ea"/>
                  <a:cs typeface="Verdana"/>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gn="ctr">
                <a:spcBef>
                  <a:spcPts val="0"/>
                </a:spcBef>
              </a:pPr>
              <a:endParaRPr lang="en-US" dirty="0"/>
            </a:p>
          </p:txBody>
        </p:sp>
        <p:sp>
          <p:nvSpPr>
            <p:cNvPr id="19" name="Rectangle 18"/>
            <p:cNvSpPr/>
            <p:nvPr/>
          </p:nvSpPr>
          <p:spPr>
            <a:xfrm>
              <a:off x="8024813" y="0"/>
              <a:ext cx="1127125" cy="1127125"/>
            </a:xfrm>
            <a:prstGeom prst="rect">
              <a:avLst/>
            </a:prstGeom>
            <a:solidFill>
              <a:srgbClr val="00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0" name="Picture 19" descr="WFPlogo-english-emblem-white.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1815" y="132647"/>
              <a:ext cx="878312" cy="878312"/>
            </a:xfrm>
            <a:prstGeom prst="rect">
              <a:avLst/>
            </a:prstGeom>
          </p:spPr>
        </p:pic>
      </p:grpSp>
      <p:sp>
        <p:nvSpPr>
          <p:cNvPr id="14" name="Text Placeholder 13"/>
          <p:cNvSpPr>
            <a:spLocks noGrp="1"/>
          </p:cNvSpPr>
          <p:nvPr>
            <p:ph type="body" sz="quarter" idx="15" hasCustomPrompt="1"/>
          </p:nvPr>
        </p:nvSpPr>
        <p:spPr>
          <a:xfrm>
            <a:off x="484188" y="1507067"/>
            <a:ext cx="3751262" cy="296457"/>
          </a:xfrm>
          <a:prstGeom prst="rect">
            <a:avLst/>
          </a:prstGeom>
        </p:spPr>
        <p:txBody>
          <a:bodyPr vert="horz" lIns="0" tIns="0" rIns="0" bIns="0" anchor="b" anchorCtr="0"/>
          <a:lstStyle>
            <a:lvl1pPr marL="0" indent="0">
              <a:spcBef>
                <a:spcPts val="0"/>
              </a:spcBef>
              <a:buNone/>
              <a:defRPr sz="1700" b="1">
                <a:solidFill>
                  <a:schemeClr val="tx1"/>
                </a:solidFill>
                <a:latin typeface="Verdana"/>
                <a:cs typeface="Verdana"/>
              </a:defRPr>
            </a:lvl1pPr>
            <a:lvl2pPr marL="457200" indent="0">
              <a:buNone/>
              <a:defRPr sz="2000" b="1">
                <a:solidFill>
                  <a:srgbClr val="0088FF"/>
                </a:solidFill>
                <a:latin typeface="Verdana"/>
                <a:cs typeface="Verdana"/>
              </a:defRPr>
            </a:lvl2pPr>
            <a:lvl3pPr marL="914400" indent="0">
              <a:buNone/>
              <a:defRPr sz="2000" b="1">
                <a:solidFill>
                  <a:srgbClr val="0088FF"/>
                </a:solidFill>
                <a:latin typeface="Verdana"/>
                <a:cs typeface="Verdana"/>
              </a:defRPr>
            </a:lvl3pPr>
            <a:lvl4pPr marL="1371600" indent="0">
              <a:buNone/>
              <a:defRPr sz="2000" b="1">
                <a:solidFill>
                  <a:srgbClr val="0088FF"/>
                </a:solidFill>
                <a:latin typeface="Verdana"/>
                <a:cs typeface="Verdana"/>
              </a:defRPr>
            </a:lvl4pPr>
            <a:lvl5pPr marL="1828800" indent="0">
              <a:buNone/>
              <a:defRPr sz="2000" b="1">
                <a:solidFill>
                  <a:srgbClr val="0088FF"/>
                </a:solidFill>
                <a:latin typeface="Verdana"/>
                <a:cs typeface="Verdana"/>
              </a:defRPr>
            </a:lvl5pPr>
          </a:lstStyle>
          <a:p>
            <a:pPr lvl="0"/>
            <a:r>
              <a:rPr lang="en-US" dirty="0"/>
              <a:t>Click to edit subtitle</a:t>
            </a:r>
          </a:p>
        </p:txBody>
      </p:sp>
      <p:sp>
        <p:nvSpPr>
          <p:cNvPr id="8" name="Text Placeholder 13"/>
          <p:cNvSpPr>
            <a:spLocks noGrp="1"/>
          </p:cNvSpPr>
          <p:nvPr>
            <p:ph type="body" sz="quarter" idx="17" hasCustomPrompt="1"/>
          </p:nvPr>
        </p:nvSpPr>
        <p:spPr>
          <a:xfrm>
            <a:off x="4576439" y="1507067"/>
            <a:ext cx="3751262" cy="296457"/>
          </a:xfrm>
          <a:prstGeom prst="rect">
            <a:avLst/>
          </a:prstGeom>
        </p:spPr>
        <p:txBody>
          <a:bodyPr vert="horz" lIns="0" tIns="0" rIns="0" bIns="0" anchor="b" anchorCtr="0"/>
          <a:lstStyle>
            <a:lvl1pPr marL="0" indent="0">
              <a:spcBef>
                <a:spcPts val="0"/>
              </a:spcBef>
              <a:buNone/>
              <a:defRPr sz="1700" b="1">
                <a:solidFill>
                  <a:schemeClr val="tx1"/>
                </a:solidFill>
                <a:latin typeface="Verdana"/>
                <a:cs typeface="Verdana"/>
              </a:defRPr>
            </a:lvl1pPr>
            <a:lvl2pPr marL="457200" indent="0">
              <a:buNone/>
              <a:defRPr sz="2000" b="1">
                <a:solidFill>
                  <a:srgbClr val="0088FF"/>
                </a:solidFill>
                <a:latin typeface="Verdana"/>
                <a:cs typeface="Verdana"/>
              </a:defRPr>
            </a:lvl2pPr>
            <a:lvl3pPr marL="914400" indent="0">
              <a:buNone/>
              <a:defRPr sz="2000" b="1">
                <a:solidFill>
                  <a:srgbClr val="0088FF"/>
                </a:solidFill>
                <a:latin typeface="Verdana"/>
                <a:cs typeface="Verdana"/>
              </a:defRPr>
            </a:lvl3pPr>
            <a:lvl4pPr marL="1371600" indent="0">
              <a:buNone/>
              <a:defRPr sz="2000" b="1">
                <a:solidFill>
                  <a:srgbClr val="0088FF"/>
                </a:solidFill>
                <a:latin typeface="Verdana"/>
                <a:cs typeface="Verdana"/>
              </a:defRPr>
            </a:lvl4pPr>
            <a:lvl5pPr marL="1828800" indent="0">
              <a:buNone/>
              <a:defRPr sz="2000" b="1">
                <a:solidFill>
                  <a:srgbClr val="0088FF"/>
                </a:solidFill>
                <a:latin typeface="Verdana"/>
                <a:cs typeface="Verdana"/>
              </a:defRPr>
            </a:lvl5pPr>
          </a:lstStyle>
          <a:p>
            <a:pPr lvl="0"/>
            <a:r>
              <a:rPr lang="en-US" dirty="0"/>
              <a:t>Click to edit subtitle</a:t>
            </a:r>
          </a:p>
        </p:txBody>
      </p:sp>
      <p:sp>
        <p:nvSpPr>
          <p:cNvPr id="10" name="Content Placeholder 9"/>
          <p:cNvSpPr>
            <a:spLocks noGrp="1"/>
          </p:cNvSpPr>
          <p:nvPr>
            <p:ph sz="quarter" idx="18"/>
          </p:nvPr>
        </p:nvSpPr>
        <p:spPr>
          <a:xfrm>
            <a:off x="484187" y="1972734"/>
            <a:ext cx="3835400" cy="3734330"/>
          </a:xfrm>
          <a:prstGeom prst="rect">
            <a:avLst/>
          </a:prstGeom>
        </p:spPr>
        <p:txBody>
          <a:bodyPr vert="horz" lIns="0" tIns="0" rIns="0" bIns="0"/>
          <a:lstStyle>
            <a:lvl1pPr marL="180000" indent="-180000">
              <a:spcBef>
                <a:spcPts val="600"/>
              </a:spcBef>
              <a:defRPr sz="1400">
                <a:latin typeface="Verdana"/>
                <a:cs typeface="Verdana"/>
              </a:defRPr>
            </a:lvl1pPr>
            <a:lvl2pPr marL="360000" indent="-180000">
              <a:spcBef>
                <a:spcPts val="600"/>
              </a:spcBef>
              <a:defRPr sz="1400">
                <a:latin typeface="Verdana"/>
                <a:cs typeface="Verdana"/>
              </a:defRPr>
            </a:lvl2pPr>
            <a:lvl3pPr marL="540000" indent="-180000">
              <a:spcBef>
                <a:spcPts val="600"/>
              </a:spcBef>
              <a:defRPr sz="1400">
                <a:latin typeface="Verdana"/>
                <a:cs typeface="Verdana"/>
              </a:defRPr>
            </a:lvl3pPr>
            <a:lvl4pPr marL="720000" indent="-180000">
              <a:spcBef>
                <a:spcPts val="600"/>
              </a:spcBef>
              <a:defRPr sz="1400">
                <a:latin typeface="Verdana"/>
                <a:cs typeface="Verdana"/>
              </a:defRPr>
            </a:lvl4pPr>
            <a:lvl5pPr marL="900000" indent="-180000">
              <a:spcBef>
                <a:spcPts val="600"/>
              </a:spcBef>
              <a:defRPr sz="1400">
                <a:latin typeface="Verdana"/>
                <a:cs typeface="Verdana"/>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9"/>
          <p:cNvSpPr>
            <a:spLocks noGrp="1"/>
          </p:cNvSpPr>
          <p:nvPr>
            <p:ph sz="quarter" idx="19"/>
          </p:nvPr>
        </p:nvSpPr>
        <p:spPr>
          <a:xfrm>
            <a:off x="4576439" y="1972734"/>
            <a:ext cx="3835400" cy="3734330"/>
          </a:xfrm>
          <a:prstGeom prst="rect">
            <a:avLst/>
          </a:prstGeom>
        </p:spPr>
        <p:txBody>
          <a:bodyPr vert="horz" lIns="0" tIns="0" rIns="0" bIns="0"/>
          <a:lstStyle>
            <a:lvl1pPr marL="180000" indent="-180000">
              <a:spcBef>
                <a:spcPts val="600"/>
              </a:spcBef>
              <a:defRPr sz="1400">
                <a:latin typeface="Verdana"/>
                <a:cs typeface="Verdana"/>
              </a:defRPr>
            </a:lvl1pPr>
            <a:lvl2pPr marL="360000" indent="-180000">
              <a:spcBef>
                <a:spcPts val="600"/>
              </a:spcBef>
              <a:defRPr sz="1400">
                <a:latin typeface="Verdana"/>
                <a:cs typeface="Verdana"/>
              </a:defRPr>
            </a:lvl2pPr>
            <a:lvl3pPr marL="540000" indent="-180000">
              <a:spcBef>
                <a:spcPts val="600"/>
              </a:spcBef>
              <a:defRPr sz="1400">
                <a:latin typeface="Verdana"/>
                <a:cs typeface="Verdana"/>
              </a:defRPr>
            </a:lvl3pPr>
            <a:lvl4pPr marL="720000" indent="-180000">
              <a:spcBef>
                <a:spcPts val="600"/>
              </a:spcBef>
              <a:defRPr sz="1400">
                <a:latin typeface="Verdana"/>
                <a:cs typeface="Verdana"/>
              </a:defRPr>
            </a:lvl4pPr>
            <a:lvl5pPr marL="900000" indent="-180000">
              <a:spcBef>
                <a:spcPts val="600"/>
              </a:spcBef>
              <a:defRPr sz="1400">
                <a:latin typeface="Verdana"/>
                <a:cs typeface="Verdana"/>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itle 31"/>
          <p:cNvSpPr>
            <a:spLocks noGrp="1"/>
          </p:cNvSpPr>
          <p:nvPr>
            <p:ph type="title" hasCustomPrompt="1"/>
          </p:nvPr>
        </p:nvSpPr>
        <p:spPr>
          <a:xfrm>
            <a:off x="484186" y="116502"/>
            <a:ext cx="7110414" cy="925114"/>
          </a:xfrm>
          <a:prstGeom prst="rect">
            <a:avLst/>
          </a:prstGeom>
          <a:noFill/>
        </p:spPr>
        <p:txBody>
          <a:bodyPr vert="horz" tIns="0" bIns="61200" anchor="ctr" anchorCtr="0"/>
          <a:lstStyle>
            <a:lvl1pPr marL="0" algn="l">
              <a:defRPr sz="2600" b="1">
                <a:solidFill>
                  <a:srgbClr val="FFFFFF"/>
                </a:solidFill>
                <a:latin typeface="Verdana"/>
                <a:cs typeface="Verdana"/>
              </a:defRPr>
            </a:lvl1pPr>
          </a:lstStyle>
          <a:p>
            <a:r>
              <a:rPr lang="en-US" dirty="0"/>
              <a:t>Edit Title</a:t>
            </a:r>
          </a:p>
        </p:txBody>
      </p:sp>
    </p:spTree>
    <p:extLst>
      <p:ext uri="{BB962C8B-B14F-4D97-AF65-F5344CB8AC3E}">
        <p14:creationId xmlns:p14="http://schemas.microsoft.com/office/powerpoint/2010/main" val="2168244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pictures with content">
    <p:spTree>
      <p:nvGrpSpPr>
        <p:cNvPr id="1" name=""/>
        <p:cNvGrpSpPr/>
        <p:nvPr/>
      </p:nvGrpSpPr>
      <p:grpSpPr>
        <a:xfrm>
          <a:off x="0" y="0"/>
          <a:ext cx="0" cy="0"/>
          <a:chOff x="0" y="0"/>
          <a:chExt cx="0" cy="0"/>
        </a:xfrm>
      </p:grpSpPr>
      <p:grpSp>
        <p:nvGrpSpPr>
          <p:cNvPr id="11" name="Group 10"/>
          <p:cNvGrpSpPr/>
          <p:nvPr userDrawn="1"/>
        </p:nvGrpSpPr>
        <p:grpSpPr>
          <a:xfrm>
            <a:off x="0" y="0"/>
            <a:ext cx="9151938" cy="1127125"/>
            <a:chOff x="0" y="0"/>
            <a:chExt cx="9151938" cy="1127125"/>
          </a:xfrm>
        </p:grpSpPr>
        <p:sp>
          <p:nvSpPr>
            <p:cNvPr id="13" name="Picture Placeholder 4"/>
            <p:cNvSpPr txBox="1">
              <a:spLocks/>
            </p:cNvSpPr>
            <p:nvPr/>
          </p:nvSpPr>
          <p:spPr>
            <a:xfrm>
              <a:off x="0" y="1"/>
              <a:ext cx="9144000" cy="1127124"/>
            </a:xfrm>
            <a:prstGeom prst="rect">
              <a:avLst/>
            </a:prstGeom>
            <a:gradFill flip="none" rotWithShape="1">
              <a:gsLst>
                <a:gs pos="0">
                  <a:srgbClr val="0088FF"/>
                </a:gs>
                <a:gs pos="100000">
                  <a:srgbClr val="0091FF">
                    <a:alpha val="23000"/>
                  </a:srgbClr>
                </a:gs>
              </a:gsLst>
              <a:lin ang="0" scaled="1"/>
              <a:tileRect/>
            </a:gradFill>
          </p:spPr>
          <p:txBody>
            <a:bodyPr vert="horz"/>
            <a:lstStyle>
              <a:lvl1pPr marL="0" indent="0" algn="l" defTabSz="457207" rtl="0" eaLnBrk="1" latinLnBrk="0" hangingPunct="1">
                <a:spcBef>
                  <a:spcPts val="1000"/>
                </a:spcBef>
                <a:spcAft>
                  <a:spcPts val="0"/>
                </a:spcAft>
                <a:buClr>
                  <a:schemeClr val="bg2">
                    <a:lumMod val="40000"/>
                    <a:lumOff val="60000"/>
                  </a:schemeClr>
                </a:buClr>
                <a:buSzPct val="80000"/>
                <a:buFont typeface="Wingdings 3" charset="2"/>
                <a:buNone/>
                <a:defRPr sz="2000" b="0" i="0" kern="1200">
                  <a:solidFill>
                    <a:schemeClr val="bg1"/>
                  </a:solidFill>
                  <a:latin typeface="Verdana"/>
                  <a:ea typeface="+mj-ea"/>
                  <a:cs typeface="Verdana"/>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gn="ctr">
                <a:spcBef>
                  <a:spcPts val="0"/>
                </a:spcBef>
              </a:pPr>
              <a:endParaRPr lang="en-US" dirty="0"/>
            </a:p>
          </p:txBody>
        </p:sp>
        <p:sp>
          <p:nvSpPr>
            <p:cNvPr id="21" name="Rectangle 20"/>
            <p:cNvSpPr/>
            <p:nvPr/>
          </p:nvSpPr>
          <p:spPr>
            <a:xfrm>
              <a:off x="8024813" y="0"/>
              <a:ext cx="1127125" cy="1127125"/>
            </a:xfrm>
            <a:prstGeom prst="rect">
              <a:avLst/>
            </a:prstGeom>
            <a:solidFill>
              <a:srgbClr val="00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2" name="Picture 21" descr="WFPlogo-english-emblem-white.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1815" y="132647"/>
              <a:ext cx="878312" cy="878312"/>
            </a:xfrm>
            <a:prstGeom prst="rect">
              <a:avLst/>
            </a:prstGeom>
          </p:spPr>
        </p:pic>
      </p:grpSp>
      <p:sp>
        <p:nvSpPr>
          <p:cNvPr id="15" name="Picture Placeholder 2"/>
          <p:cNvSpPr>
            <a:spLocks noGrp="1"/>
          </p:cNvSpPr>
          <p:nvPr>
            <p:ph type="pic" idx="1"/>
          </p:nvPr>
        </p:nvSpPr>
        <p:spPr>
          <a:xfrm>
            <a:off x="484187" y="1676401"/>
            <a:ext cx="2813050" cy="1984026"/>
          </a:xfrm>
          <a:prstGeom prst="rect">
            <a:avLst/>
          </a:prstGeom>
        </p:spPr>
        <p:txBody>
          <a:bodyPr anchor="ctr" anchorCtr="0"/>
          <a:lstStyle>
            <a:lvl1pPr marL="0" indent="0">
              <a:buNone/>
              <a:defRPr sz="17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8" name="Picture Placeholder 2"/>
          <p:cNvSpPr>
            <a:spLocks noGrp="1"/>
          </p:cNvSpPr>
          <p:nvPr>
            <p:ph type="pic" idx="10"/>
          </p:nvPr>
        </p:nvSpPr>
        <p:spPr>
          <a:xfrm>
            <a:off x="6275387" y="1676401"/>
            <a:ext cx="2813050" cy="1984026"/>
          </a:xfrm>
          <a:prstGeom prst="rect">
            <a:avLst/>
          </a:prstGeom>
        </p:spPr>
        <p:txBody>
          <a:bodyPr anchor="ctr" anchorCtr="0"/>
          <a:lstStyle>
            <a:lvl1pPr marL="0" indent="0">
              <a:buNone/>
              <a:defRPr sz="17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9" name="Picture Placeholder 2"/>
          <p:cNvSpPr>
            <a:spLocks noGrp="1"/>
          </p:cNvSpPr>
          <p:nvPr>
            <p:ph type="pic" idx="11"/>
          </p:nvPr>
        </p:nvSpPr>
        <p:spPr>
          <a:xfrm>
            <a:off x="3379787" y="1676401"/>
            <a:ext cx="2813050" cy="1984026"/>
          </a:xfrm>
          <a:prstGeom prst="rect">
            <a:avLst/>
          </a:prstGeom>
        </p:spPr>
        <p:txBody>
          <a:bodyPr anchor="ctr" anchorCtr="0"/>
          <a:lstStyle>
            <a:lvl1pPr marL="0" indent="0">
              <a:buNone/>
              <a:defRPr sz="17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0" name="Text Placeholder 33"/>
          <p:cNvSpPr>
            <a:spLocks noGrp="1"/>
          </p:cNvSpPr>
          <p:nvPr>
            <p:ph type="body" sz="quarter" idx="12" hasCustomPrompt="1"/>
          </p:nvPr>
        </p:nvSpPr>
        <p:spPr>
          <a:xfrm>
            <a:off x="484187" y="3861048"/>
            <a:ext cx="4130159" cy="2194520"/>
          </a:xfrm>
          <a:prstGeom prst="rect">
            <a:avLst/>
          </a:prstGeom>
        </p:spPr>
        <p:txBody>
          <a:bodyPr vert="horz" wrap="none" lIns="0" tIns="0" rIns="0" bIns="0" anchor="t" anchorCtr="0"/>
          <a:lstStyle>
            <a:lvl1pPr marL="0" indent="-381600">
              <a:lnSpc>
                <a:spcPct val="200000"/>
              </a:lnSpc>
              <a:spcBef>
                <a:spcPts val="0"/>
              </a:spcBef>
              <a:buNone/>
              <a:defRPr sz="1700" b="1">
                <a:latin typeface="Verdana"/>
                <a:cs typeface="Verdana"/>
              </a:defRPr>
            </a:lvl1pPr>
            <a:lvl2pPr marL="457200" indent="0">
              <a:buNone/>
              <a:defRPr sz="1700" b="1">
                <a:latin typeface="Verdana"/>
                <a:cs typeface="Verdana"/>
              </a:defRPr>
            </a:lvl2pPr>
            <a:lvl3pPr marL="914400" indent="0">
              <a:buNone/>
              <a:defRPr sz="1700" b="1">
                <a:latin typeface="Verdana"/>
                <a:cs typeface="Verdana"/>
              </a:defRPr>
            </a:lvl3pPr>
            <a:lvl4pPr marL="1371600" indent="0">
              <a:buNone/>
              <a:defRPr sz="1700" b="1">
                <a:latin typeface="Verdana"/>
                <a:cs typeface="Verdana"/>
              </a:defRPr>
            </a:lvl4pPr>
            <a:lvl5pPr marL="1828800" indent="0">
              <a:buNone/>
              <a:defRPr sz="1700" b="1">
                <a:latin typeface="Verdana"/>
                <a:cs typeface="Verdana"/>
              </a:defRPr>
            </a:lvl5pPr>
          </a:lstStyle>
          <a:p>
            <a:pPr lvl="0"/>
            <a:r>
              <a:rPr lang="en-US" dirty="0"/>
              <a:t>Click to edit text</a:t>
            </a:r>
          </a:p>
          <a:p>
            <a:pPr lvl="0"/>
            <a:r>
              <a:rPr lang="en-US" dirty="0"/>
              <a:t>Click to edit text</a:t>
            </a:r>
          </a:p>
          <a:p>
            <a:pPr lvl="0"/>
            <a:r>
              <a:rPr lang="en-US" dirty="0"/>
              <a:t>Click to edit text</a:t>
            </a:r>
          </a:p>
          <a:p>
            <a:pPr lvl="0"/>
            <a:r>
              <a:rPr lang="en-US" dirty="0"/>
              <a:t>Click to edit text</a:t>
            </a:r>
          </a:p>
        </p:txBody>
      </p:sp>
      <p:sp>
        <p:nvSpPr>
          <p:cNvPr id="23" name="Title 31"/>
          <p:cNvSpPr>
            <a:spLocks noGrp="1"/>
          </p:cNvSpPr>
          <p:nvPr>
            <p:ph type="title" hasCustomPrompt="1"/>
          </p:nvPr>
        </p:nvSpPr>
        <p:spPr>
          <a:xfrm>
            <a:off x="484186" y="116502"/>
            <a:ext cx="7110414" cy="925114"/>
          </a:xfrm>
          <a:prstGeom prst="rect">
            <a:avLst/>
          </a:prstGeom>
          <a:noFill/>
        </p:spPr>
        <p:txBody>
          <a:bodyPr vert="horz" tIns="0" bIns="61200" anchor="ctr" anchorCtr="0"/>
          <a:lstStyle>
            <a:lvl1pPr marL="0" algn="l">
              <a:defRPr sz="2600" b="1">
                <a:solidFill>
                  <a:srgbClr val="FFFFFF"/>
                </a:solidFill>
                <a:latin typeface="Verdana"/>
                <a:cs typeface="Verdana"/>
              </a:defRPr>
            </a:lvl1pPr>
          </a:lstStyle>
          <a:p>
            <a:r>
              <a:rPr lang="en-US" dirty="0"/>
              <a:t>Edit Title</a:t>
            </a:r>
          </a:p>
        </p:txBody>
      </p:sp>
    </p:spTree>
    <p:extLst>
      <p:ext uri="{BB962C8B-B14F-4D97-AF65-F5344CB8AC3E}">
        <p14:creationId xmlns:p14="http://schemas.microsoft.com/office/powerpoint/2010/main" val="1730647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 picture with content">
    <p:spTree>
      <p:nvGrpSpPr>
        <p:cNvPr id="1" name=""/>
        <p:cNvGrpSpPr/>
        <p:nvPr/>
      </p:nvGrpSpPr>
      <p:grpSpPr>
        <a:xfrm>
          <a:off x="0" y="0"/>
          <a:ext cx="0" cy="0"/>
          <a:chOff x="0" y="0"/>
          <a:chExt cx="0" cy="0"/>
        </a:xfrm>
      </p:grpSpPr>
      <p:grpSp>
        <p:nvGrpSpPr>
          <p:cNvPr id="18" name="Group 17"/>
          <p:cNvGrpSpPr/>
          <p:nvPr userDrawn="1"/>
        </p:nvGrpSpPr>
        <p:grpSpPr>
          <a:xfrm>
            <a:off x="0" y="0"/>
            <a:ext cx="9151938" cy="1127125"/>
            <a:chOff x="0" y="0"/>
            <a:chExt cx="9151938" cy="1127125"/>
          </a:xfrm>
        </p:grpSpPr>
        <p:sp>
          <p:nvSpPr>
            <p:cNvPr id="19" name="Picture Placeholder 4"/>
            <p:cNvSpPr txBox="1">
              <a:spLocks/>
            </p:cNvSpPr>
            <p:nvPr/>
          </p:nvSpPr>
          <p:spPr>
            <a:xfrm>
              <a:off x="0" y="1"/>
              <a:ext cx="9144000" cy="1127124"/>
            </a:xfrm>
            <a:prstGeom prst="rect">
              <a:avLst/>
            </a:prstGeom>
            <a:gradFill flip="none" rotWithShape="1">
              <a:gsLst>
                <a:gs pos="0">
                  <a:srgbClr val="0088FF"/>
                </a:gs>
                <a:gs pos="100000">
                  <a:srgbClr val="0091FF">
                    <a:alpha val="23000"/>
                  </a:srgbClr>
                </a:gs>
              </a:gsLst>
              <a:lin ang="0" scaled="1"/>
              <a:tileRect/>
            </a:gradFill>
          </p:spPr>
          <p:txBody>
            <a:bodyPr vert="horz"/>
            <a:lstStyle>
              <a:lvl1pPr marL="0" indent="0" algn="l" defTabSz="457207" rtl="0" eaLnBrk="1" latinLnBrk="0" hangingPunct="1">
                <a:spcBef>
                  <a:spcPts val="1000"/>
                </a:spcBef>
                <a:spcAft>
                  <a:spcPts val="0"/>
                </a:spcAft>
                <a:buClr>
                  <a:schemeClr val="bg2">
                    <a:lumMod val="40000"/>
                    <a:lumOff val="60000"/>
                  </a:schemeClr>
                </a:buClr>
                <a:buSzPct val="80000"/>
                <a:buFont typeface="Wingdings 3" charset="2"/>
                <a:buNone/>
                <a:defRPr sz="2000" b="0" i="0" kern="1200">
                  <a:solidFill>
                    <a:schemeClr val="bg1"/>
                  </a:solidFill>
                  <a:latin typeface="Verdana"/>
                  <a:ea typeface="+mj-ea"/>
                  <a:cs typeface="Verdana"/>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gn="ctr">
                <a:spcBef>
                  <a:spcPts val="0"/>
                </a:spcBef>
              </a:pPr>
              <a:endParaRPr lang="en-US" dirty="0"/>
            </a:p>
          </p:txBody>
        </p:sp>
        <p:sp>
          <p:nvSpPr>
            <p:cNvPr id="20" name="Rectangle 19"/>
            <p:cNvSpPr/>
            <p:nvPr/>
          </p:nvSpPr>
          <p:spPr>
            <a:xfrm>
              <a:off x="8024813" y="0"/>
              <a:ext cx="1127125" cy="1127125"/>
            </a:xfrm>
            <a:prstGeom prst="rect">
              <a:avLst/>
            </a:prstGeom>
            <a:solidFill>
              <a:srgbClr val="00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descr="WFPlogo-english-emblem-white.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1815" y="132647"/>
              <a:ext cx="878312" cy="878312"/>
            </a:xfrm>
            <a:prstGeom prst="rect">
              <a:avLst/>
            </a:prstGeom>
          </p:spPr>
        </p:pic>
      </p:grpSp>
      <p:sp>
        <p:nvSpPr>
          <p:cNvPr id="5" name="Picture Placeholder 2"/>
          <p:cNvSpPr>
            <a:spLocks noGrp="1"/>
          </p:cNvSpPr>
          <p:nvPr>
            <p:ph type="pic" idx="1"/>
          </p:nvPr>
        </p:nvSpPr>
        <p:spPr>
          <a:xfrm>
            <a:off x="484187" y="1896535"/>
            <a:ext cx="2813050" cy="1984026"/>
          </a:xfrm>
          <a:prstGeom prst="rect">
            <a:avLst/>
          </a:prstGeom>
        </p:spPr>
        <p:txBody>
          <a:bodyPr anchor="ctr" anchorCtr="0"/>
          <a:lstStyle>
            <a:lvl1pPr marL="0" indent="0">
              <a:buNone/>
              <a:defRPr sz="17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Picture Placeholder 2"/>
          <p:cNvSpPr>
            <a:spLocks noGrp="1"/>
          </p:cNvSpPr>
          <p:nvPr>
            <p:ph type="pic" idx="10"/>
          </p:nvPr>
        </p:nvSpPr>
        <p:spPr>
          <a:xfrm>
            <a:off x="484187" y="3962402"/>
            <a:ext cx="2813050" cy="1984026"/>
          </a:xfrm>
          <a:prstGeom prst="rect">
            <a:avLst/>
          </a:prstGeom>
        </p:spPr>
        <p:txBody>
          <a:bodyPr anchor="ctr" anchorCtr="0"/>
          <a:lstStyle>
            <a:lvl1pPr marL="0" indent="0">
              <a:buNone/>
              <a:defRPr sz="17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7" name="Picture Placeholder 2"/>
          <p:cNvSpPr>
            <a:spLocks noGrp="1"/>
          </p:cNvSpPr>
          <p:nvPr>
            <p:ph type="pic" idx="11"/>
          </p:nvPr>
        </p:nvSpPr>
        <p:spPr>
          <a:xfrm>
            <a:off x="3410123" y="1896535"/>
            <a:ext cx="2635250" cy="1984026"/>
          </a:xfrm>
          <a:prstGeom prst="rect">
            <a:avLst/>
          </a:prstGeom>
        </p:spPr>
        <p:txBody>
          <a:bodyPr anchor="ctr" anchorCtr="0"/>
          <a:lstStyle>
            <a:lvl1pPr marL="0" indent="0">
              <a:buNone/>
              <a:defRPr sz="17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8" name="Picture Placeholder 2"/>
          <p:cNvSpPr>
            <a:spLocks noGrp="1"/>
          </p:cNvSpPr>
          <p:nvPr>
            <p:ph type="pic" idx="12"/>
          </p:nvPr>
        </p:nvSpPr>
        <p:spPr>
          <a:xfrm>
            <a:off x="3410123" y="3962402"/>
            <a:ext cx="2635250" cy="1984026"/>
          </a:xfrm>
          <a:prstGeom prst="rect">
            <a:avLst/>
          </a:prstGeom>
        </p:spPr>
        <p:txBody>
          <a:bodyPr anchor="ctr" anchorCtr="0"/>
          <a:lstStyle>
            <a:lvl1pPr marL="0" indent="0">
              <a:buNone/>
              <a:defRPr sz="17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Text Placeholder 2"/>
          <p:cNvSpPr>
            <a:spLocks noGrp="1"/>
          </p:cNvSpPr>
          <p:nvPr>
            <p:ph type="body" sz="quarter" idx="14" hasCustomPrompt="1"/>
          </p:nvPr>
        </p:nvSpPr>
        <p:spPr>
          <a:xfrm>
            <a:off x="484187" y="1335336"/>
            <a:ext cx="3722365" cy="914400"/>
          </a:xfrm>
          <a:prstGeom prst="rect">
            <a:avLst/>
          </a:prstGeom>
        </p:spPr>
        <p:txBody>
          <a:bodyPr vert="horz" lIns="0" tIns="0" rIns="0" bIns="0" anchor="t" anchorCtr="0"/>
          <a:lstStyle>
            <a:lvl1pPr marL="0" indent="0">
              <a:lnSpc>
                <a:spcPct val="100000"/>
              </a:lnSpc>
              <a:buNone/>
              <a:defRPr sz="2000" b="1" baseline="0">
                <a:solidFill>
                  <a:srgbClr val="0088FF"/>
                </a:solidFill>
                <a:latin typeface="Verdana"/>
                <a:cs typeface="Verdana"/>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subtitle</a:t>
            </a:r>
          </a:p>
        </p:txBody>
      </p:sp>
      <p:sp>
        <p:nvSpPr>
          <p:cNvPr id="15" name="Text Placeholder 14"/>
          <p:cNvSpPr>
            <a:spLocks noGrp="1"/>
          </p:cNvSpPr>
          <p:nvPr>
            <p:ph type="body" sz="quarter" idx="15"/>
          </p:nvPr>
        </p:nvSpPr>
        <p:spPr>
          <a:xfrm>
            <a:off x="6105698" y="1896534"/>
            <a:ext cx="2700338" cy="4049713"/>
          </a:xfrm>
          <a:prstGeom prst="rect">
            <a:avLst/>
          </a:prstGeom>
        </p:spPr>
        <p:txBody>
          <a:bodyPr vert="horz" lIns="0" tIns="0" rIns="0" bIns="0"/>
          <a:lstStyle>
            <a:lvl1pPr marL="180000" indent="-180000">
              <a:lnSpc>
                <a:spcPts val="2000"/>
              </a:lnSpc>
              <a:spcBef>
                <a:spcPts val="0"/>
              </a:spcBef>
              <a:spcAft>
                <a:spcPts val="600"/>
              </a:spcAft>
              <a:defRPr sz="1400" baseline="0">
                <a:latin typeface="Verdana"/>
                <a:cs typeface="Verdana"/>
              </a:defRPr>
            </a:lvl1pPr>
            <a:lvl2pPr marL="180000" indent="-180000">
              <a:lnSpc>
                <a:spcPts val="2000"/>
              </a:lnSpc>
              <a:spcBef>
                <a:spcPts val="0"/>
              </a:spcBef>
              <a:spcAft>
                <a:spcPts val="600"/>
              </a:spcAft>
              <a:defRPr sz="1400">
                <a:latin typeface="Verdana"/>
                <a:cs typeface="Verdana"/>
              </a:defRPr>
            </a:lvl2pPr>
            <a:lvl3pPr marL="180000" indent="-180000">
              <a:lnSpc>
                <a:spcPts val="2000"/>
              </a:lnSpc>
              <a:spcBef>
                <a:spcPts val="0"/>
              </a:spcBef>
              <a:spcAft>
                <a:spcPts val="600"/>
              </a:spcAft>
              <a:defRPr sz="1400">
                <a:latin typeface="Verdana"/>
                <a:cs typeface="Verdana"/>
              </a:defRPr>
            </a:lvl3pPr>
            <a:lvl4pPr marL="180000" indent="-180000">
              <a:lnSpc>
                <a:spcPts val="2000"/>
              </a:lnSpc>
              <a:spcBef>
                <a:spcPts val="0"/>
              </a:spcBef>
              <a:spcAft>
                <a:spcPts val="600"/>
              </a:spcAft>
              <a:defRPr sz="1400">
                <a:latin typeface="Verdana"/>
                <a:cs typeface="Verdana"/>
              </a:defRPr>
            </a:lvl4pPr>
            <a:lvl5pPr marL="180000" indent="-180000">
              <a:lnSpc>
                <a:spcPts val="2000"/>
              </a:lnSpc>
              <a:spcBef>
                <a:spcPts val="0"/>
              </a:spcBef>
              <a:spcAft>
                <a:spcPts val="600"/>
              </a:spcAft>
              <a:defRPr sz="1400">
                <a:latin typeface="Verdana"/>
                <a:cs typeface="Verdana"/>
              </a:defRPr>
            </a:lvl5pPr>
          </a:lstStyle>
          <a:p>
            <a:pPr lvl="0"/>
            <a:r>
              <a:rPr lang="en-US"/>
              <a:t>Click to edit Master text styles</a:t>
            </a:r>
          </a:p>
          <a:p>
            <a:pPr lvl="1"/>
            <a:r>
              <a:rPr lang="en-US"/>
              <a:t>Second level</a:t>
            </a:r>
          </a:p>
        </p:txBody>
      </p:sp>
      <p:grpSp>
        <p:nvGrpSpPr>
          <p:cNvPr id="12" name="Group 11"/>
          <p:cNvGrpSpPr/>
          <p:nvPr/>
        </p:nvGrpSpPr>
        <p:grpSpPr>
          <a:xfrm>
            <a:off x="0" y="0"/>
            <a:ext cx="9151938" cy="1127125"/>
            <a:chOff x="0" y="0"/>
            <a:chExt cx="9151938" cy="1127125"/>
          </a:xfrm>
        </p:grpSpPr>
        <p:sp>
          <p:nvSpPr>
            <p:cNvPr id="13" name="Picture Placeholder 4"/>
            <p:cNvSpPr txBox="1">
              <a:spLocks/>
            </p:cNvSpPr>
            <p:nvPr/>
          </p:nvSpPr>
          <p:spPr>
            <a:xfrm>
              <a:off x="0" y="1"/>
              <a:ext cx="9144000" cy="1127124"/>
            </a:xfrm>
            <a:prstGeom prst="rect">
              <a:avLst/>
            </a:prstGeom>
            <a:gradFill flip="none" rotWithShape="1">
              <a:gsLst>
                <a:gs pos="0">
                  <a:srgbClr val="0088FF"/>
                </a:gs>
                <a:gs pos="100000">
                  <a:srgbClr val="0091FF">
                    <a:alpha val="23000"/>
                  </a:srgbClr>
                </a:gs>
              </a:gsLst>
              <a:lin ang="0" scaled="1"/>
              <a:tileRect/>
            </a:gradFill>
          </p:spPr>
          <p:txBody>
            <a:bodyPr vert="horz"/>
            <a:lstStyle>
              <a:lvl1pPr marL="0" indent="0" algn="l" defTabSz="457207" rtl="0" eaLnBrk="1" latinLnBrk="0" hangingPunct="1">
                <a:spcBef>
                  <a:spcPts val="1000"/>
                </a:spcBef>
                <a:spcAft>
                  <a:spcPts val="0"/>
                </a:spcAft>
                <a:buClr>
                  <a:schemeClr val="bg2">
                    <a:lumMod val="40000"/>
                    <a:lumOff val="60000"/>
                  </a:schemeClr>
                </a:buClr>
                <a:buSzPct val="80000"/>
                <a:buFont typeface="Wingdings 3" charset="2"/>
                <a:buNone/>
                <a:defRPr sz="2000" b="0" i="0" kern="1200">
                  <a:solidFill>
                    <a:schemeClr val="bg1"/>
                  </a:solidFill>
                  <a:latin typeface="Verdana"/>
                  <a:ea typeface="+mj-ea"/>
                  <a:cs typeface="Verdana"/>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gn="ctr">
                <a:spcBef>
                  <a:spcPts val="0"/>
                </a:spcBef>
              </a:pPr>
              <a:endParaRPr lang="en-US" dirty="0"/>
            </a:p>
          </p:txBody>
        </p:sp>
        <p:sp>
          <p:nvSpPr>
            <p:cNvPr id="14" name="Rectangle 13"/>
            <p:cNvSpPr/>
            <p:nvPr/>
          </p:nvSpPr>
          <p:spPr>
            <a:xfrm>
              <a:off x="8024813" y="0"/>
              <a:ext cx="1127125" cy="1127125"/>
            </a:xfrm>
            <a:prstGeom prst="rect">
              <a:avLst/>
            </a:prstGeom>
            <a:solidFill>
              <a:srgbClr val="00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 name="Picture 15" descr="WFPlogo-english-emblem-white.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1815" y="132647"/>
              <a:ext cx="878312" cy="878312"/>
            </a:xfrm>
            <a:prstGeom prst="rect">
              <a:avLst/>
            </a:prstGeom>
          </p:spPr>
        </p:pic>
      </p:grpSp>
      <p:sp>
        <p:nvSpPr>
          <p:cNvPr id="22" name="Title 31"/>
          <p:cNvSpPr>
            <a:spLocks noGrp="1"/>
          </p:cNvSpPr>
          <p:nvPr>
            <p:ph type="title" hasCustomPrompt="1"/>
          </p:nvPr>
        </p:nvSpPr>
        <p:spPr>
          <a:xfrm>
            <a:off x="484186" y="116502"/>
            <a:ext cx="7110414" cy="925114"/>
          </a:xfrm>
          <a:prstGeom prst="rect">
            <a:avLst/>
          </a:prstGeom>
          <a:noFill/>
        </p:spPr>
        <p:txBody>
          <a:bodyPr vert="horz" tIns="0" bIns="61200" anchor="ctr" anchorCtr="0"/>
          <a:lstStyle>
            <a:lvl1pPr marL="0" algn="l">
              <a:defRPr sz="2600" b="1">
                <a:solidFill>
                  <a:srgbClr val="FFFFFF"/>
                </a:solidFill>
                <a:latin typeface="Verdana"/>
                <a:cs typeface="Verdana"/>
              </a:defRPr>
            </a:lvl1pPr>
          </a:lstStyle>
          <a:p>
            <a:r>
              <a:rPr lang="en-US" dirty="0"/>
              <a:t>Edit Title</a:t>
            </a:r>
          </a:p>
        </p:txBody>
      </p:sp>
    </p:spTree>
    <p:extLst>
      <p:ext uri="{BB962C8B-B14F-4D97-AF65-F5344CB8AC3E}">
        <p14:creationId xmlns:p14="http://schemas.microsoft.com/office/powerpoint/2010/main" val="3016096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pictures with content and capture">
    <p:spTree>
      <p:nvGrpSpPr>
        <p:cNvPr id="1" name=""/>
        <p:cNvGrpSpPr/>
        <p:nvPr/>
      </p:nvGrpSpPr>
      <p:grpSpPr>
        <a:xfrm>
          <a:off x="0" y="0"/>
          <a:ext cx="0" cy="0"/>
          <a:chOff x="0" y="0"/>
          <a:chExt cx="0" cy="0"/>
        </a:xfrm>
      </p:grpSpPr>
      <p:sp>
        <p:nvSpPr>
          <p:cNvPr id="5" name="Picture Placeholder 2"/>
          <p:cNvSpPr>
            <a:spLocks noGrp="1"/>
          </p:cNvSpPr>
          <p:nvPr>
            <p:ph type="pic" idx="1"/>
          </p:nvPr>
        </p:nvSpPr>
        <p:spPr>
          <a:xfrm>
            <a:off x="534814" y="1676400"/>
            <a:ext cx="4145136" cy="3098799"/>
          </a:xfrm>
          <a:prstGeom prst="rect">
            <a:avLst/>
          </a:prstGeom>
        </p:spPr>
        <p:txBody>
          <a:bodyPr anchor="ctr" anchorCtr="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9" name="Picture Placeholder 8"/>
          <p:cNvSpPr>
            <a:spLocks noGrp="1"/>
          </p:cNvSpPr>
          <p:nvPr>
            <p:ph type="pic" sz="quarter" idx="12"/>
          </p:nvPr>
        </p:nvSpPr>
        <p:spPr>
          <a:xfrm>
            <a:off x="534814" y="4858657"/>
            <a:ext cx="2024236" cy="1521506"/>
          </a:xfrm>
          <a:prstGeom prst="rect">
            <a:avLst/>
          </a:prstGeom>
        </p:spPr>
        <p:txBody>
          <a:bodyPr vert="horz"/>
          <a:lstStyle>
            <a:lvl1pPr>
              <a:defRPr sz="1200"/>
            </a:lvl1pPr>
          </a:lstStyle>
          <a:p>
            <a:r>
              <a:rPr lang="en-US"/>
              <a:t>Click icon to add picture</a:t>
            </a:r>
            <a:endParaRPr lang="en-US" dirty="0"/>
          </a:p>
        </p:txBody>
      </p:sp>
      <p:sp>
        <p:nvSpPr>
          <p:cNvPr id="11" name="Picture Placeholder 10"/>
          <p:cNvSpPr>
            <a:spLocks noGrp="1"/>
          </p:cNvSpPr>
          <p:nvPr>
            <p:ph type="pic" sz="quarter" idx="13"/>
          </p:nvPr>
        </p:nvSpPr>
        <p:spPr>
          <a:xfrm>
            <a:off x="2609851" y="4858657"/>
            <a:ext cx="2070100" cy="1521506"/>
          </a:xfrm>
          <a:prstGeom prst="rect">
            <a:avLst/>
          </a:prstGeom>
        </p:spPr>
        <p:txBody>
          <a:bodyPr vert="horz"/>
          <a:lstStyle>
            <a:lvl1pPr>
              <a:defRPr sz="1200"/>
            </a:lvl1pPr>
          </a:lstStyle>
          <a:p>
            <a:r>
              <a:rPr lang="en-US"/>
              <a:t>Click icon to add picture</a:t>
            </a:r>
            <a:endParaRPr lang="en-US" dirty="0"/>
          </a:p>
        </p:txBody>
      </p:sp>
      <p:sp>
        <p:nvSpPr>
          <p:cNvPr id="13" name="Text Placeholder 12"/>
          <p:cNvSpPr>
            <a:spLocks noGrp="1"/>
          </p:cNvSpPr>
          <p:nvPr>
            <p:ph type="body" sz="quarter" idx="14"/>
          </p:nvPr>
        </p:nvSpPr>
        <p:spPr>
          <a:xfrm>
            <a:off x="4970463" y="1676401"/>
            <a:ext cx="3747180" cy="2260599"/>
          </a:xfrm>
          <a:prstGeom prst="rect">
            <a:avLst/>
          </a:prstGeom>
        </p:spPr>
        <p:txBody>
          <a:bodyPr vert="horz" lIns="0" tIns="0" rIns="0" bIns="0"/>
          <a:lstStyle>
            <a:lvl1pPr marL="0" indent="0">
              <a:lnSpc>
                <a:spcPts val="2000"/>
              </a:lnSpc>
              <a:spcBef>
                <a:spcPts val="0"/>
              </a:spcBef>
              <a:buNone/>
              <a:defRPr sz="1500">
                <a:latin typeface="Verdana"/>
                <a:cs typeface="Verdana"/>
              </a:defRPr>
            </a:lvl1pPr>
            <a:lvl2pPr marL="0" indent="0">
              <a:lnSpc>
                <a:spcPts val="2000"/>
              </a:lnSpc>
              <a:spcBef>
                <a:spcPts val="0"/>
              </a:spcBef>
              <a:buNone/>
              <a:defRPr sz="1500">
                <a:latin typeface="Verdana"/>
                <a:cs typeface="Verdana"/>
              </a:defRPr>
            </a:lvl2pPr>
            <a:lvl3pPr marL="0" indent="0">
              <a:lnSpc>
                <a:spcPts val="2000"/>
              </a:lnSpc>
              <a:spcBef>
                <a:spcPts val="0"/>
              </a:spcBef>
              <a:buNone/>
              <a:defRPr sz="1500">
                <a:latin typeface="Verdana"/>
                <a:cs typeface="Verdana"/>
              </a:defRPr>
            </a:lvl3pPr>
            <a:lvl4pPr marL="0" indent="0">
              <a:lnSpc>
                <a:spcPts val="2000"/>
              </a:lnSpc>
              <a:spcBef>
                <a:spcPts val="0"/>
              </a:spcBef>
              <a:buNone/>
              <a:defRPr sz="1500">
                <a:latin typeface="Verdana"/>
                <a:cs typeface="Verdana"/>
              </a:defRPr>
            </a:lvl4pPr>
            <a:lvl5pPr marL="0" indent="0">
              <a:lnSpc>
                <a:spcPts val="2000"/>
              </a:lnSpc>
              <a:spcBef>
                <a:spcPts val="0"/>
              </a:spcBef>
              <a:buNone/>
              <a:defRPr sz="1500">
                <a:latin typeface="Verdana"/>
                <a:cs typeface="Verdana"/>
              </a:defRPr>
            </a:lvl5pPr>
          </a:lstStyle>
          <a:p>
            <a:pPr lvl="0"/>
            <a:r>
              <a:rPr lang="en-US"/>
              <a:t>Click to edit Master text styles</a:t>
            </a:r>
          </a:p>
        </p:txBody>
      </p:sp>
      <p:sp>
        <p:nvSpPr>
          <p:cNvPr id="16" name="Text Placeholder 15"/>
          <p:cNvSpPr>
            <a:spLocks noGrp="1"/>
          </p:cNvSpPr>
          <p:nvPr>
            <p:ph type="body" sz="quarter" idx="15"/>
          </p:nvPr>
        </p:nvSpPr>
        <p:spPr>
          <a:xfrm>
            <a:off x="4970463" y="4076245"/>
            <a:ext cx="3746500" cy="1800000"/>
          </a:xfrm>
          <a:prstGeom prst="rect">
            <a:avLst/>
          </a:prstGeom>
        </p:spPr>
        <p:txBody>
          <a:bodyPr vert="horz" lIns="0" tIns="0" rIns="0" bIns="0"/>
          <a:lstStyle>
            <a:lvl1pPr marL="0" indent="0">
              <a:spcBef>
                <a:spcPts val="0"/>
              </a:spcBef>
              <a:buNone/>
              <a:defRPr sz="1500" b="1" i="0">
                <a:solidFill>
                  <a:srgbClr val="0088FF"/>
                </a:solidFill>
                <a:latin typeface="Verdana"/>
              </a:defRPr>
            </a:lvl1pPr>
            <a:lvl2pPr marL="0" indent="0">
              <a:spcBef>
                <a:spcPts val="0"/>
              </a:spcBef>
              <a:buNone/>
              <a:defRPr sz="1500" b="1" i="0">
                <a:solidFill>
                  <a:srgbClr val="0088FF"/>
                </a:solidFill>
                <a:latin typeface="Verdana"/>
              </a:defRPr>
            </a:lvl2pPr>
            <a:lvl3pPr marL="0" indent="0">
              <a:spcBef>
                <a:spcPts val="0"/>
              </a:spcBef>
              <a:buNone/>
              <a:defRPr sz="1500" b="1" i="0">
                <a:solidFill>
                  <a:srgbClr val="0088FF"/>
                </a:solidFill>
                <a:latin typeface="Verdana"/>
              </a:defRPr>
            </a:lvl3pPr>
            <a:lvl4pPr marL="0" indent="0">
              <a:spcBef>
                <a:spcPts val="0"/>
              </a:spcBef>
              <a:buNone/>
              <a:defRPr sz="1500" b="1" i="0">
                <a:solidFill>
                  <a:srgbClr val="0088FF"/>
                </a:solidFill>
                <a:latin typeface="Verdana"/>
              </a:defRPr>
            </a:lvl4pPr>
            <a:lvl5pPr marL="0" indent="0">
              <a:spcBef>
                <a:spcPts val="0"/>
              </a:spcBef>
              <a:buNone/>
              <a:defRPr sz="1500" b="1" i="0">
                <a:solidFill>
                  <a:srgbClr val="0088FF"/>
                </a:solidFill>
                <a:latin typeface="Verdana"/>
              </a:defRPr>
            </a:lvl5pPr>
          </a:lstStyle>
          <a:p>
            <a:pPr lvl="0"/>
            <a:r>
              <a:rPr lang="en-US"/>
              <a:t>Click to edit Master text styles</a:t>
            </a:r>
          </a:p>
        </p:txBody>
      </p:sp>
      <p:grpSp>
        <p:nvGrpSpPr>
          <p:cNvPr id="10" name="Group 9"/>
          <p:cNvGrpSpPr/>
          <p:nvPr/>
        </p:nvGrpSpPr>
        <p:grpSpPr>
          <a:xfrm>
            <a:off x="0" y="0"/>
            <a:ext cx="9151938" cy="1127125"/>
            <a:chOff x="0" y="0"/>
            <a:chExt cx="9151938" cy="1127125"/>
          </a:xfrm>
        </p:grpSpPr>
        <p:sp>
          <p:nvSpPr>
            <p:cNvPr id="12" name="Picture Placeholder 4"/>
            <p:cNvSpPr txBox="1">
              <a:spLocks/>
            </p:cNvSpPr>
            <p:nvPr/>
          </p:nvSpPr>
          <p:spPr>
            <a:xfrm>
              <a:off x="0" y="1"/>
              <a:ext cx="9144000" cy="1127124"/>
            </a:xfrm>
            <a:prstGeom prst="rect">
              <a:avLst/>
            </a:prstGeom>
            <a:gradFill flip="none" rotWithShape="1">
              <a:gsLst>
                <a:gs pos="0">
                  <a:srgbClr val="0088FF"/>
                </a:gs>
                <a:gs pos="100000">
                  <a:srgbClr val="0091FF">
                    <a:alpha val="23000"/>
                  </a:srgbClr>
                </a:gs>
              </a:gsLst>
              <a:lin ang="0" scaled="1"/>
              <a:tileRect/>
            </a:gradFill>
          </p:spPr>
          <p:txBody>
            <a:bodyPr vert="horz"/>
            <a:lstStyle>
              <a:lvl1pPr marL="0" indent="0" algn="l" defTabSz="457207" rtl="0" eaLnBrk="1" latinLnBrk="0" hangingPunct="1">
                <a:spcBef>
                  <a:spcPts val="1000"/>
                </a:spcBef>
                <a:spcAft>
                  <a:spcPts val="0"/>
                </a:spcAft>
                <a:buClr>
                  <a:schemeClr val="bg2">
                    <a:lumMod val="40000"/>
                    <a:lumOff val="60000"/>
                  </a:schemeClr>
                </a:buClr>
                <a:buSzPct val="80000"/>
                <a:buFont typeface="Wingdings 3" charset="2"/>
                <a:buNone/>
                <a:defRPr sz="2000" b="0" i="0" kern="1200">
                  <a:solidFill>
                    <a:schemeClr val="bg1"/>
                  </a:solidFill>
                  <a:latin typeface="Verdana"/>
                  <a:ea typeface="+mj-ea"/>
                  <a:cs typeface="Verdana"/>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gn="ctr">
                <a:spcBef>
                  <a:spcPts val="0"/>
                </a:spcBef>
              </a:pPr>
              <a:endParaRPr lang="en-US" dirty="0"/>
            </a:p>
          </p:txBody>
        </p:sp>
        <p:sp>
          <p:nvSpPr>
            <p:cNvPr id="15" name="Rectangle 14"/>
            <p:cNvSpPr/>
            <p:nvPr/>
          </p:nvSpPr>
          <p:spPr>
            <a:xfrm>
              <a:off x="8024813" y="0"/>
              <a:ext cx="1127125" cy="1127125"/>
            </a:xfrm>
            <a:prstGeom prst="rect">
              <a:avLst/>
            </a:prstGeom>
            <a:solidFill>
              <a:srgbClr val="00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7" name="Picture 16" descr="WFPlogo-english-emblem-white.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1815" y="132647"/>
              <a:ext cx="878312" cy="878312"/>
            </a:xfrm>
            <a:prstGeom prst="rect">
              <a:avLst/>
            </a:prstGeom>
          </p:spPr>
        </p:pic>
      </p:grpSp>
      <p:sp>
        <p:nvSpPr>
          <p:cNvPr id="22" name="Title 31"/>
          <p:cNvSpPr>
            <a:spLocks noGrp="1"/>
          </p:cNvSpPr>
          <p:nvPr>
            <p:ph type="title" hasCustomPrompt="1"/>
          </p:nvPr>
        </p:nvSpPr>
        <p:spPr>
          <a:xfrm>
            <a:off x="484186" y="116502"/>
            <a:ext cx="7110414" cy="925114"/>
          </a:xfrm>
          <a:prstGeom prst="rect">
            <a:avLst/>
          </a:prstGeom>
          <a:noFill/>
        </p:spPr>
        <p:txBody>
          <a:bodyPr vert="horz" tIns="0" bIns="61200" anchor="ctr" anchorCtr="0"/>
          <a:lstStyle>
            <a:lvl1pPr marL="0" algn="l">
              <a:defRPr sz="2600" b="1">
                <a:solidFill>
                  <a:srgbClr val="FFFFFF"/>
                </a:solidFill>
                <a:latin typeface="Verdana"/>
                <a:cs typeface="Verdana"/>
              </a:defRPr>
            </a:lvl1pPr>
          </a:lstStyle>
          <a:p>
            <a:r>
              <a:rPr lang="en-US" dirty="0"/>
              <a:t>Edit Title</a:t>
            </a:r>
          </a:p>
        </p:txBody>
      </p:sp>
    </p:spTree>
    <p:extLst>
      <p:ext uri="{BB962C8B-B14F-4D97-AF65-F5344CB8AC3E}">
        <p14:creationId xmlns:p14="http://schemas.microsoft.com/office/powerpoint/2010/main" val="2316429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pictures with content and capture">
    <p:spTree>
      <p:nvGrpSpPr>
        <p:cNvPr id="1" name=""/>
        <p:cNvGrpSpPr/>
        <p:nvPr/>
      </p:nvGrpSpPr>
      <p:grpSpPr>
        <a:xfrm>
          <a:off x="0" y="0"/>
          <a:ext cx="0" cy="0"/>
          <a:chOff x="0" y="0"/>
          <a:chExt cx="0" cy="0"/>
        </a:xfrm>
      </p:grpSpPr>
      <p:sp>
        <p:nvSpPr>
          <p:cNvPr id="5" name="Picture Placeholder 2"/>
          <p:cNvSpPr>
            <a:spLocks noGrp="1"/>
          </p:cNvSpPr>
          <p:nvPr>
            <p:ph type="pic" idx="1"/>
          </p:nvPr>
        </p:nvSpPr>
        <p:spPr>
          <a:xfrm>
            <a:off x="534814" y="1676400"/>
            <a:ext cx="4824000" cy="2412000"/>
          </a:xfrm>
          <a:prstGeom prst="rect">
            <a:avLst/>
          </a:prstGeom>
        </p:spPr>
        <p:txBody>
          <a:bodyPr anchor="ctr" anchorCtr="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9" name="Picture Placeholder 8"/>
          <p:cNvSpPr>
            <a:spLocks noGrp="1"/>
          </p:cNvSpPr>
          <p:nvPr>
            <p:ph type="pic" sz="quarter" idx="12"/>
          </p:nvPr>
        </p:nvSpPr>
        <p:spPr>
          <a:xfrm>
            <a:off x="534814" y="4265993"/>
            <a:ext cx="2988000" cy="2016000"/>
          </a:xfrm>
          <a:prstGeom prst="rect">
            <a:avLst/>
          </a:prstGeom>
        </p:spPr>
        <p:txBody>
          <a:bodyPr vert="horz"/>
          <a:lstStyle>
            <a:lvl1pPr>
              <a:defRPr sz="1200"/>
            </a:lvl1pPr>
          </a:lstStyle>
          <a:p>
            <a:r>
              <a:rPr lang="en-US"/>
              <a:t>Click icon to add picture</a:t>
            </a:r>
            <a:endParaRPr lang="en-US" dirty="0"/>
          </a:p>
        </p:txBody>
      </p:sp>
      <p:sp>
        <p:nvSpPr>
          <p:cNvPr id="13" name="Text Placeholder 12"/>
          <p:cNvSpPr>
            <a:spLocks noGrp="1"/>
          </p:cNvSpPr>
          <p:nvPr>
            <p:ph type="body" sz="quarter" idx="14"/>
          </p:nvPr>
        </p:nvSpPr>
        <p:spPr>
          <a:xfrm>
            <a:off x="5503863" y="1676401"/>
            <a:ext cx="3213780" cy="2260599"/>
          </a:xfrm>
          <a:prstGeom prst="rect">
            <a:avLst/>
          </a:prstGeom>
        </p:spPr>
        <p:txBody>
          <a:bodyPr vert="horz" lIns="0" tIns="0" rIns="0" bIns="0"/>
          <a:lstStyle>
            <a:lvl1pPr marL="180000" indent="-180000">
              <a:lnSpc>
                <a:spcPts val="2000"/>
              </a:lnSpc>
              <a:spcBef>
                <a:spcPts val="0"/>
              </a:spcBef>
              <a:spcAft>
                <a:spcPts val="600"/>
              </a:spcAft>
              <a:buFont typeface="Arial"/>
              <a:buChar char="•"/>
              <a:defRPr sz="1400">
                <a:latin typeface="Verdana"/>
                <a:cs typeface="Verdana"/>
              </a:defRPr>
            </a:lvl1pPr>
            <a:lvl2pPr marL="0" indent="0">
              <a:lnSpc>
                <a:spcPts val="2000"/>
              </a:lnSpc>
              <a:spcBef>
                <a:spcPts val="0"/>
              </a:spcBef>
              <a:buNone/>
              <a:defRPr sz="1500">
                <a:latin typeface="Verdana"/>
                <a:cs typeface="Verdana"/>
              </a:defRPr>
            </a:lvl2pPr>
            <a:lvl3pPr marL="0" indent="0">
              <a:lnSpc>
                <a:spcPts val="2000"/>
              </a:lnSpc>
              <a:spcBef>
                <a:spcPts val="0"/>
              </a:spcBef>
              <a:buNone/>
              <a:defRPr sz="1500">
                <a:latin typeface="Verdana"/>
                <a:cs typeface="Verdana"/>
              </a:defRPr>
            </a:lvl3pPr>
            <a:lvl4pPr marL="0" indent="0">
              <a:lnSpc>
                <a:spcPts val="2000"/>
              </a:lnSpc>
              <a:spcBef>
                <a:spcPts val="0"/>
              </a:spcBef>
              <a:buNone/>
              <a:defRPr sz="1500">
                <a:latin typeface="Verdana"/>
                <a:cs typeface="Verdana"/>
              </a:defRPr>
            </a:lvl4pPr>
            <a:lvl5pPr marL="0" indent="0">
              <a:lnSpc>
                <a:spcPts val="2000"/>
              </a:lnSpc>
              <a:spcBef>
                <a:spcPts val="0"/>
              </a:spcBef>
              <a:buNone/>
              <a:defRPr sz="1500">
                <a:latin typeface="Verdana"/>
                <a:cs typeface="Verdana"/>
              </a:defRPr>
            </a:lvl5pPr>
          </a:lstStyle>
          <a:p>
            <a:pPr lvl="0"/>
            <a:r>
              <a:rPr lang="en-US"/>
              <a:t>Click to edit Master text styles</a:t>
            </a:r>
          </a:p>
        </p:txBody>
      </p:sp>
      <p:sp>
        <p:nvSpPr>
          <p:cNvPr id="16" name="Text Placeholder 15"/>
          <p:cNvSpPr>
            <a:spLocks noGrp="1"/>
          </p:cNvSpPr>
          <p:nvPr>
            <p:ph type="body" sz="quarter" idx="15"/>
          </p:nvPr>
        </p:nvSpPr>
        <p:spPr>
          <a:xfrm>
            <a:off x="5503863" y="4269771"/>
            <a:ext cx="3213100" cy="1800000"/>
          </a:xfrm>
          <a:prstGeom prst="rect">
            <a:avLst/>
          </a:prstGeom>
        </p:spPr>
        <p:txBody>
          <a:bodyPr vert="horz" lIns="0" tIns="0" rIns="0" bIns="0"/>
          <a:lstStyle>
            <a:lvl1pPr marL="0" indent="0">
              <a:spcBef>
                <a:spcPts val="0"/>
              </a:spcBef>
              <a:buNone/>
              <a:defRPr sz="1400" b="1" i="0" baseline="0">
                <a:solidFill>
                  <a:srgbClr val="0088FF"/>
                </a:solidFill>
                <a:latin typeface="Verdana"/>
              </a:defRPr>
            </a:lvl1pPr>
            <a:lvl2pPr marL="0" indent="0">
              <a:spcBef>
                <a:spcPts val="0"/>
              </a:spcBef>
              <a:buNone/>
              <a:defRPr sz="1500" b="1" i="0">
                <a:solidFill>
                  <a:srgbClr val="0088FF"/>
                </a:solidFill>
                <a:latin typeface="Verdana"/>
              </a:defRPr>
            </a:lvl2pPr>
            <a:lvl3pPr marL="0" indent="0">
              <a:spcBef>
                <a:spcPts val="0"/>
              </a:spcBef>
              <a:buNone/>
              <a:defRPr sz="1500" b="1" i="0">
                <a:solidFill>
                  <a:srgbClr val="0088FF"/>
                </a:solidFill>
                <a:latin typeface="Verdana"/>
              </a:defRPr>
            </a:lvl3pPr>
            <a:lvl4pPr marL="0" indent="0">
              <a:spcBef>
                <a:spcPts val="0"/>
              </a:spcBef>
              <a:buNone/>
              <a:defRPr sz="1500" b="1" i="0">
                <a:solidFill>
                  <a:srgbClr val="0088FF"/>
                </a:solidFill>
                <a:latin typeface="Verdana"/>
              </a:defRPr>
            </a:lvl4pPr>
            <a:lvl5pPr marL="0" indent="0">
              <a:spcBef>
                <a:spcPts val="0"/>
              </a:spcBef>
              <a:buNone/>
              <a:defRPr sz="1500" b="1" i="0">
                <a:solidFill>
                  <a:srgbClr val="0088FF"/>
                </a:solidFill>
                <a:latin typeface="Verdana"/>
              </a:defRPr>
            </a:lvl5pPr>
          </a:lstStyle>
          <a:p>
            <a:pPr lvl="0"/>
            <a:r>
              <a:rPr lang="en-US"/>
              <a:t>Click to edit Master text styles</a:t>
            </a:r>
          </a:p>
        </p:txBody>
      </p:sp>
      <p:grpSp>
        <p:nvGrpSpPr>
          <p:cNvPr id="10" name="Group 9"/>
          <p:cNvGrpSpPr/>
          <p:nvPr/>
        </p:nvGrpSpPr>
        <p:grpSpPr>
          <a:xfrm>
            <a:off x="0" y="0"/>
            <a:ext cx="9151938" cy="1127125"/>
            <a:chOff x="0" y="0"/>
            <a:chExt cx="9151938" cy="1127125"/>
          </a:xfrm>
        </p:grpSpPr>
        <p:sp>
          <p:nvSpPr>
            <p:cNvPr id="11" name="Picture Placeholder 4"/>
            <p:cNvSpPr txBox="1">
              <a:spLocks/>
            </p:cNvSpPr>
            <p:nvPr/>
          </p:nvSpPr>
          <p:spPr>
            <a:xfrm>
              <a:off x="0" y="1"/>
              <a:ext cx="9144000" cy="1127124"/>
            </a:xfrm>
            <a:prstGeom prst="rect">
              <a:avLst/>
            </a:prstGeom>
            <a:gradFill flip="none" rotWithShape="1">
              <a:gsLst>
                <a:gs pos="0">
                  <a:srgbClr val="0088FF"/>
                </a:gs>
                <a:gs pos="100000">
                  <a:srgbClr val="0091FF">
                    <a:alpha val="23000"/>
                  </a:srgbClr>
                </a:gs>
              </a:gsLst>
              <a:lin ang="0" scaled="1"/>
              <a:tileRect/>
            </a:gradFill>
          </p:spPr>
          <p:txBody>
            <a:bodyPr vert="horz"/>
            <a:lstStyle>
              <a:lvl1pPr marL="0" indent="0" algn="l" defTabSz="457207" rtl="0" eaLnBrk="1" latinLnBrk="0" hangingPunct="1">
                <a:spcBef>
                  <a:spcPts val="1000"/>
                </a:spcBef>
                <a:spcAft>
                  <a:spcPts val="0"/>
                </a:spcAft>
                <a:buClr>
                  <a:schemeClr val="bg2">
                    <a:lumMod val="40000"/>
                    <a:lumOff val="60000"/>
                  </a:schemeClr>
                </a:buClr>
                <a:buSzPct val="80000"/>
                <a:buFont typeface="Wingdings 3" charset="2"/>
                <a:buNone/>
                <a:defRPr sz="2000" b="0" i="0" kern="1200">
                  <a:solidFill>
                    <a:schemeClr val="bg1"/>
                  </a:solidFill>
                  <a:latin typeface="Verdana"/>
                  <a:ea typeface="+mj-ea"/>
                  <a:cs typeface="Verdana"/>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gn="ctr">
                <a:spcBef>
                  <a:spcPts val="0"/>
                </a:spcBef>
              </a:pPr>
              <a:endParaRPr lang="en-US" dirty="0"/>
            </a:p>
          </p:txBody>
        </p:sp>
        <p:sp>
          <p:nvSpPr>
            <p:cNvPr id="12" name="Rectangle 11"/>
            <p:cNvSpPr/>
            <p:nvPr/>
          </p:nvSpPr>
          <p:spPr>
            <a:xfrm>
              <a:off x="8024813" y="0"/>
              <a:ext cx="1127125" cy="1127125"/>
            </a:xfrm>
            <a:prstGeom prst="rect">
              <a:avLst/>
            </a:prstGeom>
            <a:solidFill>
              <a:srgbClr val="00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WFPlogo-english-emblem-white.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1815" y="132647"/>
              <a:ext cx="878312" cy="878312"/>
            </a:xfrm>
            <a:prstGeom prst="rect">
              <a:avLst/>
            </a:prstGeom>
          </p:spPr>
        </p:pic>
      </p:grpSp>
      <p:sp>
        <p:nvSpPr>
          <p:cNvPr id="21" name="Title 31"/>
          <p:cNvSpPr>
            <a:spLocks noGrp="1"/>
          </p:cNvSpPr>
          <p:nvPr>
            <p:ph type="title" hasCustomPrompt="1"/>
          </p:nvPr>
        </p:nvSpPr>
        <p:spPr>
          <a:xfrm>
            <a:off x="484186" y="116502"/>
            <a:ext cx="7110414" cy="925114"/>
          </a:xfrm>
          <a:prstGeom prst="rect">
            <a:avLst/>
          </a:prstGeom>
          <a:noFill/>
        </p:spPr>
        <p:txBody>
          <a:bodyPr vert="horz" tIns="0" bIns="61200" anchor="ctr" anchorCtr="0"/>
          <a:lstStyle>
            <a:lvl1pPr marL="0" algn="l">
              <a:defRPr sz="2600" b="1">
                <a:solidFill>
                  <a:srgbClr val="FFFFFF"/>
                </a:solidFill>
                <a:latin typeface="Verdana"/>
                <a:cs typeface="Verdana"/>
              </a:defRPr>
            </a:lvl1pPr>
          </a:lstStyle>
          <a:p>
            <a:r>
              <a:rPr lang="en-US" dirty="0"/>
              <a:t>Edit Title</a:t>
            </a:r>
          </a:p>
        </p:txBody>
      </p:sp>
    </p:spTree>
    <p:extLst>
      <p:ext uri="{BB962C8B-B14F-4D97-AF65-F5344CB8AC3E}">
        <p14:creationId xmlns:p14="http://schemas.microsoft.com/office/powerpoint/2010/main" val="1028783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capture in a box and content">
    <p:spTree>
      <p:nvGrpSpPr>
        <p:cNvPr id="1" name=""/>
        <p:cNvGrpSpPr/>
        <p:nvPr/>
      </p:nvGrpSpPr>
      <p:grpSpPr>
        <a:xfrm>
          <a:off x="0" y="0"/>
          <a:ext cx="0" cy="0"/>
          <a:chOff x="0" y="0"/>
          <a:chExt cx="0" cy="0"/>
        </a:xfrm>
      </p:grpSpPr>
      <p:sp>
        <p:nvSpPr>
          <p:cNvPr id="10" name="Picture Placeholder 2"/>
          <p:cNvSpPr>
            <a:spLocks noGrp="1"/>
          </p:cNvSpPr>
          <p:nvPr>
            <p:ph type="pic" idx="1"/>
          </p:nvPr>
        </p:nvSpPr>
        <p:spPr>
          <a:xfrm>
            <a:off x="484187" y="1673266"/>
            <a:ext cx="4392000" cy="2196000"/>
          </a:xfrm>
          <a:prstGeom prst="rect">
            <a:avLst/>
          </a:prstGeom>
        </p:spPr>
        <p:txBody>
          <a:bodyPr anchor="ctr" anchorCtr="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4" name="Text Placeholder 33"/>
          <p:cNvSpPr>
            <a:spLocks noGrp="1"/>
          </p:cNvSpPr>
          <p:nvPr>
            <p:ph type="body" sz="quarter" idx="10" hasCustomPrompt="1"/>
          </p:nvPr>
        </p:nvSpPr>
        <p:spPr>
          <a:xfrm>
            <a:off x="487683" y="4221088"/>
            <a:ext cx="4957821" cy="360040"/>
          </a:xfrm>
          <a:prstGeom prst="rect">
            <a:avLst/>
          </a:prstGeom>
        </p:spPr>
        <p:txBody>
          <a:bodyPr vert="horz" lIns="0" rIns="0" bIns="0"/>
          <a:lstStyle>
            <a:lvl1pPr marL="0" indent="0">
              <a:spcBef>
                <a:spcPts val="0"/>
              </a:spcBef>
              <a:buNone/>
              <a:defRPr sz="1700" b="1">
                <a:latin typeface="Verdana"/>
                <a:cs typeface="Verdana"/>
              </a:defRPr>
            </a:lvl1pPr>
            <a:lvl2pPr marL="457200" indent="0">
              <a:buNone/>
              <a:defRPr sz="1700" b="1">
                <a:latin typeface="Verdana"/>
                <a:cs typeface="Verdana"/>
              </a:defRPr>
            </a:lvl2pPr>
            <a:lvl3pPr marL="914400" indent="0">
              <a:buNone/>
              <a:defRPr sz="1700" b="1">
                <a:latin typeface="Verdana"/>
                <a:cs typeface="Verdana"/>
              </a:defRPr>
            </a:lvl3pPr>
            <a:lvl4pPr marL="1371600" indent="0">
              <a:buNone/>
              <a:defRPr sz="1700" b="1">
                <a:latin typeface="Verdana"/>
                <a:cs typeface="Verdana"/>
              </a:defRPr>
            </a:lvl4pPr>
            <a:lvl5pPr marL="1828800" indent="0">
              <a:buNone/>
              <a:defRPr sz="1700" b="1">
                <a:latin typeface="Verdana"/>
                <a:cs typeface="Verdana"/>
              </a:defRPr>
            </a:lvl5pPr>
          </a:lstStyle>
          <a:p>
            <a:pPr lvl="0"/>
            <a:r>
              <a:rPr lang="en-US" dirty="0"/>
              <a:t>Click to edit text</a:t>
            </a:r>
          </a:p>
          <a:p>
            <a:pPr lvl="0"/>
            <a:endParaRPr lang="en-US" dirty="0"/>
          </a:p>
        </p:txBody>
      </p:sp>
      <p:sp>
        <p:nvSpPr>
          <p:cNvPr id="36" name="Text Placeholder 35"/>
          <p:cNvSpPr>
            <a:spLocks noGrp="1"/>
          </p:cNvSpPr>
          <p:nvPr>
            <p:ph type="body" sz="quarter" idx="11"/>
          </p:nvPr>
        </p:nvSpPr>
        <p:spPr>
          <a:xfrm>
            <a:off x="4965170" y="1673266"/>
            <a:ext cx="3649134" cy="2196000"/>
          </a:xfrm>
          <a:prstGeom prst="rect">
            <a:avLst/>
          </a:prstGeom>
          <a:solidFill>
            <a:srgbClr val="0091FF"/>
          </a:solidFill>
        </p:spPr>
        <p:txBody>
          <a:bodyPr vert="horz" lIns="72000" tIns="72000" rIns="72000" bIns="72000"/>
          <a:lstStyle>
            <a:lvl1pPr marL="0" indent="0" algn="l">
              <a:spcBef>
                <a:spcPts val="0"/>
              </a:spcBef>
              <a:buNone/>
              <a:defRPr sz="1400" b="1">
                <a:solidFill>
                  <a:schemeClr val="bg1"/>
                </a:solidFill>
                <a:latin typeface="Verdana"/>
                <a:cs typeface="Verdana"/>
              </a:defRPr>
            </a:lvl1pPr>
            <a:lvl2pPr marL="457200" indent="0" algn="l">
              <a:buNone/>
              <a:defRPr sz="1700">
                <a:latin typeface="Verdana"/>
                <a:cs typeface="Verdana"/>
              </a:defRPr>
            </a:lvl2pPr>
            <a:lvl3pPr marL="914400" indent="0" algn="l">
              <a:buNone/>
              <a:defRPr sz="1700">
                <a:latin typeface="Verdana"/>
                <a:cs typeface="Verdana"/>
              </a:defRPr>
            </a:lvl3pPr>
            <a:lvl4pPr marL="1371600" indent="0" algn="l">
              <a:buNone/>
              <a:defRPr sz="1700">
                <a:latin typeface="Verdana"/>
                <a:cs typeface="Verdana"/>
              </a:defRPr>
            </a:lvl4pPr>
            <a:lvl5pPr marL="1828800" indent="0" algn="l">
              <a:buNone/>
              <a:defRPr sz="1700">
                <a:latin typeface="Verdana"/>
                <a:cs typeface="Verdana"/>
              </a:defRPr>
            </a:lvl5pPr>
          </a:lstStyle>
          <a:p>
            <a:pPr lvl="0"/>
            <a:r>
              <a:rPr lang="en-US"/>
              <a:t>Click to edit Master text styles</a:t>
            </a:r>
          </a:p>
        </p:txBody>
      </p:sp>
      <p:sp>
        <p:nvSpPr>
          <p:cNvPr id="38" name="Text Placeholder 37"/>
          <p:cNvSpPr>
            <a:spLocks noGrp="1"/>
          </p:cNvSpPr>
          <p:nvPr>
            <p:ph type="body" sz="quarter" idx="12" hasCustomPrompt="1"/>
          </p:nvPr>
        </p:nvSpPr>
        <p:spPr>
          <a:xfrm>
            <a:off x="484187" y="4581128"/>
            <a:ext cx="6507773" cy="1728192"/>
          </a:xfrm>
          <a:prstGeom prst="rect">
            <a:avLst/>
          </a:prstGeom>
        </p:spPr>
        <p:txBody>
          <a:bodyPr vert="horz" lIns="0" tIns="0" rIns="0" bIns="0"/>
          <a:lstStyle>
            <a:lvl1pPr marL="0" marR="0" indent="0" algn="l" defTabSz="457200" rtl="0" eaLnBrk="1" fontAlgn="auto" latinLnBrk="0" hangingPunct="1">
              <a:lnSpc>
                <a:spcPct val="100000"/>
              </a:lnSpc>
              <a:spcBef>
                <a:spcPts val="0"/>
              </a:spcBef>
              <a:spcAft>
                <a:spcPts val="0"/>
              </a:spcAft>
              <a:buClr>
                <a:srgbClr val="0088FF"/>
              </a:buClr>
              <a:buSzTx/>
              <a:buFont typeface="Wingdings" charset="2"/>
              <a:buNone/>
              <a:tabLst/>
              <a:defRPr sz="1400" baseline="0">
                <a:latin typeface="Verdana"/>
                <a:cs typeface="Verdana"/>
              </a:defRPr>
            </a:lvl1pPr>
          </a:lstStyle>
          <a:p>
            <a:pPr lvl="0"/>
            <a:r>
              <a:rPr lang="en-US" dirty="0"/>
              <a:t>Click to edit first level text </a:t>
            </a:r>
          </a:p>
        </p:txBody>
      </p:sp>
      <p:grpSp>
        <p:nvGrpSpPr>
          <p:cNvPr id="9" name="Group 8"/>
          <p:cNvGrpSpPr/>
          <p:nvPr/>
        </p:nvGrpSpPr>
        <p:grpSpPr>
          <a:xfrm>
            <a:off x="0" y="0"/>
            <a:ext cx="9151938" cy="1127125"/>
            <a:chOff x="0" y="0"/>
            <a:chExt cx="9151938" cy="1127125"/>
          </a:xfrm>
        </p:grpSpPr>
        <p:sp>
          <p:nvSpPr>
            <p:cNvPr id="11" name="Picture Placeholder 4"/>
            <p:cNvSpPr txBox="1">
              <a:spLocks/>
            </p:cNvSpPr>
            <p:nvPr/>
          </p:nvSpPr>
          <p:spPr>
            <a:xfrm>
              <a:off x="0" y="1"/>
              <a:ext cx="9144000" cy="1127124"/>
            </a:xfrm>
            <a:prstGeom prst="rect">
              <a:avLst/>
            </a:prstGeom>
            <a:gradFill flip="none" rotWithShape="1">
              <a:gsLst>
                <a:gs pos="0">
                  <a:srgbClr val="0088FF"/>
                </a:gs>
                <a:gs pos="100000">
                  <a:srgbClr val="0091FF">
                    <a:alpha val="23000"/>
                  </a:srgbClr>
                </a:gs>
              </a:gsLst>
              <a:lin ang="0" scaled="1"/>
              <a:tileRect/>
            </a:gradFill>
          </p:spPr>
          <p:txBody>
            <a:bodyPr vert="horz"/>
            <a:lstStyle>
              <a:lvl1pPr marL="0" indent="0" algn="l" defTabSz="457207" rtl="0" eaLnBrk="1" latinLnBrk="0" hangingPunct="1">
                <a:spcBef>
                  <a:spcPts val="1000"/>
                </a:spcBef>
                <a:spcAft>
                  <a:spcPts val="0"/>
                </a:spcAft>
                <a:buClr>
                  <a:schemeClr val="bg2">
                    <a:lumMod val="40000"/>
                    <a:lumOff val="60000"/>
                  </a:schemeClr>
                </a:buClr>
                <a:buSzPct val="80000"/>
                <a:buFont typeface="Wingdings 3" charset="2"/>
                <a:buNone/>
                <a:defRPr sz="2000" b="0" i="0" kern="1200">
                  <a:solidFill>
                    <a:schemeClr val="bg1"/>
                  </a:solidFill>
                  <a:latin typeface="Verdana"/>
                  <a:ea typeface="+mj-ea"/>
                  <a:cs typeface="Verdana"/>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gn="ctr">
                <a:spcBef>
                  <a:spcPts val="0"/>
                </a:spcBef>
              </a:pPr>
              <a:endParaRPr lang="en-US" dirty="0"/>
            </a:p>
          </p:txBody>
        </p:sp>
        <p:sp>
          <p:nvSpPr>
            <p:cNvPr id="12" name="Rectangle 11"/>
            <p:cNvSpPr/>
            <p:nvPr/>
          </p:nvSpPr>
          <p:spPr>
            <a:xfrm>
              <a:off x="8024813" y="0"/>
              <a:ext cx="1127125" cy="1127125"/>
            </a:xfrm>
            <a:prstGeom prst="rect">
              <a:avLst/>
            </a:prstGeom>
            <a:solidFill>
              <a:srgbClr val="00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3" name="Picture 12" descr="WFPlogo-english-emblem-white.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1815" y="132647"/>
              <a:ext cx="878312" cy="878312"/>
            </a:xfrm>
            <a:prstGeom prst="rect">
              <a:avLst/>
            </a:prstGeom>
          </p:spPr>
        </p:pic>
      </p:grpSp>
      <p:sp>
        <p:nvSpPr>
          <p:cNvPr id="19" name="Title 31"/>
          <p:cNvSpPr>
            <a:spLocks noGrp="1"/>
          </p:cNvSpPr>
          <p:nvPr>
            <p:ph type="title" hasCustomPrompt="1"/>
          </p:nvPr>
        </p:nvSpPr>
        <p:spPr>
          <a:xfrm>
            <a:off x="484186" y="116502"/>
            <a:ext cx="7110414" cy="925114"/>
          </a:xfrm>
          <a:prstGeom prst="rect">
            <a:avLst/>
          </a:prstGeom>
          <a:noFill/>
        </p:spPr>
        <p:txBody>
          <a:bodyPr vert="horz" tIns="0" bIns="61200" anchor="ctr" anchorCtr="0"/>
          <a:lstStyle>
            <a:lvl1pPr marL="0" algn="l">
              <a:defRPr sz="2600" b="1">
                <a:solidFill>
                  <a:srgbClr val="FFFFFF"/>
                </a:solidFill>
                <a:latin typeface="Verdana"/>
                <a:cs typeface="Verdana"/>
              </a:defRPr>
            </a:lvl1pPr>
          </a:lstStyle>
          <a:p>
            <a:r>
              <a:rPr lang="en-US" dirty="0"/>
              <a:t>Edit Title</a:t>
            </a:r>
          </a:p>
        </p:txBody>
      </p:sp>
    </p:spTree>
    <p:extLst>
      <p:ext uri="{BB962C8B-B14F-4D97-AF65-F5344CB8AC3E}">
        <p14:creationId xmlns:p14="http://schemas.microsoft.com/office/powerpoint/2010/main" val="2002195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pictures with content and capture 2">
    <p:spTree>
      <p:nvGrpSpPr>
        <p:cNvPr id="1" name=""/>
        <p:cNvGrpSpPr/>
        <p:nvPr/>
      </p:nvGrpSpPr>
      <p:grpSpPr>
        <a:xfrm>
          <a:off x="0" y="0"/>
          <a:ext cx="0" cy="0"/>
          <a:chOff x="0" y="0"/>
          <a:chExt cx="0" cy="0"/>
        </a:xfrm>
      </p:grpSpPr>
      <p:sp>
        <p:nvSpPr>
          <p:cNvPr id="15" name="Picture Placeholder 2"/>
          <p:cNvSpPr>
            <a:spLocks noGrp="1"/>
          </p:cNvSpPr>
          <p:nvPr>
            <p:ph type="pic" idx="1"/>
          </p:nvPr>
        </p:nvSpPr>
        <p:spPr>
          <a:xfrm>
            <a:off x="539750" y="1540935"/>
            <a:ext cx="2813050" cy="1984026"/>
          </a:xfrm>
          <a:prstGeom prst="rect">
            <a:avLst/>
          </a:prstGeom>
        </p:spPr>
        <p:txBody>
          <a:bodyPr anchor="ctr" anchorCtr="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8" name="Picture Placeholder 2"/>
          <p:cNvSpPr>
            <a:spLocks noGrp="1"/>
          </p:cNvSpPr>
          <p:nvPr>
            <p:ph type="pic" idx="10"/>
          </p:nvPr>
        </p:nvSpPr>
        <p:spPr>
          <a:xfrm>
            <a:off x="6330950" y="1540935"/>
            <a:ext cx="2813050" cy="1984026"/>
          </a:xfrm>
          <a:prstGeom prst="rect">
            <a:avLst/>
          </a:prstGeom>
        </p:spPr>
        <p:txBody>
          <a:bodyPr anchor="ctr" anchorCtr="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9" name="Picture Placeholder 2"/>
          <p:cNvSpPr>
            <a:spLocks noGrp="1"/>
          </p:cNvSpPr>
          <p:nvPr>
            <p:ph type="pic" idx="11"/>
          </p:nvPr>
        </p:nvSpPr>
        <p:spPr>
          <a:xfrm>
            <a:off x="3435350" y="1540935"/>
            <a:ext cx="2813050" cy="1984026"/>
          </a:xfrm>
          <a:prstGeom prst="rect">
            <a:avLst/>
          </a:prstGeom>
        </p:spPr>
        <p:txBody>
          <a:bodyPr anchor="ctr" anchorCtr="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ext Placeholder 4"/>
          <p:cNvSpPr>
            <a:spLocks noGrp="1"/>
          </p:cNvSpPr>
          <p:nvPr>
            <p:ph type="body" sz="quarter" idx="13"/>
          </p:nvPr>
        </p:nvSpPr>
        <p:spPr>
          <a:xfrm>
            <a:off x="539750" y="3725333"/>
            <a:ext cx="5239045" cy="2700867"/>
          </a:xfrm>
          <a:prstGeom prst="rect">
            <a:avLst/>
          </a:prstGeom>
        </p:spPr>
        <p:txBody>
          <a:bodyPr vert="horz" lIns="0" tIns="0" rIns="0" bIns="0"/>
          <a:lstStyle>
            <a:lvl1pPr marL="180000" indent="-180000">
              <a:spcBef>
                <a:spcPts val="0"/>
              </a:spcBef>
              <a:spcAft>
                <a:spcPts val="600"/>
              </a:spcAft>
              <a:defRPr sz="1400">
                <a:latin typeface="Verdana"/>
                <a:cs typeface="Verdana"/>
              </a:defRPr>
            </a:lvl1pPr>
          </a:lstStyle>
          <a:p>
            <a:pPr lvl="0"/>
            <a:r>
              <a:rPr lang="en-US"/>
              <a:t>Click to edit Master text styles</a:t>
            </a:r>
          </a:p>
        </p:txBody>
      </p:sp>
      <p:sp>
        <p:nvSpPr>
          <p:cNvPr id="7" name="Text Placeholder 6"/>
          <p:cNvSpPr>
            <a:spLocks noGrp="1"/>
          </p:cNvSpPr>
          <p:nvPr>
            <p:ph type="body" sz="quarter" idx="14"/>
          </p:nvPr>
        </p:nvSpPr>
        <p:spPr>
          <a:xfrm>
            <a:off x="6330949" y="3725334"/>
            <a:ext cx="2423583" cy="1701800"/>
          </a:xfrm>
          <a:prstGeom prst="rect">
            <a:avLst/>
          </a:prstGeom>
        </p:spPr>
        <p:txBody>
          <a:bodyPr vert="horz" lIns="0" tIns="0" rIns="0" bIns="0"/>
          <a:lstStyle>
            <a:lvl1pPr marL="0" indent="0">
              <a:spcBef>
                <a:spcPts val="0"/>
              </a:spcBef>
              <a:buFontTx/>
              <a:buNone/>
              <a:defRPr sz="1400" b="1" i="0" baseline="0">
                <a:solidFill>
                  <a:srgbClr val="0088FF"/>
                </a:solidFill>
                <a:latin typeface="Verdana"/>
              </a:defRPr>
            </a:lvl1pPr>
            <a:lvl2pPr marL="0" indent="0">
              <a:spcBef>
                <a:spcPts val="0"/>
              </a:spcBef>
              <a:buFontTx/>
              <a:buNone/>
              <a:defRPr sz="1400" b="1" i="0" baseline="0">
                <a:solidFill>
                  <a:srgbClr val="0088FF"/>
                </a:solidFill>
                <a:latin typeface="Verdana"/>
              </a:defRPr>
            </a:lvl2pPr>
            <a:lvl3pPr marL="0" indent="0">
              <a:spcBef>
                <a:spcPts val="0"/>
              </a:spcBef>
              <a:buFontTx/>
              <a:buNone/>
              <a:defRPr sz="1400" b="1" i="0" baseline="0">
                <a:solidFill>
                  <a:srgbClr val="0088FF"/>
                </a:solidFill>
                <a:latin typeface="Verdana"/>
              </a:defRPr>
            </a:lvl3pPr>
            <a:lvl4pPr marL="0" indent="0">
              <a:spcBef>
                <a:spcPts val="0"/>
              </a:spcBef>
              <a:buFontTx/>
              <a:buNone/>
              <a:defRPr sz="1400" b="1" i="0" baseline="0">
                <a:solidFill>
                  <a:srgbClr val="0088FF"/>
                </a:solidFill>
                <a:latin typeface="Verdana"/>
              </a:defRPr>
            </a:lvl4pPr>
            <a:lvl5pPr marL="0" indent="0">
              <a:spcBef>
                <a:spcPts val="0"/>
              </a:spcBef>
              <a:buFontTx/>
              <a:buNone/>
              <a:defRPr sz="1400" b="1" i="0" baseline="0">
                <a:solidFill>
                  <a:srgbClr val="0088FF"/>
                </a:solidFill>
                <a:latin typeface="Verdana"/>
              </a:defRPr>
            </a:lvl5pPr>
          </a:lstStyle>
          <a:p>
            <a:pPr lvl="0"/>
            <a:r>
              <a:rPr lang="en-US"/>
              <a:t>Click to edit Master text styles</a:t>
            </a:r>
          </a:p>
        </p:txBody>
      </p:sp>
      <p:grpSp>
        <p:nvGrpSpPr>
          <p:cNvPr id="12" name="Group 11"/>
          <p:cNvGrpSpPr/>
          <p:nvPr/>
        </p:nvGrpSpPr>
        <p:grpSpPr>
          <a:xfrm>
            <a:off x="0" y="0"/>
            <a:ext cx="9151938" cy="1127125"/>
            <a:chOff x="0" y="0"/>
            <a:chExt cx="9151938" cy="1127125"/>
          </a:xfrm>
        </p:grpSpPr>
        <p:sp>
          <p:nvSpPr>
            <p:cNvPr id="14" name="Picture Placeholder 4"/>
            <p:cNvSpPr txBox="1">
              <a:spLocks/>
            </p:cNvSpPr>
            <p:nvPr/>
          </p:nvSpPr>
          <p:spPr>
            <a:xfrm>
              <a:off x="0" y="1"/>
              <a:ext cx="9144000" cy="1127124"/>
            </a:xfrm>
            <a:prstGeom prst="rect">
              <a:avLst/>
            </a:prstGeom>
            <a:gradFill flip="none" rotWithShape="1">
              <a:gsLst>
                <a:gs pos="0">
                  <a:srgbClr val="0088FF"/>
                </a:gs>
                <a:gs pos="100000">
                  <a:srgbClr val="0091FF">
                    <a:alpha val="23000"/>
                  </a:srgbClr>
                </a:gs>
              </a:gsLst>
              <a:lin ang="0" scaled="1"/>
              <a:tileRect/>
            </a:gradFill>
          </p:spPr>
          <p:txBody>
            <a:bodyPr vert="horz"/>
            <a:lstStyle>
              <a:lvl1pPr marL="0" indent="0" algn="l" defTabSz="457207" rtl="0" eaLnBrk="1" latinLnBrk="0" hangingPunct="1">
                <a:spcBef>
                  <a:spcPts val="1000"/>
                </a:spcBef>
                <a:spcAft>
                  <a:spcPts val="0"/>
                </a:spcAft>
                <a:buClr>
                  <a:schemeClr val="bg2">
                    <a:lumMod val="40000"/>
                    <a:lumOff val="60000"/>
                  </a:schemeClr>
                </a:buClr>
                <a:buSzPct val="80000"/>
                <a:buFont typeface="Wingdings 3" charset="2"/>
                <a:buNone/>
                <a:defRPr sz="2000" b="0" i="0" kern="1200">
                  <a:solidFill>
                    <a:schemeClr val="bg1"/>
                  </a:solidFill>
                  <a:latin typeface="Verdana"/>
                  <a:ea typeface="+mj-ea"/>
                  <a:cs typeface="Verdana"/>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gn="ctr">
                <a:spcBef>
                  <a:spcPts val="0"/>
                </a:spcBef>
              </a:pPr>
              <a:endParaRPr lang="en-US" dirty="0"/>
            </a:p>
          </p:txBody>
        </p:sp>
        <p:sp>
          <p:nvSpPr>
            <p:cNvPr id="16" name="Rectangle 15"/>
            <p:cNvSpPr/>
            <p:nvPr/>
          </p:nvSpPr>
          <p:spPr>
            <a:xfrm>
              <a:off x="8024813" y="0"/>
              <a:ext cx="1127125" cy="1127125"/>
            </a:xfrm>
            <a:prstGeom prst="rect">
              <a:avLst/>
            </a:prstGeom>
            <a:solidFill>
              <a:srgbClr val="00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7" name="Picture 16" descr="WFPlogo-english-emblem-white.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1815" y="132647"/>
              <a:ext cx="878312" cy="878312"/>
            </a:xfrm>
            <a:prstGeom prst="rect">
              <a:avLst/>
            </a:prstGeom>
          </p:spPr>
        </p:pic>
      </p:grpSp>
      <p:sp>
        <p:nvSpPr>
          <p:cNvPr id="24" name="Title 31"/>
          <p:cNvSpPr>
            <a:spLocks noGrp="1"/>
          </p:cNvSpPr>
          <p:nvPr>
            <p:ph type="title" hasCustomPrompt="1"/>
          </p:nvPr>
        </p:nvSpPr>
        <p:spPr>
          <a:xfrm>
            <a:off x="484186" y="116502"/>
            <a:ext cx="7110414" cy="925114"/>
          </a:xfrm>
          <a:prstGeom prst="rect">
            <a:avLst/>
          </a:prstGeom>
          <a:noFill/>
        </p:spPr>
        <p:txBody>
          <a:bodyPr vert="horz" tIns="0" bIns="61200" anchor="ctr" anchorCtr="0"/>
          <a:lstStyle>
            <a:lvl1pPr marL="0" algn="l">
              <a:defRPr sz="2600" b="1">
                <a:solidFill>
                  <a:srgbClr val="FFFFFF"/>
                </a:solidFill>
                <a:latin typeface="Verdana"/>
                <a:cs typeface="Verdana"/>
              </a:defRPr>
            </a:lvl1pPr>
          </a:lstStyle>
          <a:p>
            <a:r>
              <a:rPr lang="en-US" dirty="0"/>
              <a:t>Edit Title</a:t>
            </a:r>
          </a:p>
        </p:txBody>
      </p:sp>
    </p:spTree>
    <p:extLst>
      <p:ext uri="{BB962C8B-B14F-4D97-AF65-F5344CB8AC3E}">
        <p14:creationId xmlns:p14="http://schemas.microsoft.com/office/powerpoint/2010/main" val="2676186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ck Cover">
    <p:spTree>
      <p:nvGrpSpPr>
        <p:cNvPr id="1" name=""/>
        <p:cNvGrpSpPr/>
        <p:nvPr/>
      </p:nvGrpSpPr>
      <p:grpSpPr>
        <a:xfrm>
          <a:off x="0" y="0"/>
          <a:ext cx="0" cy="0"/>
          <a:chOff x="0" y="0"/>
          <a:chExt cx="0" cy="0"/>
        </a:xfrm>
      </p:grpSpPr>
      <p:sp>
        <p:nvSpPr>
          <p:cNvPr id="3" name="TextBox 2"/>
          <p:cNvSpPr txBox="1"/>
          <p:nvPr/>
        </p:nvSpPr>
        <p:spPr>
          <a:xfrm>
            <a:off x="8604250" y="0"/>
            <a:ext cx="539750" cy="5400675"/>
          </a:xfrm>
          <a:prstGeom prst="rect">
            <a:avLst/>
          </a:prstGeom>
          <a:solidFill>
            <a:srgbClr val="0088FF"/>
          </a:solidFill>
          <a:ln>
            <a:noFill/>
          </a:ln>
          <a:effectLst/>
        </p:spPr>
        <p:style>
          <a:lnRef idx="1">
            <a:schemeClr val="accent3"/>
          </a:lnRef>
          <a:fillRef idx="3">
            <a:schemeClr val="accent3"/>
          </a:fillRef>
          <a:effectRef idx="2">
            <a:schemeClr val="accent3"/>
          </a:effectRef>
          <a:fontRef idx="minor">
            <a:schemeClr val="lt1"/>
          </a:fontRef>
        </p:style>
        <p:txBody>
          <a:bodyPr>
            <a:spAutoFit/>
          </a:bodyPr>
          <a:lstStyle/>
          <a:p>
            <a:pPr fontAlgn="auto">
              <a:spcBef>
                <a:spcPts val="0"/>
              </a:spcBef>
              <a:spcAft>
                <a:spcPts val="0"/>
              </a:spcAft>
              <a:defRPr/>
            </a:pPr>
            <a:endParaRPr lang="en-US" sz="1800">
              <a:solidFill>
                <a:srgbClr val="0065A2"/>
              </a:solidFill>
            </a:endParaRPr>
          </a:p>
        </p:txBody>
      </p:sp>
      <p:sp>
        <p:nvSpPr>
          <p:cNvPr id="4" name="Rectangle 3"/>
          <p:cNvSpPr/>
          <p:nvPr/>
        </p:nvSpPr>
        <p:spPr>
          <a:xfrm>
            <a:off x="0" y="0"/>
            <a:ext cx="8604250" cy="5400675"/>
          </a:xfrm>
          <a:prstGeom prst="rect">
            <a:avLst/>
          </a:prstGeom>
          <a:solidFill>
            <a:srgbClr val="5BB1F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5" name="TextBox 10"/>
          <p:cNvSpPr txBox="1">
            <a:spLocks noChangeArrowheads="1"/>
          </p:cNvSpPr>
          <p:nvPr/>
        </p:nvSpPr>
        <p:spPr bwMode="auto">
          <a:xfrm>
            <a:off x="692150" y="4349750"/>
            <a:ext cx="7086600" cy="2569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ヒラギノ角ゴ Pro W3" pitchFamily="-112" charset="-128"/>
              </a:defRPr>
            </a:lvl1pPr>
            <a:lvl2pPr marL="37931725" indent="-37474525" eaLnBrk="0" hangingPunct="0">
              <a:defRPr sz="2400">
                <a:solidFill>
                  <a:schemeClr val="tx1"/>
                </a:solidFill>
                <a:latin typeface="Arial" pitchFamily="34" charset="0"/>
                <a:ea typeface="ヒラギノ角ゴ Pro W3" pitchFamily="-112" charset="-128"/>
              </a:defRPr>
            </a:lvl2pPr>
            <a:lvl3pPr eaLnBrk="0" hangingPunct="0">
              <a:defRPr sz="2400">
                <a:solidFill>
                  <a:schemeClr val="tx1"/>
                </a:solidFill>
                <a:latin typeface="Arial" pitchFamily="34" charset="0"/>
                <a:ea typeface="ヒラギノ角ゴ Pro W3" pitchFamily="-112" charset="-128"/>
              </a:defRPr>
            </a:lvl3pPr>
            <a:lvl4pPr eaLnBrk="0" hangingPunct="0">
              <a:defRPr sz="2400">
                <a:solidFill>
                  <a:schemeClr val="tx1"/>
                </a:solidFill>
                <a:latin typeface="Arial" pitchFamily="34" charset="0"/>
                <a:ea typeface="ヒラギノ角ゴ Pro W3" pitchFamily="-112" charset="-128"/>
              </a:defRPr>
            </a:lvl4pPr>
            <a:lvl5pPr eaLnBrk="0" hangingPunct="0">
              <a:defRPr sz="2400">
                <a:solidFill>
                  <a:schemeClr val="tx1"/>
                </a:solidFill>
                <a:latin typeface="Arial" pitchFamily="34" charset="0"/>
                <a:ea typeface="ヒラギノ角ゴ Pro W3" pitchFamily="-112" charset="-128"/>
              </a:defRPr>
            </a:lvl5pPr>
            <a:lvl6pPr marL="457200" eaLnBrk="0" fontAlgn="base" hangingPunct="0">
              <a:spcBef>
                <a:spcPct val="0"/>
              </a:spcBef>
              <a:spcAft>
                <a:spcPct val="0"/>
              </a:spcAft>
              <a:defRPr sz="2400">
                <a:solidFill>
                  <a:schemeClr val="tx1"/>
                </a:solidFill>
                <a:latin typeface="Arial" pitchFamily="34" charset="0"/>
                <a:ea typeface="ヒラギノ角ゴ Pro W3" pitchFamily="-112" charset="-128"/>
              </a:defRPr>
            </a:lvl6pPr>
            <a:lvl7pPr marL="914400" eaLnBrk="0" fontAlgn="base" hangingPunct="0">
              <a:spcBef>
                <a:spcPct val="0"/>
              </a:spcBef>
              <a:spcAft>
                <a:spcPct val="0"/>
              </a:spcAft>
              <a:defRPr sz="2400">
                <a:solidFill>
                  <a:schemeClr val="tx1"/>
                </a:solidFill>
                <a:latin typeface="Arial" pitchFamily="34" charset="0"/>
                <a:ea typeface="ヒラギノ角ゴ Pro W3" pitchFamily="-112" charset="-128"/>
              </a:defRPr>
            </a:lvl7pPr>
            <a:lvl8pPr marL="1371600" eaLnBrk="0" fontAlgn="base" hangingPunct="0">
              <a:spcBef>
                <a:spcPct val="0"/>
              </a:spcBef>
              <a:spcAft>
                <a:spcPct val="0"/>
              </a:spcAft>
              <a:defRPr sz="2400">
                <a:solidFill>
                  <a:schemeClr val="tx1"/>
                </a:solidFill>
                <a:latin typeface="Arial" pitchFamily="34" charset="0"/>
                <a:ea typeface="ヒラギノ角ゴ Pro W3" pitchFamily="-112" charset="-128"/>
              </a:defRPr>
            </a:lvl8pPr>
            <a:lvl9pPr marL="1828800" eaLnBrk="0" fontAlgn="base" hangingPunct="0">
              <a:spcBef>
                <a:spcPct val="0"/>
              </a:spcBef>
              <a:spcAft>
                <a:spcPct val="0"/>
              </a:spcAft>
              <a:defRPr sz="2400">
                <a:solidFill>
                  <a:schemeClr val="tx1"/>
                </a:solidFill>
                <a:latin typeface="Arial" pitchFamily="34" charset="0"/>
                <a:ea typeface="ヒラギノ角ゴ Pro W3" pitchFamily="-112" charset="-128"/>
              </a:defRPr>
            </a:lvl9pPr>
          </a:lstStyle>
          <a:p>
            <a:pPr eaLnBrk="1" hangingPunct="1">
              <a:lnSpc>
                <a:spcPts val="1300"/>
              </a:lnSpc>
            </a:pPr>
            <a:r>
              <a:rPr lang="en-GB" sz="1000" b="1" dirty="0">
                <a:solidFill>
                  <a:schemeClr val="bg1"/>
                </a:solidFill>
                <a:latin typeface="Verdana" pitchFamily="34" charset="0"/>
              </a:rPr>
              <a:t>World Food Programme</a:t>
            </a:r>
          </a:p>
        </p:txBody>
      </p:sp>
      <p:pic>
        <p:nvPicPr>
          <p:cNvPr id="6" name="Picture 5" descr="WFPlogo-english-extended-blue.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1313" y="5518150"/>
            <a:ext cx="4359275" cy="1169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 name="Text Placeholder 6"/>
          <p:cNvSpPr>
            <a:spLocks noGrp="1"/>
          </p:cNvSpPr>
          <p:nvPr>
            <p:ph type="body" sz="quarter" idx="10" hasCustomPrompt="1"/>
          </p:nvPr>
        </p:nvSpPr>
        <p:spPr>
          <a:xfrm>
            <a:off x="788983" y="4594488"/>
            <a:ext cx="3641726" cy="566168"/>
          </a:xfrm>
          <a:prstGeom prst="rect">
            <a:avLst/>
          </a:prstGeom>
        </p:spPr>
        <p:txBody>
          <a:bodyPr vert="horz" lIns="0" tIns="0" rIns="0" bIns="0"/>
          <a:lstStyle>
            <a:lvl1pPr marL="0" indent="0">
              <a:buNone/>
              <a:defRPr sz="1000">
                <a:solidFill>
                  <a:srgbClr val="FFFFFF"/>
                </a:solidFill>
                <a:latin typeface="Verdana"/>
                <a:cs typeface="Verdana"/>
              </a:defRPr>
            </a:lvl1pPr>
            <a:lvl2pPr marL="457200" indent="0">
              <a:buNone/>
              <a:defRPr sz="1000">
                <a:solidFill>
                  <a:srgbClr val="FFFFFF"/>
                </a:solidFill>
                <a:latin typeface="Verdana"/>
                <a:cs typeface="Verdana"/>
              </a:defRPr>
            </a:lvl2pPr>
            <a:lvl3pPr marL="914400" indent="0">
              <a:buNone/>
              <a:defRPr sz="1000">
                <a:solidFill>
                  <a:srgbClr val="FFFFFF"/>
                </a:solidFill>
                <a:latin typeface="Verdana"/>
                <a:cs typeface="Verdana"/>
              </a:defRPr>
            </a:lvl3pPr>
            <a:lvl4pPr marL="1371600" indent="0">
              <a:buNone/>
              <a:defRPr sz="1000">
                <a:solidFill>
                  <a:srgbClr val="FFFFFF"/>
                </a:solidFill>
                <a:latin typeface="Verdana"/>
                <a:cs typeface="Verdana"/>
              </a:defRPr>
            </a:lvl4pPr>
            <a:lvl5pPr marL="1828800" indent="0">
              <a:buNone/>
              <a:defRPr sz="1000">
                <a:solidFill>
                  <a:srgbClr val="FFFFFF"/>
                </a:solidFill>
                <a:latin typeface="Verdana"/>
                <a:cs typeface="Verdana"/>
              </a:defRPr>
            </a:lvl5pPr>
          </a:lstStyle>
          <a:p>
            <a:pPr lvl="0"/>
            <a:r>
              <a:rPr lang="en-US" dirty="0"/>
              <a:t>Click to insert address and additional text if needed</a:t>
            </a:r>
          </a:p>
        </p:txBody>
      </p:sp>
      <p:sp>
        <p:nvSpPr>
          <p:cNvPr id="10" name="Text Placeholder 14"/>
          <p:cNvSpPr>
            <a:spLocks noGrp="1"/>
          </p:cNvSpPr>
          <p:nvPr>
            <p:ph type="body" sz="quarter" idx="11" hasCustomPrompt="1"/>
          </p:nvPr>
        </p:nvSpPr>
        <p:spPr>
          <a:xfrm>
            <a:off x="7162579" y="6068204"/>
            <a:ext cx="1441671" cy="359891"/>
          </a:xfrm>
          <a:prstGeom prst="rect">
            <a:avLst/>
          </a:prstGeom>
        </p:spPr>
        <p:txBody>
          <a:bodyPr vert="horz" lIns="0" tIns="0" rIns="0" bIns="0"/>
          <a:lstStyle>
            <a:lvl1pPr marL="0" indent="0" algn="r">
              <a:buNone/>
              <a:defRPr sz="1000" baseline="0">
                <a:solidFill>
                  <a:srgbClr val="0088FF"/>
                </a:solidFill>
                <a:latin typeface="Verdana"/>
                <a:cs typeface="Verdana"/>
              </a:defRPr>
            </a:lvl1pPr>
            <a:lvl2pPr marL="457200" indent="0" algn="l">
              <a:buNone/>
              <a:defRPr sz="1500">
                <a:solidFill>
                  <a:schemeClr val="bg1"/>
                </a:solidFill>
                <a:latin typeface="Verdana"/>
                <a:cs typeface="Verdana"/>
              </a:defRPr>
            </a:lvl2pPr>
            <a:lvl3pPr marL="914400" indent="0" algn="l">
              <a:buNone/>
              <a:defRPr sz="1500">
                <a:solidFill>
                  <a:schemeClr val="bg1"/>
                </a:solidFill>
                <a:latin typeface="Verdana"/>
                <a:cs typeface="Verdana"/>
              </a:defRPr>
            </a:lvl3pPr>
            <a:lvl4pPr marL="1371600" indent="0" algn="l">
              <a:buNone/>
              <a:defRPr sz="1500">
                <a:solidFill>
                  <a:schemeClr val="bg1"/>
                </a:solidFill>
                <a:latin typeface="Verdana"/>
                <a:cs typeface="Verdana"/>
              </a:defRPr>
            </a:lvl4pPr>
            <a:lvl5pPr marL="1828800" indent="0" algn="l">
              <a:buNone/>
              <a:defRPr sz="1500">
                <a:solidFill>
                  <a:schemeClr val="bg1"/>
                </a:solidFill>
                <a:latin typeface="Verdana"/>
                <a:cs typeface="Verdana"/>
              </a:defRPr>
            </a:lvl5pPr>
          </a:lstStyle>
          <a:p>
            <a:pPr lvl="0"/>
            <a:r>
              <a:rPr lang="en-US" dirty="0"/>
              <a:t>Edit date</a:t>
            </a:r>
          </a:p>
        </p:txBody>
      </p:sp>
      <p:sp>
        <p:nvSpPr>
          <p:cNvPr id="8" name="TextBox 7"/>
          <p:cNvSpPr txBox="1"/>
          <p:nvPr userDrawn="1"/>
        </p:nvSpPr>
        <p:spPr>
          <a:xfrm>
            <a:off x="8604250" y="0"/>
            <a:ext cx="539750" cy="5400675"/>
          </a:xfrm>
          <a:prstGeom prst="rect">
            <a:avLst/>
          </a:prstGeom>
          <a:solidFill>
            <a:srgbClr val="0088FF"/>
          </a:solidFill>
          <a:ln>
            <a:noFill/>
          </a:ln>
          <a:effectLst/>
        </p:spPr>
        <p:style>
          <a:lnRef idx="1">
            <a:schemeClr val="accent3"/>
          </a:lnRef>
          <a:fillRef idx="3">
            <a:schemeClr val="accent3"/>
          </a:fillRef>
          <a:effectRef idx="2">
            <a:schemeClr val="accent3"/>
          </a:effectRef>
          <a:fontRef idx="minor">
            <a:schemeClr val="lt1"/>
          </a:fontRef>
        </p:style>
        <p:txBody>
          <a:bodyPr>
            <a:spAutoFit/>
          </a:bodyPr>
          <a:lstStyle/>
          <a:p>
            <a:pPr fontAlgn="auto">
              <a:spcBef>
                <a:spcPts val="0"/>
              </a:spcBef>
              <a:spcAft>
                <a:spcPts val="0"/>
              </a:spcAft>
              <a:defRPr/>
            </a:pPr>
            <a:endParaRPr lang="en-US" sz="1800">
              <a:solidFill>
                <a:srgbClr val="0065A2"/>
              </a:solidFill>
            </a:endParaRPr>
          </a:p>
        </p:txBody>
      </p:sp>
      <p:sp>
        <p:nvSpPr>
          <p:cNvPr id="9" name="Rectangle 8"/>
          <p:cNvSpPr/>
          <p:nvPr userDrawn="1"/>
        </p:nvSpPr>
        <p:spPr>
          <a:xfrm>
            <a:off x="0" y="0"/>
            <a:ext cx="8604250" cy="5400675"/>
          </a:xfrm>
          <a:prstGeom prst="rect">
            <a:avLst/>
          </a:prstGeom>
          <a:solidFill>
            <a:srgbClr val="5BB1F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pic>
        <p:nvPicPr>
          <p:cNvPr id="12" name="Picture 11" descr="WFPlogo-english-extended-blue.gif"/>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41313" y="5518150"/>
            <a:ext cx="4359275" cy="1169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6270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6B796C6-4AD2-4D39-A1E1-2EEA96B4A769}" type="datetimeFigureOut">
              <a:rPr lang="en-US" smtClean="0"/>
              <a:t>5/30/2023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BCEF507-A316-488B-99FE-BE672E9AD0EB}" type="slidenum">
              <a:rPr lang="en-US" smtClean="0"/>
              <a:t>‹#›</a:t>
            </a:fld>
            <a:endParaRPr lang="en-US"/>
          </a:p>
        </p:txBody>
      </p:sp>
    </p:spTree>
    <p:extLst>
      <p:ext uri="{BB962C8B-B14F-4D97-AF65-F5344CB8AC3E}">
        <p14:creationId xmlns:p14="http://schemas.microsoft.com/office/powerpoint/2010/main" val="16609540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6B796C6-4AD2-4D39-A1E1-2EEA96B4A769}" type="datetimeFigureOut">
              <a:rPr lang="en-US" smtClean="0"/>
              <a:t>5/30/2023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EF507-A316-488B-99FE-BE672E9AD0EB}" type="slidenum">
              <a:rPr lang="en-US" smtClean="0"/>
              <a:t>‹#›</a:t>
            </a:fld>
            <a:endParaRPr lang="en-US"/>
          </a:p>
        </p:txBody>
      </p:sp>
    </p:spTree>
    <p:extLst>
      <p:ext uri="{BB962C8B-B14F-4D97-AF65-F5344CB8AC3E}">
        <p14:creationId xmlns:p14="http://schemas.microsoft.com/office/powerpoint/2010/main" val="2324673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B796C6-4AD2-4D39-A1E1-2EEA96B4A769}" type="datetimeFigureOut">
              <a:rPr lang="en-US" smtClean="0"/>
              <a:t>5/30/2023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EF507-A316-488B-99FE-BE672E9AD0EB}" type="slidenum">
              <a:rPr lang="en-US" smtClean="0"/>
              <a:t>‹#›</a:t>
            </a:fld>
            <a:endParaRPr lang="en-US"/>
          </a:p>
        </p:txBody>
      </p:sp>
    </p:spTree>
    <p:extLst>
      <p:ext uri="{BB962C8B-B14F-4D97-AF65-F5344CB8AC3E}">
        <p14:creationId xmlns:p14="http://schemas.microsoft.com/office/powerpoint/2010/main" val="30652640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B796C6-4AD2-4D39-A1E1-2EEA96B4A769}" type="datetimeFigureOut">
              <a:rPr lang="en-US" smtClean="0"/>
              <a:t>5/30/2023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EF507-A316-488B-99FE-BE672E9AD0EB}" type="slidenum">
              <a:rPr lang="en-US" smtClean="0"/>
              <a:t>‹#›</a:t>
            </a:fld>
            <a:endParaRPr lang="en-US"/>
          </a:p>
        </p:txBody>
      </p:sp>
    </p:spTree>
    <p:extLst>
      <p:ext uri="{BB962C8B-B14F-4D97-AF65-F5344CB8AC3E}">
        <p14:creationId xmlns:p14="http://schemas.microsoft.com/office/powerpoint/2010/main" val="18386849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6B796C6-4AD2-4D39-A1E1-2EEA96B4A769}" type="datetimeFigureOut">
              <a:rPr lang="en-US" smtClean="0"/>
              <a:t>5/30/2023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CEF507-A316-488B-99FE-BE672E9AD0EB}" type="slidenum">
              <a:rPr lang="en-US" smtClean="0"/>
              <a:t>‹#›</a:t>
            </a:fld>
            <a:endParaRPr lang="en-US"/>
          </a:p>
        </p:txBody>
      </p:sp>
    </p:spTree>
    <p:extLst>
      <p:ext uri="{BB962C8B-B14F-4D97-AF65-F5344CB8AC3E}">
        <p14:creationId xmlns:p14="http://schemas.microsoft.com/office/powerpoint/2010/main" val="20599210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6B796C6-4AD2-4D39-A1E1-2EEA96B4A769}" type="datetimeFigureOut">
              <a:rPr lang="en-US" smtClean="0"/>
              <a:t>5/30/2023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CEF507-A316-488B-99FE-BE672E9AD0EB}" type="slidenum">
              <a:rPr lang="en-US" smtClean="0"/>
              <a:t>‹#›</a:t>
            </a:fld>
            <a:endParaRPr lang="en-US"/>
          </a:p>
        </p:txBody>
      </p:sp>
    </p:spTree>
    <p:extLst>
      <p:ext uri="{BB962C8B-B14F-4D97-AF65-F5344CB8AC3E}">
        <p14:creationId xmlns:p14="http://schemas.microsoft.com/office/powerpoint/2010/main" val="18118094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6B796C6-4AD2-4D39-A1E1-2EEA96B4A769}" type="datetimeFigureOut">
              <a:rPr lang="en-US" smtClean="0"/>
              <a:t>5/30/2023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CEF507-A316-488B-99FE-BE672E9AD0EB}" type="slidenum">
              <a:rPr lang="en-US" smtClean="0"/>
              <a:t>‹#›</a:t>
            </a:fld>
            <a:endParaRPr lang="en-US"/>
          </a:p>
        </p:txBody>
      </p:sp>
    </p:spTree>
    <p:extLst>
      <p:ext uri="{BB962C8B-B14F-4D97-AF65-F5344CB8AC3E}">
        <p14:creationId xmlns:p14="http://schemas.microsoft.com/office/powerpoint/2010/main" val="1974925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B796C6-4AD2-4D39-A1E1-2EEA96B4A769}" type="datetimeFigureOut">
              <a:rPr lang="en-US" smtClean="0"/>
              <a:t>5/30/2023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CEF507-A316-488B-99FE-BE672E9AD0EB}" type="slidenum">
              <a:rPr lang="en-US" smtClean="0"/>
              <a:t>‹#›</a:t>
            </a:fld>
            <a:endParaRPr lang="en-US"/>
          </a:p>
        </p:txBody>
      </p:sp>
    </p:spTree>
    <p:extLst>
      <p:ext uri="{BB962C8B-B14F-4D97-AF65-F5344CB8AC3E}">
        <p14:creationId xmlns:p14="http://schemas.microsoft.com/office/powerpoint/2010/main" val="16100445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B796C6-4AD2-4D39-A1E1-2EEA96B4A769}" type="datetimeFigureOut">
              <a:rPr lang="en-US" smtClean="0"/>
              <a:t>5/30/2023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CEF507-A316-488B-99FE-BE672E9AD0EB}" type="slidenum">
              <a:rPr lang="en-US" smtClean="0"/>
              <a:t>‹#›</a:t>
            </a:fld>
            <a:endParaRPr lang="en-US"/>
          </a:p>
        </p:txBody>
      </p:sp>
    </p:spTree>
    <p:extLst>
      <p:ext uri="{BB962C8B-B14F-4D97-AF65-F5344CB8AC3E}">
        <p14:creationId xmlns:p14="http://schemas.microsoft.com/office/powerpoint/2010/main" val="6716029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B796C6-4AD2-4D39-A1E1-2EEA96B4A769}" type="datetimeFigureOut">
              <a:rPr lang="en-US" smtClean="0"/>
              <a:t>5/30/2023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CEF507-A316-488B-99FE-BE672E9AD0EB}" type="slidenum">
              <a:rPr lang="en-US" smtClean="0"/>
              <a:t>‹#›</a:t>
            </a:fld>
            <a:endParaRPr lang="en-US"/>
          </a:p>
        </p:txBody>
      </p:sp>
    </p:spTree>
    <p:extLst>
      <p:ext uri="{BB962C8B-B14F-4D97-AF65-F5344CB8AC3E}">
        <p14:creationId xmlns:p14="http://schemas.microsoft.com/office/powerpoint/2010/main" val="18958564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B796C6-4AD2-4D39-A1E1-2EEA96B4A769}" type="datetimeFigureOut">
              <a:rPr lang="en-US" smtClean="0"/>
              <a:t>5/30/2023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EF507-A316-488B-99FE-BE672E9AD0EB}" type="slidenum">
              <a:rPr lang="en-US" smtClean="0"/>
              <a:t>‹#›</a:t>
            </a:fld>
            <a:endParaRPr lang="en-US"/>
          </a:p>
        </p:txBody>
      </p:sp>
    </p:spTree>
    <p:extLst>
      <p:ext uri="{BB962C8B-B14F-4D97-AF65-F5344CB8AC3E}">
        <p14:creationId xmlns:p14="http://schemas.microsoft.com/office/powerpoint/2010/main" val="14197391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B796C6-4AD2-4D39-A1E1-2EEA96B4A769}" type="datetimeFigureOut">
              <a:rPr lang="en-US" smtClean="0"/>
              <a:t>5/30/2023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EF507-A316-488B-99FE-BE672E9AD0EB}" type="slidenum">
              <a:rPr lang="en-US" smtClean="0"/>
              <a:t>‹#›</a:t>
            </a:fld>
            <a:endParaRPr lang="en-US"/>
          </a:p>
        </p:txBody>
      </p:sp>
    </p:spTree>
    <p:extLst>
      <p:ext uri="{BB962C8B-B14F-4D97-AF65-F5344CB8AC3E}">
        <p14:creationId xmlns:p14="http://schemas.microsoft.com/office/powerpoint/2010/main" val="31090270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a:lstStyle/>
          <a:p>
            <a:endParaRPr lang="en-US"/>
          </a:p>
        </p:txBody>
      </p:sp>
      <p:sp>
        <p:nvSpPr>
          <p:cNvPr id="4" name="Date Placeholder 3"/>
          <p:cNvSpPr>
            <a:spLocks noGrp="1"/>
          </p:cNvSpPr>
          <p:nvPr>
            <p:ph type="dt" sz="half" idx="10"/>
          </p:nvPr>
        </p:nvSpPr>
        <p:spPr>
          <a:xfrm>
            <a:off x="457200" y="6243638"/>
            <a:ext cx="2133600" cy="457200"/>
          </a:xfrm>
        </p:spPr>
        <p:txBody>
          <a:bodyPr/>
          <a:lstStyle>
            <a:lvl1pPr>
              <a:defRPr/>
            </a:lvl1pPr>
          </a:lstStyle>
          <a:p>
            <a:endParaRPr lang="en-US" altLang="en-US"/>
          </a:p>
        </p:txBody>
      </p:sp>
      <p:sp>
        <p:nvSpPr>
          <p:cNvPr id="5" name="Footer Placeholder 4"/>
          <p:cNvSpPr>
            <a:spLocks noGrp="1"/>
          </p:cNvSpPr>
          <p:nvPr>
            <p:ph type="ftr" sz="quarter" idx="11"/>
          </p:nvPr>
        </p:nvSpPr>
        <p:spPr>
          <a:xfrm>
            <a:off x="3124200" y="6248400"/>
            <a:ext cx="2895600" cy="457200"/>
          </a:xfrm>
        </p:spPr>
        <p:txBody>
          <a:bodyPr/>
          <a:lstStyle>
            <a:lvl1pPr>
              <a:defRPr/>
            </a:lvl1pPr>
          </a:lstStyle>
          <a:p>
            <a:endParaRPr lang="en-US" altLang="en-US"/>
          </a:p>
        </p:txBody>
      </p:sp>
      <p:sp>
        <p:nvSpPr>
          <p:cNvPr id="6" name="Slide Number Placeholder 5"/>
          <p:cNvSpPr>
            <a:spLocks noGrp="1"/>
          </p:cNvSpPr>
          <p:nvPr>
            <p:ph type="sldNum" sz="quarter" idx="12"/>
          </p:nvPr>
        </p:nvSpPr>
        <p:spPr>
          <a:xfrm>
            <a:off x="6553200" y="6243638"/>
            <a:ext cx="2133600" cy="457200"/>
          </a:xfrm>
        </p:spPr>
        <p:txBody>
          <a:bodyPr/>
          <a:lstStyle>
            <a:lvl1pPr>
              <a:defRPr/>
            </a:lvl1pPr>
          </a:lstStyle>
          <a:p>
            <a:fld id="{A34A7356-2DFD-4505-B71D-27A0D069880B}" type="slidenum">
              <a:rPr lang="en-US" altLang="en-US"/>
              <a:pPr/>
              <a:t>‹#›</a:t>
            </a:fld>
            <a:endParaRPr lang="en-US" altLang="en-US"/>
          </a:p>
        </p:txBody>
      </p:sp>
    </p:spTree>
    <p:extLst>
      <p:ext uri="{BB962C8B-B14F-4D97-AF65-F5344CB8AC3E}">
        <p14:creationId xmlns:p14="http://schemas.microsoft.com/office/powerpoint/2010/main" val="10928647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Back Cover">
    <p:spTree>
      <p:nvGrpSpPr>
        <p:cNvPr id="1" name=""/>
        <p:cNvGrpSpPr/>
        <p:nvPr/>
      </p:nvGrpSpPr>
      <p:grpSpPr>
        <a:xfrm>
          <a:off x="0" y="0"/>
          <a:ext cx="0" cy="0"/>
          <a:chOff x="0" y="0"/>
          <a:chExt cx="0" cy="0"/>
        </a:xfrm>
      </p:grpSpPr>
      <p:sp>
        <p:nvSpPr>
          <p:cNvPr id="3" name="TextBox 2"/>
          <p:cNvSpPr txBox="1"/>
          <p:nvPr/>
        </p:nvSpPr>
        <p:spPr>
          <a:xfrm>
            <a:off x="8604250" y="0"/>
            <a:ext cx="539750" cy="5400675"/>
          </a:xfrm>
          <a:prstGeom prst="rect">
            <a:avLst/>
          </a:prstGeom>
          <a:solidFill>
            <a:srgbClr val="0088FF"/>
          </a:solidFill>
          <a:ln>
            <a:noFill/>
          </a:ln>
          <a:effectLst/>
        </p:spPr>
        <p:style>
          <a:lnRef idx="1">
            <a:schemeClr val="accent3"/>
          </a:lnRef>
          <a:fillRef idx="3">
            <a:schemeClr val="accent3"/>
          </a:fillRef>
          <a:effectRef idx="2">
            <a:schemeClr val="accent3"/>
          </a:effectRef>
          <a:fontRef idx="minor">
            <a:schemeClr val="lt1"/>
          </a:fontRef>
        </p:style>
        <p:txBody>
          <a:bodyPr>
            <a:spAutoFit/>
          </a:bodyPr>
          <a:lstStyle/>
          <a:p>
            <a:pPr fontAlgn="auto">
              <a:spcBef>
                <a:spcPts val="0"/>
              </a:spcBef>
              <a:spcAft>
                <a:spcPts val="0"/>
              </a:spcAft>
              <a:defRPr/>
            </a:pPr>
            <a:endParaRPr lang="en-US" sz="1800">
              <a:solidFill>
                <a:srgbClr val="0065A2"/>
              </a:solidFill>
            </a:endParaRPr>
          </a:p>
        </p:txBody>
      </p:sp>
      <p:sp>
        <p:nvSpPr>
          <p:cNvPr id="4" name="Rectangle 3"/>
          <p:cNvSpPr/>
          <p:nvPr/>
        </p:nvSpPr>
        <p:spPr>
          <a:xfrm>
            <a:off x="0" y="0"/>
            <a:ext cx="8604250" cy="5400675"/>
          </a:xfrm>
          <a:prstGeom prst="rect">
            <a:avLst/>
          </a:prstGeom>
          <a:solidFill>
            <a:srgbClr val="5BB1F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5" name="TextBox 10"/>
          <p:cNvSpPr txBox="1">
            <a:spLocks noChangeArrowheads="1"/>
          </p:cNvSpPr>
          <p:nvPr/>
        </p:nvSpPr>
        <p:spPr bwMode="auto">
          <a:xfrm>
            <a:off x="692150" y="4349750"/>
            <a:ext cx="7086600" cy="2569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ヒラギノ角ゴ Pro W3" pitchFamily="-112" charset="-128"/>
              </a:defRPr>
            </a:lvl1pPr>
            <a:lvl2pPr marL="37931725" indent="-37474525" eaLnBrk="0" hangingPunct="0">
              <a:defRPr sz="2400">
                <a:solidFill>
                  <a:schemeClr val="tx1"/>
                </a:solidFill>
                <a:latin typeface="Arial" pitchFamily="34" charset="0"/>
                <a:ea typeface="ヒラギノ角ゴ Pro W3" pitchFamily="-112" charset="-128"/>
              </a:defRPr>
            </a:lvl2pPr>
            <a:lvl3pPr eaLnBrk="0" hangingPunct="0">
              <a:defRPr sz="2400">
                <a:solidFill>
                  <a:schemeClr val="tx1"/>
                </a:solidFill>
                <a:latin typeface="Arial" pitchFamily="34" charset="0"/>
                <a:ea typeface="ヒラギノ角ゴ Pro W3" pitchFamily="-112" charset="-128"/>
              </a:defRPr>
            </a:lvl3pPr>
            <a:lvl4pPr eaLnBrk="0" hangingPunct="0">
              <a:defRPr sz="2400">
                <a:solidFill>
                  <a:schemeClr val="tx1"/>
                </a:solidFill>
                <a:latin typeface="Arial" pitchFamily="34" charset="0"/>
                <a:ea typeface="ヒラギノ角ゴ Pro W3" pitchFamily="-112" charset="-128"/>
              </a:defRPr>
            </a:lvl4pPr>
            <a:lvl5pPr eaLnBrk="0" hangingPunct="0">
              <a:defRPr sz="2400">
                <a:solidFill>
                  <a:schemeClr val="tx1"/>
                </a:solidFill>
                <a:latin typeface="Arial" pitchFamily="34" charset="0"/>
                <a:ea typeface="ヒラギノ角ゴ Pro W3" pitchFamily="-112" charset="-128"/>
              </a:defRPr>
            </a:lvl5pPr>
            <a:lvl6pPr marL="457200" eaLnBrk="0" fontAlgn="base" hangingPunct="0">
              <a:spcBef>
                <a:spcPct val="0"/>
              </a:spcBef>
              <a:spcAft>
                <a:spcPct val="0"/>
              </a:spcAft>
              <a:defRPr sz="2400">
                <a:solidFill>
                  <a:schemeClr val="tx1"/>
                </a:solidFill>
                <a:latin typeface="Arial" pitchFamily="34" charset="0"/>
                <a:ea typeface="ヒラギノ角ゴ Pro W3" pitchFamily="-112" charset="-128"/>
              </a:defRPr>
            </a:lvl6pPr>
            <a:lvl7pPr marL="914400" eaLnBrk="0" fontAlgn="base" hangingPunct="0">
              <a:spcBef>
                <a:spcPct val="0"/>
              </a:spcBef>
              <a:spcAft>
                <a:spcPct val="0"/>
              </a:spcAft>
              <a:defRPr sz="2400">
                <a:solidFill>
                  <a:schemeClr val="tx1"/>
                </a:solidFill>
                <a:latin typeface="Arial" pitchFamily="34" charset="0"/>
                <a:ea typeface="ヒラギノ角ゴ Pro W3" pitchFamily="-112" charset="-128"/>
              </a:defRPr>
            </a:lvl7pPr>
            <a:lvl8pPr marL="1371600" eaLnBrk="0" fontAlgn="base" hangingPunct="0">
              <a:spcBef>
                <a:spcPct val="0"/>
              </a:spcBef>
              <a:spcAft>
                <a:spcPct val="0"/>
              </a:spcAft>
              <a:defRPr sz="2400">
                <a:solidFill>
                  <a:schemeClr val="tx1"/>
                </a:solidFill>
                <a:latin typeface="Arial" pitchFamily="34" charset="0"/>
                <a:ea typeface="ヒラギノ角ゴ Pro W3" pitchFamily="-112" charset="-128"/>
              </a:defRPr>
            </a:lvl8pPr>
            <a:lvl9pPr marL="1828800" eaLnBrk="0" fontAlgn="base" hangingPunct="0">
              <a:spcBef>
                <a:spcPct val="0"/>
              </a:spcBef>
              <a:spcAft>
                <a:spcPct val="0"/>
              </a:spcAft>
              <a:defRPr sz="2400">
                <a:solidFill>
                  <a:schemeClr val="tx1"/>
                </a:solidFill>
                <a:latin typeface="Arial" pitchFamily="34" charset="0"/>
                <a:ea typeface="ヒラギノ角ゴ Pro W3" pitchFamily="-112" charset="-128"/>
              </a:defRPr>
            </a:lvl9pPr>
          </a:lstStyle>
          <a:p>
            <a:pPr eaLnBrk="1" hangingPunct="1">
              <a:lnSpc>
                <a:spcPts val="1300"/>
              </a:lnSpc>
            </a:pPr>
            <a:r>
              <a:rPr lang="en-GB" sz="1000" b="1" dirty="0">
                <a:solidFill>
                  <a:schemeClr val="bg1"/>
                </a:solidFill>
                <a:latin typeface="Verdana" pitchFamily="34" charset="0"/>
              </a:rPr>
              <a:t>World Food Programme</a:t>
            </a:r>
          </a:p>
        </p:txBody>
      </p:sp>
      <p:pic>
        <p:nvPicPr>
          <p:cNvPr id="6" name="Picture 5" descr="WFPlogo-english-extended-blue.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1313" y="5518150"/>
            <a:ext cx="4359275" cy="1169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 name="Text Placeholder 6"/>
          <p:cNvSpPr>
            <a:spLocks noGrp="1"/>
          </p:cNvSpPr>
          <p:nvPr>
            <p:ph type="body" sz="quarter" idx="10" hasCustomPrompt="1"/>
          </p:nvPr>
        </p:nvSpPr>
        <p:spPr>
          <a:xfrm>
            <a:off x="788983" y="4594488"/>
            <a:ext cx="3641726" cy="566168"/>
          </a:xfrm>
          <a:prstGeom prst="rect">
            <a:avLst/>
          </a:prstGeom>
        </p:spPr>
        <p:txBody>
          <a:bodyPr vert="horz" lIns="0" tIns="0" rIns="0" bIns="0"/>
          <a:lstStyle>
            <a:lvl1pPr marL="0" indent="0">
              <a:buNone/>
              <a:defRPr sz="1000">
                <a:solidFill>
                  <a:srgbClr val="FFFFFF"/>
                </a:solidFill>
                <a:latin typeface="Verdana"/>
                <a:cs typeface="Verdana"/>
              </a:defRPr>
            </a:lvl1pPr>
            <a:lvl2pPr marL="457200" indent="0">
              <a:buNone/>
              <a:defRPr sz="1000">
                <a:solidFill>
                  <a:srgbClr val="FFFFFF"/>
                </a:solidFill>
                <a:latin typeface="Verdana"/>
                <a:cs typeface="Verdana"/>
              </a:defRPr>
            </a:lvl2pPr>
            <a:lvl3pPr marL="914400" indent="0">
              <a:buNone/>
              <a:defRPr sz="1000">
                <a:solidFill>
                  <a:srgbClr val="FFFFFF"/>
                </a:solidFill>
                <a:latin typeface="Verdana"/>
                <a:cs typeface="Verdana"/>
              </a:defRPr>
            </a:lvl3pPr>
            <a:lvl4pPr marL="1371600" indent="0">
              <a:buNone/>
              <a:defRPr sz="1000">
                <a:solidFill>
                  <a:srgbClr val="FFFFFF"/>
                </a:solidFill>
                <a:latin typeface="Verdana"/>
                <a:cs typeface="Verdana"/>
              </a:defRPr>
            </a:lvl4pPr>
            <a:lvl5pPr marL="1828800" indent="0">
              <a:buNone/>
              <a:defRPr sz="1000">
                <a:solidFill>
                  <a:srgbClr val="FFFFFF"/>
                </a:solidFill>
                <a:latin typeface="Verdana"/>
                <a:cs typeface="Verdana"/>
              </a:defRPr>
            </a:lvl5pPr>
          </a:lstStyle>
          <a:p>
            <a:pPr lvl="0"/>
            <a:r>
              <a:rPr lang="en-US" dirty="0"/>
              <a:t>Click to insert address and additional text if needed</a:t>
            </a:r>
          </a:p>
        </p:txBody>
      </p:sp>
      <p:sp>
        <p:nvSpPr>
          <p:cNvPr id="10" name="Text Placeholder 14"/>
          <p:cNvSpPr>
            <a:spLocks noGrp="1"/>
          </p:cNvSpPr>
          <p:nvPr>
            <p:ph type="body" sz="quarter" idx="11" hasCustomPrompt="1"/>
          </p:nvPr>
        </p:nvSpPr>
        <p:spPr>
          <a:xfrm>
            <a:off x="7162579" y="6068204"/>
            <a:ext cx="1441671" cy="359891"/>
          </a:xfrm>
          <a:prstGeom prst="rect">
            <a:avLst/>
          </a:prstGeom>
        </p:spPr>
        <p:txBody>
          <a:bodyPr vert="horz" lIns="0" tIns="0" rIns="0" bIns="0"/>
          <a:lstStyle>
            <a:lvl1pPr marL="0" indent="0" algn="r">
              <a:buNone/>
              <a:defRPr sz="1000" baseline="0">
                <a:solidFill>
                  <a:srgbClr val="0088FF"/>
                </a:solidFill>
                <a:latin typeface="Verdana"/>
                <a:cs typeface="Verdana"/>
              </a:defRPr>
            </a:lvl1pPr>
            <a:lvl2pPr marL="457200" indent="0" algn="l">
              <a:buNone/>
              <a:defRPr sz="1500">
                <a:solidFill>
                  <a:schemeClr val="bg1"/>
                </a:solidFill>
                <a:latin typeface="Verdana"/>
                <a:cs typeface="Verdana"/>
              </a:defRPr>
            </a:lvl2pPr>
            <a:lvl3pPr marL="914400" indent="0" algn="l">
              <a:buNone/>
              <a:defRPr sz="1500">
                <a:solidFill>
                  <a:schemeClr val="bg1"/>
                </a:solidFill>
                <a:latin typeface="Verdana"/>
                <a:cs typeface="Verdana"/>
              </a:defRPr>
            </a:lvl3pPr>
            <a:lvl4pPr marL="1371600" indent="0" algn="l">
              <a:buNone/>
              <a:defRPr sz="1500">
                <a:solidFill>
                  <a:schemeClr val="bg1"/>
                </a:solidFill>
                <a:latin typeface="Verdana"/>
                <a:cs typeface="Verdana"/>
              </a:defRPr>
            </a:lvl4pPr>
            <a:lvl5pPr marL="1828800" indent="0" algn="l">
              <a:buNone/>
              <a:defRPr sz="1500">
                <a:solidFill>
                  <a:schemeClr val="bg1"/>
                </a:solidFill>
                <a:latin typeface="Verdana"/>
                <a:cs typeface="Verdana"/>
              </a:defRPr>
            </a:lvl5pPr>
          </a:lstStyle>
          <a:p>
            <a:pPr lvl="0"/>
            <a:r>
              <a:rPr lang="en-US" dirty="0"/>
              <a:t>Edit date</a:t>
            </a:r>
          </a:p>
        </p:txBody>
      </p:sp>
      <p:sp>
        <p:nvSpPr>
          <p:cNvPr id="8" name="TextBox 7"/>
          <p:cNvSpPr txBox="1"/>
          <p:nvPr userDrawn="1"/>
        </p:nvSpPr>
        <p:spPr>
          <a:xfrm>
            <a:off x="8604250" y="0"/>
            <a:ext cx="539750" cy="5400675"/>
          </a:xfrm>
          <a:prstGeom prst="rect">
            <a:avLst/>
          </a:prstGeom>
          <a:solidFill>
            <a:srgbClr val="0088FF"/>
          </a:solidFill>
          <a:ln>
            <a:noFill/>
          </a:ln>
          <a:effectLst/>
        </p:spPr>
        <p:style>
          <a:lnRef idx="1">
            <a:schemeClr val="accent3"/>
          </a:lnRef>
          <a:fillRef idx="3">
            <a:schemeClr val="accent3"/>
          </a:fillRef>
          <a:effectRef idx="2">
            <a:schemeClr val="accent3"/>
          </a:effectRef>
          <a:fontRef idx="minor">
            <a:schemeClr val="lt1"/>
          </a:fontRef>
        </p:style>
        <p:txBody>
          <a:bodyPr>
            <a:spAutoFit/>
          </a:bodyPr>
          <a:lstStyle/>
          <a:p>
            <a:pPr fontAlgn="auto">
              <a:spcBef>
                <a:spcPts val="0"/>
              </a:spcBef>
              <a:spcAft>
                <a:spcPts val="0"/>
              </a:spcAft>
              <a:defRPr/>
            </a:pPr>
            <a:endParaRPr lang="en-US" sz="1800">
              <a:solidFill>
                <a:srgbClr val="0065A2"/>
              </a:solidFill>
            </a:endParaRPr>
          </a:p>
        </p:txBody>
      </p:sp>
      <p:sp>
        <p:nvSpPr>
          <p:cNvPr id="9" name="Rectangle 8"/>
          <p:cNvSpPr/>
          <p:nvPr userDrawn="1"/>
        </p:nvSpPr>
        <p:spPr>
          <a:xfrm>
            <a:off x="0" y="0"/>
            <a:ext cx="8604250" cy="5400675"/>
          </a:xfrm>
          <a:prstGeom prst="rect">
            <a:avLst/>
          </a:prstGeom>
          <a:solidFill>
            <a:srgbClr val="5BB1F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pic>
        <p:nvPicPr>
          <p:cNvPr id="12" name="Picture 11" descr="WFPlogo-english-extended-blue.gif"/>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41313" y="5518150"/>
            <a:ext cx="4359275" cy="1169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47173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2C88C-446C-9B68-92F0-0BF8EACDED49}"/>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92339540-270F-D800-8130-A02E6F65B9A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6E33AF3-4AC6-464C-D0B3-F80BB4195F11}"/>
              </a:ext>
            </a:extLst>
          </p:cNvPr>
          <p:cNvSpPr>
            <a:spLocks noGrp="1"/>
          </p:cNvSpPr>
          <p:nvPr>
            <p:ph type="dt" sz="half" idx="10"/>
          </p:nvPr>
        </p:nvSpPr>
        <p:spPr/>
        <p:txBody>
          <a:bodyPr/>
          <a:lstStyle/>
          <a:p>
            <a:fld id="{860FB102-3700-4B11-AC99-A17DFF57F5EE}" type="datetimeFigureOut">
              <a:rPr lang="en-US" smtClean="0"/>
              <a:t>5/30/2023</a:t>
            </a:fld>
            <a:endParaRPr lang="en-US"/>
          </a:p>
        </p:txBody>
      </p:sp>
      <p:sp>
        <p:nvSpPr>
          <p:cNvPr id="5" name="Footer Placeholder 4">
            <a:extLst>
              <a:ext uri="{FF2B5EF4-FFF2-40B4-BE49-F238E27FC236}">
                <a16:creationId xmlns:a16="http://schemas.microsoft.com/office/drawing/2014/main" id="{0E0F2D90-B069-B1AD-BEFD-3C68349B89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0FE83B-FB3B-7470-CF59-4A153C16E3F6}"/>
              </a:ext>
            </a:extLst>
          </p:cNvPr>
          <p:cNvSpPr>
            <a:spLocks noGrp="1"/>
          </p:cNvSpPr>
          <p:nvPr>
            <p:ph type="sldNum" sz="quarter" idx="12"/>
          </p:nvPr>
        </p:nvSpPr>
        <p:spPr/>
        <p:txBody>
          <a:bodyPr/>
          <a:lstStyle/>
          <a:p>
            <a:fld id="{444F8B38-C27F-4C6C-BB38-55462B5E7EE3}" type="slidenum">
              <a:rPr lang="en-US" smtClean="0"/>
              <a:t>‹#›</a:t>
            </a:fld>
            <a:endParaRPr lang="en-US"/>
          </a:p>
        </p:txBody>
      </p:sp>
    </p:spTree>
    <p:extLst>
      <p:ext uri="{BB962C8B-B14F-4D97-AF65-F5344CB8AC3E}">
        <p14:creationId xmlns:p14="http://schemas.microsoft.com/office/powerpoint/2010/main" val="9310167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54012-8C59-ED3A-2C91-5386B43DA3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8F50B3-C2D2-892D-C71D-9538F4BF28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25FE43-41E9-9AFD-BF96-2B1C4053D92B}"/>
              </a:ext>
            </a:extLst>
          </p:cNvPr>
          <p:cNvSpPr>
            <a:spLocks noGrp="1"/>
          </p:cNvSpPr>
          <p:nvPr>
            <p:ph type="dt" sz="half" idx="10"/>
          </p:nvPr>
        </p:nvSpPr>
        <p:spPr/>
        <p:txBody>
          <a:bodyPr/>
          <a:lstStyle/>
          <a:p>
            <a:fld id="{860FB102-3700-4B11-AC99-A17DFF57F5EE}" type="datetimeFigureOut">
              <a:rPr lang="en-US" smtClean="0"/>
              <a:t>5/30/2023</a:t>
            </a:fld>
            <a:endParaRPr lang="en-US"/>
          </a:p>
        </p:txBody>
      </p:sp>
      <p:sp>
        <p:nvSpPr>
          <p:cNvPr id="5" name="Footer Placeholder 4">
            <a:extLst>
              <a:ext uri="{FF2B5EF4-FFF2-40B4-BE49-F238E27FC236}">
                <a16:creationId xmlns:a16="http://schemas.microsoft.com/office/drawing/2014/main" id="{69E3AE78-C7AE-667B-9DCA-3E84870F3C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C660E0-0C21-5948-6800-C7B13127E842}"/>
              </a:ext>
            </a:extLst>
          </p:cNvPr>
          <p:cNvSpPr>
            <a:spLocks noGrp="1"/>
          </p:cNvSpPr>
          <p:nvPr>
            <p:ph type="sldNum" sz="quarter" idx="12"/>
          </p:nvPr>
        </p:nvSpPr>
        <p:spPr/>
        <p:txBody>
          <a:bodyPr/>
          <a:lstStyle/>
          <a:p>
            <a:fld id="{444F8B38-C27F-4C6C-BB38-55462B5E7EE3}" type="slidenum">
              <a:rPr lang="en-US" smtClean="0"/>
              <a:t>‹#›</a:t>
            </a:fld>
            <a:endParaRPr lang="en-US"/>
          </a:p>
        </p:txBody>
      </p:sp>
    </p:spTree>
    <p:extLst>
      <p:ext uri="{BB962C8B-B14F-4D97-AF65-F5344CB8AC3E}">
        <p14:creationId xmlns:p14="http://schemas.microsoft.com/office/powerpoint/2010/main" val="19160528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234C1-FC12-E821-9ACF-DE52207DA3C8}"/>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17F2B881-9FC4-C2F8-ADA6-BE1F4F5A7780}"/>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17FD08-23AF-F86D-096E-FF5CA644CA96}"/>
              </a:ext>
            </a:extLst>
          </p:cNvPr>
          <p:cNvSpPr>
            <a:spLocks noGrp="1"/>
          </p:cNvSpPr>
          <p:nvPr>
            <p:ph type="dt" sz="half" idx="10"/>
          </p:nvPr>
        </p:nvSpPr>
        <p:spPr/>
        <p:txBody>
          <a:bodyPr/>
          <a:lstStyle/>
          <a:p>
            <a:fld id="{860FB102-3700-4B11-AC99-A17DFF57F5EE}" type="datetimeFigureOut">
              <a:rPr lang="en-US" smtClean="0"/>
              <a:t>5/30/2023</a:t>
            </a:fld>
            <a:endParaRPr lang="en-US"/>
          </a:p>
        </p:txBody>
      </p:sp>
      <p:sp>
        <p:nvSpPr>
          <p:cNvPr id="5" name="Footer Placeholder 4">
            <a:extLst>
              <a:ext uri="{FF2B5EF4-FFF2-40B4-BE49-F238E27FC236}">
                <a16:creationId xmlns:a16="http://schemas.microsoft.com/office/drawing/2014/main" id="{0BEC2136-E6B6-1DE3-F80D-0936BCEF15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D45C5C-EB27-DF8A-FE7A-980D30E3C3FD}"/>
              </a:ext>
            </a:extLst>
          </p:cNvPr>
          <p:cNvSpPr>
            <a:spLocks noGrp="1"/>
          </p:cNvSpPr>
          <p:nvPr>
            <p:ph type="sldNum" sz="quarter" idx="12"/>
          </p:nvPr>
        </p:nvSpPr>
        <p:spPr/>
        <p:txBody>
          <a:bodyPr/>
          <a:lstStyle/>
          <a:p>
            <a:fld id="{444F8B38-C27F-4C6C-BB38-55462B5E7EE3}" type="slidenum">
              <a:rPr lang="en-US" smtClean="0"/>
              <a:t>‹#›</a:t>
            </a:fld>
            <a:endParaRPr lang="en-US"/>
          </a:p>
        </p:txBody>
      </p:sp>
    </p:spTree>
    <p:extLst>
      <p:ext uri="{BB962C8B-B14F-4D97-AF65-F5344CB8AC3E}">
        <p14:creationId xmlns:p14="http://schemas.microsoft.com/office/powerpoint/2010/main" val="808641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EECD5-8052-E83B-DF0F-397D3EF08E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9015C1-C2FA-3ECD-50C0-63FB2DBB7DE1}"/>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117830-9E8E-D9C0-F748-C609A6C9292C}"/>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D2B787-9FEF-65D1-166A-8D6E88C0A77C}"/>
              </a:ext>
            </a:extLst>
          </p:cNvPr>
          <p:cNvSpPr>
            <a:spLocks noGrp="1"/>
          </p:cNvSpPr>
          <p:nvPr>
            <p:ph type="dt" sz="half" idx="10"/>
          </p:nvPr>
        </p:nvSpPr>
        <p:spPr/>
        <p:txBody>
          <a:bodyPr/>
          <a:lstStyle/>
          <a:p>
            <a:fld id="{860FB102-3700-4B11-AC99-A17DFF57F5EE}" type="datetimeFigureOut">
              <a:rPr lang="en-US" smtClean="0"/>
              <a:t>5/30/2023</a:t>
            </a:fld>
            <a:endParaRPr lang="en-US"/>
          </a:p>
        </p:txBody>
      </p:sp>
      <p:sp>
        <p:nvSpPr>
          <p:cNvPr id="6" name="Footer Placeholder 5">
            <a:extLst>
              <a:ext uri="{FF2B5EF4-FFF2-40B4-BE49-F238E27FC236}">
                <a16:creationId xmlns:a16="http://schemas.microsoft.com/office/drawing/2014/main" id="{58DC2176-7C9B-D8EE-89BA-6759B1E817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19792A-0C7B-2209-8AEE-25EDBA9B63B7}"/>
              </a:ext>
            </a:extLst>
          </p:cNvPr>
          <p:cNvSpPr>
            <a:spLocks noGrp="1"/>
          </p:cNvSpPr>
          <p:nvPr>
            <p:ph type="sldNum" sz="quarter" idx="12"/>
          </p:nvPr>
        </p:nvSpPr>
        <p:spPr/>
        <p:txBody>
          <a:bodyPr/>
          <a:lstStyle/>
          <a:p>
            <a:fld id="{444F8B38-C27F-4C6C-BB38-55462B5E7EE3}" type="slidenum">
              <a:rPr lang="en-US" smtClean="0"/>
              <a:t>‹#›</a:t>
            </a:fld>
            <a:endParaRPr lang="en-US"/>
          </a:p>
        </p:txBody>
      </p:sp>
    </p:spTree>
    <p:extLst>
      <p:ext uri="{BB962C8B-B14F-4D97-AF65-F5344CB8AC3E}">
        <p14:creationId xmlns:p14="http://schemas.microsoft.com/office/powerpoint/2010/main" val="42691646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D51D4-9E28-C8E4-674A-CA05744D6AAE}"/>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B760C2-DE55-0F3C-8AED-78AFFF1B6EA8}"/>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11C8B11-B35A-4510-95B2-EF30098F15CA}"/>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C1AB81-82CC-4BB9-07D9-DAF5F8878B7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6FD3888-E7DF-1378-9E4C-B9E31156BB9E}"/>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57AF38-77CA-672F-E84D-B58F4259ED0A}"/>
              </a:ext>
            </a:extLst>
          </p:cNvPr>
          <p:cNvSpPr>
            <a:spLocks noGrp="1"/>
          </p:cNvSpPr>
          <p:nvPr>
            <p:ph type="dt" sz="half" idx="10"/>
          </p:nvPr>
        </p:nvSpPr>
        <p:spPr/>
        <p:txBody>
          <a:bodyPr/>
          <a:lstStyle/>
          <a:p>
            <a:fld id="{860FB102-3700-4B11-AC99-A17DFF57F5EE}" type="datetimeFigureOut">
              <a:rPr lang="en-US" smtClean="0"/>
              <a:t>5/30/2023</a:t>
            </a:fld>
            <a:endParaRPr lang="en-US"/>
          </a:p>
        </p:txBody>
      </p:sp>
      <p:sp>
        <p:nvSpPr>
          <p:cNvPr id="8" name="Footer Placeholder 7">
            <a:extLst>
              <a:ext uri="{FF2B5EF4-FFF2-40B4-BE49-F238E27FC236}">
                <a16:creationId xmlns:a16="http://schemas.microsoft.com/office/drawing/2014/main" id="{9E0233D1-6F97-9440-FCF8-1F8DFB2F7D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BE8F24-A477-AB86-473C-0A73FA5B8E49}"/>
              </a:ext>
            </a:extLst>
          </p:cNvPr>
          <p:cNvSpPr>
            <a:spLocks noGrp="1"/>
          </p:cNvSpPr>
          <p:nvPr>
            <p:ph type="sldNum" sz="quarter" idx="12"/>
          </p:nvPr>
        </p:nvSpPr>
        <p:spPr/>
        <p:txBody>
          <a:bodyPr/>
          <a:lstStyle/>
          <a:p>
            <a:fld id="{444F8B38-C27F-4C6C-BB38-55462B5E7EE3}" type="slidenum">
              <a:rPr lang="en-US" smtClean="0"/>
              <a:t>‹#›</a:t>
            </a:fld>
            <a:endParaRPr lang="en-US"/>
          </a:p>
        </p:txBody>
      </p:sp>
    </p:spTree>
    <p:extLst>
      <p:ext uri="{BB962C8B-B14F-4D97-AF65-F5344CB8AC3E}">
        <p14:creationId xmlns:p14="http://schemas.microsoft.com/office/powerpoint/2010/main" val="33163792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5DE56-CA0F-0000-D2FA-0CCB2B56A2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E8DECD7-4ABE-A4E6-736F-B8F76CC88631}"/>
              </a:ext>
            </a:extLst>
          </p:cNvPr>
          <p:cNvSpPr>
            <a:spLocks noGrp="1"/>
          </p:cNvSpPr>
          <p:nvPr>
            <p:ph type="dt" sz="half" idx="10"/>
          </p:nvPr>
        </p:nvSpPr>
        <p:spPr/>
        <p:txBody>
          <a:bodyPr/>
          <a:lstStyle/>
          <a:p>
            <a:fld id="{860FB102-3700-4B11-AC99-A17DFF57F5EE}" type="datetimeFigureOut">
              <a:rPr lang="en-US" smtClean="0"/>
              <a:t>5/30/2023</a:t>
            </a:fld>
            <a:endParaRPr lang="en-US"/>
          </a:p>
        </p:txBody>
      </p:sp>
      <p:sp>
        <p:nvSpPr>
          <p:cNvPr id="4" name="Footer Placeholder 3">
            <a:extLst>
              <a:ext uri="{FF2B5EF4-FFF2-40B4-BE49-F238E27FC236}">
                <a16:creationId xmlns:a16="http://schemas.microsoft.com/office/drawing/2014/main" id="{BD745ED2-9B08-E93C-E5E8-E35ECA6900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0CF8301-47BD-8E15-FE57-D9E43197DA5E}"/>
              </a:ext>
            </a:extLst>
          </p:cNvPr>
          <p:cNvSpPr>
            <a:spLocks noGrp="1"/>
          </p:cNvSpPr>
          <p:nvPr>
            <p:ph type="sldNum" sz="quarter" idx="12"/>
          </p:nvPr>
        </p:nvSpPr>
        <p:spPr/>
        <p:txBody>
          <a:bodyPr/>
          <a:lstStyle/>
          <a:p>
            <a:fld id="{444F8B38-C27F-4C6C-BB38-55462B5E7EE3}" type="slidenum">
              <a:rPr lang="en-US" smtClean="0"/>
              <a:t>‹#›</a:t>
            </a:fld>
            <a:endParaRPr lang="en-US"/>
          </a:p>
        </p:txBody>
      </p:sp>
    </p:spTree>
    <p:extLst>
      <p:ext uri="{BB962C8B-B14F-4D97-AF65-F5344CB8AC3E}">
        <p14:creationId xmlns:p14="http://schemas.microsoft.com/office/powerpoint/2010/main" val="23364969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D3381F-DDA3-C9DD-4BDA-B89EE0F014BE}"/>
              </a:ext>
            </a:extLst>
          </p:cNvPr>
          <p:cNvSpPr>
            <a:spLocks noGrp="1"/>
          </p:cNvSpPr>
          <p:nvPr>
            <p:ph type="dt" sz="half" idx="10"/>
          </p:nvPr>
        </p:nvSpPr>
        <p:spPr/>
        <p:txBody>
          <a:bodyPr/>
          <a:lstStyle/>
          <a:p>
            <a:fld id="{860FB102-3700-4B11-AC99-A17DFF57F5EE}" type="datetimeFigureOut">
              <a:rPr lang="en-US" smtClean="0"/>
              <a:t>5/30/2023</a:t>
            </a:fld>
            <a:endParaRPr lang="en-US"/>
          </a:p>
        </p:txBody>
      </p:sp>
      <p:sp>
        <p:nvSpPr>
          <p:cNvPr id="3" name="Footer Placeholder 2">
            <a:extLst>
              <a:ext uri="{FF2B5EF4-FFF2-40B4-BE49-F238E27FC236}">
                <a16:creationId xmlns:a16="http://schemas.microsoft.com/office/drawing/2014/main" id="{00DC360C-50B2-ED29-5E4E-6680579276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50C09B-B998-1B9C-D8E3-286D614D40AC}"/>
              </a:ext>
            </a:extLst>
          </p:cNvPr>
          <p:cNvSpPr>
            <a:spLocks noGrp="1"/>
          </p:cNvSpPr>
          <p:nvPr>
            <p:ph type="sldNum" sz="quarter" idx="12"/>
          </p:nvPr>
        </p:nvSpPr>
        <p:spPr/>
        <p:txBody>
          <a:bodyPr/>
          <a:lstStyle/>
          <a:p>
            <a:fld id="{444F8B38-C27F-4C6C-BB38-55462B5E7EE3}" type="slidenum">
              <a:rPr lang="en-US" smtClean="0"/>
              <a:t>‹#›</a:t>
            </a:fld>
            <a:endParaRPr lang="en-US"/>
          </a:p>
        </p:txBody>
      </p:sp>
    </p:spTree>
    <p:extLst>
      <p:ext uri="{BB962C8B-B14F-4D97-AF65-F5344CB8AC3E}">
        <p14:creationId xmlns:p14="http://schemas.microsoft.com/office/powerpoint/2010/main" val="8464834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926D6-7048-3847-1B5E-2235F6C274D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7A03549-3617-7F00-1C89-E69F4721D83E}"/>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641AF5-9408-2632-573F-6C9BC5935D3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E0FB967-E5E9-E7D0-61D5-B894FF3C237A}"/>
              </a:ext>
            </a:extLst>
          </p:cNvPr>
          <p:cNvSpPr>
            <a:spLocks noGrp="1"/>
          </p:cNvSpPr>
          <p:nvPr>
            <p:ph type="dt" sz="half" idx="10"/>
          </p:nvPr>
        </p:nvSpPr>
        <p:spPr/>
        <p:txBody>
          <a:bodyPr/>
          <a:lstStyle/>
          <a:p>
            <a:fld id="{860FB102-3700-4B11-AC99-A17DFF57F5EE}" type="datetimeFigureOut">
              <a:rPr lang="en-US" smtClean="0"/>
              <a:t>5/30/2023</a:t>
            </a:fld>
            <a:endParaRPr lang="en-US"/>
          </a:p>
        </p:txBody>
      </p:sp>
      <p:sp>
        <p:nvSpPr>
          <p:cNvPr id="6" name="Footer Placeholder 5">
            <a:extLst>
              <a:ext uri="{FF2B5EF4-FFF2-40B4-BE49-F238E27FC236}">
                <a16:creationId xmlns:a16="http://schemas.microsoft.com/office/drawing/2014/main" id="{EA1C79A7-85A5-D294-E0D4-5B8A66FADF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693961-58CA-5CAE-FA14-977CA7967025}"/>
              </a:ext>
            </a:extLst>
          </p:cNvPr>
          <p:cNvSpPr>
            <a:spLocks noGrp="1"/>
          </p:cNvSpPr>
          <p:nvPr>
            <p:ph type="sldNum" sz="quarter" idx="12"/>
          </p:nvPr>
        </p:nvSpPr>
        <p:spPr/>
        <p:txBody>
          <a:bodyPr/>
          <a:lstStyle/>
          <a:p>
            <a:fld id="{444F8B38-C27F-4C6C-BB38-55462B5E7EE3}" type="slidenum">
              <a:rPr lang="en-US" smtClean="0"/>
              <a:t>‹#›</a:t>
            </a:fld>
            <a:endParaRPr lang="en-US"/>
          </a:p>
        </p:txBody>
      </p:sp>
    </p:spTree>
    <p:extLst>
      <p:ext uri="{BB962C8B-B14F-4D97-AF65-F5344CB8AC3E}">
        <p14:creationId xmlns:p14="http://schemas.microsoft.com/office/powerpoint/2010/main" val="730261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3DF82-319F-7DF5-0FDA-106D67E49EB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17AB1D0D-FF0B-1140-33F2-6EDCFEEF5535}"/>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7DB6B39-8DE9-F3EF-C48E-BC65BCF886B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5259CC9-96B1-3EBB-618C-515BD791A917}"/>
              </a:ext>
            </a:extLst>
          </p:cNvPr>
          <p:cNvSpPr>
            <a:spLocks noGrp="1"/>
          </p:cNvSpPr>
          <p:nvPr>
            <p:ph type="dt" sz="half" idx="10"/>
          </p:nvPr>
        </p:nvSpPr>
        <p:spPr/>
        <p:txBody>
          <a:bodyPr/>
          <a:lstStyle/>
          <a:p>
            <a:fld id="{860FB102-3700-4B11-AC99-A17DFF57F5EE}" type="datetimeFigureOut">
              <a:rPr lang="en-US" smtClean="0"/>
              <a:t>5/30/2023</a:t>
            </a:fld>
            <a:endParaRPr lang="en-US"/>
          </a:p>
        </p:txBody>
      </p:sp>
      <p:sp>
        <p:nvSpPr>
          <p:cNvPr id="6" name="Footer Placeholder 5">
            <a:extLst>
              <a:ext uri="{FF2B5EF4-FFF2-40B4-BE49-F238E27FC236}">
                <a16:creationId xmlns:a16="http://schemas.microsoft.com/office/drawing/2014/main" id="{4C8F17EB-115A-7210-132E-8997744EE7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3C51B2-6D42-CDD0-991A-1A8D35F8A179}"/>
              </a:ext>
            </a:extLst>
          </p:cNvPr>
          <p:cNvSpPr>
            <a:spLocks noGrp="1"/>
          </p:cNvSpPr>
          <p:nvPr>
            <p:ph type="sldNum" sz="quarter" idx="12"/>
          </p:nvPr>
        </p:nvSpPr>
        <p:spPr/>
        <p:txBody>
          <a:bodyPr/>
          <a:lstStyle/>
          <a:p>
            <a:fld id="{444F8B38-C27F-4C6C-BB38-55462B5E7EE3}" type="slidenum">
              <a:rPr lang="en-US" smtClean="0"/>
              <a:t>‹#›</a:t>
            </a:fld>
            <a:endParaRPr lang="en-US"/>
          </a:p>
        </p:txBody>
      </p:sp>
    </p:spTree>
    <p:extLst>
      <p:ext uri="{BB962C8B-B14F-4D97-AF65-F5344CB8AC3E}">
        <p14:creationId xmlns:p14="http://schemas.microsoft.com/office/powerpoint/2010/main" val="5987195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4FAE9-9DC3-7179-15EF-B94E5FD8ACE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825D72-2D57-04C6-6E01-275E49BED3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65E6C4-CF15-60EF-69D2-FD521265329F}"/>
              </a:ext>
            </a:extLst>
          </p:cNvPr>
          <p:cNvSpPr>
            <a:spLocks noGrp="1"/>
          </p:cNvSpPr>
          <p:nvPr>
            <p:ph type="dt" sz="half" idx="10"/>
          </p:nvPr>
        </p:nvSpPr>
        <p:spPr/>
        <p:txBody>
          <a:bodyPr/>
          <a:lstStyle/>
          <a:p>
            <a:fld id="{860FB102-3700-4B11-AC99-A17DFF57F5EE}" type="datetimeFigureOut">
              <a:rPr lang="en-US" smtClean="0"/>
              <a:t>5/30/2023</a:t>
            </a:fld>
            <a:endParaRPr lang="en-US"/>
          </a:p>
        </p:txBody>
      </p:sp>
      <p:sp>
        <p:nvSpPr>
          <p:cNvPr id="5" name="Footer Placeholder 4">
            <a:extLst>
              <a:ext uri="{FF2B5EF4-FFF2-40B4-BE49-F238E27FC236}">
                <a16:creationId xmlns:a16="http://schemas.microsoft.com/office/drawing/2014/main" id="{E8F4FC4E-BC44-9026-7196-F26C5E4D80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DE1BE4-9EB0-181C-6CE2-FE388EFAEF77}"/>
              </a:ext>
            </a:extLst>
          </p:cNvPr>
          <p:cNvSpPr>
            <a:spLocks noGrp="1"/>
          </p:cNvSpPr>
          <p:nvPr>
            <p:ph type="sldNum" sz="quarter" idx="12"/>
          </p:nvPr>
        </p:nvSpPr>
        <p:spPr/>
        <p:txBody>
          <a:bodyPr/>
          <a:lstStyle/>
          <a:p>
            <a:fld id="{444F8B38-C27F-4C6C-BB38-55462B5E7EE3}" type="slidenum">
              <a:rPr lang="en-US" smtClean="0"/>
              <a:t>‹#›</a:t>
            </a:fld>
            <a:endParaRPr lang="en-US"/>
          </a:p>
        </p:txBody>
      </p:sp>
    </p:spTree>
    <p:extLst>
      <p:ext uri="{BB962C8B-B14F-4D97-AF65-F5344CB8AC3E}">
        <p14:creationId xmlns:p14="http://schemas.microsoft.com/office/powerpoint/2010/main" val="399194904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25CD75-F3CC-30CB-255A-581C2C35E45A}"/>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EA099C9-2F52-C6AD-CA7E-9E82EC2358C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FB16BC-A375-CD4A-525A-618F0EC8F98B}"/>
              </a:ext>
            </a:extLst>
          </p:cNvPr>
          <p:cNvSpPr>
            <a:spLocks noGrp="1"/>
          </p:cNvSpPr>
          <p:nvPr>
            <p:ph type="dt" sz="half" idx="10"/>
          </p:nvPr>
        </p:nvSpPr>
        <p:spPr/>
        <p:txBody>
          <a:bodyPr/>
          <a:lstStyle/>
          <a:p>
            <a:fld id="{860FB102-3700-4B11-AC99-A17DFF57F5EE}" type="datetimeFigureOut">
              <a:rPr lang="en-US" smtClean="0"/>
              <a:t>5/30/2023</a:t>
            </a:fld>
            <a:endParaRPr lang="en-US"/>
          </a:p>
        </p:txBody>
      </p:sp>
      <p:sp>
        <p:nvSpPr>
          <p:cNvPr id="5" name="Footer Placeholder 4">
            <a:extLst>
              <a:ext uri="{FF2B5EF4-FFF2-40B4-BE49-F238E27FC236}">
                <a16:creationId xmlns:a16="http://schemas.microsoft.com/office/drawing/2014/main" id="{2713E873-B0A2-8F6E-F82C-E7BB855217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FB6998-5ECC-8DCA-44A4-33AF03EFDD2B}"/>
              </a:ext>
            </a:extLst>
          </p:cNvPr>
          <p:cNvSpPr>
            <a:spLocks noGrp="1"/>
          </p:cNvSpPr>
          <p:nvPr>
            <p:ph type="sldNum" sz="quarter" idx="12"/>
          </p:nvPr>
        </p:nvSpPr>
        <p:spPr/>
        <p:txBody>
          <a:bodyPr/>
          <a:lstStyle/>
          <a:p>
            <a:fld id="{444F8B38-C27F-4C6C-BB38-55462B5E7EE3}" type="slidenum">
              <a:rPr lang="en-US" smtClean="0"/>
              <a:t>‹#›</a:t>
            </a:fld>
            <a:endParaRPr lang="en-US"/>
          </a:p>
        </p:txBody>
      </p:sp>
    </p:spTree>
    <p:extLst>
      <p:ext uri="{BB962C8B-B14F-4D97-AF65-F5344CB8AC3E}">
        <p14:creationId xmlns:p14="http://schemas.microsoft.com/office/powerpoint/2010/main" val="262731889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p1 Top Banner &amp; Tex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6176" y="266337"/>
            <a:ext cx="8087840" cy="724646"/>
          </a:xfrm>
          <a:prstGeom prst="rect">
            <a:avLst/>
          </a:prstGeom>
        </p:spPr>
        <p:txBody>
          <a:bodyPr anchor="ctr"/>
          <a:lstStyle>
            <a:lvl1pPr algn="l">
              <a:lnSpc>
                <a:spcPts val="2531"/>
              </a:lnSpc>
              <a:defRPr sz="1631" b="1">
                <a:solidFill>
                  <a:schemeClr val="bg1"/>
                </a:solidFill>
                <a:latin typeface="Arial Narrow" panose="020B0606020202030204" pitchFamily="34" charset="0"/>
              </a:defRPr>
            </a:lvl1pPr>
          </a:lstStyle>
          <a:p>
            <a:r>
              <a:rPr lang="en-US" dirty="0"/>
              <a:t>HERE GOES YOUR TITLE</a:t>
            </a:r>
            <a:endParaRPr lang="es-ES" dirty="0"/>
          </a:p>
        </p:txBody>
      </p:sp>
      <p:sp>
        <p:nvSpPr>
          <p:cNvPr id="3" name="Subtitle 2"/>
          <p:cNvSpPr>
            <a:spLocks noGrp="1"/>
          </p:cNvSpPr>
          <p:nvPr>
            <p:ph type="subTitle" idx="1" hasCustomPrompt="1"/>
          </p:nvPr>
        </p:nvSpPr>
        <p:spPr>
          <a:xfrm>
            <a:off x="386176" y="1443992"/>
            <a:ext cx="8087840" cy="525931"/>
          </a:xfrm>
          <a:prstGeom prst="rect">
            <a:avLst/>
          </a:prstGeom>
        </p:spPr>
        <p:txBody>
          <a:bodyPr anchor="b"/>
          <a:lstStyle>
            <a:lvl1pPr marL="0" indent="0" algn="l">
              <a:buNone/>
              <a:defRPr sz="956" b="1">
                <a:solidFill>
                  <a:srgbClr val="666666"/>
                </a:solidFill>
                <a:latin typeface="Arial Narrow" panose="020B0606020202030204" pitchFamily="34" charset="0"/>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dirty="0"/>
              <a:t>Here goes the header</a:t>
            </a:r>
            <a:endParaRPr lang="es-ES" dirty="0"/>
          </a:p>
        </p:txBody>
      </p:sp>
      <p:sp>
        <p:nvSpPr>
          <p:cNvPr id="9" name="Text Placeholder 8"/>
          <p:cNvSpPr>
            <a:spLocks noGrp="1"/>
          </p:cNvSpPr>
          <p:nvPr>
            <p:ph type="body" sz="quarter" idx="13" hasCustomPrompt="1"/>
          </p:nvPr>
        </p:nvSpPr>
        <p:spPr>
          <a:xfrm>
            <a:off x="386176" y="1969922"/>
            <a:ext cx="8087840" cy="4063235"/>
          </a:xfrm>
          <a:prstGeom prst="rect">
            <a:avLst/>
          </a:prstGeom>
        </p:spPr>
        <p:txBody>
          <a:bodyPr/>
          <a:lstStyle>
            <a:lvl1pPr marL="0" indent="0">
              <a:lnSpc>
                <a:spcPts val="844"/>
              </a:lnSpc>
              <a:buNone/>
              <a:defRPr sz="731" baseline="0">
                <a:solidFill>
                  <a:schemeClr val="tx1"/>
                </a:solidFill>
                <a:latin typeface="Arial Narrow" panose="020B0606020202030204" pitchFamily="34" charset="0"/>
              </a:defRPr>
            </a:lvl1pPr>
          </a:lstStyle>
          <a:p>
            <a:pPr lvl="0"/>
            <a:r>
              <a:rPr lang="en-US" dirty="0"/>
              <a:t>Here goes your plain text</a:t>
            </a:r>
            <a:endParaRPr lang="es-ES" dirty="0"/>
          </a:p>
        </p:txBody>
      </p:sp>
    </p:spTree>
    <p:extLst>
      <p:ext uri="{BB962C8B-B14F-4D97-AF65-F5344CB8AC3E}">
        <p14:creationId xmlns:p14="http://schemas.microsoft.com/office/powerpoint/2010/main" val="34984114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p1 Top Banner &amp; Imag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6176" y="266337"/>
            <a:ext cx="8087840" cy="724646"/>
          </a:xfrm>
          <a:prstGeom prst="rect">
            <a:avLst/>
          </a:prstGeom>
        </p:spPr>
        <p:txBody>
          <a:bodyPr anchor="ctr"/>
          <a:lstStyle>
            <a:lvl1pPr algn="l">
              <a:lnSpc>
                <a:spcPts val="2531"/>
              </a:lnSpc>
              <a:defRPr sz="1631" b="1" baseline="0">
                <a:solidFill>
                  <a:schemeClr val="bg1"/>
                </a:solidFill>
                <a:latin typeface="Arial Narrow" panose="020B0606020202030204" pitchFamily="34" charset="0"/>
              </a:defRPr>
            </a:lvl1pPr>
          </a:lstStyle>
          <a:p>
            <a:r>
              <a:rPr lang="en-US" dirty="0"/>
              <a:t>HERE GOES YOUR TITLE</a:t>
            </a:r>
            <a:endParaRPr lang="es-ES" dirty="0"/>
          </a:p>
        </p:txBody>
      </p:sp>
      <p:sp>
        <p:nvSpPr>
          <p:cNvPr id="5" name="Picture Placeholder 4"/>
          <p:cNvSpPr>
            <a:spLocks noGrp="1"/>
          </p:cNvSpPr>
          <p:nvPr>
            <p:ph type="pic" sz="quarter" idx="10" hasCustomPrompt="1"/>
          </p:nvPr>
        </p:nvSpPr>
        <p:spPr>
          <a:xfrm>
            <a:off x="84138" y="1357313"/>
            <a:ext cx="8966200" cy="4826000"/>
          </a:xfrm>
          <a:prstGeom prst="rect">
            <a:avLst/>
          </a:prstGeom>
        </p:spPr>
        <p:txBody>
          <a:bodyPr/>
          <a:lstStyle>
            <a:lvl1pPr>
              <a:defRPr baseline="0">
                <a:latin typeface="Arial Narrow" panose="020B0606020202030204" pitchFamily="34" charset="0"/>
              </a:defRPr>
            </a:lvl1pPr>
          </a:lstStyle>
          <a:p>
            <a:r>
              <a:rPr lang="es-ES" err="1"/>
              <a:t>Click</a:t>
            </a:r>
            <a:r>
              <a:rPr lang="es-ES"/>
              <a:t> in </a:t>
            </a:r>
            <a:r>
              <a:rPr lang="es-ES" err="1"/>
              <a:t>the</a:t>
            </a:r>
            <a:r>
              <a:rPr lang="es-ES"/>
              <a:t> </a:t>
            </a:r>
            <a:r>
              <a:rPr lang="es-ES" err="1"/>
              <a:t>icon</a:t>
            </a:r>
            <a:r>
              <a:rPr lang="es-ES"/>
              <a:t> </a:t>
            </a:r>
            <a:r>
              <a:rPr lang="es-ES" err="1"/>
              <a:t>below</a:t>
            </a:r>
            <a:r>
              <a:rPr lang="es-ES"/>
              <a:t> to </a:t>
            </a:r>
            <a:r>
              <a:rPr lang="es-ES" err="1"/>
              <a:t>insert</a:t>
            </a:r>
            <a:r>
              <a:rPr lang="es-ES"/>
              <a:t> your </a:t>
            </a:r>
            <a:r>
              <a:rPr lang="es-ES" err="1"/>
              <a:t>picture</a:t>
            </a:r>
            <a:endParaRPr lang="es-ES"/>
          </a:p>
        </p:txBody>
      </p:sp>
    </p:spTree>
    <p:extLst>
      <p:ext uri="{BB962C8B-B14F-4D97-AF65-F5344CB8AC3E}">
        <p14:creationId xmlns:p14="http://schemas.microsoft.com/office/powerpoint/2010/main" val="12771112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p1 Top Banner, Texts &amp; Icons">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6176" y="266337"/>
            <a:ext cx="8087840" cy="724646"/>
          </a:xfrm>
          <a:prstGeom prst="rect">
            <a:avLst/>
          </a:prstGeom>
        </p:spPr>
        <p:txBody>
          <a:bodyPr anchor="ctr"/>
          <a:lstStyle>
            <a:lvl1pPr algn="l">
              <a:lnSpc>
                <a:spcPts val="2531"/>
              </a:lnSpc>
              <a:defRPr sz="1631" b="1">
                <a:solidFill>
                  <a:schemeClr val="bg1"/>
                </a:solidFill>
                <a:latin typeface="Arial Narrow" panose="020B0606020202030204" pitchFamily="34" charset="0"/>
              </a:defRPr>
            </a:lvl1pPr>
          </a:lstStyle>
          <a:p>
            <a:r>
              <a:rPr lang="en-US" dirty="0"/>
              <a:t>HERE GOES YOUR TITLE</a:t>
            </a:r>
            <a:endParaRPr lang="es-ES" dirty="0"/>
          </a:p>
        </p:txBody>
      </p:sp>
      <p:sp>
        <p:nvSpPr>
          <p:cNvPr id="4" name="Subtitle 2"/>
          <p:cNvSpPr>
            <a:spLocks noGrp="1"/>
          </p:cNvSpPr>
          <p:nvPr>
            <p:ph type="subTitle" idx="1" hasCustomPrompt="1"/>
          </p:nvPr>
        </p:nvSpPr>
        <p:spPr>
          <a:xfrm>
            <a:off x="514351" y="3052117"/>
            <a:ext cx="1568450" cy="525931"/>
          </a:xfrm>
          <a:prstGeom prst="rect">
            <a:avLst/>
          </a:prstGeom>
        </p:spPr>
        <p:txBody>
          <a:bodyPr anchor="b"/>
          <a:lstStyle>
            <a:lvl1pPr marL="0" indent="0" algn="ctr">
              <a:lnSpc>
                <a:spcPts val="844"/>
              </a:lnSpc>
              <a:buNone/>
              <a:defRPr sz="675" b="1">
                <a:solidFill>
                  <a:schemeClr val="tx1"/>
                </a:solidFill>
                <a:latin typeface="Arial Narrow" panose="020B0606020202030204" pitchFamily="34" charset="0"/>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dirty="0"/>
              <a:t>HERE YOU PASTE YOUR HEADER</a:t>
            </a:r>
            <a:endParaRPr lang="es-ES" dirty="0"/>
          </a:p>
        </p:txBody>
      </p:sp>
      <p:sp>
        <p:nvSpPr>
          <p:cNvPr id="6" name="Text Placeholder 8"/>
          <p:cNvSpPr>
            <a:spLocks noGrp="1"/>
          </p:cNvSpPr>
          <p:nvPr>
            <p:ph type="body" sz="quarter" idx="13" hasCustomPrompt="1"/>
          </p:nvPr>
        </p:nvSpPr>
        <p:spPr>
          <a:xfrm>
            <a:off x="514351" y="3546294"/>
            <a:ext cx="1568450" cy="1730556"/>
          </a:xfrm>
          <a:prstGeom prst="rect">
            <a:avLst/>
          </a:prstGeom>
        </p:spPr>
        <p:txBody>
          <a:bodyPr/>
          <a:lstStyle>
            <a:lvl1pPr marL="0" indent="0" algn="ctr">
              <a:lnSpc>
                <a:spcPts val="675"/>
              </a:lnSpc>
              <a:buNone/>
              <a:defRPr sz="619" baseline="0">
                <a:solidFill>
                  <a:schemeClr val="tx1"/>
                </a:solidFill>
                <a:latin typeface="Arial Narrow" panose="020B0606020202030204" pitchFamily="34" charset="0"/>
              </a:defRPr>
            </a:lvl1pPr>
          </a:lstStyle>
          <a:p>
            <a:pPr lvl="0"/>
            <a:r>
              <a:rPr lang="en-US" dirty="0"/>
              <a:t>Here goes your plain text</a:t>
            </a:r>
            <a:endParaRPr lang="es-ES" dirty="0"/>
          </a:p>
        </p:txBody>
      </p:sp>
      <p:sp>
        <p:nvSpPr>
          <p:cNvPr id="7" name="Picture Placeholder 4"/>
          <p:cNvSpPr>
            <a:spLocks noGrp="1"/>
          </p:cNvSpPr>
          <p:nvPr>
            <p:ph type="pic" sz="quarter" idx="14"/>
          </p:nvPr>
        </p:nvSpPr>
        <p:spPr>
          <a:xfrm>
            <a:off x="995365" y="2299642"/>
            <a:ext cx="663575" cy="663575"/>
          </a:xfrm>
          <a:prstGeom prst="rect">
            <a:avLst/>
          </a:prstGeom>
        </p:spPr>
        <p:txBody>
          <a:bodyPr/>
          <a:lstStyle>
            <a:lvl1pPr>
              <a:defRPr sz="563"/>
            </a:lvl1pPr>
          </a:lstStyle>
          <a:p>
            <a:endParaRPr lang="es-ES"/>
          </a:p>
        </p:txBody>
      </p:sp>
      <p:sp>
        <p:nvSpPr>
          <p:cNvPr id="9" name="Text Placeholder 8"/>
          <p:cNvSpPr>
            <a:spLocks noGrp="1"/>
          </p:cNvSpPr>
          <p:nvPr>
            <p:ph type="body" sz="quarter" idx="15" hasCustomPrompt="1"/>
          </p:nvPr>
        </p:nvSpPr>
        <p:spPr>
          <a:xfrm>
            <a:off x="2635252" y="3546294"/>
            <a:ext cx="1568450" cy="1730556"/>
          </a:xfrm>
          <a:prstGeom prst="rect">
            <a:avLst/>
          </a:prstGeom>
        </p:spPr>
        <p:txBody>
          <a:bodyPr/>
          <a:lstStyle>
            <a:lvl1pPr marL="0" indent="0" algn="ctr">
              <a:lnSpc>
                <a:spcPts val="675"/>
              </a:lnSpc>
              <a:buNone/>
              <a:defRPr sz="619">
                <a:solidFill>
                  <a:schemeClr val="tx1"/>
                </a:solidFill>
                <a:latin typeface="Arial Narrow" panose="020B0606020202030204" pitchFamily="34" charset="0"/>
              </a:defRPr>
            </a:lvl1pPr>
          </a:lstStyle>
          <a:p>
            <a:pPr lvl="0"/>
            <a:r>
              <a:rPr lang="en-US" dirty="0"/>
              <a:t>Here goes your plain text</a:t>
            </a:r>
            <a:endParaRPr lang="es-ES" dirty="0"/>
          </a:p>
        </p:txBody>
      </p:sp>
      <p:sp>
        <p:nvSpPr>
          <p:cNvPr id="10" name="Picture Placeholder 4"/>
          <p:cNvSpPr>
            <a:spLocks noGrp="1"/>
          </p:cNvSpPr>
          <p:nvPr>
            <p:ph type="pic" sz="quarter" idx="16"/>
          </p:nvPr>
        </p:nvSpPr>
        <p:spPr>
          <a:xfrm>
            <a:off x="3116265" y="2299642"/>
            <a:ext cx="663575" cy="663575"/>
          </a:xfrm>
          <a:prstGeom prst="rect">
            <a:avLst/>
          </a:prstGeom>
        </p:spPr>
        <p:txBody>
          <a:bodyPr/>
          <a:lstStyle>
            <a:lvl1pPr>
              <a:defRPr sz="563"/>
            </a:lvl1pPr>
          </a:lstStyle>
          <a:p>
            <a:endParaRPr lang="es-ES"/>
          </a:p>
        </p:txBody>
      </p:sp>
      <p:sp>
        <p:nvSpPr>
          <p:cNvPr id="12" name="Text Placeholder 8"/>
          <p:cNvSpPr>
            <a:spLocks noGrp="1"/>
          </p:cNvSpPr>
          <p:nvPr>
            <p:ph type="body" sz="quarter" idx="17" hasCustomPrompt="1"/>
          </p:nvPr>
        </p:nvSpPr>
        <p:spPr>
          <a:xfrm>
            <a:off x="4756150" y="3546294"/>
            <a:ext cx="1568450" cy="1730556"/>
          </a:xfrm>
          <a:prstGeom prst="rect">
            <a:avLst/>
          </a:prstGeom>
        </p:spPr>
        <p:txBody>
          <a:bodyPr/>
          <a:lstStyle>
            <a:lvl1pPr marL="0" indent="0" algn="ctr">
              <a:lnSpc>
                <a:spcPts val="675"/>
              </a:lnSpc>
              <a:buNone/>
              <a:defRPr sz="619">
                <a:solidFill>
                  <a:schemeClr val="tx1"/>
                </a:solidFill>
                <a:latin typeface="Arial Narrow" panose="020B0606020202030204" pitchFamily="34" charset="0"/>
              </a:defRPr>
            </a:lvl1pPr>
          </a:lstStyle>
          <a:p>
            <a:pPr lvl="0"/>
            <a:r>
              <a:rPr lang="en-US" dirty="0"/>
              <a:t>Here goes your plain text</a:t>
            </a:r>
            <a:endParaRPr lang="es-ES" dirty="0"/>
          </a:p>
        </p:txBody>
      </p:sp>
      <p:sp>
        <p:nvSpPr>
          <p:cNvPr id="13" name="Picture Placeholder 4"/>
          <p:cNvSpPr>
            <a:spLocks noGrp="1"/>
          </p:cNvSpPr>
          <p:nvPr>
            <p:ph type="pic" sz="quarter" idx="18"/>
          </p:nvPr>
        </p:nvSpPr>
        <p:spPr>
          <a:xfrm>
            <a:off x="5237165" y="2299642"/>
            <a:ext cx="663575" cy="663575"/>
          </a:xfrm>
          <a:prstGeom prst="rect">
            <a:avLst/>
          </a:prstGeom>
        </p:spPr>
        <p:txBody>
          <a:bodyPr/>
          <a:lstStyle>
            <a:lvl1pPr>
              <a:defRPr sz="563"/>
            </a:lvl1pPr>
          </a:lstStyle>
          <a:p>
            <a:endParaRPr lang="es-ES"/>
          </a:p>
        </p:txBody>
      </p:sp>
      <p:sp>
        <p:nvSpPr>
          <p:cNvPr id="15" name="Text Placeholder 8"/>
          <p:cNvSpPr>
            <a:spLocks noGrp="1"/>
          </p:cNvSpPr>
          <p:nvPr>
            <p:ph type="body" sz="quarter" idx="19" hasCustomPrompt="1"/>
          </p:nvPr>
        </p:nvSpPr>
        <p:spPr>
          <a:xfrm>
            <a:off x="6877051" y="3546294"/>
            <a:ext cx="1568450" cy="1730556"/>
          </a:xfrm>
          <a:prstGeom prst="rect">
            <a:avLst/>
          </a:prstGeom>
        </p:spPr>
        <p:txBody>
          <a:bodyPr/>
          <a:lstStyle>
            <a:lvl1pPr marL="0" indent="0" algn="ctr">
              <a:lnSpc>
                <a:spcPts val="675"/>
              </a:lnSpc>
              <a:buNone/>
              <a:defRPr sz="619">
                <a:solidFill>
                  <a:schemeClr val="tx1"/>
                </a:solidFill>
                <a:latin typeface="Arial Narrow" panose="020B0606020202030204" pitchFamily="34" charset="0"/>
              </a:defRPr>
            </a:lvl1pPr>
          </a:lstStyle>
          <a:p>
            <a:pPr lvl="0"/>
            <a:r>
              <a:rPr lang="en-US" dirty="0"/>
              <a:t>Here goes your plain text</a:t>
            </a:r>
            <a:endParaRPr lang="es-ES" dirty="0"/>
          </a:p>
        </p:txBody>
      </p:sp>
      <p:sp>
        <p:nvSpPr>
          <p:cNvPr id="16" name="Picture Placeholder 4"/>
          <p:cNvSpPr>
            <a:spLocks noGrp="1"/>
          </p:cNvSpPr>
          <p:nvPr>
            <p:ph type="pic" sz="quarter" idx="20"/>
          </p:nvPr>
        </p:nvSpPr>
        <p:spPr>
          <a:xfrm>
            <a:off x="7358065" y="2299642"/>
            <a:ext cx="663575" cy="663575"/>
          </a:xfrm>
          <a:prstGeom prst="rect">
            <a:avLst/>
          </a:prstGeom>
        </p:spPr>
        <p:txBody>
          <a:bodyPr/>
          <a:lstStyle>
            <a:lvl1pPr>
              <a:defRPr sz="563"/>
            </a:lvl1pPr>
          </a:lstStyle>
          <a:p>
            <a:endParaRPr lang="es-ES"/>
          </a:p>
        </p:txBody>
      </p:sp>
      <p:sp>
        <p:nvSpPr>
          <p:cNvPr id="17" name="Text Placeholder 16"/>
          <p:cNvSpPr>
            <a:spLocks noGrp="1"/>
          </p:cNvSpPr>
          <p:nvPr>
            <p:ph type="body" sz="quarter" idx="21" hasCustomPrompt="1"/>
          </p:nvPr>
        </p:nvSpPr>
        <p:spPr>
          <a:xfrm>
            <a:off x="2635252" y="3129720"/>
            <a:ext cx="1568450" cy="448324"/>
          </a:xfrm>
          <a:prstGeom prst="rect">
            <a:avLst/>
          </a:prstGeom>
        </p:spPr>
        <p:txBody>
          <a:bodyPr anchor="b"/>
          <a:lstStyle>
            <a:lvl1pPr marL="0" indent="0" algn="ctr">
              <a:lnSpc>
                <a:spcPts val="844"/>
              </a:lnSpc>
              <a:buNone/>
              <a:defRPr sz="675" b="1">
                <a:solidFill>
                  <a:schemeClr val="tx1"/>
                </a:solidFill>
                <a:latin typeface="Arial Narrow" panose="020B0606020202030204" pitchFamily="34" charset="0"/>
              </a:defRPr>
            </a:lvl1pPr>
          </a:lstStyle>
          <a:p>
            <a:pPr lvl="0"/>
            <a:r>
              <a:rPr lang="en-US" dirty="0"/>
              <a:t>HERE YOU PASTE YOUR HEADER</a:t>
            </a:r>
            <a:endParaRPr lang="es-ES" dirty="0"/>
          </a:p>
        </p:txBody>
      </p:sp>
      <p:sp>
        <p:nvSpPr>
          <p:cNvPr id="18" name="Text Placeholder 16"/>
          <p:cNvSpPr>
            <a:spLocks noGrp="1"/>
          </p:cNvSpPr>
          <p:nvPr>
            <p:ph type="body" sz="quarter" idx="22" hasCustomPrompt="1"/>
          </p:nvPr>
        </p:nvSpPr>
        <p:spPr>
          <a:xfrm>
            <a:off x="4756150" y="3129720"/>
            <a:ext cx="1568450" cy="448324"/>
          </a:xfrm>
          <a:prstGeom prst="rect">
            <a:avLst/>
          </a:prstGeom>
        </p:spPr>
        <p:txBody>
          <a:bodyPr anchor="b"/>
          <a:lstStyle>
            <a:lvl1pPr marL="0" indent="0" algn="ctr">
              <a:lnSpc>
                <a:spcPts val="844"/>
              </a:lnSpc>
              <a:buNone/>
              <a:defRPr sz="675" b="1" baseline="0">
                <a:solidFill>
                  <a:schemeClr val="tx1"/>
                </a:solidFill>
                <a:latin typeface="Arial Narrow" panose="020B0606020202030204" pitchFamily="34" charset="0"/>
              </a:defRPr>
            </a:lvl1pPr>
          </a:lstStyle>
          <a:p>
            <a:pPr lvl="0"/>
            <a:r>
              <a:rPr lang="en-US" dirty="0"/>
              <a:t>HERE YOU PASTE YOUR HEADER</a:t>
            </a:r>
            <a:endParaRPr lang="es-ES" dirty="0"/>
          </a:p>
        </p:txBody>
      </p:sp>
      <p:sp>
        <p:nvSpPr>
          <p:cNvPr id="19" name="Text Placeholder 16"/>
          <p:cNvSpPr>
            <a:spLocks noGrp="1"/>
          </p:cNvSpPr>
          <p:nvPr>
            <p:ph type="body" sz="quarter" idx="23" hasCustomPrompt="1"/>
          </p:nvPr>
        </p:nvSpPr>
        <p:spPr>
          <a:xfrm>
            <a:off x="6877051" y="3138180"/>
            <a:ext cx="1568450" cy="448324"/>
          </a:xfrm>
          <a:prstGeom prst="rect">
            <a:avLst/>
          </a:prstGeom>
        </p:spPr>
        <p:txBody>
          <a:bodyPr anchor="b"/>
          <a:lstStyle>
            <a:lvl1pPr marL="0" indent="0" algn="ctr">
              <a:lnSpc>
                <a:spcPts val="844"/>
              </a:lnSpc>
              <a:buNone/>
              <a:defRPr sz="675" b="1" baseline="0">
                <a:solidFill>
                  <a:schemeClr val="tx1"/>
                </a:solidFill>
                <a:latin typeface="Arial Narrow" panose="020B0606020202030204" pitchFamily="34" charset="0"/>
              </a:defRPr>
            </a:lvl1pPr>
          </a:lstStyle>
          <a:p>
            <a:pPr lvl="0"/>
            <a:r>
              <a:rPr lang="en-US" dirty="0"/>
              <a:t>HERE YOU PASTE YOUR HEADER</a:t>
            </a:r>
            <a:endParaRPr lang="es-ES" dirty="0"/>
          </a:p>
        </p:txBody>
      </p:sp>
    </p:spTree>
    <p:extLst>
      <p:ext uri="{BB962C8B-B14F-4D97-AF65-F5344CB8AC3E}">
        <p14:creationId xmlns:p14="http://schemas.microsoft.com/office/powerpoint/2010/main" val="10106932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Op1 Top Banner 4 Boxes + Texts">
    <p:spTree>
      <p:nvGrpSpPr>
        <p:cNvPr id="1" name=""/>
        <p:cNvGrpSpPr/>
        <p:nvPr/>
      </p:nvGrpSpPr>
      <p:grpSpPr>
        <a:xfrm>
          <a:off x="0" y="0"/>
          <a:ext cx="0" cy="0"/>
          <a:chOff x="0" y="0"/>
          <a:chExt cx="0" cy="0"/>
        </a:xfrm>
      </p:grpSpPr>
      <p:sp>
        <p:nvSpPr>
          <p:cNvPr id="27" name="Rectangle 26"/>
          <p:cNvSpPr/>
          <p:nvPr userDrawn="1"/>
        </p:nvSpPr>
        <p:spPr>
          <a:xfrm>
            <a:off x="587143" y="1857675"/>
            <a:ext cx="1799924" cy="2916456"/>
          </a:xfrm>
          <a:prstGeom prst="rect">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13"/>
          </a:p>
        </p:txBody>
      </p:sp>
      <p:sp>
        <p:nvSpPr>
          <p:cNvPr id="28" name="Rectangle 27"/>
          <p:cNvSpPr/>
          <p:nvPr userDrawn="1"/>
        </p:nvSpPr>
        <p:spPr>
          <a:xfrm>
            <a:off x="4750054" y="1857675"/>
            <a:ext cx="1799924" cy="2916456"/>
          </a:xfrm>
          <a:prstGeom prst="rect">
            <a:avLst/>
          </a:prstGeom>
          <a:solidFill>
            <a:srgbClr val="9797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13"/>
          </a:p>
        </p:txBody>
      </p:sp>
      <p:sp>
        <p:nvSpPr>
          <p:cNvPr id="29" name="Rectangle 28"/>
          <p:cNvSpPr/>
          <p:nvPr userDrawn="1"/>
        </p:nvSpPr>
        <p:spPr>
          <a:xfrm>
            <a:off x="2668597" y="1858074"/>
            <a:ext cx="1799924" cy="2916456"/>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13"/>
          </a:p>
        </p:txBody>
      </p:sp>
      <p:sp>
        <p:nvSpPr>
          <p:cNvPr id="30" name="Rectangle 29"/>
          <p:cNvSpPr/>
          <p:nvPr userDrawn="1"/>
        </p:nvSpPr>
        <p:spPr>
          <a:xfrm>
            <a:off x="6865180" y="1857675"/>
            <a:ext cx="1799924" cy="2916456"/>
          </a:xfrm>
          <a:prstGeom prst="rect">
            <a:avLst/>
          </a:prstGeom>
          <a:solidFill>
            <a:srgbClr val="CA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13"/>
          </a:p>
        </p:txBody>
      </p:sp>
      <p:sp>
        <p:nvSpPr>
          <p:cNvPr id="25" name="Text Placeholder 16"/>
          <p:cNvSpPr>
            <a:spLocks noGrp="1"/>
          </p:cNvSpPr>
          <p:nvPr>
            <p:ph type="body" sz="quarter" idx="25" hasCustomPrompt="1"/>
          </p:nvPr>
        </p:nvSpPr>
        <p:spPr>
          <a:xfrm>
            <a:off x="4874491" y="1856512"/>
            <a:ext cx="1568450" cy="2918691"/>
          </a:xfrm>
          <a:prstGeom prst="rect">
            <a:avLst/>
          </a:prstGeom>
        </p:spPr>
        <p:txBody>
          <a:bodyPr anchor="ctr"/>
          <a:lstStyle>
            <a:lvl1pPr marL="0" indent="0" algn="l">
              <a:lnSpc>
                <a:spcPts val="1406"/>
              </a:lnSpc>
              <a:buNone/>
              <a:defRPr sz="1238" b="1">
                <a:solidFill>
                  <a:schemeClr val="bg1"/>
                </a:solidFill>
                <a:latin typeface="Arial Narrow" panose="020B0606020202030204" pitchFamily="34" charset="0"/>
              </a:defRPr>
            </a:lvl1pPr>
          </a:lstStyle>
          <a:p>
            <a:pPr lvl="0"/>
            <a:r>
              <a:rPr lang="en-US" dirty="0"/>
              <a:t>HERE GOES THE TITLE OF YOUR BOX</a:t>
            </a:r>
            <a:endParaRPr lang="es-ES" dirty="0"/>
          </a:p>
        </p:txBody>
      </p:sp>
      <p:sp>
        <p:nvSpPr>
          <p:cNvPr id="2" name="Title 1"/>
          <p:cNvSpPr>
            <a:spLocks noGrp="1"/>
          </p:cNvSpPr>
          <p:nvPr>
            <p:ph type="ctrTitle" hasCustomPrompt="1"/>
          </p:nvPr>
        </p:nvSpPr>
        <p:spPr>
          <a:xfrm>
            <a:off x="386176" y="266337"/>
            <a:ext cx="8087840" cy="724646"/>
          </a:xfrm>
          <a:prstGeom prst="rect">
            <a:avLst/>
          </a:prstGeom>
        </p:spPr>
        <p:txBody>
          <a:bodyPr anchor="ctr"/>
          <a:lstStyle>
            <a:lvl1pPr algn="l">
              <a:lnSpc>
                <a:spcPts val="2531"/>
              </a:lnSpc>
              <a:defRPr sz="1631" b="1">
                <a:solidFill>
                  <a:schemeClr val="bg1"/>
                </a:solidFill>
                <a:latin typeface="Arial Narrow" panose="020B0606020202030204" pitchFamily="34" charset="0"/>
              </a:defRPr>
            </a:lvl1pPr>
          </a:lstStyle>
          <a:p>
            <a:r>
              <a:rPr lang="en-US" dirty="0"/>
              <a:t>HERE GOES YOUR TITLE</a:t>
            </a:r>
            <a:endParaRPr lang="es-ES" dirty="0"/>
          </a:p>
        </p:txBody>
      </p:sp>
      <p:sp>
        <p:nvSpPr>
          <p:cNvPr id="6" name="Text Placeholder 8"/>
          <p:cNvSpPr>
            <a:spLocks noGrp="1"/>
          </p:cNvSpPr>
          <p:nvPr>
            <p:ph type="body" sz="quarter" idx="13" hasCustomPrompt="1"/>
          </p:nvPr>
        </p:nvSpPr>
        <p:spPr>
          <a:xfrm>
            <a:off x="495877" y="4995195"/>
            <a:ext cx="8177069" cy="1026914"/>
          </a:xfrm>
          <a:prstGeom prst="rect">
            <a:avLst/>
          </a:prstGeom>
        </p:spPr>
        <p:txBody>
          <a:bodyPr/>
          <a:lstStyle>
            <a:lvl1pPr marL="0" indent="0" algn="l">
              <a:lnSpc>
                <a:spcPct val="100000"/>
              </a:lnSpc>
              <a:buNone/>
              <a:defRPr sz="619">
                <a:solidFill>
                  <a:schemeClr val="tx1"/>
                </a:solidFill>
                <a:latin typeface="Arial Narrow" panose="020B0606020202030204" pitchFamily="34" charset="0"/>
              </a:defRPr>
            </a:lvl1pPr>
          </a:lstStyle>
          <a:p>
            <a:pPr lvl="0"/>
            <a:r>
              <a:rPr lang="en-US" dirty="0"/>
              <a:t>Here goes your text</a:t>
            </a:r>
            <a:endParaRPr lang="es-ES" dirty="0"/>
          </a:p>
        </p:txBody>
      </p:sp>
      <p:sp>
        <p:nvSpPr>
          <p:cNvPr id="17" name="Text Placeholder 16"/>
          <p:cNvSpPr>
            <a:spLocks noGrp="1"/>
          </p:cNvSpPr>
          <p:nvPr>
            <p:ph type="body" sz="quarter" idx="21" hasCustomPrompt="1"/>
          </p:nvPr>
        </p:nvSpPr>
        <p:spPr>
          <a:xfrm>
            <a:off x="714088" y="1856513"/>
            <a:ext cx="1568450" cy="2918691"/>
          </a:xfrm>
          <a:prstGeom prst="rect">
            <a:avLst/>
          </a:prstGeom>
        </p:spPr>
        <p:txBody>
          <a:bodyPr anchor="ctr"/>
          <a:lstStyle>
            <a:lvl1pPr marL="0" indent="0" algn="l">
              <a:lnSpc>
                <a:spcPts val="1406"/>
              </a:lnSpc>
              <a:spcBef>
                <a:spcPts val="0"/>
              </a:spcBef>
              <a:buNone/>
              <a:defRPr sz="1238" b="1">
                <a:solidFill>
                  <a:schemeClr val="bg1"/>
                </a:solidFill>
                <a:latin typeface="Arial Narrow" panose="020B0606020202030204" pitchFamily="34" charset="0"/>
              </a:defRPr>
            </a:lvl1pPr>
          </a:lstStyle>
          <a:p>
            <a:pPr lvl="0"/>
            <a:r>
              <a:rPr lang="en-US" dirty="0"/>
              <a:t>HERE GOES THE TITLE OF YOUR BOX</a:t>
            </a:r>
            <a:endParaRPr lang="es-ES" dirty="0"/>
          </a:p>
        </p:txBody>
      </p:sp>
      <p:sp>
        <p:nvSpPr>
          <p:cNvPr id="24" name="Text Placeholder 16"/>
          <p:cNvSpPr>
            <a:spLocks noGrp="1"/>
          </p:cNvSpPr>
          <p:nvPr>
            <p:ph type="body" sz="quarter" idx="24" hasCustomPrompt="1"/>
          </p:nvPr>
        </p:nvSpPr>
        <p:spPr>
          <a:xfrm>
            <a:off x="2790535" y="1856513"/>
            <a:ext cx="1568450" cy="2918691"/>
          </a:xfrm>
          <a:prstGeom prst="rect">
            <a:avLst/>
          </a:prstGeom>
        </p:spPr>
        <p:txBody>
          <a:bodyPr anchor="ctr"/>
          <a:lstStyle>
            <a:lvl1pPr marL="0" indent="0" algn="l">
              <a:lnSpc>
                <a:spcPts val="1406"/>
              </a:lnSpc>
              <a:spcBef>
                <a:spcPts val="0"/>
              </a:spcBef>
              <a:buNone/>
              <a:defRPr sz="1238" b="1">
                <a:solidFill>
                  <a:schemeClr val="bg1"/>
                </a:solidFill>
                <a:latin typeface="Arial Narrow" panose="020B0606020202030204" pitchFamily="34" charset="0"/>
              </a:defRPr>
            </a:lvl1pPr>
          </a:lstStyle>
          <a:p>
            <a:pPr lvl="0"/>
            <a:r>
              <a:rPr lang="en-US" dirty="0"/>
              <a:t>HERE GOES THE TITLE OF YOUR BOX</a:t>
            </a:r>
            <a:endParaRPr lang="es-ES" dirty="0"/>
          </a:p>
        </p:txBody>
      </p:sp>
      <p:sp>
        <p:nvSpPr>
          <p:cNvPr id="26" name="Text Placeholder 16"/>
          <p:cNvSpPr>
            <a:spLocks noGrp="1"/>
          </p:cNvSpPr>
          <p:nvPr>
            <p:ph type="body" sz="quarter" idx="26" hasCustomPrompt="1"/>
          </p:nvPr>
        </p:nvSpPr>
        <p:spPr>
          <a:xfrm>
            <a:off x="6988690" y="1856511"/>
            <a:ext cx="1568450" cy="2918691"/>
          </a:xfrm>
          <a:prstGeom prst="rect">
            <a:avLst/>
          </a:prstGeom>
        </p:spPr>
        <p:txBody>
          <a:bodyPr anchor="ctr"/>
          <a:lstStyle>
            <a:lvl1pPr marL="0" indent="0" algn="l">
              <a:lnSpc>
                <a:spcPts val="1406"/>
              </a:lnSpc>
              <a:buNone/>
              <a:defRPr sz="1238" b="1">
                <a:solidFill>
                  <a:schemeClr val="bg1"/>
                </a:solidFill>
                <a:latin typeface="Arial Narrow" panose="020B0606020202030204" pitchFamily="34" charset="0"/>
              </a:defRPr>
            </a:lvl1pPr>
          </a:lstStyle>
          <a:p>
            <a:pPr lvl="0"/>
            <a:r>
              <a:rPr lang="en-US" dirty="0"/>
              <a:t>HERE GOES THE TITLE OF YOUR BOX</a:t>
            </a:r>
            <a:endParaRPr lang="es-ES" dirty="0"/>
          </a:p>
        </p:txBody>
      </p:sp>
    </p:spTree>
    <p:extLst>
      <p:ext uri="{BB962C8B-B14F-4D97-AF65-F5344CB8AC3E}">
        <p14:creationId xmlns:p14="http://schemas.microsoft.com/office/powerpoint/2010/main" val="39363106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Op1 Top Banner + 4 Text Boxes">
    <p:spTree>
      <p:nvGrpSpPr>
        <p:cNvPr id="1" name=""/>
        <p:cNvGrpSpPr/>
        <p:nvPr/>
      </p:nvGrpSpPr>
      <p:grpSpPr>
        <a:xfrm>
          <a:off x="0" y="0"/>
          <a:ext cx="0" cy="0"/>
          <a:chOff x="0" y="0"/>
          <a:chExt cx="0" cy="0"/>
        </a:xfrm>
      </p:grpSpPr>
      <p:sp>
        <p:nvSpPr>
          <p:cNvPr id="22" name="Rectangle 21"/>
          <p:cNvSpPr/>
          <p:nvPr userDrawn="1"/>
        </p:nvSpPr>
        <p:spPr>
          <a:xfrm>
            <a:off x="664144" y="1873250"/>
            <a:ext cx="1799924" cy="3767154"/>
          </a:xfrm>
          <a:prstGeom prst="rect">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13"/>
          </a:p>
        </p:txBody>
      </p:sp>
      <p:sp>
        <p:nvSpPr>
          <p:cNvPr id="23" name="Rectangle 22"/>
          <p:cNvSpPr/>
          <p:nvPr userDrawn="1"/>
        </p:nvSpPr>
        <p:spPr>
          <a:xfrm>
            <a:off x="664144" y="1873250"/>
            <a:ext cx="1799924" cy="50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13"/>
          </a:p>
        </p:txBody>
      </p:sp>
      <p:sp>
        <p:nvSpPr>
          <p:cNvPr id="31" name="Rectangle 30"/>
          <p:cNvSpPr/>
          <p:nvPr userDrawn="1"/>
        </p:nvSpPr>
        <p:spPr>
          <a:xfrm>
            <a:off x="2678224" y="1873250"/>
            <a:ext cx="1799924" cy="3767154"/>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13"/>
          </a:p>
        </p:txBody>
      </p:sp>
      <p:sp>
        <p:nvSpPr>
          <p:cNvPr id="32" name="Rectangle 31"/>
          <p:cNvSpPr/>
          <p:nvPr userDrawn="1"/>
        </p:nvSpPr>
        <p:spPr>
          <a:xfrm>
            <a:off x="2678224" y="1873250"/>
            <a:ext cx="1799924" cy="50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13"/>
          </a:p>
        </p:txBody>
      </p:sp>
      <p:sp>
        <p:nvSpPr>
          <p:cNvPr id="33" name="Rectangle 32"/>
          <p:cNvSpPr/>
          <p:nvPr userDrawn="1"/>
        </p:nvSpPr>
        <p:spPr>
          <a:xfrm>
            <a:off x="4692307" y="1873250"/>
            <a:ext cx="1799924" cy="3767154"/>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13"/>
          </a:p>
        </p:txBody>
      </p:sp>
      <p:sp>
        <p:nvSpPr>
          <p:cNvPr id="34" name="Rectangle 33"/>
          <p:cNvSpPr/>
          <p:nvPr userDrawn="1"/>
        </p:nvSpPr>
        <p:spPr>
          <a:xfrm>
            <a:off x="4692307" y="1873250"/>
            <a:ext cx="1799924" cy="50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13"/>
          </a:p>
        </p:txBody>
      </p:sp>
      <p:sp>
        <p:nvSpPr>
          <p:cNvPr id="35" name="Rectangle 34"/>
          <p:cNvSpPr/>
          <p:nvPr userDrawn="1"/>
        </p:nvSpPr>
        <p:spPr>
          <a:xfrm>
            <a:off x="6706387" y="1873250"/>
            <a:ext cx="1799924" cy="3767154"/>
          </a:xfrm>
          <a:prstGeom prst="rect">
            <a:avLst/>
          </a:prstGeom>
          <a:solidFill>
            <a:srgbClr val="9797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13"/>
          </a:p>
        </p:txBody>
      </p:sp>
      <p:sp>
        <p:nvSpPr>
          <p:cNvPr id="36" name="Rectangle 35"/>
          <p:cNvSpPr/>
          <p:nvPr userDrawn="1"/>
        </p:nvSpPr>
        <p:spPr>
          <a:xfrm>
            <a:off x="6706387" y="1873250"/>
            <a:ext cx="1799924" cy="50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13"/>
          </a:p>
        </p:txBody>
      </p:sp>
      <p:sp>
        <p:nvSpPr>
          <p:cNvPr id="25" name="Text Placeholder 16"/>
          <p:cNvSpPr>
            <a:spLocks noGrp="1"/>
          </p:cNvSpPr>
          <p:nvPr>
            <p:ph type="body" sz="quarter" idx="25" hasCustomPrompt="1"/>
          </p:nvPr>
        </p:nvSpPr>
        <p:spPr>
          <a:xfrm>
            <a:off x="752124" y="2686528"/>
            <a:ext cx="1630739" cy="2886830"/>
          </a:xfrm>
          <a:prstGeom prst="rect">
            <a:avLst/>
          </a:prstGeom>
        </p:spPr>
        <p:txBody>
          <a:bodyPr anchor="t"/>
          <a:lstStyle>
            <a:lvl1pPr marL="0" indent="0" algn="l">
              <a:lnSpc>
                <a:spcPts val="506"/>
              </a:lnSpc>
              <a:buNone/>
              <a:defRPr sz="394" baseline="0">
                <a:solidFill>
                  <a:schemeClr val="bg1"/>
                </a:solidFill>
                <a:latin typeface="Arial Narrow" panose="020B0606020202030204" pitchFamily="34" charset="0"/>
              </a:defRPr>
            </a:lvl1pPr>
          </a:lstStyle>
          <a:p>
            <a:pPr lvl="0"/>
            <a:r>
              <a:rPr lang="en-US" dirty="0"/>
              <a:t>Enter here your plain text</a:t>
            </a:r>
            <a:endParaRPr lang="es-ES" dirty="0"/>
          </a:p>
        </p:txBody>
      </p:sp>
      <p:sp>
        <p:nvSpPr>
          <p:cNvPr id="2" name="Title 1"/>
          <p:cNvSpPr>
            <a:spLocks noGrp="1"/>
          </p:cNvSpPr>
          <p:nvPr>
            <p:ph type="ctrTitle" hasCustomPrompt="1"/>
          </p:nvPr>
        </p:nvSpPr>
        <p:spPr>
          <a:xfrm>
            <a:off x="386176" y="266337"/>
            <a:ext cx="8087840" cy="724646"/>
          </a:xfrm>
          <a:prstGeom prst="rect">
            <a:avLst/>
          </a:prstGeom>
        </p:spPr>
        <p:txBody>
          <a:bodyPr anchor="ctr"/>
          <a:lstStyle>
            <a:lvl1pPr algn="l">
              <a:lnSpc>
                <a:spcPts val="2531"/>
              </a:lnSpc>
              <a:defRPr sz="1631" b="1">
                <a:solidFill>
                  <a:schemeClr val="bg1"/>
                </a:solidFill>
                <a:latin typeface="Arial Narrow" panose="020B0606020202030204" pitchFamily="34" charset="0"/>
              </a:defRPr>
            </a:lvl1pPr>
          </a:lstStyle>
          <a:p>
            <a:r>
              <a:rPr lang="en-US" dirty="0"/>
              <a:t>HERE GOES YOUR TITLE</a:t>
            </a:r>
            <a:endParaRPr lang="es-ES" dirty="0"/>
          </a:p>
        </p:txBody>
      </p:sp>
      <p:sp>
        <p:nvSpPr>
          <p:cNvPr id="17" name="Text Placeholder 16"/>
          <p:cNvSpPr>
            <a:spLocks noGrp="1"/>
          </p:cNvSpPr>
          <p:nvPr>
            <p:ph type="body" sz="quarter" idx="21" hasCustomPrompt="1"/>
          </p:nvPr>
        </p:nvSpPr>
        <p:spPr>
          <a:xfrm>
            <a:off x="662554" y="1863085"/>
            <a:ext cx="1793928" cy="517238"/>
          </a:xfrm>
          <a:prstGeom prst="rect">
            <a:avLst/>
          </a:prstGeom>
        </p:spPr>
        <p:txBody>
          <a:bodyPr anchor="ctr"/>
          <a:lstStyle>
            <a:lvl1pPr marL="0" indent="0" algn="ctr">
              <a:lnSpc>
                <a:spcPts val="844"/>
              </a:lnSpc>
              <a:buNone/>
              <a:defRPr sz="788" b="1">
                <a:solidFill>
                  <a:schemeClr val="bg1"/>
                </a:solidFill>
                <a:latin typeface="Arial Narrow" panose="020B0606020202030204" pitchFamily="34" charset="0"/>
              </a:defRPr>
            </a:lvl1pPr>
          </a:lstStyle>
          <a:p>
            <a:pPr lvl="0"/>
            <a:r>
              <a:rPr lang="en-US" dirty="0"/>
              <a:t>TITLE OF THE BOX</a:t>
            </a:r>
            <a:endParaRPr lang="es-ES" dirty="0"/>
          </a:p>
        </p:txBody>
      </p:sp>
      <p:sp>
        <p:nvSpPr>
          <p:cNvPr id="24" name="Text Placeholder 16"/>
          <p:cNvSpPr>
            <a:spLocks noGrp="1"/>
          </p:cNvSpPr>
          <p:nvPr>
            <p:ph type="body" sz="quarter" idx="24" hasCustomPrompt="1"/>
          </p:nvPr>
        </p:nvSpPr>
        <p:spPr>
          <a:xfrm>
            <a:off x="752124" y="2353435"/>
            <a:ext cx="1630739" cy="360218"/>
          </a:xfrm>
          <a:prstGeom prst="rect">
            <a:avLst/>
          </a:prstGeom>
        </p:spPr>
        <p:txBody>
          <a:bodyPr anchor="t"/>
          <a:lstStyle>
            <a:lvl1pPr marL="0" indent="0" algn="l">
              <a:lnSpc>
                <a:spcPts val="1406"/>
              </a:lnSpc>
              <a:buNone/>
              <a:defRPr sz="563" b="1">
                <a:solidFill>
                  <a:schemeClr val="bg1"/>
                </a:solidFill>
                <a:latin typeface="Arial Narrow" panose="020B0606020202030204" pitchFamily="34" charset="0"/>
              </a:defRPr>
            </a:lvl1pPr>
          </a:lstStyle>
          <a:p>
            <a:pPr lvl="0"/>
            <a:r>
              <a:rPr lang="en-US" dirty="0"/>
              <a:t>Enter here the header title</a:t>
            </a:r>
            <a:endParaRPr lang="es-ES" dirty="0"/>
          </a:p>
        </p:txBody>
      </p:sp>
      <p:sp>
        <p:nvSpPr>
          <p:cNvPr id="12" name="Text Placeholder 16"/>
          <p:cNvSpPr>
            <a:spLocks noGrp="1"/>
          </p:cNvSpPr>
          <p:nvPr>
            <p:ph type="body" sz="quarter" idx="26" hasCustomPrompt="1"/>
          </p:nvPr>
        </p:nvSpPr>
        <p:spPr>
          <a:xfrm>
            <a:off x="2766217" y="2686528"/>
            <a:ext cx="1630739" cy="2886830"/>
          </a:xfrm>
          <a:prstGeom prst="rect">
            <a:avLst/>
          </a:prstGeom>
        </p:spPr>
        <p:txBody>
          <a:bodyPr anchor="t"/>
          <a:lstStyle>
            <a:lvl1pPr marL="0" indent="0" algn="l">
              <a:lnSpc>
                <a:spcPts val="506"/>
              </a:lnSpc>
              <a:buNone/>
              <a:defRPr sz="394">
                <a:solidFill>
                  <a:schemeClr val="bg1"/>
                </a:solidFill>
                <a:latin typeface="Arial Narrow" panose="020B0606020202030204" pitchFamily="34" charset="0"/>
              </a:defRPr>
            </a:lvl1pPr>
          </a:lstStyle>
          <a:p>
            <a:pPr lvl="0"/>
            <a:r>
              <a:rPr lang="en-US" dirty="0"/>
              <a:t>Enter here your plain text</a:t>
            </a:r>
            <a:endParaRPr lang="es-ES" dirty="0"/>
          </a:p>
        </p:txBody>
      </p:sp>
      <p:sp>
        <p:nvSpPr>
          <p:cNvPr id="13" name="Text Placeholder 16"/>
          <p:cNvSpPr>
            <a:spLocks noGrp="1"/>
          </p:cNvSpPr>
          <p:nvPr>
            <p:ph type="body" sz="quarter" idx="27" hasCustomPrompt="1"/>
          </p:nvPr>
        </p:nvSpPr>
        <p:spPr>
          <a:xfrm>
            <a:off x="2676646" y="1863085"/>
            <a:ext cx="1793928" cy="517238"/>
          </a:xfrm>
          <a:prstGeom prst="rect">
            <a:avLst/>
          </a:prstGeom>
        </p:spPr>
        <p:txBody>
          <a:bodyPr anchor="ctr"/>
          <a:lstStyle>
            <a:lvl1pPr marL="0" indent="0" algn="ctr">
              <a:lnSpc>
                <a:spcPts val="844"/>
              </a:lnSpc>
              <a:buNone/>
              <a:defRPr sz="788" b="1">
                <a:solidFill>
                  <a:schemeClr val="bg1"/>
                </a:solidFill>
                <a:latin typeface="Arial Narrow" panose="020B0606020202030204" pitchFamily="34" charset="0"/>
              </a:defRPr>
            </a:lvl1pPr>
          </a:lstStyle>
          <a:p>
            <a:pPr lvl="0"/>
            <a:r>
              <a:rPr lang="en-US" dirty="0"/>
              <a:t>TITLE OF THE BOX</a:t>
            </a:r>
            <a:endParaRPr lang="es-ES" dirty="0"/>
          </a:p>
        </p:txBody>
      </p:sp>
      <p:sp>
        <p:nvSpPr>
          <p:cNvPr id="14" name="Text Placeholder 16"/>
          <p:cNvSpPr>
            <a:spLocks noGrp="1"/>
          </p:cNvSpPr>
          <p:nvPr>
            <p:ph type="body" sz="quarter" idx="28" hasCustomPrompt="1"/>
          </p:nvPr>
        </p:nvSpPr>
        <p:spPr>
          <a:xfrm>
            <a:off x="2766218" y="2353435"/>
            <a:ext cx="1630739" cy="360218"/>
          </a:xfrm>
          <a:prstGeom prst="rect">
            <a:avLst/>
          </a:prstGeom>
        </p:spPr>
        <p:txBody>
          <a:bodyPr anchor="t"/>
          <a:lstStyle>
            <a:lvl1pPr marL="0" indent="0" algn="l">
              <a:lnSpc>
                <a:spcPts val="1406"/>
              </a:lnSpc>
              <a:buNone/>
              <a:defRPr sz="563" b="1">
                <a:solidFill>
                  <a:schemeClr val="bg1"/>
                </a:solidFill>
                <a:latin typeface="Arial Narrow" panose="020B0606020202030204" pitchFamily="34" charset="0"/>
              </a:defRPr>
            </a:lvl1pPr>
          </a:lstStyle>
          <a:p>
            <a:pPr lvl="0"/>
            <a:r>
              <a:rPr lang="en-US" dirty="0"/>
              <a:t>Enter here the header title</a:t>
            </a:r>
            <a:endParaRPr lang="es-ES" dirty="0"/>
          </a:p>
        </p:txBody>
      </p:sp>
      <p:sp>
        <p:nvSpPr>
          <p:cNvPr id="15" name="Text Placeholder 16"/>
          <p:cNvSpPr>
            <a:spLocks noGrp="1"/>
          </p:cNvSpPr>
          <p:nvPr>
            <p:ph type="body" sz="quarter" idx="29" hasCustomPrompt="1"/>
          </p:nvPr>
        </p:nvSpPr>
        <p:spPr>
          <a:xfrm>
            <a:off x="4780309" y="2686528"/>
            <a:ext cx="1630739" cy="2886830"/>
          </a:xfrm>
          <a:prstGeom prst="rect">
            <a:avLst/>
          </a:prstGeom>
        </p:spPr>
        <p:txBody>
          <a:bodyPr anchor="t"/>
          <a:lstStyle>
            <a:lvl1pPr marL="0" indent="0" algn="l">
              <a:lnSpc>
                <a:spcPts val="506"/>
              </a:lnSpc>
              <a:buNone/>
              <a:defRPr sz="394">
                <a:solidFill>
                  <a:schemeClr val="bg1"/>
                </a:solidFill>
                <a:latin typeface="Arial Narrow" panose="020B0606020202030204" pitchFamily="34" charset="0"/>
              </a:defRPr>
            </a:lvl1pPr>
          </a:lstStyle>
          <a:p>
            <a:pPr lvl="0"/>
            <a:r>
              <a:rPr lang="en-US" dirty="0"/>
              <a:t>Enter here your plain text</a:t>
            </a:r>
            <a:endParaRPr lang="es-ES" dirty="0"/>
          </a:p>
        </p:txBody>
      </p:sp>
      <p:sp>
        <p:nvSpPr>
          <p:cNvPr id="16" name="Text Placeholder 16"/>
          <p:cNvSpPr>
            <a:spLocks noGrp="1"/>
          </p:cNvSpPr>
          <p:nvPr>
            <p:ph type="body" sz="quarter" idx="30" hasCustomPrompt="1"/>
          </p:nvPr>
        </p:nvSpPr>
        <p:spPr>
          <a:xfrm>
            <a:off x="4690738" y="1863085"/>
            <a:ext cx="1793928" cy="517238"/>
          </a:xfrm>
          <a:prstGeom prst="rect">
            <a:avLst/>
          </a:prstGeom>
        </p:spPr>
        <p:txBody>
          <a:bodyPr anchor="ctr"/>
          <a:lstStyle>
            <a:lvl1pPr marL="0" indent="0" algn="ctr">
              <a:lnSpc>
                <a:spcPts val="844"/>
              </a:lnSpc>
              <a:buNone/>
              <a:defRPr sz="788" b="1">
                <a:solidFill>
                  <a:schemeClr val="bg1"/>
                </a:solidFill>
                <a:latin typeface="Arial Narrow" panose="020B0606020202030204" pitchFamily="34" charset="0"/>
              </a:defRPr>
            </a:lvl1pPr>
          </a:lstStyle>
          <a:p>
            <a:pPr lvl="0"/>
            <a:r>
              <a:rPr lang="en-US" dirty="0"/>
              <a:t>TITLE OF THE BOX</a:t>
            </a:r>
            <a:endParaRPr lang="es-ES" dirty="0"/>
          </a:p>
        </p:txBody>
      </p:sp>
      <p:sp>
        <p:nvSpPr>
          <p:cNvPr id="18" name="Text Placeholder 16"/>
          <p:cNvSpPr>
            <a:spLocks noGrp="1"/>
          </p:cNvSpPr>
          <p:nvPr>
            <p:ph type="body" sz="quarter" idx="31" hasCustomPrompt="1"/>
          </p:nvPr>
        </p:nvSpPr>
        <p:spPr>
          <a:xfrm>
            <a:off x="4780310" y="2353435"/>
            <a:ext cx="1630739" cy="360218"/>
          </a:xfrm>
          <a:prstGeom prst="rect">
            <a:avLst/>
          </a:prstGeom>
        </p:spPr>
        <p:txBody>
          <a:bodyPr anchor="t"/>
          <a:lstStyle>
            <a:lvl1pPr marL="0" indent="0" algn="l">
              <a:lnSpc>
                <a:spcPts val="1406"/>
              </a:lnSpc>
              <a:buNone/>
              <a:defRPr sz="563" b="1">
                <a:solidFill>
                  <a:schemeClr val="bg1"/>
                </a:solidFill>
                <a:latin typeface="Arial Narrow" panose="020B0606020202030204" pitchFamily="34" charset="0"/>
              </a:defRPr>
            </a:lvl1pPr>
          </a:lstStyle>
          <a:p>
            <a:pPr lvl="0"/>
            <a:r>
              <a:rPr lang="en-US" dirty="0"/>
              <a:t>Enter here the header title</a:t>
            </a:r>
            <a:endParaRPr lang="es-ES" dirty="0"/>
          </a:p>
        </p:txBody>
      </p:sp>
      <p:sp>
        <p:nvSpPr>
          <p:cNvPr id="19" name="Text Placeholder 16"/>
          <p:cNvSpPr>
            <a:spLocks noGrp="1"/>
          </p:cNvSpPr>
          <p:nvPr>
            <p:ph type="body" sz="quarter" idx="32" hasCustomPrompt="1"/>
          </p:nvPr>
        </p:nvSpPr>
        <p:spPr>
          <a:xfrm>
            <a:off x="6794401" y="2686528"/>
            <a:ext cx="1630739" cy="2886830"/>
          </a:xfrm>
          <a:prstGeom prst="rect">
            <a:avLst/>
          </a:prstGeom>
        </p:spPr>
        <p:txBody>
          <a:bodyPr anchor="t"/>
          <a:lstStyle>
            <a:lvl1pPr marL="0" indent="0" algn="l">
              <a:lnSpc>
                <a:spcPts val="506"/>
              </a:lnSpc>
              <a:buNone/>
              <a:defRPr sz="394">
                <a:solidFill>
                  <a:schemeClr val="bg1"/>
                </a:solidFill>
                <a:latin typeface="Arial Narrow" panose="020B0606020202030204" pitchFamily="34" charset="0"/>
              </a:defRPr>
            </a:lvl1pPr>
          </a:lstStyle>
          <a:p>
            <a:pPr lvl="0"/>
            <a:r>
              <a:rPr lang="en-US" dirty="0"/>
              <a:t>Enter here your plain text</a:t>
            </a:r>
            <a:endParaRPr lang="es-ES" dirty="0"/>
          </a:p>
        </p:txBody>
      </p:sp>
      <p:sp>
        <p:nvSpPr>
          <p:cNvPr id="20" name="Text Placeholder 16"/>
          <p:cNvSpPr>
            <a:spLocks noGrp="1"/>
          </p:cNvSpPr>
          <p:nvPr>
            <p:ph type="body" sz="quarter" idx="33" hasCustomPrompt="1"/>
          </p:nvPr>
        </p:nvSpPr>
        <p:spPr>
          <a:xfrm>
            <a:off x="6704830" y="1863085"/>
            <a:ext cx="1793928" cy="517238"/>
          </a:xfrm>
          <a:prstGeom prst="rect">
            <a:avLst/>
          </a:prstGeom>
        </p:spPr>
        <p:txBody>
          <a:bodyPr anchor="ctr"/>
          <a:lstStyle>
            <a:lvl1pPr marL="0" indent="0" algn="ctr">
              <a:lnSpc>
                <a:spcPts val="844"/>
              </a:lnSpc>
              <a:buNone/>
              <a:defRPr sz="788" b="1">
                <a:solidFill>
                  <a:schemeClr val="bg1"/>
                </a:solidFill>
                <a:latin typeface="Arial Narrow" panose="020B0606020202030204" pitchFamily="34" charset="0"/>
              </a:defRPr>
            </a:lvl1pPr>
          </a:lstStyle>
          <a:p>
            <a:pPr lvl="0"/>
            <a:r>
              <a:rPr lang="en-US" dirty="0"/>
              <a:t>TITLE OF THE BOX</a:t>
            </a:r>
            <a:endParaRPr lang="es-ES" dirty="0"/>
          </a:p>
        </p:txBody>
      </p:sp>
      <p:sp>
        <p:nvSpPr>
          <p:cNvPr id="21" name="Text Placeholder 16"/>
          <p:cNvSpPr>
            <a:spLocks noGrp="1"/>
          </p:cNvSpPr>
          <p:nvPr>
            <p:ph type="body" sz="quarter" idx="34" hasCustomPrompt="1"/>
          </p:nvPr>
        </p:nvSpPr>
        <p:spPr>
          <a:xfrm>
            <a:off x="6794402" y="2353435"/>
            <a:ext cx="1630739" cy="360218"/>
          </a:xfrm>
          <a:prstGeom prst="rect">
            <a:avLst/>
          </a:prstGeom>
        </p:spPr>
        <p:txBody>
          <a:bodyPr anchor="t"/>
          <a:lstStyle>
            <a:lvl1pPr marL="0" indent="0" algn="l">
              <a:lnSpc>
                <a:spcPts val="1406"/>
              </a:lnSpc>
              <a:buNone/>
              <a:defRPr sz="563" b="1">
                <a:solidFill>
                  <a:schemeClr val="bg1"/>
                </a:solidFill>
                <a:latin typeface="Arial Narrow" panose="020B0606020202030204" pitchFamily="34" charset="0"/>
              </a:defRPr>
            </a:lvl1pPr>
          </a:lstStyle>
          <a:p>
            <a:pPr lvl="0"/>
            <a:r>
              <a:rPr lang="en-US" dirty="0"/>
              <a:t>Enter here the header title</a:t>
            </a:r>
            <a:endParaRPr lang="es-ES" dirty="0"/>
          </a:p>
        </p:txBody>
      </p:sp>
    </p:spTree>
    <p:extLst>
      <p:ext uri="{BB962C8B-B14F-4D97-AF65-F5344CB8AC3E}">
        <p14:creationId xmlns:p14="http://schemas.microsoft.com/office/powerpoint/2010/main" val="23417732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Op1 Top Banner +2 Text Boxes">
    <p:spTree>
      <p:nvGrpSpPr>
        <p:cNvPr id="1" name=""/>
        <p:cNvGrpSpPr/>
        <p:nvPr/>
      </p:nvGrpSpPr>
      <p:grpSpPr>
        <a:xfrm>
          <a:off x="0" y="0"/>
          <a:ext cx="0" cy="0"/>
          <a:chOff x="0" y="0"/>
          <a:chExt cx="0" cy="0"/>
        </a:xfrm>
      </p:grpSpPr>
      <p:grpSp>
        <p:nvGrpSpPr>
          <p:cNvPr id="30" name="Group 29"/>
          <p:cNvGrpSpPr/>
          <p:nvPr userDrawn="1"/>
        </p:nvGrpSpPr>
        <p:grpSpPr>
          <a:xfrm>
            <a:off x="556330" y="1709530"/>
            <a:ext cx="3776870" cy="4114800"/>
            <a:chOff x="3611217" y="1716157"/>
            <a:chExt cx="3776870" cy="4114800"/>
          </a:xfrm>
        </p:grpSpPr>
        <p:sp>
          <p:nvSpPr>
            <p:cNvPr id="37" name="Rectangle 36"/>
            <p:cNvSpPr/>
            <p:nvPr/>
          </p:nvSpPr>
          <p:spPr>
            <a:xfrm>
              <a:off x="3611217" y="1881809"/>
              <a:ext cx="3776870" cy="39491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sz="1013"/>
            </a:p>
          </p:txBody>
        </p:sp>
        <p:sp>
          <p:nvSpPr>
            <p:cNvPr id="38" name="Rectangle 37"/>
            <p:cNvSpPr/>
            <p:nvPr/>
          </p:nvSpPr>
          <p:spPr>
            <a:xfrm>
              <a:off x="3611217" y="1716157"/>
              <a:ext cx="3776870" cy="165652"/>
            </a:xfrm>
            <a:prstGeom prst="rect">
              <a:avLst/>
            </a:prstGeom>
            <a:solidFill>
              <a:srgbClr val="9797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sz="1013"/>
            </a:p>
          </p:txBody>
        </p:sp>
      </p:grpSp>
      <p:grpSp>
        <p:nvGrpSpPr>
          <p:cNvPr id="39" name="Group 38"/>
          <p:cNvGrpSpPr/>
          <p:nvPr userDrawn="1"/>
        </p:nvGrpSpPr>
        <p:grpSpPr>
          <a:xfrm>
            <a:off x="4810279" y="1709530"/>
            <a:ext cx="3776870" cy="4114800"/>
            <a:chOff x="3611217" y="1716157"/>
            <a:chExt cx="3776870" cy="4114800"/>
          </a:xfrm>
        </p:grpSpPr>
        <p:sp>
          <p:nvSpPr>
            <p:cNvPr id="40" name="Rectangle 39"/>
            <p:cNvSpPr/>
            <p:nvPr/>
          </p:nvSpPr>
          <p:spPr>
            <a:xfrm>
              <a:off x="3611217" y="1881809"/>
              <a:ext cx="3776870" cy="3949148"/>
            </a:xfrm>
            <a:prstGeom prst="rect">
              <a:avLst/>
            </a:prstGeom>
            <a:solidFill>
              <a:srgbClr val="9797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sz="1013"/>
            </a:p>
          </p:txBody>
        </p:sp>
        <p:sp>
          <p:nvSpPr>
            <p:cNvPr id="41" name="Rectangle 40"/>
            <p:cNvSpPr/>
            <p:nvPr/>
          </p:nvSpPr>
          <p:spPr>
            <a:xfrm>
              <a:off x="3611217" y="1716157"/>
              <a:ext cx="3776870" cy="16565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sz="1013"/>
            </a:p>
          </p:txBody>
        </p:sp>
      </p:grpSp>
      <p:sp>
        <p:nvSpPr>
          <p:cNvPr id="25" name="Text Placeholder 16"/>
          <p:cNvSpPr>
            <a:spLocks noGrp="1"/>
          </p:cNvSpPr>
          <p:nvPr>
            <p:ph type="body" sz="quarter" idx="25" hasCustomPrompt="1"/>
          </p:nvPr>
        </p:nvSpPr>
        <p:spPr>
          <a:xfrm>
            <a:off x="752123" y="2668746"/>
            <a:ext cx="3286677" cy="2984568"/>
          </a:xfrm>
          <a:prstGeom prst="rect">
            <a:avLst/>
          </a:prstGeom>
        </p:spPr>
        <p:txBody>
          <a:bodyPr anchor="t"/>
          <a:lstStyle>
            <a:lvl1pPr marL="0" indent="0" algn="l">
              <a:lnSpc>
                <a:spcPts val="619"/>
              </a:lnSpc>
              <a:buNone/>
              <a:defRPr sz="535">
                <a:solidFill>
                  <a:schemeClr val="bg1"/>
                </a:solidFill>
                <a:latin typeface="Arial Narrow" panose="020B0606020202030204" pitchFamily="34" charset="0"/>
              </a:defRPr>
            </a:lvl1pPr>
          </a:lstStyle>
          <a:p>
            <a:pPr lvl="0"/>
            <a:r>
              <a:rPr lang="en-US" dirty="0"/>
              <a:t>Enter here your plain text</a:t>
            </a:r>
            <a:endParaRPr lang="es-ES" dirty="0"/>
          </a:p>
        </p:txBody>
      </p:sp>
      <p:sp>
        <p:nvSpPr>
          <p:cNvPr id="2" name="Title 1"/>
          <p:cNvSpPr>
            <a:spLocks noGrp="1"/>
          </p:cNvSpPr>
          <p:nvPr>
            <p:ph type="ctrTitle" hasCustomPrompt="1"/>
          </p:nvPr>
        </p:nvSpPr>
        <p:spPr>
          <a:xfrm>
            <a:off x="386176" y="266337"/>
            <a:ext cx="8087840" cy="724646"/>
          </a:xfrm>
          <a:prstGeom prst="rect">
            <a:avLst/>
          </a:prstGeom>
        </p:spPr>
        <p:txBody>
          <a:bodyPr anchor="ctr"/>
          <a:lstStyle>
            <a:lvl1pPr algn="l">
              <a:lnSpc>
                <a:spcPts val="2531"/>
              </a:lnSpc>
              <a:defRPr sz="1631" b="1" i="0">
                <a:solidFill>
                  <a:schemeClr val="bg1"/>
                </a:solidFill>
                <a:latin typeface="Arial Narrow" panose="020B0606020202030204" pitchFamily="34" charset="0"/>
              </a:defRPr>
            </a:lvl1pPr>
          </a:lstStyle>
          <a:p>
            <a:r>
              <a:rPr lang="en-US" dirty="0"/>
              <a:t>HERE GOES YOUR TITLE</a:t>
            </a:r>
            <a:endParaRPr lang="es-ES" dirty="0"/>
          </a:p>
        </p:txBody>
      </p:sp>
      <p:sp>
        <p:nvSpPr>
          <p:cNvPr id="24" name="Text Placeholder 16"/>
          <p:cNvSpPr>
            <a:spLocks noGrp="1"/>
          </p:cNvSpPr>
          <p:nvPr>
            <p:ph type="body" sz="quarter" idx="24" hasCustomPrompt="1"/>
          </p:nvPr>
        </p:nvSpPr>
        <p:spPr>
          <a:xfrm>
            <a:off x="752123" y="1919282"/>
            <a:ext cx="3286677" cy="360218"/>
          </a:xfrm>
          <a:prstGeom prst="rect">
            <a:avLst/>
          </a:prstGeom>
        </p:spPr>
        <p:txBody>
          <a:bodyPr anchor="t"/>
          <a:lstStyle>
            <a:lvl1pPr marL="0" indent="0" algn="l">
              <a:lnSpc>
                <a:spcPts val="1406"/>
              </a:lnSpc>
              <a:buNone/>
              <a:defRPr sz="1238" b="1">
                <a:solidFill>
                  <a:schemeClr val="bg1"/>
                </a:solidFill>
                <a:latin typeface="Arial Narrow" panose="020B0606020202030204" pitchFamily="34" charset="0"/>
              </a:defRPr>
            </a:lvl1pPr>
          </a:lstStyle>
          <a:p>
            <a:pPr lvl="0"/>
            <a:r>
              <a:rPr lang="en-US" dirty="0"/>
              <a:t>ENTER HERE YOUR TITLE</a:t>
            </a:r>
            <a:endParaRPr lang="es-ES" dirty="0"/>
          </a:p>
        </p:txBody>
      </p:sp>
      <p:sp>
        <p:nvSpPr>
          <p:cNvPr id="26" name="Text Placeholder 16"/>
          <p:cNvSpPr>
            <a:spLocks noGrp="1"/>
          </p:cNvSpPr>
          <p:nvPr>
            <p:ph type="body" sz="quarter" idx="26" hasCustomPrompt="1"/>
          </p:nvPr>
        </p:nvSpPr>
        <p:spPr>
          <a:xfrm>
            <a:off x="759380" y="2315785"/>
            <a:ext cx="3279420" cy="360218"/>
          </a:xfrm>
          <a:prstGeom prst="rect">
            <a:avLst/>
          </a:prstGeom>
        </p:spPr>
        <p:txBody>
          <a:bodyPr anchor="t"/>
          <a:lstStyle>
            <a:lvl1pPr marL="0" indent="0" algn="l">
              <a:lnSpc>
                <a:spcPts val="1406"/>
              </a:lnSpc>
              <a:buNone/>
              <a:defRPr sz="731" b="1" baseline="0">
                <a:solidFill>
                  <a:schemeClr val="bg1"/>
                </a:solidFill>
                <a:latin typeface="Arial Narrow" panose="020B0606020202030204" pitchFamily="34" charset="0"/>
              </a:defRPr>
            </a:lvl1pPr>
          </a:lstStyle>
          <a:p>
            <a:pPr lvl="0"/>
            <a:r>
              <a:rPr lang="en-US" dirty="0"/>
              <a:t>Enter here your header</a:t>
            </a:r>
            <a:endParaRPr lang="es-ES" dirty="0"/>
          </a:p>
        </p:txBody>
      </p:sp>
      <p:sp>
        <p:nvSpPr>
          <p:cNvPr id="27" name="Text Placeholder 16"/>
          <p:cNvSpPr>
            <a:spLocks noGrp="1"/>
          </p:cNvSpPr>
          <p:nvPr>
            <p:ph type="body" sz="quarter" idx="27" hasCustomPrompt="1"/>
          </p:nvPr>
        </p:nvSpPr>
        <p:spPr>
          <a:xfrm>
            <a:off x="5004809" y="2676003"/>
            <a:ext cx="3286677" cy="2984568"/>
          </a:xfrm>
          <a:prstGeom prst="rect">
            <a:avLst/>
          </a:prstGeom>
        </p:spPr>
        <p:txBody>
          <a:bodyPr anchor="t"/>
          <a:lstStyle>
            <a:lvl1pPr marL="0" indent="0" algn="l">
              <a:lnSpc>
                <a:spcPts val="619"/>
              </a:lnSpc>
              <a:buNone/>
              <a:defRPr sz="535">
                <a:solidFill>
                  <a:schemeClr val="bg1"/>
                </a:solidFill>
                <a:latin typeface="Arial Narrow" panose="020B0606020202030204" pitchFamily="34" charset="0"/>
              </a:defRPr>
            </a:lvl1pPr>
          </a:lstStyle>
          <a:p>
            <a:pPr lvl="0"/>
            <a:r>
              <a:rPr lang="en-US" dirty="0"/>
              <a:t>Enter here your plain text</a:t>
            </a:r>
            <a:endParaRPr lang="es-ES" dirty="0"/>
          </a:p>
        </p:txBody>
      </p:sp>
      <p:sp>
        <p:nvSpPr>
          <p:cNvPr id="28" name="Text Placeholder 16"/>
          <p:cNvSpPr>
            <a:spLocks noGrp="1"/>
          </p:cNvSpPr>
          <p:nvPr>
            <p:ph type="body" sz="quarter" idx="28" hasCustomPrompt="1"/>
          </p:nvPr>
        </p:nvSpPr>
        <p:spPr>
          <a:xfrm>
            <a:off x="5004809" y="1926539"/>
            <a:ext cx="3286677" cy="360218"/>
          </a:xfrm>
          <a:prstGeom prst="rect">
            <a:avLst/>
          </a:prstGeom>
        </p:spPr>
        <p:txBody>
          <a:bodyPr anchor="t"/>
          <a:lstStyle>
            <a:lvl1pPr marL="0" indent="0" algn="l">
              <a:lnSpc>
                <a:spcPts val="1406"/>
              </a:lnSpc>
              <a:buNone/>
              <a:defRPr sz="1238" b="1">
                <a:solidFill>
                  <a:schemeClr val="bg1"/>
                </a:solidFill>
                <a:latin typeface="Arial Narrow" panose="020B0606020202030204" pitchFamily="34" charset="0"/>
              </a:defRPr>
            </a:lvl1pPr>
          </a:lstStyle>
          <a:p>
            <a:pPr lvl="0"/>
            <a:r>
              <a:rPr lang="en-US" dirty="0"/>
              <a:t>ENTER HERE YOUR TITLE</a:t>
            </a:r>
            <a:endParaRPr lang="es-ES" dirty="0"/>
          </a:p>
        </p:txBody>
      </p:sp>
      <p:sp>
        <p:nvSpPr>
          <p:cNvPr id="29" name="Text Placeholder 16"/>
          <p:cNvSpPr>
            <a:spLocks noGrp="1"/>
          </p:cNvSpPr>
          <p:nvPr>
            <p:ph type="body" sz="quarter" idx="29" hasCustomPrompt="1"/>
          </p:nvPr>
        </p:nvSpPr>
        <p:spPr>
          <a:xfrm>
            <a:off x="5012065" y="2323042"/>
            <a:ext cx="3279420" cy="360218"/>
          </a:xfrm>
          <a:prstGeom prst="rect">
            <a:avLst/>
          </a:prstGeom>
        </p:spPr>
        <p:txBody>
          <a:bodyPr anchor="t"/>
          <a:lstStyle>
            <a:lvl1pPr marL="0" indent="0" algn="l">
              <a:lnSpc>
                <a:spcPts val="1406"/>
              </a:lnSpc>
              <a:buNone/>
              <a:defRPr sz="731" b="1">
                <a:solidFill>
                  <a:schemeClr val="bg1"/>
                </a:solidFill>
                <a:latin typeface="Arial Narrow" panose="020B0606020202030204" pitchFamily="34" charset="0"/>
              </a:defRPr>
            </a:lvl1pPr>
          </a:lstStyle>
          <a:p>
            <a:pPr lvl="0"/>
            <a:r>
              <a:rPr lang="en-US" dirty="0"/>
              <a:t>Enter here your header</a:t>
            </a:r>
            <a:endParaRPr lang="es-ES" dirty="0"/>
          </a:p>
        </p:txBody>
      </p:sp>
    </p:spTree>
    <p:extLst>
      <p:ext uri="{BB962C8B-B14F-4D97-AF65-F5344CB8AC3E}">
        <p14:creationId xmlns:p14="http://schemas.microsoft.com/office/powerpoint/2010/main" val="10911387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p1 Top Banner, Chart &amp; Texts">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6176" y="266337"/>
            <a:ext cx="8087840" cy="724646"/>
          </a:xfrm>
          <a:prstGeom prst="rect">
            <a:avLst/>
          </a:prstGeom>
        </p:spPr>
        <p:txBody>
          <a:bodyPr anchor="ctr"/>
          <a:lstStyle>
            <a:lvl1pPr algn="l">
              <a:lnSpc>
                <a:spcPts val="2531"/>
              </a:lnSpc>
              <a:defRPr sz="1631" b="1" baseline="0">
                <a:solidFill>
                  <a:schemeClr val="bg1"/>
                </a:solidFill>
                <a:latin typeface="Arial Narrow" panose="020B0606020202030204" pitchFamily="34" charset="0"/>
              </a:defRPr>
            </a:lvl1pPr>
          </a:lstStyle>
          <a:p>
            <a:r>
              <a:rPr lang="en-US" dirty="0"/>
              <a:t>HERE GOES YOUR TITLE</a:t>
            </a:r>
            <a:endParaRPr lang="es-ES" dirty="0"/>
          </a:p>
        </p:txBody>
      </p:sp>
      <p:sp>
        <p:nvSpPr>
          <p:cNvPr id="17" name="Subtitle 2"/>
          <p:cNvSpPr>
            <a:spLocks noGrp="1"/>
          </p:cNvSpPr>
          <p:nvPr>
            <p:ph type="subTitle" idx="1" hasCustomPrompt="1"/>
          </p:nvPr>
        </p:nvSpPr>
        <p:spPr>
          <a:xfrm>
            <a:off x="5410759" y="1794971"/>
            <a:ext cx="3243716" cy="525931"/>
          </a:xfrm>
          <a:prstGeom prst="rect">
            <a:avLst/>
          </a:prstGeom>
        </p:spPr>
        <p:txBody>
          <a:bodyPr anchor="b"/>
          <a:lstStyle>
            <a:lvl1pPr marL="0" indent="0" algn="l">
              <a:buNone/>
              <a:defRPr sz="1238" b="1">
                <a:solidFill>
                  <a:srgbClr val="000000"/>
                </a:solidFill>
                <a:latin typeface="Arial Narrow" panose="020B0606020202030204" pitchFamily="34" charset="0"/>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dirty="0"/>
              <a:t>TITLE OF THE GRAPHIC</a:t>
            </a:r>
            <a:endParaRPr lang="es-ES" dirty="0"/>
          </a:p>
        </p:txBody>
      </p:sp>
      <p:sp>
        <p:nvSpPr>
          <p:cNvPr id="18" name="Text Placeholder 8"/>
          <p:cNvSpPr>
            <a:spLocks noGrp="1"/>
          </p:cNvSpPr>
          <p:nvPr>
            <p:ph type="body" sz="quarter" idx="13" hasCustomPrompt="1"/>
          </p:nvPr>
        </p:nvSpPr>
        <p:spPr>
          <a:xfrm>
            <a:off x="5410759" y="2466113"/>
            <a:ext cx="3243716" cy="147781"/>
          </a:xfrm>
          <a:prstGeom prst="rect">
            <a:avLst/>
          </a:prstGeom>
        </p:spPr>
        <p:txBody>
          <a:bodyPr anchor="ctr"/>
          <a:lstStyle>
            <a:lvl1pPr marL="0" indent="0">
              <a:lnSpc>
                <a:spcPts val="844"/>
              </a:lnSpc>
              <a:buNone/>
              <a:defRPr sz="731" b="1">
                <a:solidFill>
                  <a:schemeClr val="tx1"/>
                </a:solidFill>
                <a:latin typeface="Arial Narrow" panose="020B0606020202030204" pitchFamily="34" charset="0"/>
              </a:defRPr>
            </a:lvl1pPr>
          </a:lstStyle>
          <a:p>
            <a:pPr lvl="0"/>
            <a:r>
              <a:rPr lang="en-US" dirty="0"/>
              <a:t>Title of the subsection</a:t>
            </a:r>
            <a:endParaRPr lang="es-ES" dirty="0"/>
          </a:p>
        </p:txBody>
      </p:sp>
      <p:sp>
        <p:nvSpPr>
          <p:cNvPr id="19" name="Text Placeholder 8"/>
          <p:cNvSpPr>
            <a:spLocks noGrp="1"/>
          </p:cNvSpPr>
          <p:nvPr>
            <p:ph type="body" sz="quarter" idx="14" hasCustomPrompt="1"/>
          </p:nvPr>
        </p:nvSpPr>
        <p:spPr>
          <a:xfrm>
            <a:off x="5410759" y="2663222"/>
            <a:ext cx="3243716" cy="2816828"/>
          </a:xfrm>
          <a:prstGeom prst="rect">
            <a:avLst/>
          </a:prstGeom>
        </p:spPr>
        <p:txBody>
          <a:bodyPr anchor="t"/>
          <a:lstStyle>
            <a:lvl1pPr marL="0" indent="0">
              <a:lnSpc>
                <a:spcPts val="619"/>
              </a:lnSpc>
              <a:buNone/>
              <a:defRPr sz="506">
                <a:solidFill>
                  <a:schemeClr val="tx1"/>
                </a:solidFill>
                <a:latin typeface="Arial Narrow" panose="020B0606020202030204" pitchFamily="34" charset="0"/>
              </a:defRPr>
            </a:lvl1pPr>
          </a:lstStyle>
          <a:p>
            <a:pPr lvl="0"/>
            <a:r>
              <a:rPr lang="en-US" dirty="0"/>
              <a:t>Enter here your plain text</a:t>
            </a:r>
            <a:endParaRPr lang="es-ES" dirty="0"/>
          </a:p>
        </p:txBody>
      </p:sp>
      <p:graphicFrame>
        <p:nvGraphicFramePr>
          <p:cNvPr id="3" name="Diagram 2"/>
          <p:cNvGraphicFramePr/>
          <p:nvPr userDrawn="1">
            <p:extLst>
              <p:ext uri="{D42A27DB-BD31-4B8C-83A1-F6EECF244321}">
                <p14:modId xmlns:p14="http://schemas.microsoft.com/office/powerpoint/2010/main" val="1433454942"/>
              </p:ext>
            </p:extLst>
          </p:nvPr>
        </p:nvGraphicFramePr>
        <p:xfrm>
          <a:off x="275772" y="1716315"/>
          <a:ext cx="4775200" cy="4016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31860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Op1 Top Banner, Chartop2 &amp; Texts">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6176" y="266337"/>
            <a:ext cx="8087840" cy="724646"/>
          </a:xfrm>
          <a:prstGeom prst="rect">
            <a:avLst/>
          </a:prstGeom>
        </p:spPr>
        <p:txBody>
          <a:bodyPr anchor="ctr"/>
          <a:lstStyle>
            <a:lvl1pPr algn="l">
              <a:lnSpc>
                <a:spcPts val="2531"/>
              </a:lnSpc>
              <a:defRPr sz="1631" b="1">
                <a:solidFill>
                  <a:schemeClr val="bg1"/>
                </a:solidFill>
                <a:latin typeface="Arial Narrow" panose="020B0606020202030204" pitchFamily="34" charset="0"/>
              </a:defRPr>
            </a:lvl1pPr>
          </a:lstStyle>
          <a:p>
            <a:r>
              <a:rPr lang="en-US" dirty="0"/>
              <a:t>HERE GOES YOUR TITLE</a:t>
            </a:r>
            <a:endParaRPr lang="es-ES" dirty="0"/>
          </a:p>
        </p:txBody>
      </p:sp>
      <p:sp>
        <p:nvSpPr>
          <p:cNvPr id="17" name="Subtitle 2"/>
          <p:cNvSpPr>
            <a:spLocks noGrp="1"/>
          </p:cNvSpPr>
          <p:nvPr>
            <p:ph type="subTitle" idx="1" hasCustomPrompt="1"/>
          </p:nvPr>
        </p:nvSpPr>
        <p:spPr>
          <a:xfrm>
            <a:off x="5410759" y="1794971"/>
            <a:ext cx="3243716" cy="525931"/>
          </a:xfrm>
          <a:prstGeom prst="rect">
            <a:avLst/>
          </a:prstGeom>
        </p:spPr>
        <p:txBody>
          <a:bodyPr anchor="b"/>
          <a:lstStyle>
            <a:lvl1pPr marL="0" indent="0" algn="l">
              <a:buNone/>
              <a:defRPr sz="1238" b="1">
                <a:solidFill>
                  <a:srgbClr val="000000"/>
                </a:solidFill>
                <a:latin typeface="Arial Narrow" panose="020B0606020202030204" pitchFamily="34" charset="0"/>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dirty="0"/>
              <a:t>TITLE OF THE CHART</a:t>
            </a:r>
            <a:endParaRPr lang="es-ES" dirty="0"/>
          </a:p>
        </p:txBody>
      </p:sp>
      <p:sp>
        <p:nvSpPr>
          <p:cNvPr id="18" name="Text Placeholder 8"/>
          <p:cNvSpPr>
            <a:spLocks noGrp="1"/>
          </p:cNvSpPr>
          <p:nvPr>
            <p:ph type="body" sz="quarter" idx="13" hasCustomPrompt="1"/>
          </p:nvPr>
        </p:nvSpPr>
        <p:spPr>
          <a:xfrm>
            <a:off x="5410759" y="2466113"/>
            <a:ext cx="3243716" cy="147781"/>
          </a:xfrm>
          <a:prstGeom prst="rect">
            <a:avLst/>
          </a:prstGeom>
        </p:spPr>
        <p:txBody>
          <a:bodyPr anchor="ctr"/>
          <a:lstStyle>
            <a:lvl1pPr marL="0" indent="0">
              <a:lnSpc>
                <a:spcPts val="844"/>
              </a:lnSpc>
              <a:buNone/>
              <a:defRPr sz="731" b="1">
                <a:solidFill>
                  <a:schemeClr val="tx1"/>
                </a:solidFill>
                <a:latin typeface="Arial Narrow" panose="020B0606020202030204" pitchFamily="34" charset="0"/>
              </a:defRPr>
            </a:lvl1pPr>
          </a:lstStyle>
          <a:p>
            <a:pPr lvl="0"/>
            <a:r>
              <a:rPr lang="en-US" dirty="0"/>
              <a:t>Title of the subsection</a:t>
            </a:r>
            <a:endParaRPr lang="es-ES" dirty="0"/>
          </a:p>
        </p:txBody>
      </p:sp>
      <p:sp>
        <p:nvSpPr>
          <p:cNvPr id="19" name="Text Placeholder 8"/>
          <p:cNvSpPr>
            <a:spLocks noGrp="1"/>
          </p:cNvSpPr>
          <p:nvPr>
            <p:ph type="body" sz="quarter" idx="14" hasCustomPrompt="1"/>
          </p:nvPr>
        </p:nvSpPr>
        <p:spPr>
          <a:xfrm>
            <a:off x="5410759" y="2663222"/>
            <a:ext cx="3243716" cy="2816828"/>
          </a:xfrm>
          <a:prstGeom prst="rect">
            <a:avLst/>
          </a:prstGeom>
        </p:spPr>
        <p:txBody>
          <a:bodyPr anchor="t"/>
          <a:lstStyle>
            <a:lvl1pPr marL="0" indent="0">
              <a:lnSpc>
                <a:spcPts val="619"/>
              </a:lnSpc>
              <a:buNone/>
              <a:defRPr sz="506">
                <a:solidFill>
                  <a:schemeClr val="tx1"/>
                </a:solidFill>
                <a:latin typeface="Arial Narrow" panose="020B0606020202030204" pitchFamily="34" charset="0"/>
              </a:defRPr>
            </a:lvl1pPr>
          </a:lstStyle>
          <a:p>
            <a:pPr lvl="0"/>
            <a:r>
              <a:rPr lang="en-US" dirty="0"/>
              <a:t>Enter here your plain text</a:t>
            </a:r>
            <a:endParaRPr lang="es-ES" dirty="0"/>
          </a:p>
        </p:txBody>
      </p:sp>
      <p:sp>
        <p:nvSpPr>
          <p:cNvPr id="7" name="Chart Placeholder 6"/>
          <p:cNvSpPr>
            <a:spLocks noGrp="1"/>
          </p:cNvSpPr>
          <p:nvPr>
            <p:ph type="chart" sz="quarter" idx="15" hasCustomPrompt="1"/>
          </p:nvPr>
        </p:nvSpPr>
        <p:spPr>
          <a:xfrm>
            <a:off x="386177" y="1794971"/>
            <a:ext cx="4563195" cy="3685080"/>
          </a:xfrm>
          <a:prstGeom prst="rect">
            <a:avLst/>
          </a:prstGeom>
        </p:spPr>
        <p:txBody>
          <a:bodyPr/>
          <a:lstStyle>
            <a:lvl1pPr>
              <a:defRPr>
                <a:latin typeface="Arial Narrow" panose="020B0606020202030204" pitchFamily="34" charset="0"/>
              </a:defRPr>
            </a:lvl1pPr>
          </a:lstStyle>
          <a:p>
            <a:r>
              <a:rPr lang="es-ES" err="1"/>
              <a:t>Click</a:t>
            </a:r>
            <a:r>
              <a:rPr lang="es-ES"/>
              <a:t> in </a:t>
            </a:r>
            <a:r>
              <a:rPr lang="es-ES" err="1"/>
              <a:t>the</a:t>
            </a:r>
            <a:r>
              <a:rPr lang="es-ES"/>
              <a:t> </a:t>
            </a:r>
            <a:r>
              <a:rPr lang="es-ES" err="1"/>
              <a:t>icon</a:t>
            </a:r>
            <a:r>
              <a:rPr lang="es-ES"/>
              <a:t> </a:t>
            </a:r>
            <a:r>
              <a:rPr lang="es-ES" err="1"/>
              <a:t>below</a:t>
            </a:r>
            <a:r>
              <a:rPr lang="es-ES"/>
              <a:t> to </a:t>
            </a:r>
            <a:r>
              <a:rPr lang="es-ES" err="1"/>
              <a:t>insert</a:t>
            </a:r>
            <a:r>
              <a:rPr lang="es-ES"/>
              <a:t> your chart</a:t>
            </a:r>
          </a:p>
        </p:txBody>
      </p:sp>
    </p:spTree>
    <p:extLst>
      <p:ext uri="{BB962C8B-B14F-4D97-AF65-F5344CB8AC3E}">
        <p14:creationId xmlns:p14="http://schemas.microsoft.com/office/powerpoint/2010/main" val="387991720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Op1 Top Banner, Smartgraphic &amp; Texts">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6176" y="266337"/>
            <a:ext cx="8087840" cy="724646"/>
          </a:xfrm>
          <a:prstGeom prst="rect">
            <a:avLst/>
          </a:prstGeom>
        </p:spPr>
        <p:txBody>
          <a:bodyPr anchor="ctr"/>
          <a:lstStyle>
            <a:lvl1pPr algn="l">
              <a:lnSpc>
                <a:spcPts val="2531"/>
              </a:lnSpc>
              <a:defRPr sz="1631" b="1">
                <a:solidFill>
                  <a:schemeClr val="bg1"/>
                </a:solidFill>
                <a:latin typeface="Arial Narrow" panose="020B0606020202030204" pitchFamily="34" charset="0"/>
              </a:defRPr>
            </a:lvl1pPr>
          </a:lstStyle>
          <a:p>
            <a:r>
              <a:rPr lang="en-US" dirty="0"/>
              <a:t>HERE GOES YOUR TITLE</a:t>
            </a:r>
            <a:endParaRPr lang="es-ES" dirty="0"/>
          </a:p>
        </p:txBody>
      </p:sp>
      <p:sp>
        <p:nvSpPr>
          <p:cNvPr id="17" name="Subtitle 2"/>
          <p:cNvSpPr>
            <a:spLocks noGrp="1"/>
          </p:cNvSpPr>
          <p:nvPr>
            <p:ph type="subTitle" idx="1" hasCustomPrompt="1"/>
          </p:nvPr>
        </p:nvSpPr>
        <p:spPr>
          <a:xfrm>
            <a:off x="5410759" y="1794971"/>
            <a:ext cx="3243716" cy="525931"/>
          </a:xfrm>
          <a:prstGeom prst="rect">
            <a:avLst/>
          </a:prstGeom>
        </p:spPr>
        <p:txBody>
          <a:bodyPr anchor="b"/>
          <a:lstStyle>
            <a:lvl1pPr marL="0" indent="0" algn="l">
              <a:buNone/>
              <a:defRPr sz="1181" b="1">
                <a:solidFill>
                  <a:srgbClr val="000000"/>
                </a:solidFill>
                <a:latin typeface="Arial Narrow" panose="020B0606020202030204" pitchFamily="34" charset="0"/>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dirty="0"/>
              <a:t>TITLE OF YOUR SMARTART</a:t>
            </a:r>
            <a:endParaRPr lang="es-ES" dirty="0"/>
          </a:p>
        </p:txBody>
      </p:sp>
      <p:sp>
        <p:nvSpPr>
          <p:cNvPr id="18" name="Text Placeholder 8"/>
          <p:cNvSpPr>
            <a:spLocks noGrp="1"/>
          </p:cNvSpPr>
          <p:nvPr>
            <p:ph type="body" sz="quarter" idx="13" hasCustomPrompt="1"/>
          </p:nvPr>
        </p:nvSpPr>
        <p:spPr>
          <a:xfrm>
            <a:off x="5410759" y="2466113"/>
            <a:ext cx="3243716" cy="147781"/>
          </a:xfrm>
          <a:prstGeom prst="rect">
            <a:avLst/>
          </a:prstGeom>
        </p:spPr>
        <p:txBody>
          <a:bodyPr anchor="ctr"/>
          <a:lstStyle>
            <a:lvl1pPr marL="0" indent="0">
              <a:lnSpc>
                <a:spcPts val="844"/>
              </a:lnSpc>
              <a:buNone/>
              <a:defRPr sz="731" b="1">
                <a:solidFill>
                  <a:schemeClr val="tx1"/>
                </a:solidFill>
                <a:latin typeface="Arial Narrow" panose="020B0606020202030204" pitchFamily="34" charset="0"/>
              </a:defRPr>
            </a:lvl1pPr>
          </a:lstStyle>
          <a:p>
            <a:pPr lvl="0"/>
            <a:r>
              <a:rPr lang="en-US" dirty="0"/>
              <a:t>Title of the subsection</a:t>
            </a:r>
            <a:endParaRPr lang="es-ES" dirty="0"/>
          </a:p>
        </p:txBody>
      </p:sp>
      <p:sp>
        <p:nvSpPr>
          <p:cNvPr id="19" name="Text Placeholder 8"/>
          <p:cNvSpPr>
            <a:spLocks noGrp="1"/>
          </p:cNvSpPr>
          <p:nvPr>
            <p:ph type="body" sz="quarter" idx="14" hasCustomPrompt="1"/>
          </p:nvPr>
        </p:nvSpPr>
        <p:spPr>
          <a:xfrm>
            <a:off x="5410759" y="2663222"/>
            <a:ext cx="3243716" cy="2816828"/>
          </a:xfrm>
          <a:prstGeom prst="rect">
            <a:avLst/>
          </a:prstGeom>
        </p:spPr>
        <p:txBody>
          <a:bodyPr anchor="t"/>
          <a:lstStyle>
            <a:lvl1pPr marL="0" indent="0">
              <a:lnSpc>
                <a:spcPts val="619"/>
              </a:lnSpc>
              <a:buNone/>
              <a:defRPr sz="506">
                <a:solidFill>
                  <a:schemeClr val="tx1"/>
                </a:solidFill>
                <a:latin typeface="Arial Narrow" panose="020B0606020202030204" pitchFamily="34" charset="0"/>
              </a:defRPr>
            </a:lvl1pPr>
          </a:lstStyle>
          <a:p>
            <a:pPr lvl="0"/>
            <a:r>
              <a:rPr lang="en-US" dirty="0"/>
              <a:t>Enter here your plain text</a:t>
            </a:r>
            <a:endParaRPr lang="es-ES" dirty="0"/>
          </a:p>
        </p:txBody>
      </p:sp>
      <p:sp>
        <p:nvSpPr>
          <p:cNvPr id="4" name="SmartArt Placeholder 3"/>
          <p:cNvSpPr>
            <a:spLocks noGrp="1"/>
          </p:cNvSpPr>
          <p:nvPr>
            <p:ph type="dgm" sz="quarter" idx="15" hasCustomPrompt="1"/>
          </p:nvPr>
        </p:nvSpPr>
        <p:spPr>
          <a:xfrm>
            <a:off x="386177" y="1794971"/>
            <a:ext cx="4736687" cy="3685080"/>
          </a:xfrm>
          <a:prstGeom prst="rect">
            <a:avLst/>
          </a:prstGeom>
        </p:spPr>
        <p:txBody>
          <a:bodyPr/>
          <a:lstStyle>
            <a:lvl1pPr>
              <a:defRPr>
                <a:latin typeface="Arial Narrow" panose="020B0606020202030204" pitchFamily="34" charset="0"/>
              </a:defRPr>
            </a:lvl1pPr>
          </a:lstStyle>
          <a:p>
            <a:r>
              <a:rPr lang="es-ES" err="1"/>
              <a:t>Click</a:t>
            </a:r>
            <a:r>
              <a:rPr lang="es-ES"/>
              <a:t> in </a:t>
            </a:r>
            <a:r>
              <a:rPr lang="es-ES" err="1"/>
              <a:t>the</a:t>
            </a:r>
            <a:r>
              <a:rPr lang="es-ES"/>
              <a:t> </a:t>
            </a:r>
            <a:r>
              <a:rPr lang="es-ES" err="1"/>
              <a:t>icon</a:t>
            </a:r>
            <a:r>
              <a:rPr lang="es-ES"/>
              <a:t> </a:t>
            </a:r>
            <a:r>
              <a:rPr lang="es-ES" err="1"/>
              <a:t>below</a:t>
            </a:r>
            <a:r>
              <a:rPr lang="es-ES"/>
              <a:t> to </a:t>
            </a:r>
            <a:r>
              <a:rPr lang="es-ES" err="1"/>
              <a:t>insert</a:t>
            </a:r>
            <a:r>
              <a:rPr lang="es-ES"/>
              <a:t> </a:t>
            </a:r>
            <a:r>
              <a:rPr lang="es-ES" err="1"/>
              <a:t>you</a:t>
            </a:r>
            <a:r>
              <a:rPr lang="es-ES"/>
              <a:t> SmartArt</a:t>
            </a:r>
          </a:p>
        </p:txBody>
      </p:sp>
    </p:spTree>
    <p:extLst>
      <p:ext uri="{BB962C8B-B14F-4D97-AF65-F5344CB8AC3E}">
        <p14:creationId xmlns:p14="http://schemas.microsoft.com/office/powerpoint/2010/main" val="87081791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Op1 Top Banner &amp; Text OpA">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6176" y="266337"/>
            <a:ext cx="8087840" cy="724646"/>
          </a:xfrm>
          <a:prstGeom prst="rect">
            <a:avLst/>
          </a:prstGeom>
        </p:spPr>
        <p:txBody>
          <a:bodyPr anchor="ctr"/>
          <a:lstStyle>
            <a:lvl1pPr algn="l">
              <a:lnSpc>
                <a:spcPts val="3375"/>
              </a:lnSpc>
              <a:defRPr sz="2175" b="1">
                <a:solidFill>
                  <a:schemeClr val="bg1"/>
                </a:solidFill>
                <a:latin typeface="Arial Narrow" panose="020B0606020202030204" pitchFamily="34" charset="0"/>
              </a:defRPr>
            </a:lvl1pPr>
          </a:lstStyle>
          <a:p>
            <a:r>
              <a:rPr lang="en-US" dirty="0"/>
              <a:t>HERE GOES YOUR TITLE</a:t>
            </a:r>
            <a:endParaRPr lang="es-ES" dirty="0"/>
          </a:p>
        </p:txBody>
      </p:sp>
      <p:sp>
        <p:nvSpPr>
          <p:cNvPr id="3" name="Subtitle 2"/>
          <p:cNvSpPr>
            <a:spLocks noGrp="1"/>
          </p:cNvSpPr>
          <p:nvPr>
            <p:ph type="subTitle" idx="1" hasCustomPrompt="1"/>
          </p:nvPr>
        </p:nvSpPr>
        <p:spPr>
          <a:xfrm>
            <a:off x="386176" y="1443990"/>
            <a:ext cx="8087840" cy="525931"/>
          </a:xfrm>
          <a:prstGeom prst="rect">
            <a:avLst/>
          </a:prstGeom>
        </p:spPr>
        <p:txBody>
          <a:bodyPr anchor="b"/>
          <a:lstStyle>
            <a:lvl1pPr marL="0" indent="0" algn="l">
              <a:buNone/>
              <a:defRPr sz="1275" b="1">
                <a:solidFill>
                  <a:srgbClr val="EE5859"/>
                </a:solidFill>
                <a:latin typeface="Arial Narrow" panose="020B0606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Here goes the header</a:t>
            </a:r>
            <a:endParaRPr lang="es-ES" dirty="0"/>
          </a:p>
        </p:txBody>
      </p:sp>
      <p:sp>
        <p:nvSpPr>
          <p:cNvPr id="9" name="Text Placeholder 8"/>
          <p:cNvSpPr>
            <a:spLocks noGrp="1"/>
          </p:cNvSpPr>
          <p:nvPr>
            <p:ph type="body" sz="quarter" idx="13" hasCustomPrompt="1"/>
          </p:nvPr>
        </p:nvSpPr>
        <p:spPr>
          <a:xfrm>
            <a:off x="386176" y="1969921"/>
            <a:ext cx="8087840" cy="4063235"/>
          </a:xfrm>
          <a:prstGeom prst="rect">
            <a:avLst/>
          </a:prstGeom>
        </p:spPr>
        <p:txBody>
          <a:bodyPr/>
          <a:lstStyle>
            <a:lvl1pPr marL="0" indent="0">
              <a:lnSpc>
                <a:spcPts val="1125"/>
              </a:lnSpc>
              <a:buNone/>
              <a:defRPr sz="975" baseline="0">
                <a:solidFill>
                  <a:srgbClr val="58585A"/>
                </a:solidFill>
                <a:latin typeface="Arial Narrow" panose="020B0606020202030204" pitchFamily="34" charset="0"/>
              </a:defRPr>
            </a:lvl1pPr>
          </a:lstStyle>
          <a:p>
            <a:pPr lvl="0"/>
            <a:r>
              <a:rPr lang="en-US" dirty="0"/>
              <a:t>Here goes your plain text</a:t>
            </a:r>
            <a:endParaRPr lang="es-ES" dirty="0"/>
          </a:p>
        </p:txBody>
      </p:sp>
    </p:spTree>
    <p:extLst>
      <p:ext uri="{BB962C8B-B14F-4D97-AF65-F5344CB8AC3E}">
        <p14:creationId xmlns:p14="http://schemas.microsoft.com/office/powerpoint/2010/main" val="398490262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7" name="Rectangle 6"/>
          <p:cNvSpPr/>
          <p:nvPr userDrawn="1"/>
        </p:nvSpPr>
        <p:spPr>
          <a:xfrm>
            <a:off x="0" y="-42334"/>
            <a:ext cx="9144000" cy="1122363"/>
          </a:xfrm>
          <a:prstGeom prst="rect">
            <a:avLst/>
          </a:prstGeom>
          <a:solidFill>
            <a:srgbClr val="A41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p:cNvPicPr>
            <a:picLocks noChangeAspect="1"/>
          </p:cNvPicPr>
          <p:nvPr userDrawn="1"/>
        </p:nvPicPr>
        <p:blipFill>
          <a:blip r:embed="rId2"/>
          <a:stretch>
            <a:fillRect/>
          </a:stretch>
        </p:blipFill>
        <p:spPr>
          <a:xfrm>
            <a:off x="472873" y="247130"/>
            <a:ext cx="1472990" cy="543433"/>
          </a:xfrm>
          <a:prstGeom prst="rect">
            <a:avLst/>
          </a:prstGeom>
        </p:spPr>
      </p:pic>
      <p:pic>
        <p:nvPicPr>
          <p:cNvPr id="6" name="Picture 5" descr="USAID_Logo_White_v02.png">
            <a:extLst>
              <a:ext uri="{FF2B5EF4-FFF2-40B4-BE49-F238E27FC236}">
                <a16:creationId xmlns:a16="http://schemas.microsoft.com/office/drawing/2014/main" id="{AEF8CBC7-F3A0-4A01-AAB4-274466AE0DF1}"/>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7302274" y="278950"/>
            <a:ext cx="1371600" cy="544010"/>
          </a:xfrm>
          <a:prstGeom prst="rect">
            <a:avLst/>
          </a:prstGeom>
          <a:effectLst>
            <a:outerShdw blurRad="254000" dir="2700000" algn="tl" rotWithShape="0">
              <a:srgbClr val="000000">
                <a:alpha val="20000"/>
              </a:srgbClr>
            </a:outerShdw>
          </a:effectLst>
        </p:spPr>
      </p:pic>
    </p:spTree>
    <p:extLst>
      <p:ext uri="{BB962C8B-B14F-4D97-AF65-F5344CB8AC3E}">
        <p14:creationId xmlns:p14="http://schemas.microsoft.com/office/powerpoint/2010/main" val="25447122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normAutofit/>
          </a:bodyPr>
          <a:lstStyle>
            <a:lvl1pPr>
              <a:defRPr sz="4050">
                <a:solidFill>
                  <a:srgbClr val="A41F35"/>
                </a:solidFill>
                <a:latin typeface="+mj-lt"/>
              </a:defRPr>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59195386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000">
                <a:solidFill>
                  <a:srgbClr val="A41F35"/>
                </a:solidFill>
                <a:latin typeface="+mn-lt"/>
              </a:defRPr>
            </a:lvl1p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lvl1pPr>
              <a:buClr>
                <a:srgbClr val="A41F35"/>
              </a:buClr>
              <a:defRPr/>
            </a:lvl1pPr>
            <a:lvl2pPr>
              <a:buClr>
                <a:srgbClr val="A41F35"/>
              </a:buClr>
              <a:defRPr/>
            </a:lvl2pPr>
            <a:lvl3pPr>
              <a:buClr>
                <a:srgbClr val="A41F35"/>
              </a:buClr>
              <a:defRPr/>
            </a:lvl3pPr>
            <a:lvl4pPr>
              <a:buClr>
                <a:srgbClr val="A41F35"/>
              </a:buClr>
              <a:defRPr/>
            </a:lvl4pPr>
            <a:lvl5pPr>
              <a:buClr>
                <a:srgbClr val="A41F35"/>
              </a:buCl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lvl1pPr>
              <a:buClr>
                <a:srgbClr val="A41F35"/>
              </a:buClr>
              <a:defRPr/>
            </a:lvl1pPr>
            <a:lvl2pPr>
              <a:buClr>
                <a:srgbClr val="A41F35"/>
              </a:buClr>
              <a:defRPr/>
            </a:lvl2pPr>
            <a:lvl3pPr>
              <a:buClr>
                <a:srgbClr val="A41F35"/>
              </a:buClr>
              <a:defRPr/>
            </a:lvl3pPr>
            <a:lvl4pPr>
              <a:buClr>
                <a:srgbClr val="A41F35"/>
              </a:buClr>
              <a:defRPr/>
            </a:lvl4pPr>
            <a:lvl5pPr>
              <a:buClr>
                <a:srgbClr val="A41F35"/>
              </a:buCl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pPr defTabSz="685800">
              <a:defRPr/>
            </a:pPr>
            <a:fld id="{A0242405-FA37-43D3-B655-A8C3587E610F}" type="datetimeFigureOut">
              <a:rPr lang="en-US" sz="1350" smtClean="0">
                <a:solidFill>
                  <a:prstClr val="black"/>
                </a:solidFill>
              </a:rPr>
              <a:pPr defTabSz="685800">
                <a:defRPr/>
              </a:pPr>
              <a:t>5/30/2023</a:t>
            </a:fld>
            <a:endParaRPr lang="en-US" sz="1350">
              <a:solidFill>
                <a:prstClr val="black"/>
              </a:solidFill>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685800">
              <a:defRPr/>
            </a:pPr>
            <a:endParaRPr lang="en-US" sz="1350">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pPr defTabSz="685800">
              <a:defRPr/>
            </a:pPr>
            <a:fld id="{FF58676B-E141-43E9-929E-A6943E02D272}" type="slidenum">
              <a:rPr lang="en-US" sz="1350" smtClean="0">
                <a:solidFill>
                  <a:prstClr val="black"/>
                </a:solidFill>
              </a:rPr>
              <a:pPr defTabSz="685800">
                <a:defRPr/>
              </a:pPr>
              <a:t>‹#›</a:t>
            </a:fld>
            <a:endParaRPr lang="en-US" sz="1350">
              <a:solidFill>
                <a:prstClr val="black"/>
              </a:solidFill>
            </a:endParaRPr>
          </a:p>
        </p:txBody>
      </p:sp>
    </p:spTree>
    <p:extLst>
      <p:ext uri="{BB962C8B-B14F-4D97-AF65-F5344CB8AC3E}">
        <p14:creationId xmlns:p14="http://schemas.microsoft.com/office/powerpoint/2010/main" val="1478132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lvl1pPr>
              <a:defRPr>
                <a:solidFill>
                  <a:srgbClr val="A41F35"/>
                </a:solidFill>
              </a:defRPr>
            </a:lvl1p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solidFill>
                  <a:schemeClr val="tx1">
                    <a:lumMod val="85000"/>
                    <a:lumOff val="1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lvl1pPr>
              <a:buClr>
                <a:srgbClr val="A41F35"/>
              </a:buClr>
              <a:defRPr/>
            </a:lvl1pPr>
            <a:lvl2pPr>
              <a:buClr>
                <a:srgbClr val="A41F35"/>
              </a:buClr>
              <a:defRPr/>
            </a:lvl2pPr>
            <a:lvl3pPr>
              <a:buClr>
                <a:srgbClr val="A41F35"/>
              </a:buClr>
              <a:defRPr/>
            </a:lvl3pPr>
            <a:lvl4pPr>
              <a:buClr>
                <a:srgbClr val="A41F35"/>
              </a:buClr>
              <a:defRPr/>
            </a:lvl4pPr>
            <a:lvl5pPr>
              <a:buClr>
                <a:srgbClr val="A41F35"/>
              </a:buCl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solidFill>
                  <a:schemeClr val="tx1">
                    <a:lumMod val="85000"/>
                    <a:lumOff val="1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lvl1pPr>
              <a:buClr>
                <a:srgbClr val="A41F35"/>
              </a:buClr>
              <a:defRPr/>
            </a:lvl1pPr>
            <a:lvl2pPr>
              <a:buClr>
                <a:srgbClr val="A41F35"/>
              </a:buClr>
              <a:defRPr/>
            </a:lvl2pPr>
            <a:lvl3pPr>
              <a:buClr>
                <a:srgbClr val="A41F35"/>
              </a:buClr>
              <a:defRPr/>
            </a:lvl3pPr>
            <a:lvl4pPr>
              <a:buClr>
                <a:srgbClr val="A41F35"/>
              </a:buClr>
              <a:defRPr/>
            </a:lvl4pPr>
            <a:lvl5pPr>
              <a:buClr>
                <a:srgbClr val="A41F35"/>
              </a:buCl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906369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000">
                <a:solidFill>
                  <a:srgbClr val="A41F35"/>
                </a:solidFill>
                <a:latin typeface="+mj-lt"/>
              </a:defRPr>
            </a:lvl1pPr>
          </a:lstStyle>
          <a:p>
            <a:r>
              <a:rPr lang="en-US"/>
              <a:t>Click to edit Master title style</a:t>
            </a:r>
            <a:endParaRPr lang="en-US" dirty="0"/>
          </a:p>
        </p:txBody>
      </p:sp>
    </p:spTree>
    <p:extLst>
      <p:ext uri="{BB962C8B-B14F-4D97-AF65-F5344CB8AC3E}">
        <p14:creationId xmlns:p14="http://schemas.microsoft.com/office/powerpoint/2010/main" val="287742332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pPr defTabSz="685800">
              <a:defRPr/>
            </a:pPr>
            <a:fld id="{A0242405-FA37-43D3-B655-A8C3587E610F}" type="datetimeFigureOut">
              <a:rPr lang="en-US" sz="1350" smtClean="0">
                <a:solidFill>
                  <a:prstClr val="black"/>
                </a:solidFill>
              </a:rPr>
              <a:pPr defTabSz="685800">
                <a:defRPr/>
              </a:pPr>
              <a:t>5/30/2023</a:t>
            </a:fld>
            <a:endParaRPr lang="en-US" sz="1350">
              <a:solidFill>
                <a:prstClr val="black"/>
              </a:solidFill>
            </a:endParaRPr>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pPr defTabSz="685800">
              <a:defRPr/>
            </a:pPr>
            <a:endParaRPr lang="en-US" sz="1350">
              <a:solidFill>
                <a:prstClr val="black"/>
              </a:solidFill>
            </a:endParaRP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pPr defTabSz="685800">
              <a:defRPr/>
            </a:pPr>
            <a:fld id="{FF58676B-E141-43E9-929E-A6943E02D272}" type="slidenum">
              <a:rPr lang="en-US" sz="1350" smtClean="0">
                <a:solidFill>
                  <a:prstClr val="black"/>
                </a:solidFill>
              </a:rPr>
              <a:pPr defTabSz="685800">
                <a:defRPr/>
              </a:pPr>
              <a:t>‹#›</a:t>
            </a:fld>
            <a:endParaRPr lang="en-US" sz="1350">
              <a:solidFill>
                <a:prstClr val="black"/>
              </a:solidFill>
            </a:endParaRPr>
          </a:p>
        </p:txBody>
      </p:sp>
    </p:spTree>
    <p:extLst>
      <p:ext uri="{BB962C8B-B14F-4D97-AF65-F5344CB8AC3E}">
        <p14:creationId xmlns:p14="http://schemas.microsoft.com/office/powerpoint/2010/main" val="53372494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9436" y="936172"/>
            <a:ext cx="2949178" cy="16002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906986" y="936173"/>
            <a:ext cx="4629150" cy="5403850"/>
          </a:xfrm>
        </p:spPr>
        <p:txBody>
          <a:bodyPr/>
          <a:lstStyle>
            <a:lvl1pPr>
              <a:buClr>
                <a:srgbClr val="A41F35"/>
              </a:buClr>
              <a:defRPr sz="2400"/>
            </a:lvl1pPr>
            <a:lvl2pPr>
              <a:buClr>
                <a:srgbClr val="A41F35"/>
              </a:buClr>
              <a:defRPr sz="2100"/>
            </a:lvl2pPr>
            <a:lvl3pPr>
              <a:buClr>
                <a:srgbClr val="A41F35"/>
              </a:buClr>
              <a:defRPr sz="1800"/>
            </a:lvl3pPr>
            <a:lvl4pPr>
              <a:buClr>
                <a:srgbClr val="A41F35"/>
              </a:buClr>
              <a:defRPr sz="1500"/>
            </a:lvl4pPr>
            <a:lvl5pPr>
              <a:buClr>
                <a:srgbClr val="A41F35"/>
              </a:buCl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9436" y="2536372"/>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Tree>
    <p:extLst>
      <p:ext uri="{BB962C8B-B14F-4D97-AF65-F5344CB8AC3E}">
        <p14:creationId xmlns:p14="http://schemas.microsoft.com/office/powerpoint/2010/main" val="148017077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pPr defTabSz="685800">
              <a:defRPr/>
            </a:pPr>
            <a:fld id="{A0242405-FA37-43D3-B655-A8C3587E610F}" type="datetimeFigureOut">
              <a:rPr lang="en-US" sz="1350" smtClean="0">
                <a:solidFill>
                  <a:prstClr val="black"/>
                </a:solidFill>
              </a:rPr>
              <a:pPr defTabSz="685800">
                <a:defRPr/>
              </a:pPr>
              <a:t>5/30/2023</a:t>
            </a:fld>
            <a:endParaRPr lang="en-US" sz="1350">
              <a:solidFill>
                <a:prstClr val="black"/>
              </a:solidFill>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685800">
              <a:defRPr/>
            </a:pPr>
            <a:endParaRPr lang="en-US" sz="1350">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pPr defTabSz="685800">
              <a:defRPr/>
            </a:pPr>
            <a:fld id="{FF58676B-E141-43E9-929E-A6943E02D272}" type="slidenum">
              <a:rPr lang="en-US" sz="1350" smtClean="0">
                <a:solidFill>
                  <a:prstClr val="black"/>
                </a:solidFill>
              </a:rPr>
              <a:pPr defTabSz="685800">
                <a:defRPr/>
              </a:pPr>
              <a:t>‹#›</a:t>
            </a:fld>
            <a:endParaRPr lang="en-US" sz="1350">
              <a:solidFill>
                <a:prstClr val="black"/>
              </a:solidFill>
            </a:endParaRPr>
          </a:p>
        </p:txBody>
      </p:sp>
    </p:spTree>
    <p:extLst>
      <p:ext uri="{BB962C8B-B14F-4D97-AF65-F5344CB8AC3E}">
        <p14:creationId xmlns:p14="http://schemas.microsoft.com/office/powerpoint/2010/main" val="120473721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pPr defTabSz="685800">
              <a:defRPr/>
            </a:pPr>
            <a:fld id="{A0242405-FA37-43D3-B655-A8C3587E610F}" type="datetimeFigureOut">
              <a:rPr lang="en-US" sz="1350" smtClean="0">
                <a:solidFill>
                  <a:prstClr val="black"/>
                </a:solidFill>
              </a:rPr>
              <a:pPr defTabSz="685800">
                <a:defRPr/>
              </a:pPr>
              <a:t>5/30/2023</a:t>
            </a:fld>
            <a:endParaRPr lang="en-US" sz="1350">
              <a:solidFill>
                <a:prstClr val="black"/>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685800">
              <a:defRPr/>
            </a:pPr>
            <a:endParaRPr lang="en-US" sz="1350">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pPr defTabSz="685800">
              <a:defRPr/>
            </a:pPr>
            <a:fld id="{FF58676B-E141-43E9-929E-A6943E02D272}" type="slidenum">
              <a:rPr lang="en-US" sz="1350" smtClean="0">
                <a:solidFill>
                  <a:prstClr val="black"/>
                </a:solidFill>
              </a:rPr>
              <a:pPr defTabSz="685800">
                <a:defRPr/>
              </a:pPr>
              <a:t>‹#›</a:t>
            </a:fld>
            <a:endParaRPr lang="en-US" sz="1350">
              <a:solidFill>
                <a:prstClr val="black"/>
              </a:solidFill>
            </a:endParaRPr>
          </a:p>
        </p:txBody>
      </p:sp>
    </p:spTree>
    <p:extLst>
      <p:ext uri="{BB962C8B-B14F-4D97-AF65-F5344CB8AC3E}">
        <p14:creationId xmlns:p14="http://schemas.microsoft.com/office/powerpoint/2010/main" val="320685416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pPr defTabSz="685800">
              <a:defRPr/>
            </a:pPr>
            <a:fld id="{A0242405-FA37-43D3-B655-A8C3587E610F}" type="datetimeFigureOut">
              <a:rPr lang="en-US" sz="1350" smtClean="0">
                <a:solidFill>
                  <a:prstClr val="black"/>
                </a:solidFill>
              </a:rPr>
              <a:pPr defTabSz="685800">
                <a:defRPr/>
              </a:pPr>
              <a:t>5/30/2023</a:t>
            </a:fld>
            <a:endParaRPr lang="en-US" sz="1350">
              <a:solidFill>
                <a:prstClr val="black"/>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685800">
              <a:defRPr/>
            </a:pPr>
            <a:endParaRPr lang="en-US" sz="1350">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pPr defTabSz="685800">
              <a:defRPr/>
            </a:pPr>
            <a:fld id="{FF58676B-E141-43E9-929E-A6943E02D272}" type="slidenum">
              <a:rPr lang="en-US" sz="1350" smtClean="0">
                <a:solidFill>
                  <a:prstClr val="black"/>
                </a:solidFill>
              </a:rPr>
              <a:pPr defTabSz="685800">
                <a:defRPr/>
              </a:pPr>
              <a:t>‹#›</a:t>
            </a:fld>
            <a:endParaRPr lang="en-US" sz="1350">
              <a:solidFill>
                <a:prstClr val="black"/>
              </a:solidFill>
            </a:endParaRPr>
          </a:p>
        </p:txBody>
      </p:sp>
    </p:spTree>
    <p:extLst>
      <p:ext uri="{BB962C8B-B14F-4D97-AF65-F5344CB8AC3E}">
        <p14:creationId xmlns:p14="http://schemas.microsoft.com/office/powerpoint/2010/main" val="29935659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9" name="Chart Placeholder 18"/>
          <p:cNvSpPr>
            <a:spLocks noGrp="1"/>
          </p:cNvSpPr>
          <p:nvPr>
            <p:ph type="chart" sz="quarter" idx="14"/>
          </p:nvPr>
        </p:nvSpPr>
        <p:spPr>
          <a:xfrm>
            <a:off x="1554158" y="3541184"/>
            <a:ext cx="3224217" cy="2605616"/>
          </a:xfrm>
        </p:spPr>
        <p:txBody>
          <a:bodyPr/>
          <a:lstStyle/>
          <a:p>
            <a:r>
              <a:rPr lang="en-US"/>
              <a:t>Click icon to add chart</a:t>
            </a:r>
            <a:endParaRPr lang="fr-FR"/>
          </a:p>
        </p:txBody>
      </p:sp>
      <p:sp>
        <p:nvSpPr>
          <p:cNvPr id="2" name="Title 1"/>
          <p:cNvSpPr>
            <a:spLocks noGrp="1"/>
          </p:cNvSpPr>
          <p:nvPr>
            <p:ph type="title"/>
          </p:nvPr>
        </p:nvSpPr>
        <p:spPr/>
        <p:txBody>
          <a:bodyPr/>
          <a:lstStyle/>
          <a:p>
            <a:r>
              <a:rPr lang="en-US"/>
              <a:t>Click to edit Master title style</a:t>
            </a:r>
            <a:endParaRPr lang="fr-FR" dirty="0"/>
          </a:p>
        </p:txBody>
      </p:sp>
      <p:cxnSp>
        <p:nvCxnSpPr>
          <p:cNvPr id="6" name="Straight Connector 5"/>
          <p:cNvCxnSpPr/>
          <p:nvPr userDrawn="1"/>
        </p:nvCxnSpPr>
        <p:spPr>
          <a:xfrm>
            <a:off x="2817000" y="1412949"/>
            <a:ext cx="3510000" cy="0"/>
          </a:xfrm>
          <a:prstGeom prst="line">
            <a:avLst/>
          </a:prstGeom>
          <a:ln w="317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 Placeholder 11"/>
          <p:cNvSpPr>
            <a:spLocks noGrp="1"/>
          </p:cNvSpPr>
          <p:nvPr>
            <p:ph type="body" sz="quarter" idx="10"/>
          </p:nvPr>
        </p:nvSpPr>
        <p:spPr>
          <a:xfrm>
            <a:off x="2415607" y="1705464"/>
            <a:ext cx="6288013" cy="1136619"/>
          </a:xfrm>
        </p:spPr>
        <p:txBody>
          <a:bodyPr>
            <a:normAutofit/>
          </a:bodyPr>
          <a:lstStyle>
            <a:lvl1pPr marL="0" indent="0">
              <a:buNone/>
              <a:defRPr sz="2000"/>
            </a:lvl1pPr>
            <a:lvl2pPr marL="557185" indent="-214303">
              <a:buFont typeface="Wingdings" panose="05000000000000000000" pitchFamily="2" charset="2"/>
              <a:buChar char="§"/>
              <a:defRPr sz="1400"/>
            </a:lvl2pPr>
          </a:lstStyle>
          <a:p>
            <a:pPr lvl="0"/>
            <a:r>
              <a:rPr lang="en-US"/>
              <a:t>Edit Master text styles</a:t>
            </a:r>
          </a:p>
          <a:p>
            <a:pPr lvl="1"/>
            <a:r>
              <a:rPr lang="en-US"/>
              <a:t>Second level</a:t>
            </a:r>
          </a:p>
        </p:txBody>
      </p:sp>
      <p:sp>
        <p:nvSpPr>
          <p:cNvPr id="14" name="Picture Placeholder 13"/>
          <p:cNvSpPr>
            <a:spLocks noGrp="1"/>
          </p:cNvSpPr>
          <p:nvPr>
            <p:ph type="pic" sz="quarter" idx="11"/>
          </p:nvPr>
        </p:nvSpPr>
        <p:spPr>
          <a:xfrm>
            <a:off x="426825" y="1693407"/>
            <a:ext cx="1776413" cy="1136577"/>
          </a:xfrm>
        </p:spPr>
        <p:txBody>
          <a:bodyPr/>
          <a:lstStyle/>
          <a:p>
            <a:r>
              <a:rPr lang="en-US"/>
              <a:t>Click icon to add picture</a:t>
            </a:r>
            <a:endParaRPr lang="fr-FR" dirty="0"/>
          </a:p>
        </p:txBody>
      </p:sp>
      <p:sp>
        <p:nvSpPr>
          <p:cNvPr id="15" name="Picture Placeholder 13"/>
          <p:cNvSpPr>
            <a:spLocks noGrp="1"/>
          </p:cNvSpPr>
          <p:nvPr>
            <p:ph type="pic" sz="quarter" idx="12"/>
          </p:nvPr>
        </p:nvSpPr>
        <p:spPr>
          <a:xfrm>
            <a:off x="499296" y="3530802"/>
            <a:ext cx="1776413" cy="1136577"/>
          </a:xfrm>
        </p:spPr>
        <p:txBody>
          <a:bodyPr/>
          <a:lstStyle/>
          <a:p>
            <a:r>
              <a:rPr lang="en-US"/>
              <a:t>Click icon to add picture</a:t>
            </a:r>
            <a:endParaRPr lang="fr-FR" dirty="0"/>
          </a:p>
        </p:txBody>
      </p:sp>
      <p:sp>
        <p:nvSpPr>
          <p:cNvPr id="17" name="Text Placeholder 16"/>
          <p:cNvSpPr>
            <a:spLocks noGrp="1"/>
          </p:cNvSpPr>
          <p:nvPr>
            <p:ph type="body" sz="quarter" idx="13"/>
          </p:nvPr>
        </p:nvSpPr>
        <p:spPr>
          <a:xfrm>
            <a:off x="5000626" y="3564468"/>
            <a:ext cx="3711575" cy="2533651"/>
          </a:xfrm>
        </p:spPr>
        <p:txBody>
          <a:bodyPr/>
          <a:lstStyle>
            <a:lvl1pPr marL="257162" indent="-257162">
              <a:buFont typeface="Wingdings" panose="05000000000000000000" pitchFamily="2" charset="2"/>
              <a:buChar char="§"/>
              <a:defRPr/>
            </a:lvl1pPr>
            <a:lvl2pPr marL="557185" indent="-214303">
              <a:buFont typeface="Wingdings" panose="05000000000000000000" pitchFamily="2" charset="2"/>
              <a:buChar char="§"/>
              <a:defRPr/>
            </a:lvl2pPr>
            <a:lvl3pPr marL="857207" indent="-171442">
              <a:buFont typeface="Wingdings" panose="05000000000000000000" pitchFamily="2" charset="2"/>
              <a:buChar char="§"/>
              <a:defRPr/>
            </a:lvl3pPr>
            <a:lvl4pPr marL="1200090" indent="-171442">
              <a:buFont typeface="Wingdings" panose="05000000000000000000" pitchFamily="2" charset="2"/>
              <a:buChar char="§"/>
              <a:defRPr/>
            </a:lvl4pPr>
            <a:lvl5pPr marL="1542974" indent="-171442">
              <a:buFont typeface="Wingdings" panose="05000000000000000000" pitchFamily="2" charset="2"/>
              <a:buChar cha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dirty="0"/>
          </a:p>
        </p:txBody>
      </p:sp>
    </p:spTree>
    <p:extLst>
      <p:ext uri="{BB962C8B-B14F-4D97-AF65-F5344CB8AC3E}">
        <p14:creationId xmlns:p14="http://schemas.microsoft.com/office/powerpoint/2010/main" val="20246635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28F8B-C677-47AF-8F42-206705E7368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DC150A0-2219-4EF8-A3DF-5FB321073F8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CC62E13-4C9A-4DC5-8F68-3765D615654E}"/>
              </a:ext>
            </a:extLst>
          </p:cNvPr>
          <p:cNvSpPr>
            <a:spLocks noGrp="1"/>
          </p:cNvSpPr>
          <p:nvPr>
            <p:ph type="dt" sz="half" idx="10"/>
          </p:nvPr>
        </p:nvSpPr>
        <p:spPr/>
        <p:txBody>
          <a:bodyPr/>
          <a:lstStyle/>
          <a:p>
            <a:fld id="{AD630303-A13E-4042-A518-097360AF1F35}" type="datetimeFigureOut">
              <a:rPr lang="en-GB" smtClean="0"/>
              <a:t>30/05/2023</a:t>
            </a:fld>
            <a:endParaRPr lang="en-GB"/>
          </a:p>
        </p:txBody>
      </p:sp>
      <p:sp>
        <p:nvSpPr>
          <p:cNvPr id="5" name="Footer Placeholder 4">
            <a:extLst>
              <a:ext uri="{FF2B5EF4-FFF2-40B4-BE49-F238E27FC236}">
                <a16:creationId xmlns:a16="http://schemas.microsoft.com/office/drawing/2014/main" id="{3A1D3195-72E5-4076-90A4-C7E7038F1B2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F1D56FC-8D19-46D9-AF1B-71C4301DAD38}"/>
              </a:ext>
            </a:extLst>
          </p:cNvPr>
          <p:cNvSpPr>
            <a:spLocks noGrp="1"/>
          </p:cNvSpPr>
          <p:nvPr>
            <p:ph type="sldNum" sz="quarter" idx="12"/>
          </p:nvPr>
        </p:nvSpPr>
        <p:spPr/>
        <p:txBody>
          <a:bodyPr/>
          <a:lstStyle/>
          <a:p>
            <a:fld id="{9F99FD8A-DA27-4BEA-9ECD-352167EED941}" type="slidenum">
              <a:rPr lang="en-GB" smtClean="0"/>
              <a:t>‹#›</a:t>
            </a:fld>
            <a:endParaRPr lang="en-GB"/>
          </a:p>
        </p:txBody>
      </p:sp>
    </p:spTree>
    <p:extLst>
      <p:ext uri="{BB962C8B-B14F-4D97-AF65-F5344CB8AC3E}">
        <p14:creationId xmlns:p14="http://schemas.microsoft.com/office/powerpoint/2010/main" val="794703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image" Target="../media/image4.jpeg"/><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image" Target="../media/image3.jpg"/><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theme" Target="../theme/theme4.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5.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1" r:id="rId5"/>
    <p:sldLayoutId id="2147483692" r:id="rId6"/>
    <p:sldLayoutId id="2147483693" r:id="rId7"/>
    <p:sldLayoutId id="2147483694" r:id="rId8"/>
    <p:sldLayoutId id="2147483695" r:id="rId9"/>
    <p:sldLayoutId id="2147483696" r:id="rId10"/>
    <p:sldLayoutId id="2147483697" r:id="rId11"/>
    <p:sldLayoutId id="2147483762"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B796C6-4AD2-4D39-A1E1-2EEA96B4A769}" type="datetimeFigureOut">
              <a:rPr lang="en-US" smtClean="0"/>
              <a:t>5/30/2023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CEF507-A316-488B-99FE-BE672E9AD0EB}" type="slidenum">
              <a:rPr lang="en-US" smtClean="0"/>
              <a:t>‹#›</a:t>
            </a:fld>
            <a:endParaRPr lang="en-US"/>
          </a:p>
        </p:txBody>
      </p:sp>
    </p:spTree>
    <p:extLst>
      <p:ext uri="{BB962C8B-B14F-4D97-AF65-F5344CB8AC3E}">
        <p14:creationId xmlns:p14="http://schemas.microsoft.com/office/powerpoint/2010/main" val="1549255396"/>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1D530F-5F38-44D7-D38A-B2A7DEB7D50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2ABC6F-E213-EFD0-31BD-19AA5B86BC2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7F771D-78D6-0A43-439D-4B9FE6E233D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60FB102-3700-4B11-AC99-A17DFF57F5EE}" type="datetimeFigureOut">
              <a:rPr lang="en-US" smtClean="0"/>
              <a:t>5/30/2023</a:t>
            </a:fld>
            <a:endParaRPr lang="en-US"/>
          </a:p>
        </p:txBody>
      </p:sp>
      <p:sp>
        <p:nvSpPr>
          <p:cNvPr id="5" name="Footer Placeholder 4">
            <a:extLst>
              <a:ext uri="{FF2B5EF4-FFF2-40B4-BE49-F238E27FC236}">
                <a16:creationId xmlns:a16="http://schemas.microsoft.com/office/drawing/2014/main" id="{E4222C6C-4876-0287-3F39-F00977843EE1}"/>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9B4FF57-3DAC-188F-86F4-A2E698F8F16F}"/>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44F8B38-C27F-4C6C-BB38-55462B5E7EE3}" type="slidenum">
              <a:rPr lang="en-US" smtClean="0"/>
              <a:t>‹#›</a:t>
            </a:fld>
            <a:endParaRPr lang="en-US"/>
          </a:p>
        </p:txBody>
      </p:sp>
    </p:spTree>
    <p:extLst>
      <p:ext uri="{BB962C8B-B14F-4D97-AF65-F5344CB8AC3E}">
        <p14:creationId xmlns:p14="http://schemas.microsoft.com/office/powerpoint/2010/main" val="2304587842"/>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13" cstate="email">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grpSp>
        <p:nvGrpSpPr>
          <p:cNvPr id="11" name="Group 10"/>
          <p:cNvGrpSpPr/>
          <p:nvPr userDrawn="1"/>
        </p:nvGrpSpPr>
        <p:grpSpPr>
          <a:xfrm>
            <a:off x="0" y="6150495"/>
            <a:ext cx="9144000" cy="818196"/>
            <a:chOff x="0" y="6150495"/>
            <a:chExt cx="9144000" cy="818196"/>
          </a:xfrm>
        </p:grpSpPr>
        <p:sp>
          <p:nvSpPr>
            <p:cNvPr id="12" name="Rectangle 11"/>
            <p:cNvSpPr/>
            <p:nvPr/>
          </p:nvSpPr>
          <p:spPr>
            <a:xfrm>
              <a:off x="0" y="6268598"/>
              <a:ext cx="9144000" cy="5894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13"/>
            </a:p>
          </p:txBody>
        </p:sp>
        <p:pic>
          <p:nvPicPr>
            <p:cNvPr id="13" name="Picture 12"/>
            <p:cNvPicPr>
              <a:picLocks noChangeAspect="1"/>
            </p:cNvPicPr>
            <p:nvPr/>
          </p:nvPicPr>
          <p:blipFill>
            <a:blip r:embed="rId14" cstate="email">
              <a:extLst>
                <a:ext uri="{28A0092B-C50C-407E-A947-70E740481C1C}">
                  <a14:useLocalDpi xmlns:a14="http://schemas.microsoft.com/office/drawing/2010/main" val="0"/>
                </a:ext>
              </a:extLst>
            </a:blip>
            <a:stretch>
              <a:fillRect/>
            </a:stretch>
          </p:blipFill>
          <p:spPr>
            <a:xfrm>
              <a:off x="5974350" y="6150495"/>
              <a:ext cx="3078607" cy="818196"/>
            </a:xfrm>
            <a:prstGeom prst="rect">
              <a:avLst/>
            </a:prstGeom>
          </p:spPr>
        </p:pic>
      </p:grpSp>
    </p:spTree>
    <p:extLst>
      <p:ext uri="{BB962C8B-B14F-4D97-AF65-F5344CB8AC3E}">
        <p14:creationId xmlns:p14="http://schemas.microsoft.com/office/powerpoint/2010/main" val="2027037197"/>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s-E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userDrawn="1"/>
        </p:nvSpPr>
        <p:spPr>
          <a:xfrm>
            <a:off x="0" y="6233374"/>
            <a:ext cx="9144000" cy="624626"/>
          </a:xfrm>
          <a:prstGeom prst="rect">
            <a:avLst/>
          </a:prstGeom>
          <a:solidFill>
            <a:srgbClr val="A41F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0340160"/>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Lst>
  <p:txStyles>
    <p:titleStyle>
      <a:lvl1pPr algn="l" defTabSz="685800" rtl="0" eaLnBrk="1" latinLnBrk="0" hangingPunct="1">
        <a:lnSpc>
          <a:spcPct val="90000"/>
        </a:lnSpc>
        <a:spcBef>
          <a:spcPct val="0"/>
        </a:spcBef>
        <a:buNone/>
        <a:defRPr sz="3000" kern="1200">
          <a:solidFill>
            <a:srgbClr val="A41F35"/>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Layout" Target="../slideLayouts/slideLayout14.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 Id="rId9" Type="http://schemas.openxmlformats.org/officeDocument/2006/relationships/image" Target="../media/image25.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7.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image" Target="../media/image30.jpeg"/><Relationship Id="rId7" Type="http://schemas.openxmlformats.org/officeDocument/2006/relationships/image" Target="../media/image34.wmf"/><Relationship Id="rId12" Type="http://schemas.openxmlformats.org/officeDocument/2006/relationships/image" Target="../media/image39.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3.jpeg"/><Relationship Id="rId11" Type="http://schemas.openxmlformats.org/officeDocument/2006/relationships/image" Target="../media/image38.jpeg"/><Relationship Id="rId5" Type="http://schemas.openxmlformats.org/officeDocument/2006/relationships/image" Target="../media/image32.jpeg"/><Relationship Id="rId10" Type="http://schemas.openxmlformats.org/officeDocument/2006/relationships/image" Target="../media/image37.jpeg"/><Relationship Id="rId4" Type="http://schemas.openxmlformats.org/officeDocument/2006/relationships/image" Target="../media/image31.jpeg"/><Relationship Id="rId9" Type="http://schemas.openxmlformats.org/officeDocument/2006/relationships/image" Target="../media/image36.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3"/>
          </p:nvPr>
        </p:nvSpPr>
        <p:spPr/>
      </p:sp>
      <p:sp>
        <p:nvSpPr>
          <p:cNvPr id="5" name="Title 4"/>
          <p:cNvSpPr>
            <a:spLocks noGrp="1"/>
          </p:cNvSpPr>
          <p:nvPr>
            <p:ph type="title"/>
          </p:nvPr>
        </p:nvSpPr>
        <p:spPr>
          <a:xfrm>
            <a:off x="556623" y="2499360"/>
            <a:ext cx="6417054" cy="1357527"/>
          </a:xfrm>
        </p:spPr>
        <p:txBody>
          <a:bodyPr/>
          <a:lstStyle/>
          <a:p>
            <a:pPr algn="ctr">
              <a:lnSpc>
                <a:spcPct val="150000"/>
              </a:lnSpc>
              <a:spcBef>
                <a:spcPts val="0"/>
              </a:spcBef>
            </a:pPr>
            <a:r>
              <a:rPr lang="en-US" sz="2000" dirty="0">
                <a:solidFill>
                  <a:schemeClr val="bg1"/>
                </a:solidFill>
                <a:effectLst>
                  <a:outerShdw blurRad="38100" dist="38100" dir="2700000" algn="tl">
                    <a:srgbClr val="000000">
                      <a:alpha val="43137"/>
                    </a:srgbClr>
                  </a:outerShdw>
                </a:effectLst>
              </a:rPr>
              <a:t>rCARI Study</a:t>
            </a:r>
            <a:br>
              <a:rPr lang="en-US" sz="2000" dirty="0">
                <a:solidFill>
                  <a:schemeClr val="bg1"/>
                </a:solidFill>
                <a:effectLst>
                  <a:outerShdw blurRad="38100" dist="38100" dir="2700000" algn="tl">
                    <a:srgbClr val="000000">
                      <a:alpha val="43137"/>
                    </a:srgbClr>
                  </a:outerShdw>
                </a:effectLst>
              </a:rPr>
            </a:br>
            <a:r>
              <a:rPr lang="en-US" sz="2000" dirty="0">
                <a:solidFill>
                  <a:schemeClr val="bg1"/>
                </a:solidFill>
                <a:effectLst>
                  <a:outerShdw blurRad="38100" dist="38100" dir="2700000" algn="tl">
                    <a:srgbClr val="000000">
                      <a:alpha val="43137"/>
                    </a:srgbClr>
                  </a:outerShdw>
                </a:effectLst>
              </a:rPr>
              <a:t>Household questionnaire, </a:t>
            </a:r>
            <a:br>
              <a:rPr lang="en-US" sz="2000" dirty="0">
                <a:solidFill>
                  <a:schemeClr val="bg1"/>
                </a:solidFill>
                <a:effectLst>
                  <a:outerShdw blurRad="38100" dist="38100" dir="2700000" algn="tl">
                    <a:srgbClr val="000000">
                      <a:alpha val="43137"/>
                    </a:srgbClr>
                  </a:outerShdw>
                </a:effectLst>
              </a:rPr>
            </a:br>
            <a:r>
              <a:rPr lang="en-US" sz="2000" dirty="0">
                <a:solidFill>
                  <a:schemeClr val="bg1"/>
                </a:solidFill>
                <a:effectLst>
                  <a:outerShdw blurRad="38100" dist="38100" dir="2700000" algn="tl">
                    <a:srgbClr val="000000">
                      <a:alpha val="43137"/>
                    </a:srgbClr>
                  </a:outerShdw>
                </a:effectLst>
              </a:rPr>
              <a:t>Enumerator Training, </a:t>
            </a:r>
            <a:fld id="{ADD6CFF0-6D19-4FC2-8F94-CA62F1C38C1A}" type="datetime3">
              <a:rPr lang="en-US" sz="2000" smtClean="0">
                <a:solidFill>
                  <a:schemeClr val="bg1"/>
                </a:solidFill>
                <a:effectLst>
                  <a:outerShdw blurRad="38100" dist="38100" dir="2700000" algn="tl">
                    <a:srgbClr val="000000">
                      <a:alpha val="43137"/>
                    </a:srgbClr>
                  </a:outerShdw>
                </a:effectLst>
              </a:rPr>
              <a:t>30 May 2023</a:t>
            </a:fld>
            <a:endParaRPr lang="en-US" sz="2000" dirty="0">
              <a:solidFill>
                <a:schemeClr val="bg1"/>
              </a:solidFill>
              <a:effectLst>
                <a:outerShdw blurRad="38100" dist="38100" dir="2700000" algn="tl">
                  <a:srgbClr val="000000">
                    <a:alpha val="43137"/>
                  </a:srgbClr>
                </a:outerShdw>
              </a:effectLst>
              <a:latin typeface="Zawgyi-One" panose="020B0604030504040204" pitchFamily="34" charset="0"/>
              <a:cs typeface="Zawgyi-One" panose="020B0604030504040204" pitchFamily="34" charset="0"/>
            </a:endParaRPr>
          </a:p>
        </p:txBody>
      </p:sp>
    </p:spTree>
    <p:extLst>
      <p:ext uri="{BB962C8B-B14F-4D97-AF65-F5344CB8AC3E}">
        <p14:creationId xmlns:p14="http://schemas.microsoft.com/office/powerpoint/2010/main" val="3765372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5815" y="1726441"/>
            <a:ext cx="7771945" cy="1169551"/>
          </a:xfrm>
          <a:prstGeom prst="rect">
            <a:avLst/>
          </a:prstGeom>
        </p:spPr>
        <p:txBody>
          <a:bodyPr wrap="square">
            <a:spAutoFit/>
          </a:bodyPr>
          <a:lstStyle/>
          <a:p>
            <a:pPr marL="571500" indent="-571500">
              <a:spcBef>
                <a:spcPts val="600"/>
              </a:spcBef>
              <a:spcAft>
                <a:spcPts val="600"/>
              </a:spcAft>
              <a:buSzPct val="60000"/>
              <a:buBlip>
                <a:blip r:embed="rId2"/>
              </a:buBlip>
            </a:pPr>
            <a:r>
              <a:rPr lang="en-GB" altLang="en-US" sz="2000" b="1" dirty="0">
                <a:latin typeface="Verdana"/>
                <a:cs typeface="Verdana"/>
              </a:rPr>
              <a:t>Name, </a:t>
            </a:r>
          </a:p>
          <a:p>
            <a:pPr marL="571500" indent="-571500">
              <a:spcBef>
                <a:spcPts val="600"/>
              </a:spcBef>
              <a:spcAft>
                <a:spcPts val="600"/>
              </a:spcAft>
              <a:buSzPct val="60000"/>
              <a:buBlip>
                <a:blip r:embed="rId2"/>
              </a:buBlip>
            </a:pPr>
            <a:r>
              <a:rPr lang="en-GB" altLang="en-US" sz="2000" b="1" dirty="0">
                <a:latin typeface="Verdana"/>
                <a:cs typeface="Verdana"/>
              </a:rPr>
              <a:t>Briefly:  Your experience with food security data collection or other monitoring/assessments</a:t>
            </a:r>
          </a:p>
        </p:txBody>
      </p:sp>
      <p:sp>
        <p:nvSpPr>
          <p:cNvPr id="4" name="Title 3"/>
          <p:cNvSpPr>
            <a:spLocks noGrp="1"/>
          </p:cNvSpPr>
          <p:nvPr>
            <p:ph type="title"/>
          </p:nvPr>
        </p:nvSpPr>
        <p:spPr>
          <a:xfrm>
            <a:off x="484186" y="116502"/>
            <a:ext cx="6043705" cy="925114"/>
          </a:xfrm>
        </p:spPr>
        <p:txBody>
          <a:bodyPr/>
          <a:lstStyle/>
          <a:p>
            <a:pPr>
              <a:lnSpc>
                <a:spcPct val="150000"/>
              </a:lnSpc>
            </a:pPr>
            <a:r>
              <a:rPr lang="en-US" sz="2100" dirty="0">
                <a:effectLst>
                  <a:outerShdw blurRad="38100" dist="38100" dir="2700000" algn="tl">
                    <a:srgbClr val="000000">
                      <a:alpha val="43137"/>
                    </a:srgbClr>
                  </a:outerShdw>
                </a:effectLst>
              </a:rPr>
              <a:t>Welcome &amp; Introductions</a:t>
            </a:r>
          </a:p>
        </p:txBody>
      </p:sp>
    </p:spTree>
    <p:extLst>
      <p:ext uri="{BB962C8B-B14F-4D97-AF65-F5344CB8AC3E}">
        <p14:creationId xmlns:p14="http://schemas.microsoft.com/office/powerpoint/2010/main" val="1125300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sz="2100" dirty="0">
                <a:effectLst>
                  <a:outerShdw blurRad="38100" dist="38100" dir="2700000" algn="tl">
                    <a:srgbClr val="000000">
                      <a:alpha val="43137"/>
                    </a:srgbClr>
                  </a:outerShdw>
                </a:effectLst>
              </a:rPr>
              <a:t>Training methodology</a:t>
            </a:r>
            <a:endParaRPr lang="en-US" sz="2100" dirty="0">
              <a:effectLst>
                <a:outerShdw blurRad="38100" dist="38100" dir="2700000" algn="tl">
                  <a:srgbClr val="000000">
                    <a:alpha val="43137"/>
                  </a:srgbClr>
                </a:outerShdw>
              </a:effectLst>
            </a:endParaRPr>
          </a:p>
        </p:txBody>
      </p:sp>
      <p:sp>
        <p:nvSpPr>
          <p:cNvPr id="6" name="Rectangle 3"/>
          <p:cNvSpPr txBox="1">
            <a:spLocks noChangeArrowheads="1"/>
          </p:cNvSpPr>
          <p:nvPr/>
        </p:nvSpPr>
        <p:spPr>
          <a:xfrm>
            <a:off x="2635442" y="1307348"/>
            <a:ext cx="4365433" cy="3352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600"/>
              </a:spcBef>
              <a:spcAft>
                <a:spcPts val="600"/>
              </a:spcAft>
              <a:buSzPct val="80000"/>
              <a:buFont typeface="Wingdings" pitchFamily="2" charset="2"/>
              <a:buNone/>
            </a:pPr>
            <a:r>
              <a:rPr lang="en-GB" altLang="en-US" sz="2000" b="1" dirty="0">
                <a:latin typeface="Verdana"/>
                <a:cs typeface="Verdana"/>
              </a:rPr>
              <a:t>Power point presentations</a:t>
            </a:r>
          </a:p>
          <a:p>
            <a:pPr marL="0" indent="0">
              <a:spcBef>
                <a:spcPts val="600"/>
              </a:spcBef>
              <a:spcAft>
                <a:spcPts val="600"/>
              </a:spcAft>
              <a:buSzPct val="80000"/>
              <a:buFont typeface="Wingdings" pitchFamily="2" charset="2"/>
              <a:buNone/>
            </a:pPr>
            <a:r>
              <a:rPr lang="en-GB" altLang="en-US" sz="2000" b="1" dirty="0">
                <a:latin typeface="Verdana"/>
                <a:cs typeface="Verdana"/>
              </a:rPr>
              <a:t>Discussion, Not lecturing</a:t>
            </a:r>
          </a:p>
          <a:p>
            <a:pPr marL="0" indent="0">
              <a:spcBef>
                <a:spcPts val="600"/>
              </a:spcBef>
              <a:spcAft>
                <a:spcPts val="600"/>
              </a:spcAft>
              <a:buSzPct val="80000"/>
              <a:buFont typeface="Wingdings" pitchFamily="2" charset="2"/>
              <a:buNone/>
            </a:pPr>
            <a:r>
              <a:rPr lang="en-GB" altLang="en-US" sz="2000" b="1" dirty="0">
                <a:latin typeface="Verdana"/>
                <a:cs typeface="Verdana"/>
              </a:rPr>
              <a:t>Group work, Role play</a:t>
            </a:r>
          </a:p>
          <a:p>
            <a:pPr marL="0" indent="0">
              <a:spcBef>
                <a:spcPts val="600"/>
              </a:spcBef>
              <a:spcAft>
                <a:spcPts val="600"/>
              </a:spcAft>
              <a:buSzPct val="80000"/>
              <a:buFont typeface="Wingdings" pitchFamily="2" charset="2"/>
              <a:buNone/>
            </a:pPr>
            <a:r>
              <a:rPr lang="en-GB" altLang="en-US" sz="2000" b="1" dirty="0">
                <a:solidFill>
                  <a:srgbClr val="0088FF"/>
                </a:solidFill>
                <a:effectLst>
                  <a:outerShdw blurRad="38100" dist="38100" dir="2700000" algn="tl">
                    <a:srgbClr val="000000">
                      <a:alpha val="43137"/>
                    </a:srgbClr>
                  </a:outerShdw>
                </a:effectLst>
                <a:latin typeface="Verdana"/>
                <a:cs typeface="Verdana"/>
              </a:rPr>
              <a:t>Your active participation</a:t>
            </a:r>
          </a:p>
        </p:txBody>
      </p:sp>
      <p:pic>
        <p:nvPicPr>
          <p:cNvPr id="7" name="Picture 6"/>
          <p:cNvPicPr>
            <a:picLocks noChangeAspect="1"/>
          </p:cNvPicPr>
          <p:nvPr/>
        </p:nvPicPr>
        <p:blipFill>
          <a:blip r:embed="rId2"/>
          <a:stretch>
            <a:fillRect/>
          </a:stretch>
        </p:blipFill>
        <p:spPr>
          <a:xfrm>
            <a:off x="7199181" y="4924195"/>
            <a:ext cx="1933805" cy="1933805"/>
          </a:xfrm>
          <a:prstGeom prst="rect">
            <a:avLst/>
          </a:prstGeom>
        </p:spPr>
      </p:pic>
      <p:pic>
        <p:nvPicPr>
          <p:cNvPr id="8" name="Picture 7"/>
          <p:cNvPicPr>
            <a:picLocks noChangeAspect="1"/>
          </p:cNvPicPr>
          <p:nvPr/>
        </p:nvPicPr>
        <p:blipFill>
          <a:blip r:embed="rId3"/>
          <a:stretch>
            <a:fillRect/>
          </a:stretch>
        </p:blipFill>
        <p:spPr>
          <a:xfrm>
            <a:off x="2918952" y="3634475"/>
            <a:ext cx="2486025" cy="1838325"/>
          </a:xfrm>
          <a:prstGeom prst="rect">
            <a:avLst/>
          </a:prstGeom>
        </p:spPr>
      </p:pic>
      <p:pic>
        <p:nvPicPr>
          <p:cNvPr id="9" name="Picture 8"/>
          <p:cNvPicPr>
            <a:picLocks noChangeAspect="1"/>
          </p:cNvPicPr>
          <p:nvPr/>
        </p:nvPicPr>
        <p:blipFill>
          <a:blip r:embed="rId4"/>
          <a:stretch>
            <a:fillRect/>
          </a:stretch>
        </p:blipFill>
        <p:spPr>
          <a:xfrm>
            <a:off x="141732" y="1162590"/>
            <a:ext cx="2228935" cy="1663128"/>
          </a:xfrm>
          <a:prstGeom prst="rect">
            <a:avLst/>
          </a:prstGeom>
        </p:spPr>
      </p:pic>
      <p:pic>
        <p:nvPicPr>
          <p:cNvPr id="10" name="Picture 9"/>
          <p:cNvPicPr>
            <a:picLocks noChangeAspect="1"/>
          </p:cNvPicPr>
          <p:nvPr/>
        </p:nvPicPr>
        <p:blipFill>
          <a:blip r:embed="rId5"/>
          <a:stretch>
            <a:fillRect/>
          </a:stretch>
        </p:blipFill>
        <p:spPr>
          <a:xfrm>
            <a:off x="179917" y="3519029"/>
            <a:ext cx="2190750" cy="2085975"/>
          </a:xfrm>
          <a:prstGeom prst="rect">
            <a:avLst/>
          </a:prstGeom>
        </p:spPr>
      </p:pic>
      <p:pic>
        <p:nvPicPr>
          <p:cNvPr id="11" name="Picture 10"/>
          <p:cNvPicPr>
            <a:picLocks noChangeAspect="1"/>
          </p:cNvPicPr>
          <p:nvPr/>
        </p:nvPicPr>
        <p:blipFill>
          <a:blip r:embed="rId6"/>
          <a:stretch>
            <a:fillRect/>
          </a:stretch>
        </p:blipFill>
        <p:spPr>
          <a:xfrm>
            <a:off x="51370" y="1162590"/>
            <a:ext cx="2390141" cy="2390141"/>
          </a:xfrm>
          <a:prstGeom prst="rect">
            <a:avLst/>
          </a:prstGeom>
        </p:spPr>
      </p:pic>
    </p:spTree>
    <p:extLst>
      <p:ext uri="{BB962C8B-B14F-4D97-AF65-F5344CB8AC3E}">
        <p14:creationId xmlns:p14="http://schemas.microsoft.com/office/powerpoint/2010/main" val="1810195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84187" y="1520124"/>
            <a:ext cx="7976767" cy="2398734"/>
          </a:xfrm>
        </p:spPr>
        <p:txBody>
          <a:bodyPr/>
          <a:lstStyle/>
          <a:p>
            <a:pPr>
              <a:lnSpc>
                <a:spcPct val="150000"/>
              </a:lnSpc>
            </a:pPr>
            <a:r>
              <a:rPr lang="en-US" sz="2000" b="1" dirty="0"/>
              <a:t>Training period 		- 2</a:t>
            </a:r>
            <a:r>
              <a:rPr lang="en-US" sz="2000" b="1" dirty="0">
                <a:solidFill>
                  <a:srgbClr val="FF0000"/>
                </a:solidFill>
              </a:rPr>
              <a:t> </a:t>
            </a:r>
            <a:r>
              <a:rPr lang="en-US" sz="2000" b="1" dirty="0"/>
              <a:t>Days + 1 Day preparation</a:t>
            </a:r>
            <a:r>
              <a:rPr lang="en-US" sz="2000" b="1" dirty="0">
                <a:solidFill>
                  <a:srgbClr val="FF0000"/>
                </a:solidFill>
              </a:rPr>
              <a:t>		</a:t>
            </a:r>
            <a:endParaRPr lang="en-US" sz="2000" b="1" dirty="0"/>
          </a:p>
          <a:p>
            <a:pPr>
              <a:lnSpc>
                <a:spcPct val="150000"/>
              </a:lnSpc>
            </a:pPr>
            <a:r>
              <a:rPr lang="en-US" sz="2000" b="1" dirty="0"/>
              <a:t>Training time 		- From 9 a.m. to 5 p.m.</a:t>
            </a:r>
          </a:p>
          <a:p>
            <a:pPr lvl="0">
              <a:lnSpc>
                <a:spcPct val="150000"/>
              </a:lnSpc>
            </a:pPr>
            <a:r>
              <a:rPr lang="en-US" sz="2000" b="1" dirty="0"/>
              <a:t>Tea break time 		- 10:00 a.m. and 3:00 p.m.</a:t>
            </a:r>
          </a:p>
          <a:p>
            <a:pPr>
              <a:lnSpc>
                <a:spcPct val="150000"/>
              </a:lnSpc>
            </a:pPr>
            <a:r>
              <a:rPr lang="en-US" sz="2000" b="1" dirty="0"/>
              <a:t>Lunch time 			- 12:30 p.m.</a:t>
            </a:r>
          </a:p>
          <a:p>
            <a:endParaRPr lang="en-US" sz="2000" b="1" dirty="0"/>
          </a:p>
        </p:txBody>
      </p:sp>
      <p:sp>
        <p:nvSpPr>
          <p:cNvPr id="4" name="Title 3"/>
          <p:cNvSpPr>
            <a:spLocks noGrp="1"/>
          </p:cNvSpPr>
          <p:nvPr>
            <p:ph type="title"/>
          </p:nvPr>
        </p:nvSpPr>
        <p:spPr/>
        <p:txBody>
          <a:bodyPr/>
          <a:lstStyle/>
          <a:p>
            <a:r>
              <a:rPr lang="en-US" altLang="en-US" sz="2100" dirty="0">
                <a:effectLst>
                  <a:outerShdw blurRad="38100" dist="38100" dir="2700000" algn="tl">
                    <a:srgbClr val="000000">
                      <a:alpha val="43137"/>
                    </a:srgbClr>
                  </a:outerShdw>
                </a:effectLst>
              </a:rPr>
              <a:t>T</a:t>
            </a:r>
            <a:r>
              <a:rPr lang="en-GB" altLang="en-US" sz="2100" dirty="0">
                <a:effectLst>
                  <a:outerShdw blurRad="38100" dist="38100" dir="2700000" algn="tl">
                    <a:srgbClr val="000000">
                      <a:alpha val="43137"/>
                    </a:srgbClr>
                  </a:outerShdw>
                </a:effectLst>
              </a:rPr>
              <a:t>raining schedule</a:t>
            </a:r>
            <a:endParaRPr lang="en-US" dirty="0"/>
          </a:p>
        </p:txBody>
      </p:sp>
    </p:spTree>
    <p:extLst>
      <p:ext uri="{BB962C8B-B14F-4D97-AF65-F5344CB8AC3E}">
        <p14:creationId xmlns:p14="http://schemas.microsoft.com/office/powerpoint/2010/main" val="757861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defRPr/>
            </a:pPr>
            <a:r>
              <a:rPr lang="en-US" sz="2100" dirty="0">
                <a:effectLst>
                  <a:outerShdw blurRad="38100" dist="38100" dir="2700000" algn="tl">
                    <a:srgbClr val="000000">
                      <a:alpha val="43137"/>
                    </a:srgbClr>
                  </a:outerShdw>
                </a:effectLst>
              </a:rPr>
              <a:t>Main objective</a:t>
            </a:r>
            <a:endParaRPr lang="en-GB" sz="2100" dirty="0">
              <a:effectLst>
                <a:outerShdw blurRad="38100" dist="38100" dir="2700000" algn="tl">
                  <a:srgbClr val="000000">
                    <a:alpha val="43137"/>
                  </a:srgbClr>
                </a:outerShdw>
              </a:effectLst>
            </a:endParaRPr>
          </a:p>
        </p:txBody>
      </p:sp>
      <p:sp>
        <p:nvSpPr>
          <p:cNvPr id="5" name="Rectangle 4"/>
          <p:cNvSpPr/>
          <p:nvPr/>
        </p:nvSpPr>
        <p:spPr>
          <a:xfrm>
            <a:off x="319817" y="1179066"/>
            <a:ext cx="8504365" cy="5278368"/>
          </a:xfrm>
          <a:prstGeom prst="rect">
            <a:avLst/>
          </a:prstGeom>
        </p:spPr>
        <p:txBody>
          <a:bodyPr wrap="square">
            <a:spAutoFit/>
          </a:bodyPr>
          <a:lstStyle/>
          <a:p>
            <a:pPr>
              <a:spcBef>
                <a:spcPts val="600"/>
              </a:spcBef>
              <a:spcAft>
                <a:spcPts val="600"/>
              </a:spcAft>
            </a:pPr>
            <a:r>
              <a:rPr lang="en-US" sz="2400" b="1" dirty="0">
                <a:effectLst>
                  <a:outerShdw blurRad="38100" dist="38100" dir="2700000" algn="tl">
                    <a:srgbClr val="000000">
                      <a:alpha val="43137"/>
                    </a:srgbClr>
                  </a:outerShdw>
                </a:effectLst>
              </a:rPr>
              <a:t>Household Data Collection</a:t>
            </a:r>
          </a:p>
          <a:p>
            <a:pPr>
              <a:spcBef>
                <a:spcPts val="600"/>
              </a:spcBef>
              <a:spcAft>
                <a:spcPts val="600"/>
              </a:spcAft>
            </a:pPr>
            <a:r>
              <a:rPr lang="en-US" sz="2000" b="1" dirty="0">
                <a:latin typeface="Verdana"/>
              </a:rPr>
              <a:t>Validate the remote Consolidated Approach for Reporting Indicators of food security (</a:t>
            </a:r>
            <a:r>
              <a:rPr lang="en-US" sz="2000" b="1" dirty="0" err="1">
                <a:latin typeface="Verdana"/>
              </a:rPr>
              <a:t>rCARI</a:t>
            </a:r>
            <a:r>
              <a:rPr lang="en-US" sz="2000" b="1" dirty="0">
                <a:latin typeface="Verdana"/>
              </a:rPr>
              <a:t>) against the standard CARI</a:t>
            </a:r>
            <a:endParaRPr lang="en-GB" sz="2000" b="1" dirty="0">
              <a:latin typeface="Verdana"/>
            </a:endParaRPr>
          </a:p>
          <a:p>
            <a:pPr>
              <a:spcBef>
                <a:spcPts val="600"/>
              </a:spcBef>
              <a:spcAft>
                <a:spcPts val="600"/>
              </a:spcAft>
            </a:pPr>
            <a:endParaRPr lang="en-US" sz="2400" b="1" dirty="0">
              <a:effectLst>
                <a:outerShdw blurRad="38100" dist="38100" dir="2700000" algn="tl">
                  <a:srgbClr val="000000">
                    <a:alpha val="43137"/>
                  </a:srgbClr>
                </a:outerShdw>
              </a:effectLst>
            </a:endParaRPr>
          </a:p>
          <a:p>
            <a:pPr>
              <a:spcBef>
                <a:spcPts val="600"/>
              </a:spcBef>
              <a:spcAft>
                <a:spcPts val="600"/>
              </a:spcAft>
            </a:pPr>
            <a:r>
              <a:rPr lang="en-US" sz="2400" b="1" dirty="0">
                <a:effectLst>
                  <a:outerShdw blurRad="38100" dist="38100" dir="2700000" algn="tl">
                    <a:srgbClr val="000000">
                      <a:alpha val="43137"/>
                    </a:srgbClr>
                  </a:outerShdw>
                </a:effectLst>
              </a:rPr>
              <a:t>Training</a:t>
            </a:r>
          </a:p>
          <a:p>
            <a:pPr>
              <a:spcBef>
                <a:spcPts val="600"/>
              </a:spcBef>
              <a:spcAft>
                <a:spcPts val="600"/>
              </a:spcAft>
            </a:pPr>
            <a:r>
              <a:rPr lang="en-US" sz="2000" b="1" dirty="0"/>
              <a:t>To get the reliable data from the data collection</a:t>
            </a:r>
          </a:p>
          <a:p>
            <a:pPr>
              <a:defRPr/>
            </a:pPr>
            <a:endParaRPr lang="en-US" sz="2000" b="1" dirty="0"/>
          </a:p>
          <a:p>
            <a:pPr>
              <a:defRPr/>
            </a:pPr>
            <a:r>
              <a:rPr lang="en-US" sz="2000" b="1" dirty="0"/>
              <a:t>To have the same concept on Questionnaires </a:t>
            </a:r>
          </a:p>
          <a:p>
            <a:pPr>
              <a:defRPr/>
            </a:pPr>
            <a:endParaRPr lang="en-US" sz="2000" b="1" dirty="0"/>
          </a:p>
          <a:p>
            <a:pPr>
              <a:defRPr/>
            </a:pPr>
            <a:r>
              <a:rPr lang="en-US" sz="2000" b="1" dirty="0"/>
              <a:t>To enhance WFP staff and inhouse team’s capacity on food security and data collection method </a:t>
            </a:r>
          </a:p>
          <a:p>
            <a:endParaRPr lang="en-US" sz="2000" b="1" dirty="0">
              <a:latin typeface="Verdana"/>
            </a:endParaRPr>
          </a:p>
          <a:p>
            <a:pPr>
              <a:spcBef>
                <a:spcPts val="0"/>
              </a:spcBef>
            </a:pPr>
            <a:endParaRPr lang="en-US" sz="2000" b="1" dirty="0">
              <a:latin typeface="Verdana"/>
              <a:cs typeface="Verdana"/>
            </a:endParaRPr>
          </a:p>
        </p:txBody>
      </p:sp>
    </p:spTree>
    <p:extLst>
      <p:ext uri="{BB962C8B-B14F-4D97-AF65-F5344CB8AC3E}">
        <p14:creationId xmlns:p14="http://schemas.microsoft.com/office/powerpoint/2010/main" val="3619672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22041" y="87643"/>
            <a:ext cx="3643946" cy="784830"/>
          </a:xfrm>
          <a:prstGeom prst="rect">
            <a:avLst/>
          </a:prstGeom>
          <a:noFill/>
        </p:spPr>
        <p:txBody>
          <a:bodyPr wrap="none" lIns="91440" tIns="45720" rIns="91440" bIns="45720">
            <a:spAutoFit/>
          </a:bodyPr>
          <a:lstStyle/>
          <a:p>
            <a:pPr algn="ctr"/>
            <a:r>
              <a:rPr lang="en-US" sz="4500" b="1" dirty="0">
                <a:solidFill>
                  <a:schemeClr val="bg1"/>
                </a:solidFill>
                <a:effectLst>
                  <a:outerShdw blurRad="38100" dist="38100" dir="2700000" algn="tl">
                    <a:srgbClr val="000000">
                      <a:alpha val="43137"/>
                    </a:srgbClr>
                  </a:outerShdw>
                </a:effectLst>
                <a:latin typeface="Verdana"/>
                <a:cs typeface="Verdana"/>
              </a:rPr>
              <a:t>Discussion</a:t>
            </a:r>
          </a:p>
        </p:txBody>
      </p:sp>
      <p:sp>
        <p:nvSpPr>
          <p:cNvPr id="6" name="Rectangle 5"/>
          <p:cNvSpPr/>
          <p:nvPr/>
        </p:nvSpPr>
        <p:spPr>
          <a:xfrm>
            <a:off x="2405576" y="2991534"/>
            <a:ext cx="2773516" cy="646331"/>
          </a:xfrm>
          <a:prstGeom prst="rect">
            <a:avLst/>
          </a:prstGeom>
          <a:noFill/>
        </p:spPr>
        <p:txBody>
          <a:bodyPr wrap="none" lIns="91440" tIns="45720" rIns="91440" bIns="45720">
            <a:spAutoFit/>
          </a:bodyPr>
          <a:lstStyle/>
          <a:p>
            <a:pPr algn="ctr"/>
            <a:r>
              <a:rPr lang="en-US" sz="3600" b="1" dirty="0">
                <a:solidFill>
                  <a:schemeClr val="bg1"/>
                </a:solidFill>
                <a:effectLst>
                  <a:outerShdw blurRad="38100" dist="38100" dir="2700000" algn="tl">
                    <a:srgbClr val="000000">
                      <a:alpha val="43137"/>
                    </a:srgbClr>
                  </a:outerShdw>
                </a:effectLst>
                <a:latin typeface="Verdana"/>
                <a:cs typeface="Verdana"/>
              </a:rPr>
              <a:t>Questions</a:t>
            </a:r>
          </a:p>
        </p:txBody>
      </p:sp>
      <p:pic>
        <p:nvPicPr>
          <p:cNvPr id="4" name="Picture 2" descr="C:\Documents and Settings\kayenat\Local Settings\Temporary Internet Files\Content.IE5\YUFWF67T\MC900441498[1].png">
            <a:extLst>
              <a:ext uri="{FF2B5EF4-FFF2-40B4-BE49-F238E27FC236}">
                <a16:creationId xmlns:a16="http://schemas.microsoft.com/office/drawing/2014/main" id="{981D73B7-9325-46C2-8DF2-A502B86F51BC}"/>
              </a:ext>
            </a:extLst>
          </p:cNvPr>
          <p:cNvPicPr>
            <a:picLocks noChangeAspect="1" noChangeArrowheads="1"/>
          </p:cNvPicPr>
          <p:nvPr/>
        </p:nvPicPr>
        <p:blipFill>
          <a:blip r:embed="rId3" cstate="print"/>
          <a:srcRect/>
          <a:stretch>
            <a:fillRect/>
          </a:stretch>
        </p:blipFill>
        <p:spPr bwMode="auto">
          <a:xfrm>
            <a:off x="5029200" y="2362200"/>
            <a:ext cx="1905000" cy="1905000"/>
          </a:xfrm>
          <a:prstGeom prst="rect">
            <a:avLst/>
          </a:prstGeom>
          <a:noFill/>
          <a:ln w="9525">
            <a:noFill/>
            <a:miter lim="800000"/>
            <a:headEnd/>
            <a:tailEnd/>
          </a:ln>
        </p:spPr>
      </p:pic>
    </p:spTree>
    <p:extLst>
      <p:ext uri="{BB962C8B-B14F-4D97-AF65-F5344CB8AC3E}">
        <p14:creationId xmlns:p14="http://schemas.microsoft.com/office/powerpoint/2010/main" val="2992918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8954" y="43350"/>
            <a:ext cx="7857182" cy="925114"/>
          </a:xfrm>
        </p:spPr>
        <p:txBody>
          <a:bodyPr/>
          <a:lstStyle/>
          <a:p>
            <a:pPr>
              <a:lnSpc>
                <a:spcPct val="150000"/>
              </a:lnSpc>
              <a:spcBef>
                <a:spcPts val="0"/>
              </a:spcBef>
            </a:pPr>
            <a:r>
              <a:rPr lang="en-US" sz="2100" dirty="0">
                <a:effectLst>
                  <a:outerShdw blurRad="38100" dist="38100" dir="2700000" algn="tl">
                    <a:srgbClr val="000000">
                      <a:alpha val="43137"/>
                    </a:srgbClr>
                  </a:outerShdw>
                </a:effectLst>
              </a:rPr>
              <a:t>Geographical coverage and sampling</a:t>
            </a:r>
          </a:p>
        </p:txBody>
      </p:sp>
      <p:graphicFrame>
        <p:nvGraphicFramePr>
          <p:cNvPr id="3" name="Table 2">
            <a:extLst>
              <a:ext uri="{FF2B5EF4-FFF2-40B4-BE49-F238E27FC236}">
                <a16:creationId xmlns:a16="http://schemas.microsoft.com/office/drawing/2014/main" id="{319C2C7F-9A5F-6537-6659-3EEA718A2D7B}"/>
              </a:ext>
            </a:extLst>
          </p:cNvPr>
          <p:cNvGraphicFramePr>
            <a:graphicFrameLocks noGrp="1"/>
          </p:cNvGraphicFramePr>
          <p:nvPr>
            <p:extLst>
              <p:ext uri="{D42A27DB-BD31-4B8C-83A1-F6EECF244321}">
                <p14:modId xmlns:p14="http://schemas.microsoft.com/office/powerpoint/2010/main" val="2511216561"/>
              </p:ext>
            </p:extLst>
          </p:nvPr>
        </p:nvGraphicFramePr>
        <p:xfrm>
          <a:off x="279400" y="1180526"/>
          <a:ext cx="8815042" cy="4251798"/>
        </p:xfrm>
        <a:graphic>
          <a:graphicData uri="http://schemas.openxmlformats.org/drawingml/2006/table">
            <a:tbl>
              <a:tblPr/>
              <a:tblGrid>
                <a:gridCol w="2864131">
                  <a:extLst>
                    <a:ext uri="{9D8B030D-6E8A-4147-A177-3AD203B41FA5}">
                      <a16:colId xmlns:a16="http://schemas.microsoft.com/office/drawing/2014/main" val="3549191142"/>
                    </a:ext>
                  </a:extLst>
                </a:gridCol>
                <a:gridCol w="748924">
                  <a:extLst>
                    <a:ext uri="{9D8B030D-6E8A-4147-A177-3AD203B41FA5}">
                      <a16:colId xmlns:a16="http://schemas.microsoft.com/office/drawing/2014/main" val="2927977314"/>
                    </a:ext>
                  </a:extLst>
                </a:gridCol>
                <a:gridCol w="5201987">
                  <a:extLst>
                    <a:ext uri="{9D8B030D-6E8A-4147-A177-3AD203B41FA5}">
                      <a16:colId xmlns:a16="http://schemas.microsoft.com/office/drawing/2014/main" val="3761536340"/>
                    </a:ext>
                  </a:extLst>
                </a:gridCol>
              </a:tblGrid>
              <a:tr h="800674">
                <a:tc>
                  <a:txBody>
                    <a:bodyPr/>
                    <a:lstStyle/>
                    <a:p>
                      <a:r>
                        <a:rPr lang="en-US" sz="1600" dirty="0">
                          <a:latin typeface="Calibri" panose="020F0502020204030204" pitchFamily="34" charset="0"/>
                          <a:cs typeface="Calibri" panose="020F0502020204030204" pitchFamily="34" charset="0"/>
                        </a:rPr>
                        <a:t>Total number of household per modality</a:t>
                      </a:r>
                    </a:p>
                  </a:txBody>
                  <a:tcPr marL="75023" marR="75023" marT="37512" marB="37512" anchor="ctr">
                    <a:lnL>
                      <a:noFill/>
                    </a:lnL>
                    <a:lnR>
                      <a:noFill/>
                    </a:lnR>
                    <a:lnT>
                      <a:noFill/>
                    </a:lnT>
                    <a:lnB>
                      <a:noFill/>
                    </a:lnB>
                  </a:tcPr>
                </a:tc>
                <a:tc>
                  <a:txBody>
                    <a:bodyPr/>
                    <a:lstStyle/>
                    <a:p>
                      <a:r>
                        <a:rPr lang="en-US" sz="1600" dirty="0">
                          <a:latin typeface="Calibri" panose="020F0502020204030204" pitchFamily="34" charset="0"/>
                          <a:cs typeface="Calibri" panose="020F0502020204030204" pitchFamily="34" charset="0"/>
                        </a:rPr>
                        <a:t>600</a:t>
                      </a:r>
                    </a:p>
                  </a:txBody>
                  <a:tcPr marL="75023" marR="75023" marT="37512" marB="37512" anchor="ctr">
                    <a:lnL>
                      <a:noFill/>
                    </a:lnL>
                    <a:lnR>
                      <a:noFill/>
                    </a:lnR>
                    <a:lnT>
                      <a:noFill/>
                    </a:lnT>
                    <a:lnB>
                      <a:noFill/>
                    </a:lnB>
                  </a:tcPr>
                </a:tc>
                <a:tc>
                  <a:txBody>
                    <a:bodyPr/>
                    <a:lstStyle/>
                    <a:p>
                      <a:r>
                        <a:rPr lang="en-US" sz="1600" dirty="0">
                          <a:latin typeface="Calibri" panose="020F0502020204030204" pitchFamily="34" charset="0"/>
                          <a:cs typeface="Calibri" panose="020F0502020204030204" pitchFamily="34" charset="0"/>
                        </a:rPr>
                        <a:t>survey Group A (350 households) and survey Group B (350 households)</a:t>
                      </a:r>
                    </a:p>
                  </a:txBody>
                  <a:tcPr marL="75023" marR="75023" marT="37512" marB="37512" anchor="ctr">
                    <a:lnL>
                      <a:noFill/>
                    </a:lnL>
                    <a:lnR>
                      <a:noFill/>
                    </a:lnR>
                    <a:lnT>
                      <a:noFill/>
                    </a:lnT>
                    <a:lnB>
                      <a:noFill/>
                    </a:lnB>
                  </a:tcPr>
                </a:tc>
                <a:extLst>
                  <a:ext uri="{0D108BD9-81ED-4DB2-BD59-A6C34878D82A}">
                    <a16:rowId xmlns:a16="http://schemas.microsoft.com/office/drawing/2014/main" val="1204953619"/>
                  </a:ext>
                </a:extLst>
              </a:tr>
              <a:tr h="975300">
                <a:tc>
                  <a:txBody>
                    <a:bodyPr/>
                    <a:lstStyle/>
                    <a:p>
                      <a:r>
                        <a:rPr lang="en-US" sz="1600">
                          <a:latin typeface="Calibri" panose="020F0502020204030204" pitchFamily="34" charset="0"/>
                          <a:cs typeface="Calibri" panose="020F0502020204030204" pitchFamily="34" charset="0"/>
                        </a:rPr>
                        <a:t>Number of strata</a:t>
                      </a:r>
                    </a:p>
                  </a:txBody>
                  <a:tcPr marL="75023" marR="75023" marT="37512" marB="37512" anchor="ctr">
                    <a:lnL>
                      <a:noFill/>
                    </a:lnL>
                    <a:lnR>
                      <a:noFill/>
                    </a:lnR>
                    <a:lnT>
                      <a:noFill/>
                    </a:lnT>
                    <a:lnB>
                      <a:noFill/>
                    </a:lnB>
                  </a:tcPr>
                </a:tc>
                <a:tc>
                  <a:txBody>
                    <a:bodyPr/>
                    <a:lstStyle/>
                    <a:p>
                      <a:r>
                        <a:rPr lang="en-US" sz="1600">
                          <a:latin typeface="Calibri" panose="020F0502020204030204" pitchFamily="34" charset="0"/>
                          <a:cs typeface="Calibri" panose="020F0502020204030204" pitchFamily="34" charset="0"/>
                        </a:rPr>
                        <a:t>2</a:t>
                      </a:r>
                    </a:p>
                  </a:txBody>
                  <a:tcPr marL="75023" marR="75023" marT="37512" marB="37512" anchor="ctr">
                    <a:lnL>
                      <a:noFill/>
                    </a:lnL>
                    <a:lnR>
                      <a:noFill/>
                    </a:lnR>
                    <a:lnT>
                      <a:noFill/>
                    </a:lnT>
                    <a:lnB>
                      <a:noFill/>
                    </a:lnB>
                  </a:tcPr>
                </a:tc>
                <a:tc>
                  <a:txBody>
                    <a:bodyPr/>
                    <a:lstStyle/>
                    <a:p>
                      <a:r>
                        <a:rPr lang="en-US" sz="1600" dirty="0">
                          <a:latin typeface="Calibri" panose="020F0502020204030204" pitchFamily="34" charset="0"/>
                          <a:cs typeface="Calibri" panose="020F0502020204030204" pitchFamily="34" charset="0"/>
                        </a:rPr>
                        <a:t>Santa Elena and Guayas</a:t>
                      </a:r>
                    </a:p>
                  </a:txBody>
                  <a:tcPr marL="75023" marR="75023" marT="37512" marB="37512" anchor="ctr">
                    <a:lnL>
                      <a:noFill/>
                    </a:lnL>
                    <a:lnR>
                      <a:noFill/>
                    </a:lnR>
                    <a:lnT>
                      <a:noFill/>
                    </a:lnT>
                    <a:lnB>
                      <a:noFill/>
                    </a:lnB>
                  </a:tcPr>
                </a:tc>
                <a:extLst>
                  <a:ext uri="{0D108BD9-81ED-4DB2-BD59-A6C34878D82A}">
                    <a16:rowId xmlns:a16="http://schemas.microsoft.com/office/drawing/2014/main" val="2661975763"/>
                  </a:ext>
                </a:extLst>
              </a:tr>
              <a:tr h="300092">
                <a:tc>
                  <a:txBody>
                    <a:bodyPr/>
                    <a:lstStyle/>
                    <a:p>
                      <a:r>
                        <a:rPr lang="en-US" sz="1600">
                          <a:latin typeface="Calibri" panose="020F0502020204030204" pitchFamily="34" charset="0"/>
                          <a:cs typeface="Calibri" panose="020F0502020204030204" pitchFamily="34" charset="0"/>
                        </a:rPr>
                        <a:t>Total number of surveys</a:t>
                      </a:r>
                    </a:p>
                  </a:txBody>
                  <a:tcPr marL="75023" marR="75023" marT="37512" marB="37512" anchor="ctr">
                    <a:lnL>
                      <a:noFill/>
                    </a:lnL>
                    <a:lnR>
                      <a:noFill/>
                    </a:lnR>
                    <a:lnT>
                      <a:noFill/>
                    </a:lnT>
                    <a:lnB>
                      <a:noFill/>
                    </a:lnB>
                  </a:tcPr>
                </a:tc>
                <a:tc>
                  <a:txBody>
                    <a:bodyPr/>
                    <a:lstStyle/>
                    <a:p>
                      <a:r>
                        <a:rPr lang="en-US" sz="1600" dirty="0">
                          <a:latin typeface="Calibri" panose="020F0502020204030204" pitchFamily="34" charset="0"/>
                          <a:cs typeface="Calibri" panose="020F0502020204030204" pitchFamily="34" charset="0"/>
                        </a:rPr>
                        <a:t>1,200</a:t>
                      </a:r>
                    </a:p>
                  </a:txBody>
                  <a:tcPr marL="75023" marR="75023" marT="37512" marB="37512" anchor="ctr">
                    <a:lnL>
                      <a:noFill/>
                    </a:lnL>
                    <a:lnR>
                      <a:noFill/>
                    </a:lnR>
                    <a:lnT>
                      <a:noFill/>
                    </a:lnT>
                    <a:lnB>
                      <a:noFill/>
                    </a:lnB>
                  </a:tcPr>
                </a:tc>
                <a:tc>
                  <a:txBody>
                    <a:bodyPr/>
                    <a:lstStyle/>
                    <a:p>
                      <a:r>
                        <a:rPr lang="en-US" sz="1600" dirty="0">
                          <a:latin typeface="Calibri" panose="020F0502020204030204" pitchFamily="34" charset="0"/>
                          <a:cs typeface="Calibri" panose="020F0502020204030204" pitchFamily="34" charset="0"/>
                        </a:rPr>
                        <a:t>F2F + remote</a:t>
                      </a:r>
                    </a:p>
                  </a:txBody>
                  <a:tcPr marL="75023" marR="75023" marT="37512" marB="37512" anchor="ctr">
                    <a:lnL>
                      <a:noFill/>
                    </a:lnL>
                    <a:lnR>
                      <a:noFill/>
                    </a:lnR>
                    <a:lnT>
                      <a:noFill/>
                    </a:lnT>
                    <a:lnB>
                      <a:noFill/>
                    </a:lnB>
                  </a:tcPr>
                </a:tc>
                <a:extLst>
                  <a:ext uri="{0D108BD9-81ED-4DB2-BD59-A6C34878D82A}">
                    <a16:rowId xmlns:a16="http://schemas.microsoft.com/office/drawing/2014/main" val="354270836"/>
                  </a:ext>
                </a:extLst>
              </a:tr>
              <a:tr h="300092">
                <a:tc>
                  <a:txBody>
                    <a:bodyPr/>
                    <a:lstStyle/>
                    <a:p>
                      <a:r>
                        <a:rPr lang="en-US" sz="1600" dirty="0">
                          <a:latin typeface="Calibri" panose="020F0502020204030204" pitchFamily="34" charset="0"/>
                          <a:cs typeface="Calibri" panose="020F0502020204030204" pitchFamily="34" charset="0"/>
                        </a:rPr>
                        <a:t> </a:t>
                      </a:r>
                    </a:p>
                  </a:txBody>
                  <a:tcPr marL="75023" marR="75023" marT="37512" marB="37512" anchor="ctr">
                    <a:lnL>
                      <a:noFill/>
                    </a:lnL>
                    <a:lnR>
                      <a:noFill/>
                    </a:lnR>
                    <a:lnT>
                      <a:noFill/>
                    </a:lnT>
                    <a:lnB>
                      <a:noFill/>
                    </a:lnB>
                  </a:tcPr>
                </a:tc>
                <a:tc>
                  <a:txBody>
                    <a:bodyPr/>
                    <a:lstStyle/>
                    <a:p>
                      <a:r>
                        <a:rPr lang="en-US" sz="1600">
                          <a:latin typeface="Calibri" panose="020F0502020204030204" pitchFamily="34" charset="0"/>
                          <a:cs typeface="Calibri" panose="020F0502020204030204" pitchFamily="34" charset="0"/>
                        </a:rPr>
                        <a:t> </a:t>
                      </a:r>
                    </a:p>
                  </a:txBody>
                  <a:tcPr marL="75023" marR="75023" marT="37512" marB="37512" anchor="ctr">
                    <a:lnL>
                      <a:noFill/>
                    </a:lnL>
                    <a:lnR>
                      <a:noFill/>
                    </a:lnR>
                    <a:lnT>
                      <a:noFill/>
                    </a:lnT>
                    <a:lnB>
                      <a:noFill/>
                    </a:lnB>
                  </a:tcPr>
                </a:tc>
                <a:tc>
                  <a:txBody>
                    <a:bodyPr/>
                    <a:lstStyle/>
                    <a:p>
                      <a:r>
                        <a:rPr lang="en-US" sz="1600" dirty="0">
                          <a:latin typeface="Calibri" panose="020F0502020204030204" pitchFamily="34" charset="0"/>
                          <a:cs typeface="Calibri" panose="020F0502020204030204" pitchFamily="34" charset="0"/>
                        </a:rPr>
                        <a:t> </a:t>
                      </a:r>
                    </a:p>
                  </a:txBody>
                  <a:tcPr marL="75023" marR="75023" marT="37512" marB="37512" anchor="ctr">
                    <a:lnL>
                      <a:noFill/>
                    </a:lnL>
                    <a:lnR>
                      <a:noFill/>
                    </a:lnR>
                    <a:lnT>
                      <a:noFill/>
                    </a:lnT>
                    <a:lnB>
                      <a:noFill/>
                    </a:lnB>
                  </a:tcPr>
                </a:tc>
                <a:extLst>
                  <a:ext uri="{0D108BD9-81ED-4DB2-BD59-A6C34878D82A}">
                    <a16:rowId xmlns:a16="http://schemas.microsoft.com/office/drawing/2014/main" val="430113516"/>
                  </a:ext>
                </a:extLst>
              </a:tr>
              <a:tr h="525161">
                <a:tc>
                  <a:txBody>
                    <a:bodyPr/>
                    <a:lstStyle/>
                    <a:p>
                      <a:r>
                        <a:rPr lang="it-IT" sz="1600">
                          <a:latin typeface="Calibri" panose="020F0502020204030204" pitchFamily="34" charset="0"/>
                          <a:cs typeface="Calibri" panose="020F0502020204030204" pitchFamily="34" charset="0"/>
                        </a:rPr>
                        <a:t>HHs per strata per modality</a:t>
                      </a:r>
                    </a:p>
                  </a:txBody>
                  <a:tcPr marL="75023" marR="75023" marT="37512" marB="37512" anchor="ctr">
                    <a:lnL>
                      <a:noFill/>
                    </a:lnL>
                    <a:lnR>
                      <a:noFill/>
                    </a:lnR>
                    <a:lnT>
                      <a:noFill/>
                    </a:lnT>
                    <a:lnB>
                      <a:noFill/>
                    </a:lnB>
                  </a:tcPr>
                </a:tc>
                <a:tc>
                  <a:txBody>
                    <a:bodyPr/>
                    <a:lstStyle/>
                    <a:p>
                      <a:r>
                        <a:rPr lang="en-US" sz="1600" dirty="0">
                          <a:latin typeface="Calibri" panose="020F0502020204030204" pitchFamily="34" charset="0"/>
                          <a:cs typeface="Calibri" panose="020F0502020204030204" pitchFamily="34" charset="0"/>
                        </a:rPr>
                        <a:t>300</a:t>
                      </a:r>
                    </a:p>
                  </a:txBody>
                  <a:tcPr marL="75023" marR="75023" marT="37512" marB="37512" anchor="ctr">
                    <a:lnL>
                      <a:noFill/>
                    </a:lnL>
                    <a:lnR>
                      <a:noFill/>
                    </a:lnR>
                    <a:lnT>
                      <a:noFill/>
                    </a:lnT>
                    <a:lnB>
                      <a:noFill/>
                    </a:lnB>
                  </a:tcPr>
                </a:tc>
                <a:tc>
                  <a:txBody>
                    <a:bodyPr/>
                    <a:lstStyle/>
                    <a:p>
                      <a:r>
                        <a:rPr lang="en-US" sz="1600">
                          <a:latin typeface="Calibri" panose="020F0502020204030204" pitchFamily="34" charset="0"/>
                          <a:cs typeface="Calibri" panose="020F0502020204030204" pitchFamily="34" charset="0"/>
                        </a:rPr>
                        <a:t>hhs </a:t>
                      </a:r>
                    </a:p>
                  </a:txBody>
                  <a:tcPr marL="75023" marR="75023" marT="37512" marB="37512" anchor="ctr">
                    <a:lnL>
                      <a:noFill/>
                    </a:lnL>
                    <a:lnR>
                      <a:noFill/>
                    </a:lnR>
                    <a:lnT>
                      <a:noFill/>
                    </a:lnT>
                    <a:lnB>
                      <a:noFill/>
                    </a:lnB>
                  </a:tcPr>
                </a:tc>
                <a:extLst>
                  <a:ext uri="{0D108BD9-81ED-4DB2-BD59-A6C34878D82A}">
                    <a16:rowId xmlns:a16="http://schemas.microsoft.com/office/drawing/2014/main" val="3129325938"/>
                  </a:ext>
                </a:extLst>
              </a:tr>
              <a:tr h="750231">
                <a:tc>
                  <a:txBody>
                    <a:bodyPr/>
                    <a:lstStyle/>
                    <a:p>
                      <a:r>
                        <a:rPr lang="en-US" sz="1600" dirty="0">
                          <a:latin typeface="Calibri" panose="020F0502020204030204" pitchFamily="34" charset="0"/>
                          <a:cs typeface="Calibri" panose="020F0502020204030204" pitchFamily="34" charset="0"/>
                        </a:rPr>
                        <a:t>Nb of HH to be interviewed/village or camp</a:t>
                      </a:r>
                    </a:p>
                  </a:txBody>
                  <a:tcPr marL="75023" marR="75023" marT="37512" marB="37512" anchor="ctr">
                    <a:lnL>
                      <a:noFill/>
                    </a:lnL>
                    <a:lnR>
                      <a:noFill/>
                    </a:lnR>
                    <a:lnT>
                      <a:noFill/>
                    </a:lnT>
                    <a:lnB>
                      <a:noFill/>
                    </a:lnB>
                  </a:tcPr>
                </a:tc>
                <a:tc>
                  <a:txBody>
                    <a:bodyPr/>
                    <a:lstStyle/>
                    <a:p>
                      <a:r>
                        <a:rPr lang="en-US" sz="1600">
                          <a:latin typeface="Calibri" panose="020F0502020204030204" pitchFamily="34" charset="0"/>
                          <a:cs typeface="Calibri" panose="020F0502020204030204" pitchFamily="34" charset="0"/>
                        </a:rPr>
                        <a:t>35</a:t>
                      </a:r>
                    </a:p>
                  </a:txBody>
                  <a:tcPr marL="75023" marR="75023" marT="37512" marB="37512" anchor="ctr">
                    <a:lnL>
                      <a:noFill/>
                    </a:lnL>
                    <a:lnR>
                      <a:noFill/>
                    </a:lnR>
                    <a:lnT>
                      <a:noFill/>
                    </a:lnT>
                    <a:lnB>
                      <a:noFill/>
                    </a:lnB>
                  </a:tcPr>
                </a:tc>
                <a:tc>
                  <a:txBody>
                    <a:bodyPr/>
                    <a:lstStyle/>
                    <a:p>
                      <a:r>
                        <a:rPr lang="en-US" sz="1600">
                          <a:latin typeface="Calibri" panose="020F0502020204030204" pitchFamily="34" charset="0"/>
                          <a:cs typeface="Calibri" panose="020F0502020204030204" pitchFamily="34" charset="0"/>
                        </a:rPr>
                        <a:t>hhs</a:t>
                      </a:r>
                    </a:p>
                  </a:txBody>
                  <a:tcPr marL="75023" marR="75023" marT="37512" marB="37512" anchor="ctr">
                    <a:lnL>
                      <a:noFill/>
                    </a:lnL>
                    <a:lnR>
                      <a:noFill/>
                    </a:lnR>
                    <a:lnT>
                      <a:noFill/>
                    </a:lnT>
                    <a:lnB>
                      <a:noFill/>
                    </a:lnB>
                  </a:tcPr>
                </a:tc>
                <a:extLst>
                  <a:ext uri="{0D108BD9-81ED-4DB2-BD59-A6C34878D82A}">
                    <a16:rowId xmlns:a16="http://schemas.microsoft.com/office/drawing/2014/main" val="3059553371"/>
                  </a:ext>
                </a:extLst>
              </a:tr>
              <a:tr h="525161">
                <a:tc>
                  <a:txBody>
                    <a:bodyPr/>
                    <a:lstStyle/>
                    <a:p>
                      <a:r>
                        <a:rPr lang="en-US" sz="1600">
                          <a:latin typeface="Calibri" panose="020F0502020204030204" pitchFamily="34" charset="0"/>
                          <a:cs typeface="Calibri" panose="020F0502020204030204" pitchFamily="34" charset="0"/>
                        </a:rPr>
                        <a:t>Nb of village or ward to be surveyed/strata</a:t>
                      </a:r>
                    </a:p>
                  </a:txBody>
                  <a:tcPr marL="75023" marR="75023" marT="37512" marB="37512" anchor="ctr">
                    <a:lnL>
                      <a:noFill/>
                    </a:lnL>
                    <a:lnR>
                      <a:noFill/>
                    </a:lnR>
                    <a:lnT>
                      <a:noFill/>
                    </a:lnT>
                    <a:lnB>
                      <a:noFill/>
                    </a:lnB>
                  </a:tcPr>
                </a:tc>
                <a:tc>
                  <a:txBody>
                    <a:bodyPr/>
                    <a:lstStyle/>
                    <a:p>
                      <a:r>
                        <a:rPr lang="en-US" sz="1600" dirty="0">
                          <a:latin typeface="Calibri" panose="020F0502020204030204" pitchFamily="34" charset="0"/>
                          <a:cs typeface="Calibri" panose="020F0502020204030204" pitchFamily="34" charset="0"/>
                        </a:rPr>
                        <a:t>20</a:t>
                      </a:r>
                    </a:p>
                  </a:txBody>
                  <a:tcPr marL="75023" marR="75023" marT="37512" marB="37512" anchor="ctr">
                    <a:lnL>
                      <a:noFill/>
                    </a:lnL>
                    <a:lnR>
                      <a:noFill/>
                    </a:lnR>
                    <a:lnT>
                      <a:noFill/>
                    </a:lnT>
                    <a:lnB>
                      <a:noFill/>
                    </a:lnB>
                  </a:tcPr>
                </a:tc>
                <a:tc>
                  <a:txBody>
                    <a:bodyPr/>
                    <a:lstStyle/>
                    <a:p>
                      <a:r>
                        <a:rPr lang="en-US" sz="1600" dirty="0">
                          <a:latin typeface="Calibri" panose="020F0502020204030204" pitchFamily="34" charset="0"/>
                          <a:cs typeface="Calibri" panose="020F0502020204030204" pitchFamily="34" charset="0"/>
                        </a:rPr>
                        <a:t>villages</a:t>
                      </a:r>
                    </a:p>
                  </a:txBody>
                  <a:tcPr marL="75023" marR="75023" marT="37512" marB="37512" anchor="ctr">
                    <a:lnL>
                      <a:noFill/>
                    </a:lnL>
                    <a:lnR>
                      <a:noFill/>
                    </a:lnR>
                    <a:lnT>
                      <a:noFill/>
                    </a:lnT>
                    <a:lnB>
                      <a:noFill/>
                    </a:lnB>
                  </a:tcPr>
                </a:tc>
                <a:extLst>
                  <a:ext uri="{0D108BD9-81ED-4DB2-BD59-A6C34878D82A}">
                    <a16:rowId xmlns:a16="http://schemas.microsoft.com/office/drawing/2014/main" val="2925351933"/>
                  </a:ext>
                </a:extLst>
              </a:tr>
            </a:tbl>
          </a:graphicData>
        </a:graphic>
      </p:graphicFrame>
      <p:sp>
        <p:nvSpPr>
          <p:cNvPr id="5" name="Rectangle 1">
            <a:extLst>
              <a:ext uri="{FF2B5EF4-FFF2-40B4-BE49-F238E27FC236}">
                <a16:creationId xmlns:a16="http://schemas.microsoft.com/office/drawing/2014/main" id="{8A70DA79-F389-718D-9D88-B56013535A34}"/>
              </a:ext>
            </a:extLst>
          </p:cNvPr>
          <p:cNvSpPr>
            <a:spLocks noChangeArrowheads="1"/>
          </p:cNvSpPr>
          <p:nvPr/>
        </p:nvSpPr>
        <p:spPr bwMode="auto">
          <a:xfrm>
            <a:off x="1336675" y="1681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602644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9F92E0-A556-4317-9C89-8779112A5645}"/>
              </a:ext>
            </a:extLst>
          </p:cNvPr>
          <p:cNvSpPr>
            <a:spLocks noGrp="1"/>
          </p:cNvSpPr>
          <p:nvPr>
            <p:ph type="title"/>
          </p:nvPr>
        </p:nvSpPr>
        <p:spPr/>
        <p:txBody>
          <a:bodyPr/>
          <a:lstStyle/>
          <a:p>
            <a:r>
              <a:rPr lang="en-US" dirty="0"/>
              <a:t>Team composition and timeline</a:t>
            </a:r>
          </a:p>
        </p:txBody>
      </p:sp>
      <p:sp>
        <p:nvSpPr>
          <p:cNvPr id="6" name="Title 1">
            <a:extLst>
              <a:ext uri="{FF2B5EF4-FFF2-40B4-BE49-F238E27FC236}">
                <a16:creationId xmlns:a16="http://schemas.microsoft.com/office/drawing/2014/main" id="{7EEA618A-5F96-4535-92C0-2D202DFF52E9}"/>
              </a:ext>
            </a:extLst>
          </p:cNvPr>
          <p:cNvSpPr txBox="1">
            <a:spLocks/>
          </p:cNvSpPr>
          <p:nvPr/>
        </p:nvSpPr>
        <p:spPr>
          <a:xfrm>
            <a:off x="668841" y="3429000"/>
            <a:ext cx="7806318" cy="8937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400" b="1" dirty="0">
              <a:solidFill>
                <a:schemeClr val="accent5">
                  <a:lumMod val="75000"/>
                </a:schemeClr>
              </a:solidFill>
              <a:latin typeface="Calibri" panose="020F0502020204030204" pitchFamily="34" charset="0"/>
              <a:cs typeface="Calibri" panose="020F0502020204030204" pitchFamily="34" charset="0"/>
            </a:endParaRPr>
          </a:p>
        </p:txBody>
      </p:sp>
      <p:sp>
        <p:nvSpPr>
          <p:cNvPr id="7" name="Content Placeholder 2">
            <a:extLst>
              <a:ext uri="{FF2B5EF4-FFF2-40B4-BE49-F238E27FC236}">
                <a16:creationId xmlns:a16="http://schemas.microsoft.com/office/drawing/2014/main" id="{8E2D8E4B-F403-489B-B419-C5A0229FD2BB}"/>
              </a:ext>
            </a:extLst>
          </p:cNvPr>
          <p:cNvSpPr txBox="1">
            <a:spLocks/>
          </p:cNvSpPr>
          <p:nvPr/>
        </p:nvSpPr>
        <p:spPr>
          <a:xfrm>
            <a:off x="551298" y="3687023"/>
            <a:ext cx="8108516" cy="284216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accent5">
                    <a:lumMod val="75000"/>
                  </a:schemeClr>
                </a:solidFill>
                <a:latin typeface="Calibri" panose="020F0502020204030204" pitchFamily="34" charset="0"/>
                <a:cs typeface="Calibri" panose="020F0502020204030204" pitchFamily="34" charset="0"/>
              </a:rPr>
              <a:t>Timeline</a:t>
            </a:r>
          </a:p>
          <a:p>
            <a:pPr marL="0" indent="0">
              <a:buNone/>
            </a:pPr>
            <a:endParaRPr lang="en-US" sz="2200" dirty="0">
              <a:solidFill>
                <a:schemeClr val="accent5">
                  <a:lumMod val="75000"/>
                </a:schemeClr>
              </a:solidFill>
              <a:latin typeface="Calibri" panose="020F0502020204030204" pitchFamily="34" charset="0"/>
              <a:cs typeface="Calibri" panose="020F0502020204030204" pitchFamily="34" charset="0"/>
            </a:endParaRPr>
          </a:p>
          <a:p>
            <a:r>
              <a:rPr lang="en-US" sz="2200" dirty="0">
                <a:solidFill>
                  <a:schemeClr val="accent5">
                    <a:lumMod val="75000"/>
                  </a:schemeClr>
                </a:solidFill>
                <a:latin typeface="Calibri" panose="020F0502020204030204" pitchFamily="34" charset="0"/>
                <a:cs typeface="Calibri" panose="020F0502020204030204" pitchFamily="34" charset="0"/>
              </a:rPr>
              <a:t>Household data collection will take place during the 2</a:t>
            </a:r>
            <a:r>
              <a:rPr lang="en-US" sz="2200" baseline="30000" dirty="0">
                <a:solidFill>
                  <a:schemeClr val="accent5">
                    <a:lumMod val="75000"/>
                  </a:schemeClr>
                </a:solidFill>
                <a:latin typeface="Calibri" panose="020F0502020204030204" pitchFamily="34" charset="0"/>
                <a:cs typeface="Calibri" panose="020F0502020204030204" pitchFamily="34" charset="0"/>
              </a:rPr>
              <a:t>nd</a:t>
            </a:r>
            <a:r>
              <a:rPr lang="en-US" sz="2200" dirty="0">
                <a:solidFill>
                  <a:schemeClr val="accent5">
                    <a:lumMod val="75000"/>
                  </a:schemeClr>
                </a:solidFill>
                <a:latin typeface="Calibri" panose="020F0502020204030204" pitchFamily="34" charset="0"/>
                <a:cs typeface="Calibri" panose="020F0502020204030204" pitchFamily="34" charset="0"/>
              </a:rPr>
              <a:t> and 3</a:t>
            </a:r>
            <a:r>
              <a:rPr lang="en-US" sz="2200" baseline="30000" dirty="0">
                <a:solidFill>
                  <a:schemeClr val="accent5">
                    <a:lumMod val="75000"/>
                  </a:schemeClr>
                </a:solidFill>
                <a:latin typeface="Calibri" panose="020F0502020204030204" pitchFamily="34" charset="0"/>
                <a:cs typeface="Calibri" panose="020F0502020204030204" pitchFamily="34" charset="0"/>
              </a:rPr>
              <a:t>th</a:t>
            </a:r>
            <a:r>
              <a:rPr lang="en-US" sz="2200" dirty="0">
                <a:solidFill>
                  <a:schemeClr val="accent5">
                    <a:lumMod val="75000"/>
                  </a:schemeClr>
                </a:solidFill>
                <a:latin typeface="Calibri" panose="020F0502020204030204" pitchFamily="34" charset="0"/>
                <a:cs typeface="Calibri" panose="020F0502020204030204" pitchFamily="34" charset="0"/>
              </a:rPr>
              <a:t> week of June 2023 and conducted by </a:t>
            </a:r>
            <a:r>
              <a:rPr lang="en-US" sz="2200" dirty="0" err="1">
                <a:solidFill>
                  <a:schemeClr val="accent5">
                    <a:lumMod val="75000"/>
                  </a:schemeClr>
                </a:solidFill>
                <a:highlight>
                  <a:srgbClr val="FFFF00"/>
                </a:highlight>
                <a:latin typeface="Calibri" panose="020F0502020204030204" pitchFamily="34" charset="0"/>
                <a:cs typeface="Calibri" panose="020F0502020204030204" pitchFamily="34" charset="0"/>
              </a:rPr>
              <a:t>xxxxxxx</a:t>
            </a:r>
            <a:r>
              <a:rPr lang="en-US" sz="2200" i="1" dirty="0">
                <a:solidFill>
                  <a:schemeClr val="accent5">
                    <a:lumMod val="75000"/>
                  </a:schemeClr>
                </a:solidFill>
                <a:latin typeface="Calibri" panose="020F0502020204030204" pitchFamily="34" charset="0"/>
                <a:cs typeface="Calibri" panose="020F0502020204030204" pitchFamily="34" charset="0"/>
              </a:rPr>
              <a:t>. </a:t>
            </a:r>
          </a:p>
          <a:p>
            <a:r>
              <a:rPr lang="en-US" sz="2200" dirty="0">
                <a:solidFill>
                  <a:schemeClr val="accent5">
                    <a:lumMod val="75000"/>
                  </a:schemeClr>
                </a:solidFill>
                <a:latin typeface="Calibri" panose="020F0502020204030204" pitchFamily="34" charset="0"/>
                <a:cs typeface="Calibri" panose="020F0502020204030204" pitchFamily="34" charset="0"/>
              </a:rPr>
              <a:t> 3 days training to data collection personnel will take place from 6</a:t>
            </a:r>
            <a:r>
              <a:rPr lang="en-US" sz="2200" baseline="30000" dirty="0">
                <a:solidFill>
                  <a:schemeClr val="accent5">
                    <a:lumMod val="75000"/>
                  </a:schemeClr>
                </a:solidFill>
                <a:latin typeface="Calibri" panose="020F0502020204030204" pitchFamily="34" charset="0"/>
                <a:cs typeface="Calibri" panose="020F0502020204030204" pitchFamily="34" charset="0"/>
              </a:rPr>
              <a:t>th</a:t>
            </a:r>
            <a:r>
              <a:rPr lang="en-US" sz="2200" dirty="0">
                <a:solidFill>
                  <a:schemeClr val="accent5">
                    <a:lumMod val="75000"/>
                  </a:schemeClr>
                </a:solidFill>
                <a:latin typeface="Calibri" panose="020F0502020204030204" pitchFamily="34" charset="0"/>
                <a:cs typeface="Calibri" panose="020F0502020204030204" pitchFamily="34" charset="0"/>
              </a:rPr>
              <a:t> - 8</a:t>
            </a:r>
            <a:r>
              <a:rPr lang="en-US" sz="2200" baseline="30000" dirty="0">
                <a:solidFill>
                  <a:schemeClr val="accent5">
                    <a:lumMod val="75000"/>
                  </a:schemeClr>
                </a:solidFill>
                <a:latin typeface="Calibri" panose="020F0502020204030204" pitchFamily="34" charset="0"/>
                <a:cs typeface="Calibri" panose="020F0502020204030204" pitchFamily="34" charset="0"/>
              </a:rPr>
              <a:t>th</a:t>
            </a:r>
            <a:r>
              <a:rPr lang="en-US" sz="2200" dirty="0">
                <a:solidFill>
                  <a:schemeClr val="accent5">
                    <a:lumMod val="75000"/>
                  </a:schemeClr>
                </a:solidFill>
                <a:latin typeface="Calibri" panose="020F0502020204030204" pitchFamily="34" charset="0"/>
                <a:cs typeface="Calibri" panose="020F0502020204030204" pitchFamily="34" charset="0"/>
              </a:rPr>
              <a:t> of June and it will be facilitated by WFP RAM HQ/CO. </a:t>
            </a:r>
          </a:p>
          <a:p>
            <a:r>
              <a:rPr lang="en-US" sz="2200" dirty="0">
                <a:solidFill>
                  <a:schemeClr val="accent5">
                    <a:lumMod val="75000"/>
                  </a:schemeClr>
                </a:solidFill>
                <a:highlight>
                  <a:srgbClr val="FFFF00"/>
                </a:highlight>
                <a:latin typeface="Calibri" panose="020F0502020204030204" pitchFamily="34" charset="0"/>
                <a:cs typeface="Calibri" panose="020F0502020204030204" pitchFamily="34" charset="0"/>
              </a:rPr>
              <a:t>xxx </a:t>
            </a:r>
            <a:r>
              <a:rPr lang="en-US" sz="2200" dirty="0">
                <a:solidFill>
                  <a:schemeClr val="accent5">
                    <a:lumMod val="75000"/>
                  </a:schemeClr>
                </a:solidFill>
                <a:latin typeface="Calibri" panose="020F0502020204030204" pitchFamily="34" charset="0"/>
                <a:cs typeface="Calibri" panose="020F0502020204030204" pitchFamily="34" charset="0"/>
              </a:rPr>
              <a:t>enumerators will carry out data collection through household questionnaire.</a:t>
            </a:r>
          </a:p>
          <a:p>
            <a:endParaRPr lang="en-US"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2DCA3EBC-502C-435A-ABF4-1EA4AAE50835}"/>
              </a:ext>
            </a:extLst>
          </p:cNvPr>
          <p:cNvSpPr txBox="1"/>
          <p:nvPr/>
        </p:nvSpPr>
        <p:spPr>
          <a:xfrm>
            <a:off x="4119990" y="1824132"/>
            <a:ext cx="4880172" cy="1200329"/>
          </a:xfrm>
          <a:prstGeom prst="rect">
            <a:avLst/>
          </a:prstGeom>
          <a:noFill/>
        </p:spPr>
        <p:txBody>
          <a:bodyPr wrap="square">
            <a:spAutoFit/>
          </a:bodyPr>
          <a:lstStyle/>
          <a:p>
            <a:r>
              <a:rPr lang="en-US" sz="1800" dirty="0">
                <a:effectLst/>
                <a:latin typeface="Calibri" panose="020F0502020204030204" pitchFamily="34" charset="0"/>
                <a:ea typeface="Calibri" panose="020F0502020204030204" pitchFamily="34" charset="0"/>
              </a:rPr>
              <a:t>4 teams of 4 enumerators + </a:t>
            </a:r>
          </a:p>
          <a:p>
            <a:r>
              <a:rPr lang="en-US" sz="1800" dirty="0">
                <a:effectLst/>
                <a:latin typeface="Calibri" panose="020F0502020204030204" pitchFamily="34" charset="0"/>
                <a:ea typeface="Calibri" panose="020F0502020204030204" pitchFamily="34" charset="0"/>
              </a:rPr>
              <a:t>1 WFP supervisor and 1 partner staff(field support) will carry out data collection through HH interviews over a period of 10-13 working days</a:t>
            </a:r>
            <a:endParaRPr lang="en-US" dirty="0"/>
          </a:p>
        </p:txBody>
      </p:sp>
      <p:graphicFrame>
        <p:nvGraphicFramePr>
          <p:cNvPr id="3" name="Table 2">
            <a:extLst>
              <a:ext uri="{FF2B5EF4-FFF2-40B4-BE49-F238E27FC236}">
                <a16:creationId xmlns:a16="http://schemas.microsoft.com/office/drawing/2014/main" id="{23600925-AAD6-7105-48DE-107684B09515}"/>
              </a:ext>
            </a:extLst>
          </p:cNvPr>
          <p:cNvGraphicFramePr>
            <a:graphicFrameLocks noGrp="1"/>
          </p:cNvGraphicFramePr>
          <p:nvPr>
            <p:extLst>
              <p:ext uri="{D42A27DB-BD31-4B8C-83A1-F6EECF244321}">
                <p14:modId xmlns:p14="http://schemas.microsoft.com/office/powerpoint/2010/main" val="732626062"/>
              </p:ext>
            </p:extLst>
          </p:nvPr>
        </p:nvGraphicFramePr>
        <p:xfrm>
          <a:off x="699946" y="1333158"/>
          <a:ext cx="3271396" cy="2134621"/>
        </p:xfrm>
        <a:graphic>
          <a:graphicData uri="http://schemas.openxmlformats.org/drawingml/2006/table">
            <a:tbl>
              <a:tblPr/>
              <a:tblGrid>
                <a:gridCol w="1374285">
                  <a:extLst>
                    <a:ext uri="{9D8B030D-6E8A-4147-A177-3AD203B41FA5}">
                      <a16:colId xmlns:a16="http://schemas.microsoft.com/office/drawing/2014/main" val="1879929995"/>
                    </a:ext>
                  </a:extLst>
                </a:gridCol>
                <a:gridCol w="1897111">
                  <a:extLst>
                    <a:ext uri="{9D8B030D-6E8A-4147-A177-3AD203B41FA5}">
                      <a16:colId xmlns:a16="http://schemas.microsoft.com/office/drawing/2014/main" val="4284480388"/>
                    </a:ext>
                  </a:extLst>
                </a:gridCol>
              </a:tblGrid>
              <a:tr h="216599">
                <a:tc>
                  <a:txBody>
                    <a:bodyPr/>
                    <a:lstStyle/>
                    <a:p>
                      <a:pPr algn="l" fontAlgn="b"/>
                      <a:r>
                        <a:rPr lang="en-US" sz="1300" b="1" i="0" u="none" strike="noStrike" dirty="0">
                          <a:effectLst/>
                          <a:latin typeface="Calibri" panose="020F0502020204030204" pitchFamily="34" charset="0"/>
                        </a:rPr>
                        <a:t>Guayas</a:t>
                      </a:r>
                    </a:p>
                  </a:txBody>
                  <a:tcPr marL="7469" marR="7469" marT="746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300" b="1" i="0" u="none" strike="noStrike" dirty="0">
                          <a:effectLst/>
                          <a:latin typeface="Calibri" panose="020F0502020204030204" pitchFamily="34" charset="0"/>
                        </a:rPr>
                        <a:t>Elena</a:t>
                      </a:r>
                    </a:p>
                  </a:txBody>
                  <a:tcPr marL="7469" marR="7469" marT="746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7306106"/>
                  </a:ext>
                </a:extLst>
              </a:tr>
              <a:tr h="216599">
                <a:tc>
                  <a:txBody>
                    <a:bodyPr/>
                    <a:lstStyle/>
                    <a:p>
                      <a:pPr algn="l" fontAlgn="ctr"/>
                      <a:endParaRPr lang="en-US" sz="1300" b="0" i="0" u="none" strike="noStrike" dirty="0">
                        <a:solidFill>
                          <a:srgbClr val="0070C0"/>
                        </a:solidFill>
                        <a:effectLst/>
                        <a:latin typeface="Calibri" panose="020F0502020204030204" pitchFamily="34" charset="0"/>
                      </a:endParaRPr>
                    </a:p>
                  </a:txBody>
                  <a:tcPr marL="7469" marR="7469" marT="7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300" b="0" i="0" u="none" strike="noStrike">
                        <a:solidFill>
                          <a:srgbClr val="0070C0"/>
                        </a:solidFill>
                        <a:effectLst/>
                        <a:latin typeface="Calibri" panose="020F0502020204030204" pitchFamily="34" charset="0"/>
                      </a:endParaRPr>
                    </a:p>
                  </a:txBody>
                  <a:tcPr marL="7469" marR="7469" marT="7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8267560"/>
                  </a:ext>
                </a:extLst>
              </a:tr>
              <a:tr h="216599">
                <a:tc>
                  <a:txBody>
                    <a:bodyPr/>
                    <a:lstStyle/>
                    <a:p>
                      <a:pPr algn="l" fontAlgn="ctr"/>
                      <a:endParaRPr lang="en-US" sz="1300" b="0" i="0" u="none" strike="noStrike" dirty="0">
                        <a:solidFill>
                          <a:srgbClr val="0070C0"/>
                        </a:solidFill>
                        <a:effectLst/>
                        <a:latin typeface="Calibri" panose="020F0502020204030204" pitchFamily="34" charset="0"/>
                      </a:endParaRPr>
                    </a:p>
                  </a:txBody>
                  <a:tcPr marL="7469" marR="7469" marT="7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300" b="0" i="0" u="none" strike="noStrike">
                        <a:solidFill>
                          <a:srgbClr val="0070C0"/>
                        </a:solidFill>
                        <a:effectLst/>
                        <a:latin typeface="Calibri" panose="020F0502020204030204" pitchFamily="34" charset="0"/>
                      </a:endParaRPr>
                    </a:p>
                  </a:txBody>
                  <a:tcPr marL="7469" marR="7469" marT="7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8585820"/>
                  </a:ext>
                </a:extLst>
              </a:tr>
              <a:tr h="216599">
                <a:tc>
                  <a:txBody>
                    <a:bodyPr/>
                    <a:lstStyle/>
                    <a:p>
                      <a:pPr algn="l" fontAlgn="ctr"/>
                      <a:endParaRPr lang="en-US" sz="1300" b="0" i="0" u="none" strike="noStrike" dirty="0">
                        <a:solidFill>
                          <a:srgbClr val="0070C0"/>
                        </a:solidFill>
                        <a:effectLst/>
                        <a:latin typeface="Calibri" panose="020F0502020204030204" pitchFamily="34" charset="0"/>
                      </a:endParaRPr>
                    </a:p>
                  </a:txBody>
                  <a:tcPr marL="7469" marR="7469" marT="7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200" b="0" i="0" u="none" strike="noStrike">
                        <a:solidFill>
                          <a:srgbClr val="0070C0"/>
                        </a:solidFill>
                        <a:effectLst/>
                        <a:latin typeface="Arial" panose="020B0604020202020204" pitchFamily="34" charset="0"/>
                      </a:endParaRPr>
                    </a:p>
                  </a:txBody>
                  <a:tcPr marL="7469" marR="7469" marT="746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47937893"/>
                  </a:ext>
                </a:extLst>
              </a:tr>
              <a:tr h="216599">
                <a:tc>
                  <a:txBody>
                    <a:bodyPr/>
                    <a:lstStyle/>
                    <a:p>
                      <a:pPr algn="l" fontAlgn="ctr"/>
                      <a:endParaRPr lang="en-US" sz="1300" b="0" i="0" u="none" strike="noStrike" dirty="0">
                        <a:solidFill>
                          <a:srgbClr val="0070C0"/>
                        </a:solidFill>
                        <a:effectLst/>
                        <a:latin typeface="Calibri" panose="020F0502020204030204" pitchFamily="34" charset="0"/>
                      </a:endParaRPr>
                    </a:p>
                  </a:txBody>
                  <a:tcPr marL="7469" marR="7469" marT="7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300" b="0" i="0" u="none" strike="noStrike">
                        <a:solidFill>
                          <a:srgbClr val="0070C0"/>
                        </a:solidFill>
                        <a:effectLst/>
                        <a:latin typeface="Calibri" panose="020F0502020204030204" pitchFamily="34" charset="0"/>
                      </a:endParaRPr>
                    </a:p>
                  </a:txBody>
                  <a:tcPr marL="7469" marR="7469" marT="7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5224476"/>
                  </a:ext>
                </a:extLst>
              </a:tr>
              <a:tr h="216599">
                <a:tc>
                  <a:txBody>
                    <a:bodyPr/>
                    <a:lstStyle/>
                    <a:p>
                      <a:pPr algn="l" fontAlgn="ctr"/>
                      <a:endParaRPr lang="en-US" sz="1300" b="0" i="0" u="none" strike="noStrike" dirty="0">
                        <a:solidFill>
                          <a:srgbClr val="7030A0"/>
                        </a:solidFill>
                        <a:effectLst/>
                        <a:latin typeface="Calibri" panose="020F0502020204030204" pitchFamily="34" charset="0"/>
                      </a:endParaRPr>
                    </a:p>
                  </a:txBody>
                  <a:tcPr marL="7469" marR="7469" marT="7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300" b="0" i="0" u="none" strike="noStrike">
                        <a:solidFill>
                          <a:srgbClr val="7030A0"/>
                        </a:solidFill>
                        <a:effectLst/>
                        <a:latin typeface="Calibri" panose="020F0502020204030204" pitchFamily="34" charset="0"/>
                      </a:endParaRPr>
                    </a:p>
                  </a:txBody>
                  <a:tcPr marL="7469" marR="7469" marT="7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2654113"/>
                  </a:ext>
                </a:extLst>
              </a:tr>
              <a:tr h="216599">
                <a:tc>
                  <a:txBody>
                    <a:bodyPr/>
                    <a:lstStyle/>
                    <a:p>
                      <a:pPr algn="l" fontAlgn="ctr"/>
                      <a:endParaRPr lang="en-US" sz="1300" b="0" i="0" u="none" strike="noStrike" dirty="0">
                        <a:solidFill>
                          <a:srgbClr val="7030A0"/>
                        </a:solidFill>
                        <a:effectLst/>
                        <a:latin typeface="Calibri" panose="020F0502020204030204" pitchFamily="34" charset="0"/>
                      </a:endParaRPr>
                    </a:p>
                  </a:txBody>
                  <a:tcPr marL="7469" marR="7469" marT="7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300" b="0" i="0" u="none" strike="noStrike" dirty="0">
                        <a:solidFill>
                          <a:srgbClr val="7030A0"/>
                        </a:solidFill>
                        <a:effectLst/>
                        <a:latin typeface="Calibri" panose="020F0502020204030204" pitchFamily="34" charset="0"/>
                      </a:endParaRPr>
                    </a:p>
                  </a:txBody>
                  <a:tcPr marL="7469" marR="7469" marT="7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430767"/>
                  </a:ext>
                </a:extLst>
              </a:tr>
              <a:tr h="401829">
                <a:tc>
                  <a:txBody>
                    <a:bodyPr/>
                    <a:lstStyle/>
                    <a:p>
                      <a:pPr algn="l" fontAlgn="ctr"/>
                      <a:endParaRPr lang="en-US" sz="1300" b="0" i="0" u="none" strike="noStrike" dirty="0">
                        <a:solidFill>
                          <a:srgbClr val="7030A0"/>
                        </a:solidFill>
                        <a:effectLst/>
                        <a:latin typeface="Calibri" panose="020F0502020204030204" pitchFamily="34" charset="0"/>
                      </a:endParaRPr>
                    </a:p>
                  </a:txBody>
                  <a:tcPr marL="7469" marR="7469" marT="7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300" b="0" i="0" u="none" strike="noStrike">
                        <a:solidFill>
                          <a:srgbClr val="7030A0"/>
                        </a:solidFill>
                        <a:effectLst/>
                        <a:latin typeface="Open Sans" panose="020B0606030504020204" pitchFamily="34" charset="0"/>
                      </a:endParaRPr>
                    </a:p>
                  </a:txBody>
                  <a:tcPr marL="7469" marR="7469" marT="7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8834327"/>
                  </a:ext>
                </a:extLst>
              </a:tr>
              <a:tr h="216599">
                <a:tc>
                  <a:txBody>
                    <a:bodyPr/>
                    <a:lstStyle/>
                    <a:p>
                      <a:pPr algn="l" fontAlgn="ctr"/>
                      <a:endParaRPr lang="en-US" sz="1300" b="0" i="0" u="none" strike="noStrike" dirty="0">
                        <a:solidFill>
                          <a:srgbClr val="7030A0"/>
                        </a:solidFill>
                        <a:effectLst/>
                        <a:latin typeface="Calibri" panose="020F0502020204030204" pitchFamily="34" charset="0"/>
                      </a:endParaRPr>
                    </a:p>
                  </a:txBody>
                  <a:tcPr marL="7469" marR="7469" marT="7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300" b="0" i="0" u="none" strike="noStrike" dirty="0">
                        <a:solidFill>
                          <a:srgbClr val="7030A0"/>
                        </a:solidFill>
                        <a:effectLst/>
                        <a:latin typeface="Calibri" panose="020F0502020204030204" pitchFamily="34" charset="0"/>
                      </a:endParaRPr>
                    </a:p>
                  </a:txBody>
                  <a:tcPr marL="7469" marR="7469" marT="7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7084316"/>
                  </a:ext>
                </a:extLst>
              </a:tr>
            </a:tbl>
          </a:graphicData>
        </a:graphic>
      </p:graphicFrame>
    </p:spTree>
    <p:extLst>
      <p:ext uri="{BB962C8B-B14F-4D97-AF65-F5344CB8AC3E}">
        <p14:creationId xmlns:p14="http://schemas.microsoft.com/office/powerpoint/2010/main" val="291483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22041" y="87643"/>
            <a:ext cx="3643946" cy="784830"/>
          </a:xfrm>
          <a:prstGeom prst="rect">
            <a:avLst/>
          </a:prstGeom>
          <a:noFill/>
        </p:spPr>
        <p:txBody>
          <a:bodyPr wrap="none" lIns="91440" tIns="45720" rIns="91440" bIns="45720">
            <a:spAutoFit/>
          </a:bodyPr>
          <a:lstStyle/>
          <a:p>
            <a:pPr algn="ctr"/>
            <a:r>
              <a:rPr lang="en-US" sz="4500" b="1" dirty="0">
                <a:solidFill>
                  <a:schemeClr val="bg1"/>
                </a:solidFill>
                <a:effectLst>
                  <a:outerShdw blurRad="38100" dist="38100" dir="2700000" algn="tl">
                    <a:srgbClr val="000000">
                      <a:alpha val="43137"/>
                    </a:srgbClr>
                  </a:outerShdw>
                </a:effectLst>
                <a:latin typeface="Verdana"/>
                <a:cs typeface="Verdana"/>
              </a:rPr>
              <a:t>Discussion</a:t>
            </a:r>
          </a:p>
        </p:txBody>
      </p:sp>
      <p:sp>
        <p:nvSpPr>
          <p:cNvPr id="6" name="Rectangle 5"/>
          <p:cNvSpPr/>
          <p:nvPr/>
        </p:nvSpPr>
        <p:spPr>
          <a:xfrm>
            <a:off x="2405576" y="2991534"/>
            <a:ext cx="2773516" cy="646331"/>
          </a:xfrm>
          <a:prstGeom prst="rect">
            <a:avLst/>
          </a:prstGeom>
          <a:noFill/>
        </p:spPr>
        <p:txBody>
          <a:bodyPr wrap="none" lIns="91440" tIns="45720" rIns="91440" bIns="45720">
            <a:spAutoFit/>
          </a:bodyPr>
          <a:lstStyle/>
          <a:p>
            <a:pPr algn="ctr"/>
            <a:r>
              <a:rPr lang="en-US" sz="3600" b="1" dirty="0">
                <a:solidFill>
                  <a:schemeClr val="bg1"/>
                </a:solidFill>
                <a:effectLst>
                  <a:outerShdw blurRad="38100" dist="38100" dir="2700000" algn="tl">
                    <a:srgbClr val="000000">
                      <a:alpha val="43137"/>
                    </a:srgbClr>
                  </a:outerShdw>
                </a:effectLst>
                <a:latin typeface="Verdana"/>
                <a:cs typeface="Verdana"/>
              </a:rPr>
              <a:t>Questions</a:t>
            </a:r>
          </a:p>
        </p:txBody>
      </p:sp>
      <p:pic>
        <p:nvPicPr>
          <p:cNvPr id="4" name="Picture 2" descr="C:\Documents and Settings\kayenat\Local Settings\Temporary Internet Files\Content.IE5\YUFWF67T\MC900441498[1].png">
            <a:extLst>
              <a:ext uri="{FF2B5EF4-FFF2-40B4-BE49-F238E27FC236}">
                <a16:creationId xmlns:a16="http://schemas.microsoft.com/office/drawing/2014/main" id="{981D73B7-9325-46C2-8DF2-A502B86F51BC}"/>
              </a:ext>
            </a:extLst>
          </p:cNvPr>
          <p:cNvPicPr>
            <a:picLocks noChangeAspect="1" noChangeArrowheads="1"/>
          </p:cNvPicPr>
          <p:nvPr/>
        </p:nvPicPr>
        <p:blipFill>
          <a:blip r:embed="rId3" cstate="print"/>
          <a:srcRect/>
          <a:stretch>
            <a:fillRect/>
          </a:stretch>
        </p:blipFill>
        <p:spPr bwMode="auto">
          <a:xfrm>
            <a:off x="5029200" y="2362200"/>
            <a:ext cx="1905000" cy="1905000"/>
          </a:xfrm>
          <a:prstGeom prst="rect">
            <a:avLst/>
          </a:prstGeom>
          <a:noFill/>
          <a:ln w="9525">
            <a:noFill/>
            <a:miter lim="800000"/>
            <a:headEnd/>
            <a:tailEnd/>
          </a:ln>
        </p:spPr>
      </p:pic>
    </p:spTree>
    <p:extLst>
      <p:ext uri="{BB962C8B-B14F-4D97-AF65-F5344CB8AC3E}">
        <p14:creationId xmlns:p14="http://schemas.microsoft.com/office/powerpoint/2010/main" val="1445452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9F92E0-A556-4317-9C89-8779112A5645}"/>
              </a:ext>
            </a:extLst>
          </p:cNvPr>
          <p:cNvSpPr>
            <a:spLocks noGrp="1"/>
          </p:cNvSpPr>
          <p:nvPr>
            <p:ph type="title"/>
          </p:nvPr>
        </p:nvSpPr>
        <p:spPr/>
        <p:txBody>
          <a:bodyPr/>
          <a:lstStyle/>
          <a:p>
            <a:r>
              <a:rPr lang="fr-CA" sz="2800" b="1" dirty="0">
                <a:effectLst>
                  <a:outerShdw blurRad="38100" dist="38100" dir="2700000" algn="tl">
                    <a:srgbClr val="000000">
                      <a:alpha val="43137"/>
                    </a:srgbClr>
                  </a:outerShdw>
                </a:effectLst>
                <a:latin typeface="Verdana"/>
                <a:ea typeface="+mn-ea"/>
                <a:cs typeface="Verdana"/>
              </a:rPr>
              <a:t>Ground Rules</a:t>
            </a:r>
            <a:endParaRPr lang="en-US" dirty="0"/>
          </a:p>
        </p:txBody>
      </p:sp>
      <p:sp>
        <p:nvSpPr>
          <p:cNvPr id="3" name="Content Placeholder 2">
            <a:extLst>
              <a:ext uri="{FF2B5EF4-FFF2-40B4-BE49-F238E27FC236}">
                <a16:creationId xmlns:a16="http://schemas.microsoft.com/office/drawing/2014/main" id="{276CC42B-9A0A-4554-9406-268D72C18594}"/>
              </a:ext>
            </a:extLst>
          </p:cNvPr>
          <p:cNvSpPr>
            <a:spLocks noGrp="1"/>
          </p:cNvSpPr>
          <p:nvPr>
            <p:ph sz="quarter" idx="1"/>
          </p:nvPr>
        </p:nvSpPr>
        <p:spPr>
          <a:xfrm>
            <a:off x="484187" y="1479479"/>
            <a:ext cx="8187202" cy="4880224"/>
          </a:xfrm>
        </p:spPr>
        <p:txBody>
          <a:bodyPr>
            <a:normAutofit/>
          </a:bodyPr>
          <a:lstStyle/>
          <a:p>
            <a:pPr marL="0" indent="0">
              <a:buNone/>
            </a:pPr>
            <a:r>
              <a:rPr lang="en-CA" sz="1800" b="1" dirty="0">
                <a:effectLst>
                  <a:outerShdw blurRad="38100" dist="38100" dir="2700000" algn="tl">
                    <a:srgbClr val="000000">
                      <a:alpha val="43137"/>
                    </a:srgbClr>
                  </a:outerShdw>
                </a:effectLst>
                <a:latin typeface="Arial" pitchFamily="34" charset="0"/>
                <a:cs typeface="Arial" pitchFamily="34" charset="0"/>
              </a:rPr>
              <a:t>During training</a:t>
            </a:r>
            <a:r>
              <a:rPr lang="en-CA" sz="1800" dirty="0">
                <a:latin typeface="Arial" pitchFamily="34" charset="0"/>
                <a:cs typeface="Arial" pitchFamily="34" charset="0"/>
              </a:rPr>
              <a:t>?</a:t>
            </a:r>
          </a:p>
          <a:p>
            <a:pPr marL="0" indent="0">
              <a:spcBef>
                <a:spcPts val="450"/>
              </a:spcBef>
              <a:spcAft>
                <a:spcPts val="450"/>
              </a:spcAft>
              <a:buSzPct val="80000"/>
              <a:buNone/>
            </a:pPr>
            <a:r>
              <a:rPr lang="en-GB" altLang="en-US" sz="1800" dirty="0"/>
              <a:t>In time</a:t>
            </a:r>
          </a:p>
          <a:p>
            <a:pPr marL="0" indent="0">
              <a:spcBef>
                <a:spcPts val="450"/>
              </a:spcBef>
              <a:spcAft>
                <a:spcPts val="450"/>
              </a:spcAft>
              <a:buSzPct val="80000"/>
              <a:buNone/>
            </a:pPr>
            <a:r>
              <a:rPr lang="en-GB" altLang="en-US" sz="1800" dirty="0"/>
              <a:t>Discussion</a:t>
            </a:r>
          </a:p>
          <a:p>
            <a:pPr marL="0" indent="0">
              <a:spcBef>
                <a:spcPts val="450"/>
              </a:spcBef>
              <a:spcAft>
                <a:spcPts val="450"/>
              </a:spcAft>
              <a:buSzPct val="80000"/>
              <a:buNone/>
            </a:pPr>
            <a:r>
              <a:rPr lang="en-GB" altLang="en-US" sz="1800" dirty="0"/>
              <a:t>Silent mode</a:t>
            </a:r>
          </a:p>
          <a:p>
            <a:pPr marL="0" indent="0">
              <a:buNone/>
            </a:pPr>
            <a:endParaRPr lang="en-GB" sz="1800" dirty="0"/>
          </a:p>
          <a:p>
            <a:pPr marL="0" indent="0">
              <a:buNone/>
            </a:pPr>
            <a:endParaRPr lang="en-GB" sz="1800" dirty="0"/>
          </a:p>
          <a:p>
            <a:pPr marL="0" indent="0">
              <a:buNone/>
            </a:pPr>
            <a:r>
              <a:rPr lang="en-CA" sz="1800" b="1" dirty="0">
                <a:effectLst>
                  <a:outerShdw blurRad="38100" dist="38100" dir="2700000" algn="tl">
                    <a:srgbClr val="000000">
                      <a:alpha val="43137"/>
                    </a:srgbClr>
                  </a:outerShdw>
                </a:effectLst>
                <a:latin typeface="Arial" pitchFamily="34" charset="0"/>
                <a:cs typeface="Arial" pitchFamily="34" charset="0"/>
              </a:rPr>
              <a:t>In the field</a:t>
            </a:r>
          </a:p>
          <a:p>
            <a:pPr marL="0" indent="0">
              <a:buNone/>
            </a:pPr>
            <a:r>
              <a:rPr lang="en-US" sz="1800" dirty="0"/>
              <a:t>Be respectful – to each other and to the communities where we are doing </a:t>
            </a:r>
            <a:r>
              <a:rPr lang="en-US" sz="1800" dirty="0" err="1"/>
              <a:t>hh</a:t>
            </a:r>
            <a:r>
              <a:rPr lang="en-US" sz="1800" dirty="0"/>
              <a:t> data collection – by being on time, taking time to explain and seeking consent and completing the required work to the best of your ability</a:t>
            </a:r>
            <a:endParaRPr lang="en-GB" sz="1800" dirty="0"/>
          </a:p>
          <a:p>
            <a:endParaRPr lang="en-CA" sz="1800" dirty="0">
              <a:latin typeface="Arial" pitchFamily="34" charset="0"/>
              <a:cs typeface="Arial" pitchFamily="34" charset="0"/>
            </a:endParaRPr>
          </a:p>
        </p:txBody>
      </p:sp>
    </p:spTree>
    <p:extLst>
      <p:ext uri="{BB962C8B-B14F-4D97-AF65-F5344CB8AC3E}">
        <p14:creationId xmlns:p14="http://schemas.microsoft.com/office/powerpoint/2010/main" val="2361196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9F92E0-A556-4317-9C89-8779112A5645}"/>
              </a:ext>
            </a:extLst>
          </p:cNvPr>
          <p:cNvSpPr>
            <a:spLocks noGrp="1"/>
          </p:cNvSpPr>
          <p:nvPr>
            <p:ph type="title"/>
          </p:nvPr>
        </p:nvSpPr>
        <p:spPr>
          <a:xfrm>
            <a:off x="484186" y="380144"/>
            <a:ext cx="7110414" cy="661472"/>
          </a:xfrm>
        </p:spPr>
        <p:txBody>
          <a:bodyPr/>
          <a:lstStyle/>
          <a:p>
            <a:r>
              <a:rPr lang="en-GB" sz="2800" b="1" dirty="0">
                <a:effectLst>
                  <a:outerShdw blurRad="38100" dist="38100" dir="2700000" algn="tl">
                    <a:srgbClr val="000000">
                      <a:alpha val="43137"/>
                    </a:srgbClr>
                  </a:outerShdw>
                </a:effectLst>
                <a:latin typeface="Verdana"/>
                <a:cs typeface="Verdana"/>
              </a:rPr>
              <a:t>TEAM ORGANISATION and ROLES</a:t>
            </a:r>
            <a:br>
              <a:rPr lang="en-GB" sz="2800" b="1" dirty="0">
                <a:effectLst>
                  <a:outerShdw blurRad="38100" dist="38100" dir="2700000" algn="tl">
                    <a:srgbClr val="000000">
                      <a:alpha val="43137"/>
                    </a:srgbClr>
                  </a:outerShdw>
                </a:effectLst>
                <a:latin typeface="Verdana"/>
                <a:cs typeface="Verdana"/>
              </a:rPr>
            </a:br>
            <a:endParaRPr lang="en-US" dirty="0"/>
          </a:p>
        </p:txBody>
      </p:sp>
      <p:sp>
        <p:nvSpPr>
          <p:cNvPr id="3" name="Rectangle 3">
            <a:extLst>
              <a:ext uri="{FF2B5EF4-FFF2-40B4-BE49-F238E27FC236}">
                <a16:creationId xmlns:a16="http://schemas.microsoft.com/office/drawing/2014/main" id="{95497686-0433-4FBD-99D5-4327C39DB164}"/>
              </a:ext>
            </a:extLst>
          </p:cNvPr>
          <p:cNvSpPr>
            <a:spLocks noGrp="1" noChangeArrowheads="1"/>
          </p:cNvSpPr>
          <p:nvPr>
            <p:ph sz="quarter" idx="1"/>
          </p:nvPr>
        </p:nvSpPr>
        <p:spPr>
          <a:xfrm>
            <a:off x="657547" y="1243173"/>
            <a:ext cx="7921374" cy="5342562"/>
          </a:xfrm>
        </p:spPr>
        <p:txBody>
          <a:bodyPr>
            <a:noAutofit/>
          </a:bodyPr>
          <a:lstStyle/>
          <a:p>
            <a:pPr>
              <a:spcBef>
                <a:spcPts val="0"/>
              </a:spcBef>
              <a:buSzPct val="100000"/>
            </a:pPr>
            <a:r>
              <a:rPr lang="en-GB" sz="1800" b="1" dirty="0">
                <a:effectLst>
                  <a:outerShdw blurRad="38100" dist="38100" dir="2700000" algn="tl">
                    <a:srgbClr val="000000">
                      <a:alpha val="43137"/>
                    </a:srgbClr>
                  </a:outerShdw>
                </a:effectLst>
                <a:highlight>
                  <a:srgbClr val="00FF00"/>
                </a:highlight>
                <a:latin typeface="Calibri" panose="020F0502020204030204" pitchFamily="34" charset="0"/>
                <a:cs typeface="Calibri" panose="020F0502020204030204" pitchFamily="34" charset="0"/>
              </a:rPr>
              <a:t>Team leader (with team’s support) </a:t>
            </a:r>
            <a:r>
              <a:rPr lang="en-GB" sz="1800" dirty="0">
                <a:latin typeface="Calibri" panose="020F0502020204030204" pitchFamily="34" charset="0"/>
                <a:cs typeface="Calibri" panose="020F0502020204030204" pitchFamily="34" charset="0"/>
              </a:rPr>
              <a:t>&gt; introductions, inform consent, household sampling, team organisation and support</a:t>
            </a:r>
          </a:p>
          <a:p>
            <a:pPr>
              <a:spcBef>
                <a:spcPts val="0"/>
              </a:spcBef>
              <a:defRPr/>
            </a:pPr>
            <a:r>
              <a:rPr lang="en-GB" sz="18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Introductions and explanations</a:t>
            </a:r>
            <a:endParaRPr lang="en-US" sz="18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p>
            <a:pPr>
              <a:spcBef>
                <a:spcPts val="0"/>
              </a:spcBef>
            </a:pPr>
            <a:r>
              <a:rPr lang="en-GB" sz="1800" dirty="0">
                <a:latin typeface="Calibri" panose="020F0502020204030204" pitchFamily="34" charset="0"/>
                <a:ea typeface="Calibri" panose="020F0502020204030204" pitchFamily="34" charset="0"/>
                <a:cs typeface="Calibri" panose="020F0502020204030204" pitchFamily="34" charset="0"/>
              </a:rPr>
              <a:t>The team leader should introduce the team to community leader/s and explain the purpose of the data collection; seek permission to continue and request community’s help to identify selected households’ </a:t>
            </a:r>
          </a:p>
          <a:p>
            <a:pPr>
              <a:spcBef>
                <a:spcPts val="0"/>
              </a:spcBef>
            </a:pPr>
            <a:endParaRPr lang="en-GB" sz="18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p>
            <a:pPr>
              <a:spcBef>
                <a:spcPts val="0"/>
              </a:spcBef>
            </a:pPr>
            <a:r>
              <a:rPr lang="en-GB" sz="18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Selecting the households</a:t>
            </a:r>
            <a:endParaRPr lang="en-US" sz="18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p>
            <a:pPr>
              <a:spcBef>
                <a:spcPts val="0"/>
              </a:spcBef>
            </a:pPr>
            <a:r>
              <a:rPr lang="en-GB" sz="1800" dirty="0">
                <a:latin typeface="Calibri" panose="020F0502020204030204" pitchFamily="34" charset="0"/>
                <a:cs typeface="Calibri" panose="020F0502020204030204" pitchFamily="34" charset="0"/>
              </a:rPr>
              <a:t>Select/find the first and subsequent household using provided list/phone numbers</a:t>
            </a:r>
          </a:p>
          <a:p>
            <a:pPr>
              <a:spcBef>
                <a:spcPts val="0"/>
              </a:spcBef>
            </a:pPr>
            <a:endParaRPr lang="en-GB" sz="1800" dirty="0">
              <a:latin typeface="Calibri" panose="020F0502020204030204" pitchFamily="34" charset="0"/>
              <a:cs typeface="Calibri" panose="020F0502020204030204" pitchFamily="34" charset="0"/>
            </a:endParaRPr>
          </a:p>
          <a:p>
            <a:pPr>
              <a:spcBef>
                <a:spcPts val="0"/>
              </a:spcBef>
            </a:pPr>
            <a:endParaRPr lang="en-GB" sz="1800" dirty="0">
              <a:latin typeface="Calibri" panose="020F0502020204030204" pitchFamily="34" charset="0"/>
              <a:cs typeface="Calibri" panose="020F0502020204030204" pitchFamily="34" charset="0"/>
            </a:endParaRPr>
          </a:p>
          <a:p>
            <a:pPr>
              <a:spcBef>
                <a:spcPts val="0"/>
              </a:spcBef>
              <a:buSzPct val="100000"/>
            </a:pPr>
            <a:r>
              <a:rPr lang="en-GB" sz="1800" b="1" dirty="0">
                <a:effectLst>
                  <a:outerShdw blurRad="38100" dist="38100" dir="2700000" algn="tl">
                    <a:srgbClr val="000000">
                      <a:alpha val="43137"/>
                    </a:srgbClr>
                  </a:outerShdw>
                </a:effectLst>
                <a:highlight>
                  <a:srgbClr val="00FFFF"/>
                </a:highlight>
                <a:latin typeface="Calibri" panose="020F0502020204030204" pitchFamily="34" charset="0"/>
                <a:cs typeface="Calibri" panose="020F0502020204030204" pitchFamily="34" charset="0"/>
              </a:rPr>
              <a:t>Food Security enumerators</a:t>
            </a:r>
            <a:r>
              <a:rPr lang="en-GB" sz="1800" dirty="0">
                <a:highlight>
                  <a:srgbClr val="00FFFF"/>
                </a:highlight>
                <a:latin typeface="Calibri" panose="020F0502020204030204" pitchFamily="34" charset="0"/>
                <a:cs typeface="Calibri" panose="020F0502020204030204" pitchFamily="34" charset="0"/>
              </a:rPr>
              <a:t> </a:t>
            </a:r>
            <a:r>
              <a:rPr lang="en-GB" sz="1800" dirty="0">
                <a:latin typeface="Calibri" panose="020F0502020204030204" pitchFamily="34" charset="0"/>
                <a:cs typeface="Calibri" panose="020F0502020204030204" pitchFamily="34" charset="0"/>
              </a:rPr>
              <a:t>&gt; Household questionnaire interview, notes taking/fill in data by using tablet</a:t>
            </a:r>
          </a:p>
          <a:p>
            <a:pPr>
              <a:spcBef>
                <a:spcPts val="0"/>
              </a:spcBef>
            </a:pPr>
            <a:r>
              <a:rPr lang="en-GB" sz="1800" dirty="0">
                <a:latin typeface="Calibri" panose="020F0502020204030204" pitchFamily="34" charset="0"/>
                <a:cs typeface="Calibri" panose="020F0502020204030204" pitchFamily="34" charset="0"/>
              </a:rPr>
              <a:t>FS enumerators to start in a sampled household. Complete all FS questions. Total number of HHQs should follow sample size allocation in each camp/community. </a:t>
            </a:r>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65423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9F92E0-A556-4317-9C89-8779112A5645}"/>
              </a:ext>
            </a:extLst>
          </p:cNvPr>
          <p:cNvSpPr>
            <a:spLocks noGrp="1"/>
          </p:cNvSpPr>
          <p:nvPr>
            <p:ph type="title"/>
          </p:nvPr>
        </p:nvSpPr>
        <p:spPr>
          <a:xfrm>
            <a:off x="484186" y="380144"/>
            <a:ext cx="7110414" cy="661472"/>
          </a:xfrm>
        </p:spPr>
        <p:txBody>
          <a:bodyPr/>
          <a:lstStyle/>
          <a:p>
            <a:r>
              <a:rPr lang="en-GB" sz="2800" b="1" dirty="0">
                <a:effectLst>
                  <a:outerShdw blurRad="38100" dist="38100" dir="2700000" algn="tl">
                    <a:srgbClr val="000000">
                      <a:alpha val="43137"/>
                    </a:srgbClr>
                  </a:outerShdw>
                </a:effectLst>
                <a:latin typeface="Verdana"/>
                <a:cs typeface="Verdana"/>
              </a:rPr>
              <a:t>TEAM</a:t>
            </a:r>
            <a:r>
              <a:rPr lang="en-US" sz="2800" b="1" dirty="0">
                <a:effectLst>
                  <a:outerShdw blurRad="38100" dist="38100" dir="2700000" algn="tl">
                    <a:srgbClr val="000000">
                      <a:alpha val="43137"/>
                    </a:srgbClr>
                  </a:outerShdw>
                </a:effectLst>
                <a:latin typeface="Verdana"/>
                <a:cs typeface="Verdana"/>
              </a:rPr>
              <a:t> </a:t>
            </a:r>
            <a:r>
              <a:rPr lang="en-US" sz="2800" dirty="0">
                <a:effectLst>
                  <a:outerShdw blurRad="38100" dist="38100" dir="2700000" algn="tl">
                    <a:srgbClr val="000000">
                      <a:alpha val="43137"/>
                    </a:srgbClr>
                  </a:outerShdw>
                </a:effectLst>
              </a:rPr>
              <a:t>Roles and Responsibilities</a:t>
            </a:r>
            <a:br>
              <a:rPr lang="en-GB" sz="2800" b="1" dirty="0">
                <a:effectLst>
                  <a:outerShdw blurRad="38100" dist="38100" dir="2700000" algn="tl">
                    <a:srgbClr val="000000">
                      <a:alpha val="43137"/>
                    </a:srgbClr>
                  </a:outerShdw>
                </a:effectLst>
                <a:latin typeface="Verdana"/>
                <a:cs typeface="Verdana"/>
              </a:rPr>
            </a:br>
            <a:endParaRPr lang="en-US" dirty="0"/>
          </a:p>
        </p:txBody>
      </p:sp>
      <p:sp>
        <p:nvSpPr>
          <p:cNvPr id="3" name="Rectangle 3">
            <a:extLst>
              <a:ext uri="{FF2B5EF4-FFF2-40B4-BE49-F238E27FC236}">
                <a16:creationId xmlns:a16="http://schemas.microsoft.com/office/drawing/2014/main" id="{95497686-0433-4FBD-99D5-4327C39DB164}"/>
              </a:ext>
            </a:extLst>
          </p:cNvPr>
          <p:cNvSpPr>
            <a:spLocks noGrp="1" noChangeArrowheads="1"/>
          </p:cNvSpPr>
          <p:nvPr>
            <p:ph sz="quarter" idx="1"/>
          </p:nvPr>
        </p:nvSpPr>
        <p:spPr>
          <a:xfrm>
            <a:off x="575353" y="1243173"/>
            <a:ext cx="8003568" cy="5342562"/>
          </a:xfrm>
        </p:spPr>
        <p:txBody>
          <a:bodyPr>
            <a:noAutofit/>
          </a:bodyPr>
          <a:lstStyle/>
          <a:p>
            <a:pPr indent="0" fontAlgn="base">
              <a:spcBef>
                <a:spcPts val="0"/>
              </a:spcBef>
              <a:buNone/>
            </a:pPr>
            <a:r>
              <a:rPr lang="en-US" sz="18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Respondent selection, Inclusion Criteria</a:t>
            </a:r>
          </a:p>
          <a:p>
            <a:pPr marL="457200" fontAlgn="base">
              <a:spcBef>
                <a:spcPts val="0"/>
              </a:spcBef>
            </a:pPr>
            <a:r>
              <a:rPr lang="en-US" sz="1800" dirty="0">
                <a:latin typeface="Calibri" panose="020F0502020204030204" pitchFamily="34" charset="0"/>
                <a:cs typeface="Calibri" panose="020F0502020204030204" pitchFamily="34" charset="0"/>
              </a:rPr>
              <a:t>All respondents that are &gt; 17 and have provided consent for their participation. INELIGIBLE IF THE AGE IS LESS THAN 18</a:t>
            </a:r>
          </a:p>
          <a:p>
            <a:pPr indent="0" fontAlgn="base">
              <a:spcBef>
                <a:spcPts val="0"/>
              </a:spcBef>
              <a:buNone/>
            </a:pPr>
            <a:r>
              <a:rPr lang="en-US" sz="18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Questionnaire </a:t>
            </a:r>
          </a:p>
          <a:p>
            <a:pPr marL="457200" fontAlgn="base">
              <a:spcBef>
                <a:spcPts val="0"/>
              </a:spcBef>
            </a:pPr>
            <a:r>
              <a:rPr lang="en-US" sz="1800" dirty="0">
                <a:latin typeface="Calibri" panose="020F0502020204030204" pitchFamily="34" charset="0"/>
                <a:cs typeface="Calibri" panose="020F0502020204030204" pitchFamily="34" charset="0"/>
              </a:rPr>
              <a:t>The data collectors will follow the household questionnaire guide. Get Respondent consent </a:t>
            </a:r>
          </a:p>
          <a:p>
            <a:pPr marL="0" indent="0" fontAlgn="base">
              <a:spcBef>
                <a:spcPts val="0"/>
              </a:spcBef>
              <a:buNone/>
            </a:pPr>
            <a:r>
              <a:rPr lang="en-US" sz="18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Remote Monitoring</a:t>
            </a:r>
          </a:p>
          <a:p>
            <a:pPr marL="457200" lvl="1" indent="0" fontAlgn="base">
              <a:spcBef>
                <a:spcPts val="0"/>
              </a:spcBef>
              <a:buNone/>
            </a:pPr>
            <a:r>
              <a:rPr lang="en-US" sz="1800" dirty="0">
                <a:latin typeface="Calibri" panose="020F0502020204030204" pitchFamily="34" charset="0"/>
                <a:cs typeface="Calibri" panose="020F0502020204030204" pitchFamily="34" charset="0"/>
              </a:rPr>
              <a:t>WFP will monitor the quality of data to ensure an ongoing adherence to the protocol throughout data collection </a:t>
            </a:r>
          </a:p>
          <a:p>
            <a:pPr marL="457200" lvl="1" indent="0">
              <a:spcBef>
                <a:spcPts val="0"/>
              </a:spcBef>
              <a:buNone/>
            </a:pPr>
            <a:r>
              <a:rPr lang="en-US" sz="1800" dirty="0">
                <a:latin typeface="Calibri" panose="020F0502020204030204" pitchFamily="34" charset="0"/>
                <a:cs typeface="Calibri" panose="020F0502020204030204" pitchFamily="34" charset="0"/>
              </a:rPr>
              <a:t>WFP will do regular data quality checks</a:t>
            </a:r>
          </a:p>
          <a:p>
            <a:pPr marL="0" indent="0" fontAlgn="base">
              <a:spcBef>
                <a:spcPts val="0"/>
              </a:spcBef>
              <a:buNone/>
            </a:pPr>
            <a:r>
              <a:rPr lang="en-US" sz="18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Data Protection</a:t>
            </a:r>
          </a:p>
          <a:p>
            <a:pPr marL="457200" lvl="1" indent="0">
              <a:spcBef>
                <a:spcPts val="0"/>
              </a:spcBef>
              <a:buNone/>
            </a:pPr>
            <a:r>
              <a:rPr lang="en-US" sz="1800" dirty="0">
                <a:latin typeface="Calibri" panose="020F0502020204030204" pitchFamily="34" charset="0"/>
                <a:cs typeface="Calibri" panose="020F0502020204030204" pitchFamily="34" charset="0"/>
              </a:rPr>
              <a:t>All the enumerators, team leads must comply with the WFP Guide to Personal Data Protection and Privacy to ensure that the data remains confidential, and no phone numbers and personal data are to be shared with unauthorized persons or entities. Upon termination of the contract, all data collected, and phone number recorded for WFP which is shared with enumerator must be deleted. </a:t>
            </a:r>
          </a:p>
          <a:p>
            <a:pPr marL="0" indent="0">
              <a:spcBef>
                <a:spcPts val="0"/>
              </a:spcBef>
              <a:buNone/>
            </a:pPr>
            <a:r>
              <a:rPr lang="en-US" sz="18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Data Management </a:t>
            </a:r>
          </a:p>
          <a:p>
            <a:pPr>
              <a:spcBef>
                <a:spcPts val="0"/>
              </a:spcBef>
            </a:pPr>
            <a:r>
              <a:rPr lang="en-US" sz="1800" dirty="0">
                <a:latin typeface="Calibri" panose="020F0502020204030204" pitchFamily="34" charset="0"/>
                <a:cs typeface="Calibri" panose="020F0502020204030204" pitchFamily="34" charset="0"/>
              </a:rPr>
              <a:t>	Data will be entered in the </a:t>
            </a:r>
            <a:r>
              <a:rPr lang="en-US" sz="1800" dirty="0" err="1">
                <a:latin typeface="Calibri" panose="020F0502020204030204" pitchFamily="34" charset="0"/>
                <a:cs typeface="Calibri" panose="020F0502020204030204" pitchFamily="34" charset="0"/>
              </a:rPr>
              <a:t>MoDA</a:t>
            </a:r>
            <a:r>
              <a:rPr lang="en-US" sz="1800" dirty="0">
                <a:latin typeface="Calibri" panose="020F0502020204030204" pitchFamily="34" charset="0"/>
                <a:cs typeface="Calibri" panose="020F0502020204030204" pitchFamily="34" charset="0"/>
              </a:rPr>
              <a:t> software by using tablet. </a:t>
            </a:r>
          </a:p>
        </p:txBody>
      </p:sp>
    </p:spTree>
    <p:extLst>
      <p:ext uri="{BB962C8B-B14F-4D97-AF65-F5344CB8AC3E}">
        <p14:creationId xmlns:p14="http://schemas.microsoft.com/office/powerpoint/2010/main" val="3855497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22041" y="87643"/>
            <a:ext cx="3643946" cy="784830"/>
          </a:xfrm>
          <a:prstGeom prst="rect">
            <a:avLst/>
          </a:prstGeom>
          <a:noFill/>
        </p:spPr>
        <p:txBody>
          <a:bodyPr wrap="none" lIns="91440" tIns="45720" rIns="91440" bIns="45720">
            <a:spAutoFit/>
          </a:bodyPr>
          <a:lstStyle/>
          <a:p>
            <a:pPr algn="ctr"/>
            <a:r>
              <a:rPr lang="en-US" sz="4500" b="1" dirty="0">
                <a:solidFill>
                  <a:schemeClr val="bg1"/>
                </a:solidFill>
                <a:effectLst>
                  <a:outerShdw blurRad="38100" dist="38100" dir="2700000" algn="tl">
                    <a:srgbClr val="000000">
                      <a:alpha val="43137"/>
                    </a:srgbClr>
                  </a:outerShdw>
                </a:effectLst>
                <a:latin typeface="Verdana"/>
                <a:cs typeface="Verdana"/>
              </a:rPr>
              <a:t>Discussion</a:t>
            </a:r>
          </a:p>
        </p:txBody>
      </p:sp>
      <p:sp>
        <p:nvSpPr>
          <p:cNvPr id="6" name="Rectangle 5"/>
          <p:cNvSpPr/>
          <p:nvPr/>
        </p:nvSpPr>
        <p:spPr>
          <a:xfrm>
            <a:off x="2405576" y="2991534"/>
            <a:ext cx="2773516" cy="646331"/>
          </a:xfrm>
          <a:prstGeom prst="rect">
            <a:avLst/>
          </a:prstGeom>
          <a:noFill/>
        </p:spPr>
        <p:txBody>
          <a:bodyPr wrap="none" lIns="91440" tIns="45720" rIns="91440" bIns="45720">
            <a:spAutoFit/>
          </a:bodyPr>
          <a:lstStyle/>
          <a:p>
            <a:pPr algn="ctr"/>
            <a:r>
              <a:rPr lang="en-US" sz="3600" b="1" dirty="0">
                <a:solidFill>
                  <a:schemeClr val="bg1"/>
                </a:solidFill>
                <a:effectLst>
                  <a:outerShdw blurRad="38100" dist="38100" dir="2700000" algn="tl">
                    <a:srgbClr val="000000">
                      <a:alpha val="43137"/>
                    </a:srgbClr>
                  </a:outerShdw>
                </a:effectLst>
                <a:latin typeface="Verdana"/>
                <a:cs typeface="Verdana"/>
              </a:rPr>
              <a:t>Questions</a:t>
            </a:r>
          </a:p>
        </p:txBody>
      </p:sp>
      <p:pic>
        <p:nvPicPr>
          <p:cNvPr id="4" name="Picture 2" descr="C:\Documents and Settings\kayenat\Local Settings\Temporary Internet Files\Content.IE5\YUFWF67T\MC900441498[1].png">
            <a:extLst>
              <a:ext uri="{FF2B5EF4-FFF2-40B4-BE49-F238E27FC236}">
                <a16:creationId xmlns:a16="http://schemas.microsoft.com/office/drawing/2014/main" id="{981D73B7-9325-46C2-8DF2-A502B86F51BC}"/>
              </a:ext>
            </a:extLst>
          </p:cNvPr>
          <p:cNvPicPr>
            <a:picLocks noChangeAspect="1" noChangeArrowheads="1"/>
          </p:cNvPicPr>
          <p:nvPr/>
        </p:nvPicPr>
        <p:blipFill>
          <a:blip r:embed="rId3" cstate="print"/>
          <a:srcRect/>
          <a:stretch>
            <a:fillRect/>
          </a:stretch>
        </p:blipFill>
        <p:spPr bwMode="auto">
          <a:xfrm>
            <a:off x="5029200" y="2362200"/>
            <a:ext cx="1905000" cy="1905000"/>
          </a:xfrm>
          <a:prstGeom prst="rect">
            <a:avLst/>
          </a:prstGeom>
          <a:noFill/>
          <a:ln w="9525">
            <a:noFill/>
            <a:miter lim="800000"/>
            <a:headEnd/>
            <a:tailEnd/>
          </a:ln>
        </p:spPr>
      </p:pic>
    </p:spTree>
    <p:extLst>
      <p:ext uri="{BB962C8B-B14F-4D97-AF65-F5344CB8AC3E}">
        <p14:creationId xmlns:p14="http://schemas.microsoft.com/office/powerpoint/2010/main" val="3965999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84185" y="176268"/>
            <a:ext cx="6930167" cy="821279"/>
          </a:xfrm>
        </p:spPr>
        <p:txBody>
          <a:bodyPr/>
          <a:lstStyle/>
          <a:p>
            <a:pPr lvl="0" defTabSz="914400">
              <a:lnSpc>
                <a:spcPct val="80000"/>
              </a:lnSpc>
              <a:spcBef>
                <a:spcPts val="2400"/>
              </a:spcBef>
              <a:spcAft>
                <a:spcPts val="2400"/>
              </a:spcAft>
              <a:buClr>
                <a:srgbClr val="0BD0D9"/>
              </a:buClr>
              <a:buSzPct val="95000"/>
              <a:defRPr/>
            </a:pPr>
            <a:r>
              <a:rPr lang="en-US" sz="2100" dirty="0">
                <a:effectLst>
                  <a:outerShdw blurRad="38100" dist="38100" dir="2700000" algn="tl">
                    <a:srgbClr val="000000">
                      <a:alpha val="43137"/>
                    </a:srgbClr>
                  </a:outerShdw>
                </a:effectLst>
              </a:rPr>
              <a:t>Sampling</a:t>
            </a:r>
            <a:endParaRPr lang="en-US" sz="2000" dirty="0">
              <a:effectLst>
                <a:outerShdw blurRad="38100" dist="38100" dir="2700000" algn="tl">
                  <a:srgbClr val="000000">
                    <a:alpha val="43137"/>
                  </a:srgbClr>
                </a:outerShdw>
              </a:effectLst>
            </a:endParaRPr>
          </a:p>
        </p:txBody>
      </p:sp>
      <p:pic>
        <p:nvPicPr>
          <p:cNvPr id="7" name="Picture 6" descr="Timeline&#10;&#10;Description automatically generated">
            <a:extLst>
              <a:ext uri="{FF2B5EF4-FFF2-40B4-BE49-F238E27FC236}">
                <a16:creationId xmlns:a16="http://schemas.microsoft.com/office/drawing/2014/main" id="{5010FF09-3F7A-0C63-E565-DB26D4BEE02E}"/>
              </a:ext>
            </a:extLst>
          </p:cNvPr>
          <p:cNvPicPr>
            <a:picLocks noChangeAspect="1"/>
          </p:cNvPicPr>
          <p:nvPr/>
        </p:nvPicPr>
        <p:blipFill>
          <a:blip r:embed="rId2"/>
          <a:stretch>
            <a:fillRect/>
          </a:stretch>
        </p:blipFill>
        <p:spPr>
          <a:xfrm>
            <a:off x="85354" y="1167252"/>
            <a:ext cx="6096528" cy="3429297"/>
          </a:xfrm>
          <a:prstGeom prst="rect">
            <a:avLst/>
          </a:prstGeom>
        </p:spPr>
      </p:pic>
      <p:pic>
        <p:nvPicPr>
          <p:cNvPr id="9" name="Picture 8" descr="Diagram&#10;&#10;Description automatically generated">
            <a:extLst>
              <a:ext uri="{FF2B5EF4-FFF2-40B4-BE49-F238E27FC236}">
                <a16:creationId xmlns:a16="http://schemas.microsoft.com/office/drawing/2014/main" id="{2841AE96-6352-7909-0A60-DD96A45E78D4}"/>
              </a:ext>
            </a:extLst>
          </p:cNvPr>
          <p:cNvPicPr>
            <a:picLocks noChangeAspect="1"/>
          </p:cNvPicPr>
          <p:nvPr/>
        </p:nvPicPr>
        <p:blipFill>
          <a:blip r:embed="rId3"/>
          <a:stretch>
            <a:fillRect/>
          </a:stretch>
        </p:blipFill>
        <p:spPr>
          <a:xfrm>
            <a:off x="3578567" y="3429000"/>
            <a:ext cx="5480079" cy="3429297"/>
          </a:xfrm>
          <a:prstGeom prst="rect">
            <a:avLst/>
          </a:prstGeom>
        </p:spPr>
      </p:pic>
      <p:sp>
        <p:nvSpPr>
          <p:cNvPr id="10" name="Rectangle 9">
            <a:extLst>
              <a:ext uri="{FF2B5EF4-FFF2-40B4-BE49-F238E27FC236}">
                <a16:creationId xmlns:a16="http://schemas.microsoft.com/office/drawing/2014/main" id="{E4038890-0284-5265-C886-B34B72D31E76}"/>
              </a:ext>
            </a:extLst>
          </p:cNvPr>
          <p:cNvSpPr/>
          <p:nvPr/>
        </p:nvSpPr>
        <p:spPr>
          <a:xfrm>
            <a:off x="3911600" y="5422900"/>
            <a:ext cx="1358900" cy="26784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1400</a:t>
            </a:r>
          </a:p>
        </p:txBody>
      </p:sp>
      <p:sp>
        <p:nvSpPr>
          <p:cNvPr id="11" name="Rectangle 10">
            <a:extLst>
              <a:ext uri="{FF2B5EF4-FFF2-40B4-BE49-F238E27FC236}">
                <a16:creationId xmlns:a16="http://schemas.microsoft.com/office/drawing/2014/main" id="{24814372-7ACC-48D7-9278-0BD9F6798E3B}"/>
              </a:ext>
            </a:extLst>
          </p:cNvPr>
          <p:cNvSpPr/>
          <p:nvPr/>
        </p:nvSpPr>
        <p:spPr>
          <a:xfrm>
            <a:off x="6534506" y="4634649"/>
            <a:ext cx="729894" cy="18500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t>700 HH</a:t>
            </a:r>
          </a:p>
        </p:txBody>
      </p:sp>
      <p:sp>
        <p:nvSpPr>
          <p:cNvPr id="12" name="Rectangle 11">
            <a:extLst>
              <a:ext uri="{FF2B5EF4-FFF2-40B4-BE49-F238E27FC236}">
                <a16:creationId xmlns:a16="http://schemas.microsoft.com/office/drawing/2014/main" id="{EA932A6C-664E-F06B-665B-33EDED45586B}"/>
              </a:ext>
            </a:extLst>
          </p:cNvPr>
          <p:cNvSpPr/>
          <p:nvPr/>
        </p:nvSpPr>
        <p:spPr>
          <a:xfrm>
            <a:off x="6566256" y="6285649"/>
            <a:ext cx="729894" cy="18500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t>700 HH</a:t>
            </a:r>
          </a:p>
        </p:txBody>
      </p:sp>
    </p:spTree>
    <p:extLst>
      <p:ext uri="{BB962C8B-B14F-4D97-AF65-F5344CB8AC3E}">
        <p14:creationId xmlns:p14="http://schemas.microsoft.com/office/powerpoint/2010/main" val="1539943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22041" y="87643"/>
            <a:ext cx="3643946" cy="784830"/>
          </a:xfrm>
          <a:prstGeom prst="rect">
            <a:avLst/>
          </a:prstGeom>
          <a:noFill/>
        </p:spPr>
        <p:txBody>
          <a:bodyPr wrap="non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Verdana"/>
                <a:ea typeface="+mn-ea"/>
                <a:cs typeface="Verdana"/>
              </a:rPr>
              <a:t>Discussion</a:t>
            </a:r>
          </a:p>
        </p:txBody>
      </p:sp>
      <p:sp>
        <p:nvSpPr>
          <p:cNvPr id="6" name="Rectangle 5"/>
          <p:cNvSpPr/>
          <p:nvPr/>
        </p:nvSpPr>
        <p:spPr>
          <a:xfrm>
            <a:off x="2405576" y="2991534"/>
            <a:ext cx="2773516" cy="646331"/>
          </a:xfrm>
          <a:prstGeom prst="rect">
            <a:avLst/>
          </a:prstGeom>
          <a:noFill/>
        </p:spPr>
        <p:txBody>
          <a:bodyPr wrap="non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Verdana"/>
                <a:ea typeface="+mn-ea"/>
                <a:cs typeface="Verdana"/>
              </a:rPr>
              <a:t>Questions</a:t>
            </a:r>
          </a:p>
        </p:txBody>
      </p:sp>
      <p:pic>
        <p:nvPicPr>
          <p:cNvPr id="4" name="Picture 2" descr="C:\Documents and Settings\kayenat\Local Settings\Temporary Internet Files\Content.IE5\YUFWF67T\MC900441498[1].png">
            <a:extLst>
              <a:ext uri="{FF2B5EF4-FFF2-40B4-BE49-F238E27FC236}">
                <a16:creationId xmlns:a16="http://schemas.microsoft.com/office/drawing/2014/main" id="{981D73B7-9325-46C2-8DF2-A502B86F51BC}"/>
              </a:ext>
            </a:extLst>
          </p:cNvPr>
          <p:cNvPicPr>
            <a:picLocks noChangeAspect="1" noChangeArrowheads="1"/>
          </p:cNvPicPr>
          <p:nvPr/>
        </p:nvPicPr>
        <p:blipFill>
          <a:blip r:embed="rId3" cstate="print"/>
          <a:srcRect/>
          <a:stretch>
            <a:fillRect/>
          </a:stretch>
        </p:blipFill>
        <p:spPr bwMode="auto">
          <a:xfrm>
            <a:off x="5029200" y="2362200"/>
            <a:ext cx="1905000" cy="1905000"/>
          </a:xfrm>
          <a:prstGeom prst="rect">
            <a:avLst/>
          </a:prstGeom>
          <a:noFill/>
          <a:ln w="9525">
            <a:noFill/>
            <a:miter lim="800000"/>
            <a:headEnd/>
            <a:tailEnd/>
          </a:ln>
        </p:spPr>
      </p:pic>
    </p:spTree>
    <p:extLst>
      <p:ext uri="{BB962C8B-B14F-4D97-AF65-F5344CB8AC3E}">
        <p14:creationId xmlns:p14="http://schemas.microsoft.com/office/powerpoint/2010/main" val="3692457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427038"/>
          </a:xfrm>
        </p:spPr>
        <p:txBody>
          <a:bodyPr>
            <a:noAutofit/>
          </a:bodyPr>
          <a:lstStyle/>
          <a:p>
            <a:r>
              <a:rPr lang="en-US" sz="4000" b="1" dirty="0"/>
              <a:t>DO</a:t>
            </a:r>
          </a:p>
        </p:txBody>
      </p:sp>
      <p:sp>
        <p:nvSpPr>
          <p:cNvPr id="3" name="Content Placeholder 2"/>
          <p:cNvSpPr>
            <a:spLocks noGrp="1"/>
          </p:cNvSpPr>
          <p:nvPr>
            <p:ph idx="1"/>
          </p:nvPr>
        </p:nvSpPr>
        <p:spPr/>
        <p:txBody>
          <a:bodyPr>
            <a:normAutofit fontScale="77500" lnSpcReduction="20000"/>
          </a:bodyPr>
          <a:lstStyle/>
          <a:p>
            <a:pPr lvl="0"/>
            <a:r>
              <a:rPr lang="en-US" dirty="0"/>
              <a:t>Introduce yourself and say goodbye politely.</a:t>
            </a:r>
          </a:p>
          <a:p>
            <a:pPr lvl="0"/>
            <a:r>
              <a:rPr lang="en-US" dirty="0"/>
              <a:t>Stay indivisibly with villagers. (e.g. sitting together on the same place)</a:t>
            </a:r>
          </a:p>
          <a:p>
            <a:pPr lvl="0"/>
            <a:r>
              <a:rPr lang="en-US" dirty="0"/>
              <a:t>Following local traditions and customs appropriately.</a:t>
            </a:r>
          </a:p>
          <a:p>
            <a:pPr lvl="0"/>
            <a:r>
              <a:rPr lang="en-US" dirty="0"/>
              <a:t>Keep polite and gentle manners when you are interviewing.</a:t>
            </a:r>
          </a:p>
          <a:p>
            <a:pPr lvl="0"/>
            <a:r>
              <a:rPr lang="en-US" dirty="0"/>
              <a:t>Explain patiently some complicated questions that villagers can not understand.</a:t>
            </a:r>
          </a:p>
          <a:p>
            <a:pPr lvl="0"/>
            <a:r>
              <a:rPr lang="en-US" dirty="0"/>
              <a:t>Ask question sharply.</a:t>
            </a:r>
          </a:p>
          <a:p>
            <a:pPr lvl="0"/>
            <a:r>
              <a:rPr lang="en-US" dirty="0"/>
              <a:t>If respondent answers unrelated facts, you should try to get him back right situation.</a:t>
            </a:r>
          </a:p>
          <a:p>
            <a:pPr lvl="0"/>
            <a:r>
              <a:rPr lang="en-US" dirty="0"/>
              <a:t>Fill the answer clearly in the questionnaire sheet.</a:t>
            </a:r>
          </a:p>
          <a:p>
            <a:pPr lvl="0"/>
            <a:r>
              <a:rPr lang="en-US" dirty="0"/>
              <a:t>Write your comments if you get confused answers.</a:t>
            </a:r>
          </a:p>
          <a:p>
            <a:endParaRPr lang="en-US" dirty="0"/>
          </a:p>
        </p:txBody>
      </p:sp>
      <p:sp>
        <p:nvSpPr>
          <p:cNvPr id="4" name="Title 1"/>
          <p:cNvSpPr txBox="1">
            <a:spLocks/>
          </p:cNvSpPr>
          <p:nvPr/>
        </p:nvSpPr>
        <p:spPr>
          <a:xfrm>
            <a:off x="609600" y="152400"/>
            <a:ext cx="8229600" cy="579438"/>
          </a:xfrm>
          <a:prstGeom prst="rect">
            <a:avLst/>
          </a:prstGeom>
        </p:spPr>
        <p:txBody>
          <a:bodyPr vert="horz" lIns="91440" tIns="45720" rIns="91440" bIns="45720" rtlCol="0" anchor="ctr">
            <a:normAutofit fontScale="8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Calibri"/>
                <a:ea typeface="+mj-ea"/>
                <a:cs typeface="+mj-cs"/>
              </a:rPr>
              <a:t>Enumerator </a:t>
            </a:r>
            <a:r>
              <a:rPr kumimoji="0" lang="en-US" sz="4400" b="0" i="0" u="none" strike="noStrike" kern="1200" cap="none" spc="0" normalizeH="0" baseline="0" noProof="0" dirty="0" err="1">
                <a:ln>
                  <a:noFill/>
                </a:ln>
                <a:solidFill>
                  <a:prstClr val="black"/>
                </a:solidFill>
                <a:effectLst/>
                <a:uLnTx/>
                <a:uFillTx/>
                <a:latin typeface="Calibri"/>
                <a:ea typeface="+mj-ea"/>
                <a:cs typeface="+mj-cs"/>
              </a:rPr>
              <a:t>Guideline_Do</a:t>
            </a:r>
            <a:r>
              <a:rPr kumimoji="0" lang="en-US" sz="4400" b="0" i="0" u="none" strike="noStrike" kern="1200" cap="none" spc="0" normalizeH="0" baseline="0" noProof="0" dirty="0">
                <a:ln>
                  <a:noFill/>
                </a:ln>
                <a:solidFill>
                  <a:prstClr val="black"/>
                </a:solidFill>
                <a:effectLst/>
                <a:uLnTx/>
                <a:uFillTx/>
                <a:latin typeface="Calibri"/>
                <a:ea typeface="+mj-ea"/>
                <a:cs typeface="+mj-cs"/>
              </a:rPr>
              <a:t> and Don’t</a:t>
            </a:r>
          </a:p>
        </p:txBody>
      </p:sp>
    </p:spTree>
    <p:extLst>
      <p:ext uri="{BB962C8B-B14F-4D97-AF65-F5344CB8AC3E}">
        <p14:creationId xmlns:p14="http://schemas.microsoft.com/office/powerpoint/2010/main" val="3919024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DON’T</a:t>
            </a:r>
          </a:p>
        </p:txBody>
      </p:sp>
      <p:sp>
        <p:nvSpPr>
          <p:cNvPr id="3" name="Content Placeholder 2"/>
          <p:cNvSpPr>
            <a:spLocks noGrp="1"/>
          </p:cNvSpPr>
          <p:nvPr>
            <p:ph idx="1"/>
          </p:nvPr>
        </p:nvSpPr>
        <p:spPr/>
        <p:txBody>
          <a:bodyPr>
            <a:normAutofit fontScale="85000" lnSpcReduction="10000"/>
          </a:bodyPr>
          <a:lstStyle/>
          <a:p>
            <a:pPr lvl="0"/>
            <a:r>
              <a:rPr lang="en-US" dirty="0"/>
              <a:t>wearing valuable things (e.g. </a:t>
            </a:r>
            <a:r>
              <a:rPr lang="en-GB" dirty="0"/>
              <a:t>Jewelleries, necklaces )</a:t>
            </a:r>
            <a:endParaRPr lang="en-US" dirty="0"/>
          </a:p>
          <a:p>
            <a:pPr lvl="0"/>
            <a:r>
              <a:rPr lang="en-GB" dirty="0"/>
              <a:t>Eating anything during the interview.</a:t>
            </a:r>
            <a:endParaRPr lang="en-US" dirty="0"/>
          </a:p>
          <a:p>
            <a:pPr lvl="0"/>
            <a:r>
              <a:rPr lang="en-GB" dirty="0"/>
              <a:t>Speaking expectation things for villagers.</a:t>
            </a:r>
            <a:endParaRPr lang="en-US" dirty="0"/>
          </a:p>
          <a:p>
            <a:pPr lvl="0"/>
            <a:r>
              <a:rPr lang="en-US" dirty="0"/>
              <a:t>Avoiding giving promise that villagers requested things. </a:t>
            </a:r>
          </a:p>
          <a:p>
            <a:pPr lvl="0"/>
            <a:r>
              <a:rPr lang="en-US" dirty="0"/>
              <a:t>Do not interrupt respondent when they are answering.</a:t>
            </a:r>
          </a:p>
          <a:p>
            <a:pPr lvl="0"/>
            <a:r>
              <a:rPr lang="en-US" dirty="0"/>
              <a:t>Do not ask leading questions.</a:t>
            </a:r>
          </a:p>
          <a:p>
            <a:pPr lvl="0"/>
            <a:r>
              <a:rPr lang="en-US" dirty="0"/>
              <a:t>Avoid answering by your opinion on the questionnaire sheet.</a:t>
            </a:r>
          </a:p>
          <a:p>
            <a:pPr lvl="0"/>
            <a:r>
              <a:rPr lang="en-US" dirty="0"/>
              <a:t> Do not accept things from villagers (e.g. food, gift)</a:t>
            </a:r>
          </a:p>
          <a:p>
            <a:endParaRPr lang="en-US" dirty="0"/>
          </a:p>
        </p:txBody>
      </p:sp>
    </p:spTree>
    <p:extLst>
      <p:ext uri="{BB962C8B-B14F-4D97-AF65-F5344CB8AC3E}">
        <p14:creationId xmlns:p14="http://schemas.microsoft.com/office/powerpoint/2010/main" val="3045381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Colleague</a:t>
            </a:r>
            <a:br>
              <a:rPr lang="en-US" dirty="0"/>
            </a:br>
            <a:endParaRPr lang="en-US" dirty="0"/>
          </a:p>
        </p:txBody>
      </p:sp>
      <p:sp>
        <p:nvSpPr>
          <p:cNvPr id="3" name="Content Placeholder 2"/>
          <p:cNvSpPr>
            <a:spLocks noGrp="1"/>
          </p:cNvSpPr>
          <p:nvPr>
            <p:ph idx="1"/>
          </p:nvPr>
        </p:nvSpPr>
        <p:spPr/>
        <p:txBody>
          <a:bodyPr/>
          <a:lstStyle/>
          <a:p>
            <a:pPr lvl="0"/>
            <a:r>
              <a:rPr lang="en-US" dirty="0"/>
              <a:t>Mutual Respect</a:t>
            </a:r>
          </a:p>
          <a:p>
            <a:pPr lvl="0"/>
            <a:r>
              <a:rPr lang="en-US" dirty="0"/>
              <a:t>Don’t argue in front of the community (can discuss later )</a:t>
            </a:r>
          </a:p>
          <a:p>
            <a:pPr lvl="0"/>
            <a:r>
              <a:rPr lang="en-US" dirty="0"/>
              <a:t>Listen to their ideas</a:t>
            </a:r>
          </a:p>
          <a:p>
            <a:endParaRPr lang="en-US" dirty="0"/>
          </a:p>
        </p:txBody>
      </p:sp>
    </p:spTree>
    <p:extLst>
      <p:ext uri="{BB962C8B-B14F-4D97-AF65-F5344CB8AC3E}">
        <p14:creationId xmlns:p14="http://schemas.microsoft.com/office/powerpoint/2010/main" val="3375152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5633E9B-540F-4213-A894-A725EAAA57B1}"/>
              </a:ext>
            </a:extLst>
          </p:cNvPr>
          <p:cNvSpPr txBox="1">
            <a:spLocks/>
          </p:cNvSpPr>
          <p:nvPr/>
        </p:nvSpPr>
        <p:spPr>
          <a:xfrm>
            <a:off x="217682" y="3743960"/>
            <a:ext cx="7310877" cy="685800"/>
          </a:xfrm>
          <a:prstGeom prst="rect">
            <a:avLst/>
          </a:prstGeom>
        </p:spPr>
        <p:txBody>
          <a:bodyPr/>
          <a:lstStyle>
            <a:lvl1pPr algn="ctr" defTabSz="914185" rtl="0" eaLnBrk="1" latinLnBrk="0" hangingPunct="1">
              <a:spcBef>
                <a:spcPct val="0"/>
              </a:spcBef>
              <a:buNone/>
              <a:defRPr sz="4400" kern="1200">
                <a:solidFill>
                  <a:schemeClr val="tx1"/>
                </a:solidFill>
                <a:latin typeface="+mj-lt"/>
                <a:ea typeface="+mj-ea"/>
                <a:cs typeface="+mj-cs"/>
              </a:defRPr>
            </a:lvl1pPr>
          </a:lstStyle>
          <a:p>
            <a:pPr algn="r"/>
            <a:r>
              <a:rPr lang="en-US" sz="4000" b="1" dirty="0">
                <a:solidFill>
                  <a:schemeClr val="bg1"/>
                </a:solidFill>
                <a:effectLst>
                  <a:outerShdw blurRad="38100" dist="38100" dir="2700000" algn="tl">
                    <a:srgbClr val="000000">
                      <a:alpha val="43137"/>
                    </a:srgbClr>
                  </a:outerShdw>
                </a:effectLst>
              </a:rPr>
              <a:t>Thank you</a:t>
            </a:r>
          </a:p>
          <a:p>
            <a:pPr algn="l"/>
            <a:endParaRPr lang="en-US" sz="4000" b="1" dirty="0">
              <a:solidFill>
                <a:schemeClr val="bg1"/>
              </a:solidFill>
              <a:effectLst>
                <a:outerShdw blurRad="38100" dist="38100" dir="2700000" algn="tl">
                  <a:srgbClr val="000000">
                    <a:alpha val="43137"/>
                  </a:srgbClr>
                </a:outerShdw>
              </a:effectLst>
            </a:endParaRPr>
          </a:p>
        </p:txBody>
      </p:sp>
      <p:pic>
        <p:nvPicPr>
          <p:cNvPr id="7" name="Picture 2" descr="C:\Users\Nicolas.Guillaud\Pictures\WFP Phil\Haika_Cash (112 of 249).jpg">
            <a:extLst>
              <a:ext uri="{FF2B5EF4-FFF2-40B4-BE49-F238E27FC236}">
                <a16:creationId xmlns:a16="http://schemas.microsoft.com/office/drawing/2014/main" id="{3B6D5955-DBD6-40B5-991E-B3A85F522CE0}"/>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012068" y="493636"/>
            <a:ext cx="2787015"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2554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80CC4-8999-E54E-9CC6-0B94A1955702}"/>
              </a:ext>
            </a:extLst>
          </p:cNvPr>
          <p:cNvSpPr>
            <a:spLocks noGrp="1"/>
          </p:cNvSpPr>
          <p:nvPr>
            <p:ph type="title"/>
          </p:nvPr>
        </p:nvSpPr>
        <p:spPr/>
        <p:txBody>
          <a:bodyPr/>
          <a:lstStyle/>
          <a:p>
            <a:r>
              <a:rPr lang="en-FR" dirty="0"/>
              <a:t>Before you start the interview… </a:t>
            </a:r>
          </a:p>
        </p:txBody>
      </p:sp>
      <p:sp>
        <p:nvSpPr>
          <p:cNvPr id="3" name="Content Placeholder 2">
            <a:extLst>
              <a:ext uri="{FF2B5EF4-FFF2-40B4-BE49-F238E27FC236}">
                <a16:creationId xmlns:a16="http://schemas.microsoft.com/office/drawing/2014/main" id="{B3985A87-2949-F04D-843F-7E80EE77FB4E}"/>
              </a:ext>
            </a:extLst>
          </p:cNvPr>
          <p:cNvSpPr>
            <a:spLocks noGrp="1"/>
          </p:cNvSpPr>
          <p:nvPr>
            <p:ph idx="1"/>
          </p:nvPr>
        </p:nvSpPr>
        <p:spPr/>
        <p:txBody>
          <a:bodyPr>
            <a:normAutofit/>
          </a:bodyPr>
          <a:lstStyle/>
          <a:p>
            <a:pPr marL="0" indent="0">
              <a:buNone/>
            </a:pPr>
            <a:r>
              <a:rPr lang="en-FR" dirty="0"/>
              <a:t>During the interviews, you will need:</a:t>
            </a:r>
          </a:p>
          <a:p>
            <a:pPr marL="1028700" lvl="3" indent="0">
              <a:lnSpc>
                <a:spcPct val="150000"/>
              </a:lnSpc>
              <a:buNone/>
            </a:pPr>
            <a:r>
              <a:rPr lang="en-FR" sz="2100" dirty="0">
                <a:solidFill>
                  <a:srgbClr val="70AD47"/>
                </a:solidFill>
              </a:rPr>
              <a:t>Phone / </a:t>
            </a:r>
            <a:r>
              <a:rPr lang="en-US" sz="2100" dirty="0">
                <a:solidFill>
                  <a:srgbClr val="70AD47"/>
                </a:solidFill>
              </a:rPr>
              <a:t>tablet</a:t>
            </a:r>
            <a:endParaRPr lang="en-FR" sz="2100" dirty="0">
              <a:solidFill>
                <a:srgbClr val="70AD47"/>
              </a:solidFill>
            </a:endParaRPr>
          </a:p>
          <a:p>
            <a:pPr marL="1028700" lvl="3" indent="0">
              <a:lnSpc>
                <a:spcPct val="150000"/>
              </a:lnSpc>
              <a:buNone/>
            </a:pPr>
            <a:r>
              <a:rPr lang="en-FR" sz="2100" dirty="0"/>
              <a:t>Pen</a:t>
            </a:r>
          </a:p>
          <a:p>
            <a:pPr marL="1028700" lvl="3" indent="0">
              <a:lnSpc>
                <a:spcPct val="150000"/>
              </a:lnSpc>
              <a:buNone/>
            </a:pPr>
            <a:r>
              <a:rPr lang="en-FR" sz="2100" dirty="0"/>
              <a:t>Blank paper</a:t>
            </a:r>
            <a:r>
              <a:rPr lang="en-US" sz="2100" dirty="0"/>
              <a:t>/notes book</a:t>
            </a:r>
            <a:r>
              <a:rPr lang="en-FR" sz="2100" dirty="0"/>
              <a:t> [for notes] </a:t>
            </a:r>
          </a:p>
          <a:p>
            <a:pPr marL="1028700" lvl="3" indent="0">
              <a:lnSpc>
                <a:spcPct val="150000"/>
              </a:lnSpc>
              <a:buNone/>
            </a:pPr>
            <a:r>
              <a:rPr lang="en-FR" sz="2100" dirty="0">
                <a:solidFill>
                  <a:srgbClr val="70AD47"/>
                </a:solidFill>
              </a:rPr>
              <a:t>Enumerator reference sheet</a:t>
            </a:r>
          </a:p>
          <a:p>
            <a:pPr marL="0" indent="0">
              <a:buNone/>
            </a:pPr>
            <a:r>
              <a:rPr lang="en-US" sz="1700" i="1" dirty="0">
                <a:solidFill>
                  <a:schemeClr val="accent6"/>
                </a:solidFill>
              </a:rPr>
              <a:t>	</a:t>
            </a:r>
          </a:p>
          <a:p>
            <a:pPr marL="0" indent="0">
              <a:buNone/>
            </a:pPr>
            <a:r>
              <a:rPr lang="en-US" sz="1700" i="1" dirty="0">
                <a:solidFill>
                  <a:schemeClr val="accent6"/>
                </a:solidFill>
              </a:rPr>
              <a:t>	</a:t>
            </a:r>
            <a:r>
              <a:rPr lang="en-FR" sz="1700" i="1" dirty="0"/>
              <a:t>Make sure that you are in a quiet space during the </a:t>
            </a:r>
            <a:r>
              <a:rPr lang="en-US" sz="1700" i="1" dirty="0"/>
              <a:t>interview</a:t>
            </a:r>
            <a:r>
              <a:rPr lang="en-FR" sz="1700" i="1" dirty="0"/>
              <a:t>.</a:t>
            </a:r>
            <a:r>
              <a:rPr lang="en-FR" sz="1700" i="1" dirty="0">
                <a:solidFill>
                  <a:schemeClr val="accent6"/>
                </a:solidFill>
              </a:rPr>
              <a:t> </a:t>
            </a:r>
          </a:p>
        </p:txBody>
      </p:sp>
      <p:pic>
        <p:nvPicPr>
          <p:cNvPr id="5" name="Graphic 4" descr="Smart Phone with solid fill">
            <a:extLst>
              <a:ext uri="{FF2B5EF4-FFF2-40B4-BE49-F238E27FC236}">
                <a16:creationId xmlns:a16="http://schemas.microsoft.com/office/drawing/2014/main" id="{B4888D9F-B0FC-EF4B-BC6F-DED33916CB20}"/>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7995" y="2285583"/>
            <a:ext cx="454343" cy="454343"/>
          </a:xfrm>
          <a:prstGeom prst="rect">
            <a:avLst/>
          </a:prstGeom>
        </p:spPr>
      </p:pic>
      <p:pic>
        <p:nvPicPr>
          <p:cNvPr id="11" name="Graphic 10" descr="Pen with solid fill">
            <a:extLst>
              <a:ext uri="{FF2B5EF4-FFF2-40B4-BE49-F238E27FC236}">
                <a16:creationId xmlns:a16="http://schemas.microsoft.com/office/drawing/2014/main" id="{760D262C-7B0B-134F-B431-4FCFBB626B0D}"/>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7995" y="2828329"/>
            <a:ext cx="454343" cy="454343"/>
          </a:xfrm>
          <a:prstGeom prst="rect">
            <a:avLst/>
          </a:prstGeom>
        </p:spPr>
      </p:pic>
      <p:pic>
        <p:nvPicPr>
          <p:cNvPr id="13" name="Graphic 12" descr="Paper outline">
            <a:extLst>
              <a:ext uri="{FF2B5EF4-FFF2-40B4-BE49-F238E27FC236}">
                <a16:creationId xmlns:a16="http://schemas.microsoft.com/office/drawing/2014/main" id="{CF7BEB36-D2F3-6340-A3CB-7FB08BB86C46}"/>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07995" y="3371075"/>
            <a:ext cx="454343" cy="454343"/>
          </a:xfrm>
          <a:prstGeom prst="rect">
            <a:avLst/>
          </a:prstGeom>
        </p:spPr>
      </p:pic>
      <p:pic>
        <p:nvPicPr>
          <p:cNvPr id="15" name="Graphic 14" descr="Document with solid fill">
            <a:extLst>
              <a:ext uri="{FF2B5EF4-FFF2-40B4-BE49-F238E27FC236}">
                <a16:creationId xmlns:a16="http://schemas.microsoft.com/office/drawing/2014/main" id="{5B8D6342-75A2-3042-AA3C-69C6E2AB55BA}"/>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07995" y="3863181"/>
            <a:ext cx="454343" cy="454343"/>
          </a:xfrm>
          <a:prstGeom prst="rect">
            <a:avLst/>
          </a:prstGeom>
        </p:spPr>
      </p:pic>
    </p:spTree>
    <p:extLst>
      <p:ext uri="{BB962C8B-B14F-4D97-AF65-F5344CB8AC3E}">
        <p14:creationId xmlns:p14="http://schemas.microsoft.com/office/powerpoint/2010/main" val="220798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568FF-B717-45C1-9F28-1AEA539193D3}"/>
              </a:ext>
            </a:extLst>
          </p:cNvPr>
          <p:cNvSpPr>
            <a:spLocks noGrp="1"/>
          </p:cNvSpPr>
          <p:nvPr>
            <p:ph type="title"/>
          </p:nvPr>
        </p:nvSpPr>
        <p:spPr>
          <a:xfrm>
            <a:off x="147386" y="303051"/>
            <a:ext cx="7886700" cy="1355528"/>
          </a:xfrm>
        </p:spPr>
        <p:txBody>
          <a:bodyPr>
            <a:normAutofit fontScale="90000"/>
          </a:bodyPr>
          <a:lstStyle/>
          <a:p>
            <a:br>
              <a:rPr lang="en-GB" dirty="0"/>
            </a:br>
            <a:r>
              <a:rPr lang="en-GB" dirty="0"/>
              <a:t>General principles of the questionnaire</a:t>
            </a:r>
            <a:endParaRPr lang="en-GB" sz="2250" i="1" dirty="0"/>
          </a:p>
        </p:txBody>
      </p:sp>
      <p:sp>
        <p:nvSpPr>
          <p:cNvPr id="3" name="Content Placeholder 2">
            <a:extLst>
              <a:ext uri="{FF2B5EF4-FFF2-40B4-BE49-F238E27FC236}">
                <a16:creationId xmlns:a16="http://schemas.microsoft.com/office/drawing/2014/main" id="{812D2295-38B4-43E3-BA23-24262B050D97}"/>
              </a:ext>
            </a:extLst>
          </p:cNvPr>
          <p:cNvSpPr>
            <a:spLocks noGrp="1"/>
          </p:cNvSpPr>
          <p:nvPr>
            <p:ph idx="1"/>
          </p:nvPr>
        </p:nvSpPr>
        <p:spPr>
          <a:xfrm>
            <a:off x="628650" y="2226469"/>
            <a:ext cx="7886700" cy="3263504"/>
          </a:xfrm>
        </p:spPr>
        <p:txBody>
          <a:bodyPr>
            <a:normAutofit/>
          </a:bodyPr>
          <a:lstStyle/>
          <a:p>
            <a:pPr>
              <a:buFont typeface="Wingdings" pitchFamily="2" charset="2"/>
              <a:buChar char="§"/>
            </a:pPr>
            <a:r>
              <a:rPr lang="en-GB" sz="1950" dirty="0"/>
              <a:t>Read out the questions </a:t>
            </a:r>
            <a:r>
              <a:rPr lang="en-GB" sz="1950" u="sng" dirty="0"/>
              <a:t>as written</a:t>
            </a:r>
            <a:r>
              <a:rPr lang="en-GB" sz="1950" dirty="0"/>
              <a:t>.</a:t>
            </a:r>
          </a:p>
          <a:p>
            <a:pPr>
              <a:buFont typeface="Wingdings" pitchFamily="2" charset="2"/>
              <a:buChar char="§"/>
            </a:pPr>
            <a:r>
              <a:rPr lang="en-GB" sz="1950" dirty="0"/>
              <a:t>Items in </a:t>
            </a:r>
            <a:r>
              <a:rPr lang="en-GB" sz="1950" dirty="0">
                <a:solidFill>
                  <a:schemeClr val="bg1">
                    <a:lumMod val="50000"/>
                  </a:schemeClr>
                </a:solidFill>
              </a:rPr>
              <a:t>[brackets] </a:t>
            </a:r>
            <a:r>
              <a:rPr lang="en-GB" sz="1950" dirty="0"/>
              <a:t>are there to provide further clarifications. Depending on previous responses and/or need for clarifications, you may read them out loud or ignore them. </a:t>
            </a:r>
          </a:p>
          <a:p>
            <a:pPr>
              <a:buFont typeface="Wingdings" pitchFamily="2" charset="2"/>
              <a:buChar char="§"/>
            </a:pPr>
            <a:r>
              <a:rPr lang="en-GB" sz="1950" dirty="0"/>
              <a:t>Refer to the </a:t>
            </a:r>
            <a:r>
              <a:rPr lang="en-GB" sz="1950" b="1" i="1" dirty="0"/>
              <a:t>entire of household </a:t>
            </a:r>
            <a:r>
              <a:rPr lang="en-GB" sz="1950" dirty="0"/>
              <a:t>unless otherwise indicated.</a:t>
            </a:r>
          </a:p>
          <a:p>
            <a:pPr>
              <a:buFont typeface="Wingdings" pitchFamily="2" charset="2"/>
              <a:buChar char="§"/>
            </a:pPr>
            <a:r>
              <a:rPr lang="en-GB" sz="1950" dirty="0"/>
              <a:t>Pay attention to the </a:t>
            </a:r>
            <a:r>
              <a:rPr lang="en-GB" sz="1950" b="1" i="1" dirty="0"/>
              <a:t>reference period</a:t>
            </a:r>
            <a:r>
              <a:rPr lang="en-GB" sz="1950" i="1" dirty="0"/>
              <a:t> </a:t>
            </a:r>
            <a:r>
              <a:rPr lang="en-GB" sz="1950" dirty="0"/>
              <a:t>of each question!</a:t>
            </a:r>
          </a:p>
          <a:p>
            <a:pPr>
              <a:buFont typeface="Wingdings" pitchFamily="2" charset="2"/>
              <a:buChar char="§"/>
            </a:pPr>
            <a:endParaRPr lang="en-GB" sz="1950" b="1" dirty="0"/>
          </a:p>
        </p:txBody>
      </p:sp>
    </p:spTree>
    <p:extLst>
      <p:ext uri="{BB962C8B-B14F-4D97-AF65-F5344CB8AC3E}">
        <p14:creationId xmlns:p14="http://schemas.microsoft.com/office/powerpoint/2010/main" val="3236727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2D2295-38B4-43E3-BA23-24262B050D97}"/>
              </a:ext>
            </a:extLst>
          </p:cNvPr>
          <p:cNvSpPr>
            <a:spLocks noGrp="1"/>
          </p:cNvSpPr>
          <p:nvPr>
            <p:ph idx="1"/>
          </p:nvPr>
        </p:nvSpPr>
        <p:spPr>
          <a:xfrm>
            <a:off x="628650" y="2112169"/>
            <a:ext cx="7886700" cy="3263504"/>
          </a:xfrm>
        </p:spPr>
        <p:txBody>
          <a:bodyPr>
            <a:noAutofit/>
          </a:bodyPr>
          <a:lstStyle/>
          <a:p>
            <a:pPr>
              <a:buFont typeface="Wingdings" pitchFamily="2" charset="2"/>
              <a:buChar char="§"/>
            </a:pPr>
            <a:endParaRPr lang="en-GB" sz="2000" dirty="0"/>
          </a:p>
          <a:p>
            <a:pPr>
              <a:buFont typeface="Wingdings" pitchFamily="2" charset="2"/>
              <a:buChar char="§"/>
            </a:pPr>
            <a:r>
              <a:rPr lang="en-GB" sz="2000" dirty="0"/>
              <a:t>Lists of answer options are </a:t>
            </a:r>
            <a:r>
              <a:rPr lang="en-GB" sz="2000" i="1" dirty="0"/>
              <a:t>exhaustive</a:t>
            </a:r>
            <a:r>
              <a:rPr lang="en-GB" sz="2000" b="1" dirty="0"/>
              <a:t> </a:t>
            </a:r>
            <a:r>
              <a:rPr lang="en-GB" sz="2000" dirty="0"/>
              <a:t>and</a:t>
            </a:r>
            <a:r>
              <a:rPr lang="en-GB" sz="2000" b="1" dirty="0"/>
              <a:t> </a:t>
            </a:r>
            <a:r>
              <a:rPr lang="en-GB" sz="2000" i="1" dirty="0"/>
              <a:t>mutually exclusive </a:t>
            </a:r>
            <a:r>
              <a:rPr lang="en-GB" sz="2000" dirty="0"/>
              <a:t>for core questions. </a:t>
            </a:r>
          </a:p>
          <a:p>
            <a:pPr lvl="1">
              <a:buFont typeface="Wingdings" pitchFamily="2" charset="2"/>
              <a:buChar char="§"/>
            </a:pPr>
            <a:r>
              <a:rPr lang="en-GB" sz="2000" dirty="0"/>
              <a:t>That means that all possible answers provided by a respondent should have one and only one category.</a:t>
            </a:r>
          </a:p>
          <a:p>
            <a:pPr lvl="1">
              <a:buFont typeface="Wingdings" pitchFamily="2" charset="2"/>
              <a:buChar char="§"/>
            </a:pPr>
            <a:r>
              <a:rPr lang="en-GB" sz="2000" dirty="0"/>
              <a:t>The “Other” option should rarely be used.</a:t>
            </a:r>
          </a:p>
          <a:p>
            <a:pPr>
              <a:buFont typeface="Wingdings" pitchFamily="2" charset="2"/>
              <a:buChar char="§"/>
            </a:pPr>
            <a:r>
              <a:rPr lang="en-GB" sz="2000" dirty="0"/>
              <a:t>Lists of answer option are mostly for your use only; except if otherwise indicated in the instructions. Let respondents answer spontaneously and choose the category that best fits their response. If you have any doubts on an answer provided, </a:t>
            </a:r>
            <a:r>
              <a:rPr lang="en-GB" sz="2000" u="sng" dirty="0"/>
              <a:t>probe</a:t>
            </a:r>
            <a:r>
              <a:rPr lang="en-GB" sz="2000" dirty="0"/>
              <a:t>.</a:t>
            </a:r>
          </a:p>
        </p:txBody>
      </p:sp>
      <p:sp>
        <p:nvSpPr>
          <p:cNvPr id="6" name="Title 1">
            <a:extLst>
              <a:ext uri="{FF2B5EF4-FFF2-40B4-BE49-F238E27FC236}">
                <a16:creationId xmlns:a16="http://schemas.microsoft.com/office/drawing/2014/main" id="{E6DA0DC3-6DAD-BB42-942F-D2AC874D5773}"/>
              </a:ext>
            </a:extLst>
          </p:cNvPr>
          <p:cNvSpPr>
            <a:spLocks noGrp="1"/>
          </p:cNvSpPr>
          <p:nvPr>
            <p:ph type="title"/>
          </p:nvPr>
        </p:nvSpPr>
        <p:spPr>
          <a:xfrm>
            <a:off x="465020" y="331926"/>
            <a:ext cx="7886700" cy="1355528"/>
          </a:xfrm>
        </p:spPr>
        <p:txBody>
          <a:bodyPr>
            <a:normAutofit fontScale="90000"/>
          </a:bodyPr>
          <a:lstStyle/>
          <a:p>
            <a:br>
              <a:rPr lang="en-GB" dirty="0"/>
            </a:br>
            <a:r>
              <a:rPr lang="en-GB" dirty="0"/>
              <a:t>General principles of the questionnaire</a:t>
            </a:r>
            <a:endParaRPr lang="en-GB" sz="2250" i="1" dirty="0"/>
          </a:p>
        </p:txBody>
      </p:sp>
    </p:spTree>
    <p:extLst>
      <p:ext uri="{BB962C8B-B14F-4D97-AF65-F5344CB8AC3E}">
        <p14:creationId xmlns:p14="http://schemas.microsoft.com/office/powerpoint/2010/main" val="951029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4E4934-6541-3143-A5F7-74C070843250}"/>
              </a:ext>
            </a:extLst>
          </p:cNvPr>
          <p:cNvSpPr txBox="1"/>
          <p:nvPr/>
        </p:nvSpPr>
        <p:spPr>
          <a:xfrm>
            <a:off x="443400" y="2801370"/>
            <a:ext cx="8257199" cy="2585323"/>
          </a:xfrm>
          <a:prstGeom prst="rect">
            <a:avLst/>
          </a:prstGeom>
          <a:noFill/>
        </p:spPr>
        <p:txBody>
          <a:bodyPr wrap="square" rtlCol="0">
            <a:spAutoFit/>
          </a:bodyPr>
          <a:lstStyle/>
          <a:p>
            <a:pPr algn="l"/>
            <a:endParaRPr lang="en-US" sz="1650" dirty="0"/>
          </a:p>
          <a:p>
            <a:r>
              <a:rPr lang="en-US" sz="1650" i="1" dirty="0"/>
              <a:t>To address this:</a:t>
            </a:r>
          </a:p>
          <a:p>
            <a:pPr marL="257175" indent="-257175">
              <a:buFont typeface="Arial" panose="020B0604020202020204" pitchFamily="34" charset="0"/>
              <a:buChar char="•"/>
            </a:pPr>
            <a:r>
              <a:rPr lang="en-US" sz="1650" dirty="0"/>
              <a:t>Read the full question to the respondent </a:t>
            </a:r>
          </a:p>
          <a:p>
            <a:pPr marL="257175" indent="-257175">
              <a:buFont typeface="Arial" panose="020B0604020202020204" pitchFamily="34" charset="0"/>
              <a:buChar char="•"/>
            </a:pPr>
            <a:r>
              <a:rPr lang="en-US" sz="1650" dirty="0"/>
              <a:t>Listen carefully to the respondent’s response. If they are struggling to answer or describe their answer, give them time … Do NOT offer an answer choice .</a:t>
            </a:r>
          </a:p>
          <a:p>
            <a:pPr marL="257175" indent="-257175">
              <a:buFont typeface="Arial" panose="020B0604020202020204" pitchFamily="34" charset="0"/>
              <a:buChar char="•"/>
            </a:pPr>
            <a:r>
              <a:rPr lang="en-US" sz="1650" dirty="0"/>
              <a:t>Select the answer category that best aligns to the response given by the respondent.</a:t>
            </a:r>
          </a:p>
          <a:p>
            <a:pPr marL="600075" lvl="1" indent="-257175">
              <a:buFont typeface="Arial" panose="020B0604020202020204" pitchFamily="34" charset="0"/>
              <a:buChar char="•"/>
            </a:pPr>
            <a:r>
              <a:rPr lang="en-US" sz="1575" dirty="0"/>
              <a:t>Only choose “Other” if you cannot align their answer with one of the choices available. This should happen </a:t>
            </a:r>
            <a:r>
              <a:rPr lang="en-US" sz="1575" u="sng" dirty="0"/>
              <a:t>rarely</a:t>
            </a:r>
            <a:r>
              <a:rPr lang="en-US" sz="1575" dirty="0"/>
              <a:t>. Check with your supervisor if you find that it happens often.</a:t>
            </a:r>
          </a:p>
          <a:p>
            <a:pPr marL="600075" lvl="1" indent="-257175">
              <a:buFont typeface="Arial" panose="020B0604020202020204" pitchFamily="34" charset="0"/>
              <a:buChar char="•"/>
            </a:pPr>
            <a:r>
              <a:rPr lang="en-US" sz="1575" dirty="0"/>
              <a:t>Do not select “Don’t know” unless the respondent is unable to respond </a:t>
            </a:r>
            <a:r>
              <a:rPr lang="en-US" sz="1575" i="1" dirty="0"/>
              <a:t>after probing.</a:t>
            </a:r>
          </a:p>
          <a:p>
            <a:pPr marL="600075" lvl="1" indent="-257175">
              <a:buFont typeface="Arial" panose="020B0604020202020204" pitchFamily="34" charset="0"/>
              <a:buChar char="•"/>
            </a:pPr>
            <a:r>
              <a:rPr lang="en-US" sz="1575" dirty="0"/>
              <a:t>Do not select “Refused” unless the respondent specifically refuses to answer the question.</a:t>
            </a:r>
          </a:p>
        </p:txBody>
      </p:sp>
      <p:sp>
        <p:nvSpPr>
          <p:cNvPr id="9" name="TextBox 8">
            <a:extLst>
              <a:ext uri="{FF2B5EF4-FFF2-40B4-BE49-F238E27FC236}">
                <a16:creationId xmlns:a16="http://schemas.microsoft.com/office/drawing/2014/main" id="{94FBB495-E006-41CF-A1B6-94E366945E17}"/>
              </a:ext>
            </a:extLst>
          </p:cNvPr>
          <p:cNvSpPr txBox="1"/>
          <p:nvPr/>
        </p:nvSpPr>
        <p:spPr>
          <a:xfrm>
            <a:off x="443399" y="2097248"/>
            <a:ext cx="8257199" cy="969496"/>
          </a:xfrm>
          <a:prstGeom prst="rect">
            <a:avLst/>
          </a:prstGeom>
          <a:solidFill>
            <a:schemeClr val="bg1"/>
          </a:solidFill>
          <a:ln w="25400">
            <a:solidFill>
              <a:schemeClr val="accent2">
                <a:lumMod val="75000"/>
              </a:schemeClr>
            </a:solidFill>
            <a:prstDash val="sysDot"/>
          </a:ln>
        </p:spPr>
        <p:txBody>
          <a:bodyPr wrap="square" rtlCol="0" anchor="ctr">
            <a:spAutoFit/>
          </a:bodyPr>
          <a:lstStyle/>
          <a:p>
            <a:pPr algn="ctr"/>
            <a:endParaRPr lang="en-US" sz="750" dirty="0">
              <a:solidFill>
                <a:schemeClr val="accent1"/>
              </a:solidFill>
            </a:endParaRPr>
          </a:p>
          <a:p>
            <a:pPr algn="ctr"/>
            <a:r>
              <a:rPr lang="en-US" dirty="0"/>
              <a:t>FOCUS ON COLLECTING AS MUCH DETAIL AS POSSIBLE, DON’T JUST SETTLE FOR THE FIRST ANSWER A RESPONDENT GIVES, ASK FOR MORE!</a:t>
            </a:r>
            <a:endParaRPr lang="en-US" sz="1350" dirty="0"/>
          </a:p>
          <a:p>
            <a:pPr algn="ctr"/>
            <a:endParaRPr lang="en-US" sz="1350" dirty="0"/>
          </a:p>
        </p:txBody>
      </p:sp>
      <p:sp>
        <p:nvSpPr>
          <p:cNvPr id="8" name="Title 1">
            <a:extLst>
              <a:ext uri="{FF2B5EF4-FFF2-40B4-BE49-F238E27FC236}">
                <a16:creationId xmlns:a16="http://schemas.microsoft.com/office/drawing/2014/main" id="{E0F5067A-3A29-A342-8C49-E1F40892D54F}"/>
              </a:ext>
            </a:extLst>
          </p:cNvPr>
          <p:cNvSpPr txBox="1">
            <a:spLocks/>
          </p:cNvSpPr>
          <p:nvPr/>
        </p:nvSpPr>
        <p:spPr>
          <a:xfrm>
            <a:off x="813898" y="642425"/>
            <a:ext cx="7886700" cy="1355528"/>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000" kern="1200">
                <a:solidFill>
                  <a:srgbClr val="A41F35"/>
                </a:solidFill>
                <a:latin typeface="+mj-lt"/>
                <a:ea typeface="+mj-ea"/>
                <a:cs typeface="+mj-cs"/>
              </a:defRPr>
            </a:lvl1pPr>
          </a:lstStyle>
          <a:p>
            <a:pPr algn="ctr"/>
            <a:br>
              <a:rPr lang="en-GB" sz="3000" dirty="0"/>
            </a:br>
            <a:r>
              <a:rPr lang="en-GB" sz="3000" dirty="0"/>
              <a:t>General principles of the questionnaire</a:t>
            </a:r>
            <a:endParaRPr lang="en-GB" sz="2250" i="1" dirty="0">
              <a:solidFill>
                <a:schemeClr val="tx1"/>
              </a:solidFill>
            </a:endParaRPr>
          </a:p>
        </p:txBody>
      </p:sp>
    </p:spTree>
    <p:extLst>
      <p:ext uri="{BB962C8B-B14F-4D97-AF65-F5344CB8AC3E}">
        <p14:creationId xmlns:p14="http://schemas.microsoft.com/office/powerpoint/2010/main" val="3321012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59111D-3B65-45EF-8F5A-F4AE5B8C1C0E}"/>
              </a:ext>
            </a:extLst>
          </p:cNvPr>
          <p:cNvSpPr>
            <a:spLocks noGrp="1"/>
          </p:cNvSpPr>
          <p:nvPr>
            <p:ph type="title"/>
          </p:nvPr>
        </p:nvSpPr>
        <p:spPr>
          <a:xfrm>
            <a:off x="628650" y="870942"/>
            <a:ext cx="7886700" cy="994172"/>
          </a:xfrm>
        </p:spPr>
        <p:txBody>
          <a:bodyPr>
            <a:normAutofit fontScale="90000"/>
          </a:bodyPr>
          <a:lstStyle/>
          <a:p>
            <a:br>
              <a:rPr lang="en-GB" dirty="0"/>
            </a:br>
            <a:r>
              <a:rPr lang="en-GB" dirty="0"/>
              <a:t>Eligibility</a:t>
            </a:r>
          </a:p>
        </p:txBody>
      </p:sp>
      <p:sp>
        <p:nvSpPr>
          <p:cNvPr id="5" name="Content Placeholder 4">
            <a:extLst>
              <a:ext uri="{FF2B5EF4-FFF2-40B4-BE49-F238E27FC236}">
                <a16:creationId xmlns:a16="http://schemas.microsoft.com/office/drawing/2014/main" id="{96308229-617E-4C60-AE4F-BCFB1906D647}"/>
              </a:ext>
            </a:extLst>
          </p:cNvPr>
          <p:cNvSpPr>
            <a:spLocks noGrp="1"/>
          </p:cNvSpPr>
          <p:nvPr>
            <p:ph idx="1"/>
          </p:nvPr>
        </p:nvSpPr>
        <p:spPr>
          <a:xfrm>
            <a:off x="628649" y="2226469"/>
            <a:ext cx="8245843" cy="2958735"/>
          </a:xfrm>
        </p:spPr>
        <p:txBody>
          <a:bodyPr>
            <a:normAutofit fontScale="92500" lnSpcReduction="20000"/>
          </a:bodyPr>
          <a:lstStyle/>
          <a:p>
            <a:pPr>
              <a:buFont typeface="Wingdings" pitchFamily="2" charset="2"/>
              <a:buChar char="§"/>
            </a:pPr>
            <a:endParaRPr lang="en-GB" dirty="0"/>
          </a:p>
          <a:p>
            <a:pPr>
              <a:buFont typeface="Wingdings" pitchFamily="2" charset="2"/>
              <a:buChar char="§"/>
            </a:pPr>
            <a:r>
              <a:rPr lang="en-GB" dirty="0"/>
              <a:t>Respondent must be knowledgeable on </a:t>
            </a:r>
            <a:r>
              <a:rPr lang="en-GB" b="1" dirty="0"/>
              <a:t>income sources, household’s expenditure </a:t>
            </a:r>
            <a:r>
              <a:rPr lang="en-GB" dirty="0"/>
              <a:t>and </a:t>
            </a:r>
            <a:r>
              <a:rPr lang="en-GB" b="1" dirty="0"/>
              <a:t>food consumption </a:t>
            </a:r>
            <a:r>
              <a:rPr lang="en-GB" dirty="0"/>
              <a:t>patterns of the household as a whole</a:t>
            </a:r>
          </a:p>
          <a:p>
            <a:pPr>
              <a:buFont typeface="Wingdings" pitchFamily="2" charset="2"/>
              <a:buChar char="§"/>
            </a:pPr>
            <a:r>
              <a:rPr lang="en-GB" dirty="0"/>
              <a:t>Respondents should be over </a:t>
            </a:r>
            <a:r>
              <a:rPr lang="en-GB" b="1" dirty="0"/>
              <a:t>18</a:t>
            </a:r>
          </a:p>
          <a:p>
            <a:pPr>
              <a:buFont typeface="Wingdings" pitchFamily="2" charset="2"/>
              <a:buChar char="§"/>
            </a:pPr>
            <a:r>
              <a:rPr lang="en-GB" b="1" dirty="0"/>
              <a:t>Consent</a:t>
            </a:r>
            <a:r>
              <a:rPr lang="en-GB" dirty="0"/>
              <a:t> to participate to the survey</a:t>
            </a:r>
          </a:p>
        </p:txBody>
      </p:sp>
    </p:spTree>
    <p:extLst>
      <p:ext uri="{BB962C8B-B14F-4D97-AF65-F5344CB8AC3E}">
        <p14:creationId xmlns:p14="http://schemas.microsoft.com/office/powerpoint/2010/main" val="2634475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FA8A05-21A8-9B4B-A491-4A7BA809652C}"/>
              </a:ext>
            </a:extLst>
          </p:cNvPr>
          <p:cNvSpPr txBox="1">
            <a:spLocks/>
          </p:cNvSpPr>
          <p:nvPr/>
        </p:nvSpPr>
        <p:spPr>
          <a:xfrm>
            <a:off x="628650" y="870941"/>
            <a:ext cx="7886700" cy="1442130"/>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000" kern="1200">
                <a:solidFill>
                  <a:srgbClr val="A41F35"/>
                </a:solidFill>
                <a:latin typeface="+mj-lt"/>
                <a:ea typeface="+mj-ea"/>
                <a:cs typeface="+mj-cs"/>
              </a:defRPr>
            </a:lvl1pPr>
          </a:lstStyle>
          <a:p>
            <a:endParaRPr lang="en-GB" sz="3300" dirty="0"/>
          </a:p>
          <a:p>
            <a:r>
              <a:rPr lang="en-GB" sz="3300" dirty="0"/>
              <a:t>Consent form </a:t>
            </a:r>
          </a:p>
        </p:txBody>
      </p:sp>
      <p:sp>
        <p:nvSpPr>
          <p:cNvPr id="7" name="Content Placeholder 4">
            <a:extLst>
              <a:ext uri="{FF2B5EF4-FFF2-40B4-BE49-F238E27FC236}">
                <a16:creationId xmlns:a16="http://schemas.microsoft.com/office/drawing/2014/main" id="{7326A2B4-BF43-624B-878E-FD61CAEC3924}"/>
              </a:ext>
            </a:extLst>
          </p:cNvPr>
          <p:cNvSpPr txBox="1">
            <a:spLocks/>
          </p:cNvSpPr>
          <p:nvPr/>
        </p:nvSpPr>
        <p:spPr>
          <a:xfrm>
            <a:off x="628650" y="2406942"/>
            <a:ext cx="7886700" cy="2958735"/>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800" dirty="0"/>
              <a:t>Please read the consent form </a:t>
            </a:r>
            <a:r>
              <a:rPr lang="en-GB" sz="1800" b="1" dirty="0"/>
              <a:t>as written</a:t>
            </a:r>
            <a:r>
              <a:rPr lang="en-GB" sz="1800" dirty="0"/>
              <a:t> to the respondent. Key points: </a:t>
            </a:r>
          </a:p>
          <a:p>
            <a:pPr>
              <a:buFont typeface="Wingdings" pitchFamily="2" charset="2"/>
              <a:buChar char="§"/>
            </a:pPr>
            <a:r>
              <a:rPr lang="en-GB" sz="1800" dirty="0"/>
              <a:t>Interview on behalf of </a:t>
            </a:r>
            <a:r>
              <a:rPr lang="en-GB" sz="1800" i="1" dirty="0"/>
              <a:t>WFP</a:t>
            </a:r>
          </a:p>
          <a:p>
            <a:pPr>
              <a:buFont typeface="Wingdings" pitchFamily="2" charset="2"/>
              <a:buChar char="§"/>
            </a:pPr>
            <a:r>
              <a:rPr lang="en-GB" sz="1800" dirty="0"/>
              <a:t>Questions are related to the household access food, livelihoods, and coping strategies</a:t>
            </a:r>
          </a:p>
          <a:p>
            <a:pPr>
              <a:buFont typeface="Wingdings" pitchFamily="2" charset="2"/>
              <a:buChar char="§"/>
            </a:pPr>
            <a:r>
              <a:rPr lang="en-GB" sz="1800" dirty="0"/>
              <a:t>All information is CONFIDENTIAL and will not be revealed individually</a:t>
            </a:r>
          </a:p>
          <a:p>
            <a:pPr>
              <a:buFont typeface="Wingdings" pitchFamily="2" charset="2"/>
              <a:buChar char="§"/>
            </a:pPr>
            <a:r>
              <a:rPr lang="en-GB" sz="1800" dirty="0"/>
              <a:t>Participation is voluntary</a:t>
            </a:r>
          </a:p>
          <a:p>
            <a:pPr>
              <a:buFont typeface="Wingdings" pitchFamily="2" charset="2"/>
              <a:buChar char="§"/>
            </a:pPr>
            <a:r>
              <a:rPr lang="en-GB" sz="1800" dirty="0"/>
              <a:t>Respondent participation is important to understand the situation</a:t>
            </a:r>
          </a:p>
          <a:p>
            <a:pPr>
              <a:buFont typeface="Wingdings" pitchFamily="2" charset="2"/>
              <a:buChar char="§"/>
            </a:pPr>
            <a:r>
              <a:rPr lang="en-GB" sz="1800" dirty="0"/>
              <a:t>Participation does not increase or decrease chances of receiving assistance</a:t>
            </a:r>
          </a:p>
          <a:p>
            <a:pPr>
              <a:buFont typeface="Wingdings" pitchFamily="2" charset="2"/>
              <a:buChar char="§"/>
            </a:pPr>
            <a:r>
              <a:rPr lang="en-GB" sz="1800" dirty="0"/>
              <a:t>Respondents will receive an incentive of </a:t>
            </a:r>
            <a:r>
              <a:rPr lang="en-GB" sz="1800" b="1" i="1" dirty="0"/>
              <a:t>3,000 MMK(top-up)</a:t>
            </a:r>
          </a:p>
        </p:txBody>
      </p:sp>
    </p:spTree>
    <p:extLst>
      <p:ext uri="{BB962C8B-B14F-4D97-AF65-F5344CB8AC3E}">
        <p14:creationId xmlns:p14="http://schemas.microsoft.com/office/powerpoint/2010/main" val="201866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2FD45-1190-44FB-88B2-0ECA0FED32C5}"/>
              </a:ext>
            </a:extLst>
          </p:cNvPr>
          <p:cNvSpPr>
            <a:spLocks noGrp="1"/>
          </p:cNvSpPr>
          <p:nvPr>
            <p:ph type="title"/>
          </p:nvPr>
        </p:nvSpPr>
        <p:spPr>
          <a:xfrm>
            <a:off x="628650" y="870942"/>
            <a:ext cx="7886700" cy="994172"/>
          </a:xfrm>
        </p:spPr>
        <p:txBody>
          <a:bodyPr/>
          <a:lstStyle/>
          <a:p>
            <a:br>
              <a:rPr lang="en-GB" dirty="0"/>
            </a:br>
            <a:r>
              <a:rPr lang="en-GB" sz="2100" dirty="0"/>
              <a:t>Definition: household</a:t>
            </a:r>
          </a:p>
        </p:txBody>
      </p:sp>
      <p:sp>
        <p:nvSpPr>
          <p:cNvPr id="22" name="TextBox 21">
            <a:extLst>
              <a:ext uri="{FF2B5EF4-FFF2-40B4-BE49-F238E27FC236}">
                <a16:creationId xmlns:a16="http://schemas.microsoft.com/office/drawing/2014/main" id="{3D388214-EBA5-464B-B196-FACA0412749D}"/>
              </a:ext>
            </a:extLst>
          </p:cNvPr>
          <p:cNvSpPr txBox="1"/>
          <p:nvPr/>
        </p:nvSpPr>
        <p:spPr>
          <a:xfrm>
            <a:off x="474128" y="2142727"/>
            <a:ext cx="7872174" cy="1454244"/>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defTabSz="685800"/>
            <a:r>
              <a:rPr lang="en-US">
                <a:solidFill>
                  <a:prstClr val="black"/>
                </a:solidFill>
                <a:latin typeface="Calibri" panose="020F0502020204030204"/>
                <a:ea typeface="+mn-lt"/>
                <a:cs typeface="Calibri" panose="020F0502020204030204"/>
              </a:rPr>
              <a:t>A group of people who live in the </a:t>
            </a:r>
            <a:r>
              <a:rPr lang="en-US" b="1">
                <a:solidFill>
                  <a:prstClr val="black"/>
                </a:solidFill>
                <a:latin typeface="Calibri" panose="020F0502020204030204"/>
                <a:ea typeface="+mn-lt"/>
                <a:cs typeface="Calibri" panose="020F0502020204030204"/>
              </a:rPr>
              <a:t>same house</a:t>
            </a:r>
            <a:r>
              <a:rPr lang="en-US">
                <a:solidFill>
                  <a:prstClr val="black"/>
                </a:solidFill>
                <a:latin typeface="Calibri" panose="020F0502020204030204"/>
                <a:ea typeface="+mn-lt"/>
                <a:cs typeface="Calibri" panose="020F0502020204030204"/>
              </a:rPr>
              <a:t>/apartment; </a:t>
            </a:r>
            <a:r>
              <a:rPr lang="en-US" b="1">
                <a:solidFill>
                  <a:prstClr val="black"/>
                </a:solidFill>
                <a:latin typeface="Calibri" panose="020F0502020204030204"/>
                <a:ea typeface="+mn-lt"/>
                <a:cs typeface="Calibri" panose="020F0502020204030204"/>
              </a:rPr>
              <a:t>pool their income </a:t>
            </a:r>
            <a:r>
              <a:rPr lang="en-US">
                <a:solidFill>
                  <a:prstClr val="black"/>
                </a:solidFill>
                <a:latin typeface="Calibri" panose="020F0502020204030204"/>
                <a:ea typeface="+mn-lt"/>
                <a:cs typeface="Calibri" panose="020F0502020204030204"/>
              </a:rPr>
              <a:t>to buy essential goods and services (food, medication, education, health services); </a:t>
            </a:r>
            <a:r>
              <a:rPr lang="en-US" b="1">
                <a:solidFill>
                  <a:prstClr val="black"/>
                </a:solidFill>
                <a:latin typeface="Calibri" panose="020F0502020204030204"/>
                <a:ea typeface="+mn-lt"/>
                <a:cs typeface="Calibri" panose="020F0502020204030204"/>
              </a:rPr>
              <a:t>eat the same meals</a:t>
            </a:r>
            <a:r>
              <a:rPr lang="en-US">
                <a:solidFill>
                  <a:prstClr val="black"/>
                </a:solidFill>
                <a:latin typeface="Calibri" panose="020F0502020204030204"/>
                <a:ea typeface="+mn-lt"/>
                <a:cs typeface="Calibri" panose="020F0502020204030204"/>
              </a:rPr>
              <a:t>; and have only one person whom they all regard as the </a:t>
            </a:r>
            <a:r>
              <a:rPr lang="en-US" b="1">
                <a:solidFill>
                  <a:prstClr val="black"/>
                </a:solidFill>
                <a:latin typeface="Calibri" panose="020F0502020204030204"/>
                <a:ea typeface="+mn-lt"/>
                <a:cs typeface="Calibri" panose="020F0502020204030204"/>
              </a:rPr>
              <a:t>head of household.</a:t>
            </a:r>
            <a:endParaRPr lang="en-US">
              <a:solidFill>
                <a:prstClr val="black"/>
              </a:solidFill>
              <a:latin typeface="Calibri" panose="020F0502020204030204"/>
              <a:cs typeface="Calibri"/>
            </a:endParaRPr>
          </a:p>
          <a:p>
            <a:pPr defTabSz="685800"/>
            <a:endParaRPr lang="en-US">
              <a:solidFill>
                <a:prstClr val="black"/>
              </a:solidFill>
              <a:latin typeface="Calibri" panose="020F0502020204030204"/>
              <a:cs typeface="Calibri"/>
            </a:endParaRPr>
          </a:p>
        </p:txBody>
      </p:sp>
    </p:spTree>
    <p:extLst>
      <p:ext uri="{BB962C8B-B14F-4D97-AF65-F5344CB8AC3E}">
        <p14:creationId xmlns:p14="http://schemas.microsoft.com/office/powerpoint/2010/main" val="28231727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E3E15-C54F-4998-8F42-C31F6F0728CE}"/>
              </a:ext>
            </a:extLst>
          </p:cNvPr>
          <p:cNvSpPr>
            <a:spLocks noGrp="1"/>
          </p:cNvSpPr>
          <p:nvPr>
            <p:ph type="title"/>
          </p:nvPr>
        </p:nvSpPr>
        <p:spPr>
          <a:xfrm>
            <a:off x="588352" y="918613"/>
            <a:ext cx="7886700" cy="608435"/>
          </a:xfrm>
        </p:spPr>
        <p:txBody>
          <a:bodyPr>
            <a:normAutofit/>
          </a:bodyPr>
          <a:lstStyle/>
          <a:p>
            <a:r>
              <a:rPr lang="en-US" sz="1800" dirty="0">
                <a:ea typeface="+mj-lt"/>
                <a:cs typeface="+mj-lt"/>
              </a:rPr>
              <a:t>Definition: household cont.</a:t>
            </a:r>
            <a:endParaRPr lang="en-US" sz="1800" dirty="0">
              <a:cs typeface="Calibri Light"/>
            </a:endParaRPr>
          </a:p>
        </p:txBody>
      </p:sp>
      <p:sp>
        <p:nvSpPr>
          <p:cNvPr id="3" name="Content Placeholder 2">
            <a:extLst>
              <a:ext uri="{FF2B5EF4-FFF2-40B4-BE49-F238E27FC236}">
                <a16:creationId xmlns:a16="http://schemas.microsoft.com/office/drawing/2014/main" id="{1E663363-8E27-46B8-82F4-450BE9619CB4}"/>
              </a:ext>
            </a:extLst>
          </p:cNvPr>
          <p:cNvSpPr>
            <a:spLocks noGrp="1"/>
          </p:cNvSpPr>
          <p:nvPr>
            <p:ph idx="1"/>
          </p:nvPr>
        </p:nvSpPr>
        <p:spPr>
          <a:xfrm>
            <a:off x="588352" y="1849132"/>
            <a:ext cx="7886700" cy="519572"/>
          </a:xfrm>
        </p:spPr>
        <p:txBody>
          <a:bodyPr vert="horz" lIns="68580" tIns="34290" rIns="68580" bIns="34290" rtlCol="0" anchor="t">
            <a:normAutofit/>
          </a:bodyPr>
          <a:lstStyle/>
          <a:p>
            <a:pPr marL="0" indent="0">
              <a:buNone/>
            </a:pPr>
            <a:r>
              <a:rPr lang="en-US" sz="1800" b="1" dirty="0">
                <a:ea typeface="+mn-lt"/>
                <a:cs typeface="+mn-lt"/>
              </a:rPr>
              <a:t>Remember: </a:t>
            </a:r>
            <a:endParaRPr lang="en-US" sz="1200" dirty="0">
              <a:cs typeface="Calibri"/>
            </a:endParaRPr>
          </a:p>
        </p:txBody>
      </p:sp>
      <p:sp>
        <p:nvSpPr>
          <p:cNvPr id="6" name="Content Placeholder 2">
            <a:extLst>
              <a:ext uri="{FF2B5EF4-FFF2-40B4-BE49-F238E27FC236}">
                <a16:creationId xmlns:a16="http://schemas.microsoft.com/office/drawing/2014/main" id="{44D57606-EE1A-4B98-A01A-5273B04A1756}"/>
              </a:ext>
            </a:extLst>
          </p:cNvPr>
          <p:cNvSpPr txBox="1">
            <a:spLocks/>
          </p:cNvSpPr>
          <p:nvPr/>
        </p:nvSpPr>
        <p:spPr>
          <a:xfrm>
            <a:off x="556113" y="2370076"/>
            <a:ext cx="7886700" cy="519572"/>
          </a:xfrm>
          <a:prstGeom prst="rect">
            <a:avLst/>
          </a:prstGeom>
        </p:spPr>
        <p:txBody>
          <a:bodyPr vert="horz" lIns="68580" tIns="34290" rIns="68580" bIns="3429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spcBef>
                <a:spcPts val="750"/>
              </a:spcBef>
              <a:buNone/>
            </a:pPr>
            <a:r>
              <a:rPr lang="en-US" sz="1400" dirty="0">
                <a:solidFill>
                  <a:prstClr val="black"/>
                </a:solidFill>
                <a:latin typeface="Calibri" panose="020F0502020204030204"/>
                <a:ea typeface="+mn-lt"/>
                <a:cs typeface="Calibri" panose="020F0502020204030204"/>
              </a:rPr>
              <a:t>•A member does not have to be related to other household members by blood or marriage. </a:t>
            </a:r>
            <a:endParaRPr lang="en-US" sz="1400" b="1" dirty="0">
              <a:solidFill>
                <a:prstClr val="black"/>
              </a:solidFill>
              <a:latin typeface="Calibri" panose="020F0502020204030204"/>
              <a:cs typeface="Calibri" panose="020F0502020204030204"/>
            </a:endParaRPr>
          </a:p>
          <a:p>
            <a:pPr marL="171450" indent="-171450" defTabSz="685800">
              <a:spcBef>
                <a:spcPts val="750"/>
              </a:spcBef>
            </a:pPr>
            <a:endParaRPr lang="en-US" sz="1400" dirty="0">
              <a:solidFill>
                <a:prstClr val="black"/>
              </a:solidFill>
              <a:latin typeface="Calibri" panose="020F0502020204030204"/>
              <a:cs typeface="Calibri"/>
            </a:endParaRPr>
          </a:p>
        </p:txBody>
      </p:sp>
      <p:sp>
        <p:nvSpPr>
          <p:cNvPr id="7" name="Content Placeholder 2">
            <a:extLst>
              <a:ext uri="{FF2B5EF4-FFF2-40B4-BE49-F238E27FC236}">
                <a16:creationId xmlns:a16="http://schemas.microsoft.com/office/drawing/2014/main" id="{E680B159-058B-4F53-BBDF-90FB91D6C25A}"/>
              </a:ext>
            </a:extLst>
          </p:cNvPr>
          <p:cNvSpPr txBox="1">
            <a:spLocks/>
          </p:cNvSpPr>
          <p:nvPr/>
        </p:nvSpPr>
        <p:spPr>
          <a:xfrm>
            <a:off x="589084" y="3059884"/>
            <a:ext cx="7886700" cy="519572"/>
          </a:xfrm>
          <a:prstGeom prst="rect">
            <a:avLst/>
          </a:prstGeom>
        </p:spPr>
        <p:txBody>
          <a:bodyPr vert="horz" lIns="68580" tIns="34290" rIns="68580" bIns="3429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spcBef>
                <a:spcPts val="750"/>
              </a:spcBef>
              <a:buNone/>
            </a:pPr>
            <a:r>
              <a:rPr lang="en-US" sz="1350" dirty="0">
                <a:solidFill>
                  <a:prstClr val="black"/>
                </a:solidFill>
                <a:latin typeface="Calibri" panose="020F0502020204030204"/>
                <a:ea typeface="+mn-lt"/>
                <a:cs typeface="Calibri" panose="020F0502020204030204"/>
              </a:rPr>
              <a:t>•Any person who has spent at least six months with the household should be included as a usual member</a:t>
            </a:r>
            <a:endParaRPr lang="en-US" sz="1350" dirty="0">
              <a:solidFill>
                <a:prstClr val="black"/>
              </a:solidFill>
              <a:latin typeface="Calibri" panose="020F0502020204030204"/>
            </a:endParaRPr>
          </a:p>
          <a:p>
            <a:pPr marL="0" indent="0" defTabSz="685800">
              <a:spcBef>
                <a:spcPts val="750"/>
              </a:spcBef>
              <a:buNone/>
            </a:pPr>
            <a:endParaRPr lang="en-US" sz="1350" b="1" dirty="0">
              <a:solidFill>
                <a:prstClr val="black"/>
              </a:solidFill>
              <a:latin typeface="Calibri" panose="020F0502020204030204"/>
              <a:cs typeface="Calibri" panose="020F0502020204030204"/>
            </a:endParaRPr>
          </a:p>
        </p:txBody>
      </p:sp>
      <p:sp>
        <p:nvSpPr>
          <p:cNvPr id="9" name="Content Placeholder 2">
            <a:extLst>
              <a:ext uri="{FF2B5EF4-FFF2-40B4-BE49-F238E27FC236}">
                <a16:creationId xmlns:a16="http://schemas.microsoft.com/office/drawing/2014/main" id="{58E078D9-081C-4260-A532-0904E0C2A480}"/>
              </a:ext>
            </a:extLst>
          </p:cNvPr>
          <p:cNvSpPr txBox="1">
            <a:spLocks/>
          </p:cNvSpPr>
          <p:nvPr/>
        </p:nvSpPr>
        <p:spPr>
          <a:xfrm>
            <a:off x="553096" y="3824255"/>
            <a:ext cx="7886700" cy="519572"/>
          </a:xfrm>
          <a:prstGeom prst="rect">
            <a:avLst/>
          </a:prstGeom>
        </p:spPr>
        <p:txBody>
          <a:bodyPr vert="horz" lIns="68580" tIns="34290" rIns="68580" bIns="3429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685800">
              <a:spcBef>
                <a:spcPts val="750"/>
              </a:spcBef>
              <a:buNone/>
            </a:pPr>
            <a:r>
              <a:rPr lang="en-US" sz="1350" dirty="0">
                <a:solidFill>
                  <a:prstClr val="black"/>
                </a:solidFill>
                <a:latin typeface="Calibri" panose="020F0502020204030204"/>
                <a:ea typeface="+mn-lt"/>
                <a:cs typeface="Calibri" panose="020F0502020204030204"/>
              </a:rPr>
              <a:t>•Make clear that questions refer to the group of people in the household, not just the respondent</a:t>
            </a:r>
            <a:endParaRPr lang="en-US" sz="1350" b="1" dirty="0">
              <a:solidFill>
                <a:prstClr val="black"/>
              </a:solidFill>
              <a:latin typeface="Calibri" panose="020F0502020204030204"/>
              <a:cs typeface="Calibri" panose="020F0502020204030204"/>
            </a:endParaRPr>
          </a:p>
          <a:p>
            <a:pPr marL="171450" indent="-171450" defTabSz="685800">
              <a:spcBef>
                <a:spcPts val="750"/>
              </a:spcBef>
            </a:pPr>
            <a:endParaRPr lang="en-US" sz="1350" dirty="0">
              <a:solidFill>
                <a:prstClr val="black"/>
              </a:solidFill>
              <a:latin typeface="Calibri" panose="020F0502020204030204"/>
              <a:cs typeface="Calibri"/>
            </a:endParaRPr>
          </a:p>
        </p:txBody>
      </p:sp>
      <p:sp>
        <p:nvSpPr>
          <p:cNvPr id="10" name="Content Placeholder 2">
            <a:extLst>
              <a:ext uri="{FF2B5EF4-FFF2-40B4-BE49-F238E27FC236}">
                <a16:creationId xmlns:a16="http://schemas.microsoft.com/office/drawing/2014/main" id="{0AF6C033-9542-4355-B04D-92AFA492CFE6}"/>
              </a:ext>
            </a:extLst>
          </p:cNvPr>
          <p:cNvSpPr txBox="1">
            <a:spLocks/>
          </p:cNvSpPr>
          <p:nvPr/>
        </p:nvSpPr>
        <p:spPr>
          <a:xfrm>
            <a:off x="553096" y="4537768"/>
            <a:ext cx="7886700" cy="519572"/>
          </a:xfrm>
          <a:prstGeom prst="rect">
            <a:avLst/>
          </a:prstGeom>
        </p:spPr>
        <p:txBody>
          <a:bodyPr vert="horz" lIns="68580" tIns="34290" rIns="68580" bIns="3429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685800">
              <a:spcBef>
                <a:spcPts val="750"/>
              </a:spcBef>
              <a:buNone/>
            </a:pPr>
            <a:r>
              <a:rPr lang="en-US" sz="1350" dirty="0">
                <a:solidFill>
                  <a:prstClr val="black"/>
                </a:solidFill>
                <a:latin typeface="Calibri" panose="020F0502020204030204"/>
                <a:ea typeface="+mn-lt"/>
                <a:cs typeface="Calibri" panose="020F0502020204030204"/>
              </a:rPr>
              <a:t>•Make sure to include the head of the household, elderly &amp; babies [sometimes unintentionally forgotten/left out]</a:t>
            </a:r>
          </a:p>
        </p:txBody>
      </p:sp>
    </p:spTree>
    <p:extLst>
      <p:ext uri="{BB962C8B-B14F-4D97-AF65-F5344CB8AC3E}">
        <p14:creationId xmlns:p14="http://schemas.microsoft.com/office/powerpoint/2010/main" val="37236420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AA779-959C-4F63-9C02-7244E59F8C80}"/>
              </a:ext>
            </a:extLst>
          </p:cNvPr>
          <p:cNvSpPr>
            <a:spLocks noGrp="1"/>
          </p:cNvSpPr>
          <p:nvPr>
            <p:ph type="title"/>
          </p:nvPr>
        </p:nvSpPr>
        <p:spPr>
          <a:xfrm>
            <a:off x="628650" y="870942"/>
            <a:ext cx="7886700" cy="994172"/>
          </a:xfrm>
        </p:spPr>
        <p:txBody>
          <a:bodyPr>
            <a:normAutofit fontScale="90000"/>
          </a:bodyPr>
          <a:lstStyle/>
          <a:p>
            <a:br>
              <a:rPr lang="en-GB"/>
            </a:br>
            <a:r>
              <a:rPr lang="en-GB"/>
              <a:t>Definition: head of household</a:t>
            </a:r>
          </a:p>
        </p:txBody>
      </p:sp>
      <p:sp>
        <p:nvSpPr>
          <p:cNvPr id="3" name="Content Placeholder 2">
            <a:extLst>
              <a:ext uri="{FF2B5EF4-FFF2-40B4-BE49-F238E27FC236}">
                <a16:creationId xmlns:a16="http://schemas.microsoft.com/office/drawing/2014/main" id="{47CA6144-B60E-4D5D-B151-93D2DCA725FE}"/>
              </a:ext>
            </a:extLst>
          </p:cNvPr>
          <p:cNvSpPr>
            <a:spLocks noGrp="1"/>
          </p:cNvSpPr>
          <p:nvPr>
            <p:ph idx="1"/>
          </p:nvPr>
        </p:nvSpPr>
        <p:spPr>
          <a:xfrm>
            <a:off x="628650" y="1945958"/>
            <a:ext cx="7686675" cy="3317557"/>
          </a:xfrm>
        </p:spPr>
        <p:txBody>
          <a:bodyPr vert="horz" lIns="68580" tIns="34290" rIns="68580" bIns="34290" rtlCol="0" anchor="t">
            <a:noAutofit/>
          </a:bodyPr>
          <a:lstStyle/>
          <a:p>
            <a:pPr marL="0" indent="0">
              <a:buNone/>
            </a:pPr>
            <a:r>
              <a:rPr lang="en-GB" sz="1200" dirty="0"/>
              <a:t>A member of the household that is acknowledged as head by other members because of his/her </a:t>
            </a:r>
            <a:r>
              <a:rPr lang="en-GB" sz="1200" b="1" dirty="0"/>
              <a:t>age</a:t>
            </a:r>
            <a:r>
              <a:rPr lang="en-GB" sz="1200" dirty="0"/>
              <a:t>, or; standing in the household as the </a:t>
            </a:r>
            <a:r>
              <a:rPr lang="en-GB" sz="1200" b="1" dirty="0"/>
              <a:t>chief income earner;</a:t>
            </a:r>
            <a:r>
              <a:rPr lang="en-GB" sz="1200" dirty="0"/>
              <a:t> or, takes </a:t>
            </a:r>
            <a:r>
              <a:rPr lang="en-GB" sz="1200" b="1" dirty="0"/>
              <a:t>major decisions</a:t>
            </a:r>
            <a:r>
              <a:rPr lang="en-GB" sz="1200" dirty="0"/>
              <a:t>, including about the household budget.</a:t>
            </a:r>
          </a:p>
          <a:p>
            <a:pPr marL="0" indent="0">
              <a:buNone/>
            </a:pPr>
            <a:r>
              <a:rPr lang="en-GB" sz="1200" b="1" dirty="0"/>
              <a:t>Remember:</a:t>
            </a:r>
            <a:endParaRPr lang="en-GB" sz="1200" b="1" dirty="0">
              <a:cs typeface="Calibri"/>
            </a:endParaRPr>
          </a:p>
          <a:p>
            <a:pPr>
              <a:buFont typeface="Wingdings" pitchFamily="2" charset="2"/>
              <a:buChar char="§"/>
            </a:pPr>
            <a:r>
              <a:rPr lang="en-GB" sz="1200" dirty="0"/>
              <a:t>The head has primary authority &amp; responsibility for household affairs.</a:t>
            </a:r>
            <a:endParaRPr lang="en-GB" sz="1200" dirty="0">
              <a:cs typeface="Calibri"/>
            </a:endParaRPr>
          </a:p>
          <a:p>
            <a:pPr>
              <a:buFont typeface="Wingdings" pitchFamily="2" charset="2"/>
              <a:buChar char="§"/>
            </a:pPr>
            <a:r>
              <a:rPr lang="en-GB" sz="1200" dirty="0"/>
              <a:t>In countries where short labour migration (&lt; 6 months) is common,</a:t>
            </a:r>
            <a:r>
              <a:rPr lang="en-GB" sz="1200" b="1" dirty="0"/>
              <a:t> the head may be the person who is away. </a:t>
            </a:r>
            <a:endParaRPr lang="en-GB" sz="1200" b="1" dirty="0">
              <a:cs typeface="Calibri"/>
            </a:endParaRPr>
          </a:p>
        </p:txBody>
      </p:sp>
    </p:spTree>
    <p:extLst>
      <p:ext uri="{BB962C8B-B14F-4D97-AF65-F5344CB8AC3E}">
        <p14:creationId xmlns:p14="http://schemas.microsoft.com/office/powerpoint/2010/main" val="1749853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able 4">
            <a:extLst>
              <a:ext uri="{FF2B5EF4-FFF2-40B4-BE49-F238E27FC236}">
                <a16:creationId xmlns:a16="http://schemas.microsoft.com/office/drawing/2014/main" id="{D7B4D394-72F0-714B-803B-8CC9F4A45CF5}"/>
              </a:ext>
            </a:extLst>
          </p:cNvPr>
          <p:cNvGraphicFramePr>
            <a:graphicFrameLocks noGrp="1"/>
          </p:cNvGraphicFramePr>
          <p:nvPr>
            <p:extLst>
              <p:ext uri="{D42A27DB-BD31-4B8C-83A1-F6EECF244321}">
                <p14:modId xmlns:p14="http://schemas.microsoft.com/office/powerpoint/2010/main" val="3659642293"/>
              </p:ext>
            </p:extLst>
          </p:nvPr>
        </p:nvGraphicFramePr>
        <p:xfrm>
          <a:off x="779506" y="2281500"/>
          <a:ext cx="7584989" cy="2790300"/>
        </p:xfrm>
        <a:graphic>
          <a:graphicData uri="http://schemas.openxmlformats.org/drawingml/2006/table">
            <a:tbl>
              <a:tblPr firstRow="1" bandRow="1">
                <a:tableStyleId>{8799B23B-EC83-4686-B30A-512413B5E67A}</a:tableStyleId>
              </a:tblPr>
              <a:tblGrid>
                <a:gridCol w="6667500">
                  <a:extLst>
                    <a:ext uri="{9D8B030D-6E8A-4147-A177-3AD203B41FA5}">
                      <a16:colId xmlns:a16="http://schemas.microsoft.com/office/drawing/2014/main" val="497132859"/>
                    </a:ext>
                  </a:extLst>
                </a:gridCol>
                <a:gridCol w="917489">
                  <a:extLst>
                    <a:ext uri="{9D8B030D-6E8A-4147-A177-3AD203B41FA5}">
                      <a16:colId xmlns:a16="http://schemas.microsoft.com/office/drawing/2014/main" val="3136968515"/>
                    </a:ext>
                  </a:extLst>
                </a:gridCol>
              </a:tblGrid>
              <a:tr h="382500">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GB" sz="1400" b="0" kern="1200" dirty="0">
                          <a:solidFill>
                            <a:schemeClr val="tx1"/>
                          </a:solidFill>
                          <a:latin typeface="+mn-lt"/>
                          <a:ea typeface="+mn-ea"/>
                          <a:cs typeface="+mn-cs"/>
                        </a:rPr>
                        <a:t>House helper that normally lives and eats in the household</a:t>
                      </a:r>
                    </a:p>
                  </a:txBody>
                  <a:tcPr marL="68580" marR="68580" marT="34290" marB="34290" anchor="ctr">
                    <a:lnB w="12700" cap="flat" cmpd="sng" algn="ctr">
                      <a:solidFill>
                        <a:schemeClr val="bg1">
                          <a:lumMod val="6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FR" sz="1400" b="1" kern="1200" dirty="0">
                        <a:solidFill>
                          <a:schemeClr val="tx1"/>
                        </a:solidFill>
                        <a:latin typeface="+mn-lt"/>
                        <a:ea typeface="+mn-ea"/>
                        <a:cs typeface="+mn-cs"/>
                      </a:endParaRPr>
                    </a:p>
                  </a:txBody>
                  <a:tcPr marL="68580" marR="68580" marT="34290" marB="34290" anchor="ctr">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60530168"/>
                  </a:ext>
                </a:extLst>
              </a:tr>
              <a:tr h="382500">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GB" sz="1400" b="0" kern="1200" dirty="0">
                          <a:solidFill>
                            <a:schemeClr val="tx1"/>
                          </a:solidFill>
                          <a:latin typeface="+mn-lt"/>
                          <a:ea typeface="+mn-ea"/>
                          <a:cs typeface="+mn-cs"/>
                        </a:rPr>
                        <a:t>Farmhands come twice a week and sleep at the household but go home the rest of the time</a:t>
                      </a:r>
                    </a:p>
                  </a:txBody>
                  <a:tcPr marL="68580" marR="68580" marT="34290" marB="34290" anchor="ct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FR" sz="1400" b="1" kern="1200" dirty="0">
                        <a:solidFill>
                          <a:schemeClr val="tx1"/>
                        </a:solidFill>
                        <a:latin typeface="+mn-lt"/>
                        <a:ea typeface="+mn-ea"/>
                        <a:cs typeface="+mn-cs"/>
                      </a:endParaRPr>
                    </a:p>
                  </a:txBody>
                  <a:tcPr marL="68580" marR="68580" marT="34290" marB="34290" anchor="ct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676622728"/>
                  </a:ext>
                </a:extLst>
              </a:tr>
              <a:tr h="382500">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GB" sz="1400" b="0" kern="1200" dirty="0">
                          <a:solidFill>
                            <a:schemeClr val="tx1"/>
                          </a:solidFill>
                          <a:latin typeface="+mn-lt"/>
                          <a:ea typeface="+mn-ea"/>
                          <a:cs typeface="+mn-cs"/>
                        </a:rPr>
                        <a:t>Newly born baby</a:t>
                      </a:r>
                    </a:p>
                  </a:txBody>
                  <a:tcPr marL="68580" marR="68580" marT="34290" marB="34290" anchor="ctr">
                    <a:lnT w="12700" cap="flat" cmpd="sng" algn="ctr">
                      <a:solidFill>
                        <a:schemeClr val="bg1">
                          <a:lumMod val="65000"/>
                        </a:schemeClr>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FR" sz="1400" b="1" kern="1200" dirty="0">
                        <a:solidFill>
                          <a:schemeClr val="tx1"/>
                        </a:solidFill>
                        <a:latin typeface="+mn-lt"/>
                        <a:ea typeface="+mn-ea"/>
                        <a:cs typeface="+mn-cs"/>
                      </a:endParaRPr>
                    </a:p>
                  </a:txBody>
                  <a:tcPr marL="68580" marR="68580" marT="34290" marB="34290" anchor="ctr">
                    <a:lnT w="12700" cap="flat" cmpd="sng" algn="ctr">
                      <a:solidFill>
                        <a:schemeClr val="bg1">
                          <a:lumMod val="65000"/>
                        </a:schemeClr>
                      </a:solidFill>
                      <a:prstDash val="solid"/>
                      <a:round/>
                      <a:headEnd type="none" w="med" len="med"/>
                      <a:tailEnd type="none" w="med" len="med"/>
                    </a:lnT>
                  </a:tcPr>
                </a:tc>
                <a:extLst>
                  <a:ext uri="{0D108BD9-81ED-4DB2-BD59-A6C34878D82A}">
                    <a16:rowId xmlns:a16="http://schemas.microsoft.com/office/drawing/2014/main" val="3463947017"/>
                  </a:ext>
                </a:extLst>
              </a:tr>
              <a:tr h="382500">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GB" sz="1400" b="0" dirty="0">
                          <a:solidFill>
                            <a:schemeClr val="tx1"/>
                          </a:solidFill>
                        </a:rPr>
                        <a:t>Seasonal worker temporarily away from the household but normally live and eat there</a:t>
                      </a:r>
                    </a:p>
                  </a:txBody>
                  <a:tcPr marL="68580" marR="68580" marT="34290" marB="34290" anchor="ctr"/>
                </a:tc>
                <a:tc>
                  <a:txBody>
                    <a:bodyPr/>
                    <a:lstStyle/>
                    <a:p>
                      <a:pPr algn="ctr"/>
                      <a:endParaRPr lang="en-FR" sz="1000" b="1" dirty="0">
                        <a:solidFill>
                          <a:schemeClr val="tx1"/>
                        </a:solidFill>
                      </a:endParaRPr>
                    </a:p>
                  </a:txBody>
                  <a:tcPr marL="68580" marR="68580" marT="34290" marB="34290" anchor="ctr"/>
                </a:tc>
                <a:extLst>
                  <a:ext uri="{0D108BD9-81ED-4DB2-BD59-A6C34878D82A}">
                    <a16:rowId xmlns:a16="http://schemas.microsoft.com/office/drawing/2014/main" val="669756761"/>
                  </a:ext>
                </a:extLst>
              </a:tr>
              <a:tr h="382500">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GB" sz="1400" b="0" dirty="0">
                          <a:solidFill>
                            <a:schemeClr val="tx1"/>
                          </a:solidFill>
                        </a:rPr>
                        <a:t>Son that has been away for 2 years to study outside</a:t>
                      </a:r>
                    </a:p>
                  </a:txBody>
                  <a:tcPr marL="68580" marR="68580" marT="34290" marB="34290" anchor="ctr"/>
                </a:tc>
                <a:tc>
                  <a:txBody>
                    <a:bodyPr/>
                    <a:lstStyle/>
                    <a:p>
                      <a:pPr algn="ctr"/>
                      <a:endParaRPr lang="en-FR" sz="1000" b="1" dirty="0">
                        <a:solidFill>
                          <a:schemeClr val="tx1"/>
                        </a:solidFill>
                      </a:endParaRPr>
                    </a:p>
                  </a:txBody>
                  <a:tcPr marL="68580" marR="68580" marT="34290" marB="34290" anchor="ctr"/>
                </a:tc>
                <a:extLst>
                  <a:ext uri="{0D108BD9-81ED-4DB2-BD59-A6C34878D82A}">
                    <a16:rowId xmlns:a16="http://schemas.microsoft.com/office/drawing/2014/main" val="1717045008"/>
                  </a:ext>
                </a:extLst>
              </a:tr>
              <a:tr h="382500">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GB" sz="1400" b="0" dirty="0">
                          <a:solidFill>
                            <a:schemeClr val="tx1"/>
                          </a:solidFill>
                        </a:rPr>
                        <a:t>Newly married wife that just moved in with her husband in the household</a:t>
                      </a:r>
                    </a:p>
                  </a:txBody>
                  <a:tcPr marL="68580" marR="68580" marT="34290" marB="34290" anchor="ctr"/>
                </a:tc>
                <a:tc>
                  <a:txBody>
                    <a:bodyPr/>
                    <a:lstStyle/>
                    <a:p>
                      <a:pPr algn="ctr"/>
                      <a:endParaRPr lang="en-FR" sz="1000" b="1" dirty="0">
                        <a:solidFill>
                          <a:schemeClr val="tx1"/>
                        </a:solidFill>
                      </a:endParaRPr>
                    </a:p>
                  </a:txBody>
                  <a:tcPr marL="68580" marR="68580" marT="34290" marB="34290" anchor="ctr"/>
                </a:tc>
                <a:extLst>
                  <a:ext uri="{0D108BD9-81ED-4DB2-BD59-A6C34878D82A}">
                    <a16:rowId xmlns:a16="http://schemas.microsoft.com/office/drawing/2014/main" val="970778201"/>
                  </a:ext>
                </a:extLst>
              </a:tr>
              <a:tr h="382500">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GB" sz="1400" b="0" dirty="0">
                          <a:solidFill>
                            <a:schemeClr val="tx1"/>
                          </a:solidFill>
                        </a:rPr>
                        <a:t>A sick and elderly person living in the compound</a:t>
                      </a:r>
                    </a:p>
                  </a:txBody>
                  <a:tcPr marL="68580" marR="68580" marT="34290" marB="34290" anchor="ctr"/>
                </a:tc>
                <a:tc>
                  <a:txBody>
                    <a:bodyPr/>
                    <a:lstStyle/>
                    <a:p>
                      <a:pPr algn="ctr"/>
                      <a:endParaRPr lang="en-FR" sz="1000" b="1" dirty="0">
                        <a:solidFill>
                          <a:schemeClr val="tx1"/>
                        </a:solidFill>
                      </a:endParaRPr>
                    </a:p>
                  </a:txBody>
                  <a:tcPr marL="68580" marR="68580" marT="34290" marB="34290" anchor="ctr"/>
                </a:tc>
                <a:extLst>
                  <a:ext uri="{0D108BD9-81ED-4DB2-BD59-A6C34878D82A}">
                    <a16:rowId xmlns:a16="http://schemas.microsoft.com/office/drawing/2014/main" val="2377652999"/>
                  </a:ext>
                </a:extLst>
              </a:tr>
            </a:tbl>
          </a:graphicData>
        </a:graphic>
      </p:graphicFrame>
      <p:pic>
        <p:nvPicPr>
          <p:cNvPr id="8" name="Graphic 7" descr="Close with solid fill">
            <a:extLst>
              <a:ext uri="{FF2B5EF4-FFF2-40B4-BE49-F238E27FC236}">
                <a16:creationId xmlns:a16="http://schemas.microsoft.com/office/drawing/2014/main" id="{BF10DD0A-8CA4-9846-BBA0-38486C493BA1}"/>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01349" y="2664088"/>
            <a:ext cx="392327" cy="392327"/>
          </a:xfrm>
          <a:prstGeom prst="rect">
            <a:avLst/>
          </a:prstGeom>
        </p:spPr>
      </p:pic>
      <p:sp>
        <p:nvSpPr>
          <p:cNvPr id="4" name="Title 1">
            <a:extLst>
              <a:ext uri="{FF2B5EF4-FFF2-40B4-BE49-F238E27FC236}">
                <a16:creationId xmlns:a16="http://schemas.microsoft.com/office/drawing/2014/main" id="{82030B12-5CE5-9640-B436-26C5A434EF1B}"/>
              </a:ext>
            </a:extLst>
          </p:cNvPr>
          <p:cNvSpPr txBox="1">
            <a:spLocks/>
          </p:cNvSpPr>
          <p:nvPr/>
        </p:nvSpPr>
        <p:spPr>
          <a:xfrm>
            <a:off x="628650" y="857251"/>
            <a:ext cx="7886700"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000" kern="1200">
                <a:solidFill>
                  <a:srgbClr val="A41F35"/>
                </a:solidFill>
                <a:latin typeface="+mj-lt"/>
                <a:ea typeface="+mj-ea"/>
                <a:cs typeface="+mj-cs"/>
              </a:defRPr>
            </a:lvl1pPr>
          </a:lstStyle>
          <a:p>
            <a:pPr defTabSz="685800"/>
            <a:endParaRPr lang="en-GB" sz="3000" dirty="0">
              <a:latin typeface="Calibri Light" panose="020F0302020204030204"/>
            </a:endParaRPr>
          </a:p>
          <a:p>
            <a:pPr defTabSz="685800"/>
            <a:r>
              <a:rPr lang="en-GB" sz="3000" dirty="0">
                <a:latin typeface="Calibri Light" panose="020F0302020204030204"/>
              </a:rPr>
              <a:t>Is this a household member? True or false</a:t>
            </a:r>
          </a:p>
        </p:txBody>
      </p:sp>
      <p:pic>
        <p:nvPicPr>
          <p:cNvPr id="11" name="Graphic 10" descr="Tick with solid fill">
            <a:extLst>
              <a:ext uri="{FF2B5EF4-FFF2-40B4-BE49-F238E27FC236}">
                <a16:creationId xmlns:a16="http://schemas.microsoft.com/office/drawing/2014/main" id="{BFEDCB60-CAA0-1443-BB3F-5BF985365E9A}"/>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701349" y="3036673"/>
            <a:ext cx="392327" cy="392327"/>
          </a:xfrm>
          <a:prstGeom prst="rect">
            <a:avLst/>
          </a:prstGeom>
        </p:spPr>
      </p:pic>
      <p:pic>
        <p:nvPicPr>
          <p:cNvPr id="12" name="Graphic 11" descr="Tick with solid fill">
            <a:extLst>
              <a:ext uri="{FF2B5EF4-FFF2-40B4-BE49-F238E27FC236}">
                <a16:creationId xmlns:a16="http://schemas.microsoft.com/office/drawing/2014/main" id="{B86A2C04-9ECC-0D43-9132-2105C99E399A}"/>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701349" y="3419261"/>
            <a:ext cx="392327" cy="392327"/>
          </a:xfrm>
          <a:prstGeom prst="rect">
            <a:avLst/>
          </a:prstGeom>
        </p:spPr>
      </p:pic>
      <p:pic>
        <p:nvPicPr>
          <p:cNvPr id="14" name="Graphic 13" descr="Tick with solid fill">
            <a:extLst>
              <a:ext uri="{FF2B5EF4-FFF2-40B4-BE49-F238E27FC236}">
                <a16:creationId xmlns:a16="http://schemas.microsoft.com/office/drawing/2014/main" id="{8E98F6E6-7F6F-AD4A-9586-4DCAD7C0BFD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701349" y="4176451"/>
            <a:ext cx="392327" cy="392327"/>
          </a:xfrm>
          <a:prstGeom prst="rect">
            <a:avLst/>
          </a:prstGeom>
        </p:spPr>
      </p:pic>
      <p:pic>
        <p:nvPicPr>
          <p:cNvPr id="15" name="Graphic 14" descr="Tick with solid fill">
            <a:extLst>
              <a:ext uri="{FF2B5EF4-FFF2-40B4-BE49-F238E27FC236}">
                <a16:creationId xmlns:a16="http://schemas.microsoft.com/office/drawing/2014/main" id="{B3C8C96E-DDF6-CE43-81F9-A1F30672D705}"/>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701349" y="4559038"/>
            <a:ext cx="392327" cy="392327"/>
          </a:xfrm>
          <a:prstGeom prst="rect">
            <a:avLst/>
          </a:prstGeom>
        </p:spPr>
      </p:pic>
      <p:pic>
        <p:nvPicPr>
          <p:cNvPr id="17" name="Graphic 16" descr="Close with solid fill">
            <a:extLst>
              <a:ext uri="{FF2B5EF4-FFF2-40B4-BE49-F238E27FC236}">
                <a16:creationId xmlns:a16="http://schemas.microsoft.com/office/drawing/2014/main" id="{9A7D927F-1414-6F49-AC53-C07E706E59B2}"/>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01349" y="3806719"/>
            <a:ext cx="392327" cy="392327"/>
          </a:xfrm>
          <a:prstGeom prst="rect">
            <a:avLst/>
          </a:prstGeom>
        </p:spPr>
      </p:pic>
      <p:pic>
        <p:nvPicPr>
          <p:cNvPr id="18" name="Graphic 17" descr="Tick with solid fill">
            <a:extLst>
              <a:ext uri="{FF2B5EF4-FFF2-40B4-BE49-F238E27FC236}">
                <a16:creationId xmlns:a16="http://schemas.microsoft.com/office/drawing/2014/main" id="{D7A4B160-F58F-5740-977B-5F3618660E61}"/>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726061" y="2271761"/>
            <a:ext cx="392327" cy="392327"/>
          </a:xfrm>
          <a:prstGeom prst="rect">
            <a:avLst/>
          </a:prstGeom>
        </p:spPr>
      </p:pic>
      <p:pic>
        <p:nvPicPr>
          <p:cNvPr id="20" name="Graphic 19" descr="Tick with solid fill">
            <a:extLst>
              <a:ext uri="{FF2B5EF4-FFF2-40B4-BE49-F238E27FC236}">
                <a16:creationId xmlns:a16="http://schemas.microsoft.com/office/drawing/2014/main" id="{F7C77179-117D-1E43-8F35-90F834EF7BCD}"/>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38984" y="1702837"/>
            <a:ext cx="392327" cy="392327"/>
          </a:xfrm>
          <a:prstGeom prst="rect">
            <a:avLst/>
          </a:prstGeom>
        </p:spPr>
      </p:pic>
      <p:pic>
        <p:nvPicPr>
          <p:cNvPr id="21" name="Graphic 20" descr="Close with solid fill">
            <a:extLst>
              <a:ext uri="{FF2B5EF4-FFF2-40B4-BE49-F238E27FC236}">
                <a16:creationId xmlns:a16="http://schemas.microsoft.com/office/drawing/2014/main" id="{77A6BB35-D527-E749-8FB1-D4CB9BF8EAF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11819" y="1702837"/>
            <a:ext cx="392327" cy="392327"/>
          </a:xfrm>
          <a:prstGeom prst="rect">
            <a:avLst/>
          </a:prstGeom>
        </p:spPr>
      </p:pic>
    </p:spTree>
    <p:extLst>
      <p:ext uri="{BB962C8B-B14F-4D97-AF65-F5344CB8AC3E}">
        <p14:creationId xmlns:p14="http://schemas.microsoft.com/office/powerpoint/2010/main" val="992510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22041" y="87643"/>
            <a:ext cx="3643946" cy="784830"/>
          </a:xfrm>
          <a:prstGeom prst="rect">
            <a:avLst/>
          </a:prstGeom>
          <a:noFill/>
        </p:spPr>
        <p:txBody>
          <a:bodyPr wrap="non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Verdana"/>
                <a:ea typeface="+mn-ea"/>
                <a:cs typeface="Verdana"/>
              </a:rPr>
              <a:t>Discussion</a:t>
            </a:r>
          </a:p>
        </p:txBody>
      </p:sp>
      <p:sp>
        <p:nvSpPr>
          <p:cNvPr id="6" name="Rectangle 5"/>
          <p:cNvSpPr/>
          <p:nvPr/>
        </p:nvSpPr>
        <p:spPr>
          <a:xfrm>
            <a:off x="2405576" y="2991534"/>
            <a:ext cx="2773516" cy="646331"/>
          </a:xfrm>
          <a:prstGeom prst="rect">
            <a:avLst/>
          </a:prstGeom>
          <a:noFill/>
        </p:spPr>
        <p:txBody>
          <a:bodyPr wrap="non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Verdana"/>
                <a:ea typeface="+mn-ea"/>
                <a:cs typeface="Verdana"/>
              </a:rPr>
              <a:t>Questions</a:t>
            </a:r>
          </a:p>
        </p:txBody>
      </p:sp>
      <p:pic>
        <p:nvPicPr>
          <p:cNvPr id="4" name="Picture 2" descr="C:\Documents and Settings\kayenat\Local Settings\Temporary Internet Files\Content.IE5\YUFWF67T\MC900441498[1].png">
            <a:extLst>
              <a:ext uri="{FF2B5EF4-FFF2-40B4-BE49-F238E27FC236}">
                <a16:creationId xmlns:a16="http://schemas.microsoft.com/office/drawing/2014/main" id="{981D73B7-9325-46C2-8DF2-A502B86F51BC}"/>
              </a:ext>
            </a:extLst>
          </p:cNvPr>
          <p:cNvPicPr>
            <a:picLocks noChangeAspect="1" noChangeArrowheads="1"/>
          </p:cNvPicPr>
          <p:nvPr/>
        </p:nvPicPr>
        <p:blipFill>
          <a:blip r:embed="rId3" cstate="print"/>
          <a:srcRect/>
          <a:stretch>
            <a:fillRect/>
          </a:stretch>
        </p:blipFill>
        <p:spPr bwMode="auto">
          <a:xfrm>
            <a:off x="5029200" y="2362200"/>
            <a:ext cx="1905000" cy="1905000"/>
          </a:xfrm>
          <a:prstGeom prst="rect">
            <a:avLst/>
          </a:prstGeom>
          <a:noFill/>
          <a:ln w="9525">
            <a:noFill/>
            <a:miter lim="800000"/>
            <a:headEnd/>
            <a:tailEnd/>
          </a:ln>
        </p:spPr>
      </p:pic>
    </p:spTree>
    <p:extLst>
      <p:ext uri="{BB962C8B-B14F-4D97-AF65-F5344CB8AC3E}">
        <p14:creationId xmlns:p14="http://schemas.microsoft.com/office/powerpoint/2010/main" val="3210254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3"/>
          </p:nvPr>
        </p:nvSpPr>
        <p:spPr/>
      </p:sp>
      <p:sp>
        <p:nvSpPr>
          <p:cNvPr id="5" name="Title 4"/>
          <p:cNvSpPr>
            <a:spLocks noGrp="1"/>
          </p:cNvSpPr>
          <p:nvPr>
            <p:ph type="title"/>
          </p:nvPr>
        </p:nvSpPr>
        <p:spPr>
          <a:xfrm>
            <a:off x="683568" y="2967603"/>
            <a:ext cx="6417054" cy="711770"/>
          </a:xfrm>
        </p:spPr>
        <p:txBody>
          <a:bodyPr/>
          <a:lstStyle/>
          <a:p>
            <a:pPr algn="ctr">
              <a:lnSpc>
                <a:spcPct val="150000"/>
              </a:lnSpc>
            </a:pPr>
            <a:r>
              <a:rPr lang="en-US" sz="2400" dirty="0">
                <a:solidFill>
                  <a:schemeClr val="bg1"/>
                </a:solidFill>
                <a:effectLst>
                  <a:outerShdw blurRad="38100" dist="38100" dir="2700000" algn="tl">
                    <a:srgbClr val="000000">
                      <a:alpha val="43137"/>
                    </a:srgbClr>
                  </a:outerShdw>
                </a:effectLst>
              </a:rPr>
              <a:t>Food Consumption</a:t>
            </a:r>
            <a:endParaRPr lang="en-US" sz="2000"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257079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B76752-6EFC-4D4C-B82B-120D921D2A94}"/>
              </a:ext>
            </a:extLst>
          </p:cNvPr>
          <p:cNvSpPr>
            <a:spLocks noGrp="1"/>
          </p:cNvSpPr>
          <p:nvPr>
            <p:ph idx="1"/>
          </p:nvPr>
        </p:nvSpPr>
        <p:spPr>
          <a:xfrm>
            <a:off x="310015" y="1124807"/>
            <a:ext cx="8207750" cy="1248279"/>
          </a:xfrm>
        </p:spPr>
        <p:txBody>
          <a:bodyPr vert="horz" lIns="68580" tIns="34290" rIns="68580" bIns="34290" rtlCol="0" anchor="t">
            <a:normAutofit/>
          </a:bodyPr>
          <a:lstStyle/>
          <a:p>
            <a:pPr>
              <a:buFont typeface="Wingdings" pitchFamily="2" charset="2"/>
              <a:buChar char="à"/>
            </a:pPr>
            <a:r>
              <a:rPr lang="en-GB" dirty="0"/>
              <a:t>The gold standard for measuring food consumption is in </a:t>
            </a:r>
            <a:r>
              <a:rPr lang="en-GB" b="1" dirty="0"/>
              <a:t>kilocalories</a:t>
            </a:r>
            <a:endParaRPr lang="en-GB" dirty="0"/>
          </a:p>
          <a:p>
            <a:pPr>
              <a:buFont typeface="Wingdings" pitchFamily="2" charset="2"/>
              <a:buChar char="à"/>
            </a:pPr>
            <a:r>
              <a:rPr lang="en-GB" dirty="0">
                <a:cs typeface="Calibri"/>
              </a:rPr>
              <a:t>But the collection of detailed food intake data is difficult and time consuming </a:t>
            </a:r>
          </a:p>
          <a:p>
            <a:pPr>
              <a:buFont typeface="Wingdings" pitchFamily="2" charset="2"/>
              <a:buChar char="à"/>
            </a:pPr>
            <a:r>
              <a:rPr lang="en-GB" dirty="0">
                <a:cs typeface="Calibri"/>
              </a:rPr>
              <a:t>Collecting information on the </a:t>
            </a:r>
            <a:r>
              <a:rPr lang="en-GB" b="1" dirty="0">
                <a:cs typeface="Calibri"/>
              </a:rPr>
              <a:t>diversity</a:t>
            </a:r>
            <a:r>
              <a:rPr lang="en-GB" dirty="0">
                <a:cs typeface="Calibri"/>
              </a:rPr>
              <a:t> (which types of food) and </a:t>
            </a:r>
            <a:r>
              <a:rPr lang="en-GB" b="1" dirty="0">
                <a:cs typeface="Calibri"/>
              </a:rPr>
              <a:t>frequency</a:t>
            </a:r>
            <a:r>
              <a:rPr lang="en-GB" dirty="0">
                <a:cs typeface="Calibri"/>
              </a:rPr>
              <a:t> of consumption (how often) in the </a:t>
            </a:r>
            <a:r>
              <a:rPr lang="en-GB" b="1" dirty="0">
                <a:cs typeface="Calibri"/>
              </a:rPr>
              <a:t>last 7 days</a:t>
            </a:r>
            <a:r>
              <a:rPr lang="en-GB" dirty="0">
                <a:cs typeface="Calibri"/>
              </a:rPr>
              <a:t> is a validated alternative </a:t>
            </a:r>
          </a:p>
        </p:txBody>
      </p:sp>
      <p:sp>
        <p:nvSpPr>
          <p:cNvPr id="2" name="Title 1">
            <a:extLst>
              <a:ext uri="{FF2B5EF4-FFF2-40B4-BE49-F238E27FC236}">
                <a16:creationId xmlns:a16="http://schemas.microsoft.com/office/drawing/2014/main" id="{AEF68EA1-85F4-535C-C053-42509A8B262C}"/>
              </a:ext>
            </a:extLst>
          </p:cNvPr>
          <p:cNvSpPr>
            <a:spLocks noGrp="1"/>
          </p:cNvSpPr>
          <p:nvPr>
            <p:ph type="title"/>
          </p:nvPr>
        </p:nvSpPr>
        <p:spPr>
          <a:xfrm>
            <a:off x="484186" y="199693"/>
            <a:ext cx="7110414" cy="925114"/>
          </a:xfrm>
        </p:spPr>
        <p:txBody>
          <a:bodyPr/>
          <a:lstStyle/>
          <a:p>
            <a:r>
              <a:rPr lang="en-US" sz="1800" dirty="0">
                <a:solidFill>
                  <a:schemeClr val="bg1"/>
                </a:solidFill>
                <a:effectLst>
                  <a:outerShdw blurRad="38100" dist="38100" dir="2700000" algn="tl">
                    <a:srgbClr val="000000">
                      <a:alpha val="43137"/>
                    </a:srgbClr>
                  </a:outerShdw>
                </a:effectLst>
              </a:rPr>
              <a:t>Food Consumption</a:t>
            </a:r>
            <a:endParaRPr lang="en-US" sz="1800" dirty="0"/>
          </a:p>
        </p:txBody>
      </p:sp>
      <p:sp>
        <p:nvSpPr>
          <p:cNvPr id="4" name="Content Placeholder 2">
            <a:extLst>
              <a:ext uri="{FF2B5EF4-FFF2-40B4-BE49-F238E27FC236}">
                <a16:creationId xmlns:a16="http://schemas.microsoft.com/office/drawing/2014/main" id="{A8A3E411-9BF7-18CB-6EE5-227FE871EA53}"/>
              </a:ext>
            </a:extLst>
          </p:cNvPr>
          <p:cNvSpPr txBox="1">
            <a:spLocks/>
          </p:cNvSpPr>
          <p:nvPr/>
        </p:nvSpPr>
        <p:spPr>
          <a:xfrm>
            <a:off x="398308" y="2675456"/>
            <a:ext cx="8473549" cy="3387887"/>
          </a:xfrm>
          <a:prstGeom prst="rect">
            <a:avLst/>
          </a:prstGeom>
        </p:spPr>
        <p:txBody>
          <a:bodyPr vert="horz" lIns="68580" tIns="34290" rIns="68580" bIns="34290" rtlCol="0" anchor="t">
            <a:normAutofit/>
          </a:bodyPr>
          <a:lstStyle>
            <a:lvl1pPr marL="0" indent="0" algn="l" defTabSz="457200" rtl="0" eaLnBrk="1" latinLnBrk="0" hangingPunct="1">
              <a:spcBef>
                <a:spcPts val="850"/>
              </a:spcBef>
              <a:buFontTx/>
              <a:buNone/>
              <a:defRPr sz="1400" kern="1200">
                <a:solidFill>
                  <a:schemeClr val="tx1"/>
                </a:solidFill>
                <a:latin typeface="Verdana"/>
                <a:ea typeface="+mn-ea"/>
                <a:cs typeface="Verdana"/>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en-US" sz="1800">
                <a:effectLst>
                  <a:outerShdw blurRad="38100" dist="38100" dir="2700000" algn="tl">
                    <a:srgbClr val="000000">
                      <a:alpha val="43137"/>
                    </a:srgbClr>
                  </a:outerShdw>
                </a:effectLst>
              </a:rPr>
              <a:t>Food Consumption Score (FCS) </a:t>
            </a:r>
            <a:r>
              <a:rPr lang="en-US" altLang="en-US" sz="1800"/>
              <a:t>– A composite score based on the dietary diversity, </a:t>
            </a:r>
            <a:r>
              <a:rPr lang="en-US" altLang="en-US" sz="1800">
                <a:solidFill>
                  <a:schemeClr val="accent5"/>
                </a:solidFill>
              </a:rPr>
              <a:t>food frequency</a:t>
            </a:r>
            <a:r>
              <a:rPr lang="en-US" altLang="en-US" sz="1800"/>
              <a:t>, and relative nutritional importance of the various </a:t>
            </a:r>
            <a:r>
              <a:rPr lang="en-US" altLang="en-US" sz="1800">
                <a:solidFill>
                  <a:schemeClr val="accent6"/>
                </a:solidFill>
              </a:rPr>
              <a:t>food groups</a:t>
            </a:r>
            <a:r>
              <a:rPr lang="en-US" altLang="en-US" sz="1800"/>
              <a:t> consumed. The higher the FCS, the higher is the dietary diversity and frequency. High food consumption increases the possibility that a household achieves nutrient adequacy.</a:t>
            </a:r>
          </a:p>
          <a:p>
            <a:r>
              <a:rPr lang="en-US" sz="1800">
                <a:solidFill>
                  <a:srgbClr val="0070C0"/>
                </a:solidFill>
                <a:ea typeface="+mn-lt"/>
                <a:cs typeface="+mn-lt"/>
              </a:rPr>
              <a:t>Food Frequency</a:t>
            </a:r>
            <a:r>
              <a:rPr lang="en-US" sz="1800">
                <a:ea typeface="+mn-lt"/>
                <a:cs typeface="+mn-lt"/>
              </a:rPr>
              <a:t> - Defined as the frequency (in terms of days of consumption over a reference period) that a specific food item or food group is eaten at the household level.</a:t>
            </a:r>
            <a:endParaRPr lang="en-US">
              <a:ea typeface="+mn-lt"/>
              <a:cs typeface="+mn-lt"/>
            </a:endParaRPr>
          </a:p>
          <a:p>
            <a:r>
              <a:rPr lang="en-US" sz="1800">
                <a:solidFill>
                  <a:schemeClr val="accent6"/>
                </a:solidFill>
                <a:ea typeface="+mn-lt"/>
                <a:cs typeface="+mn-lt"/>
              </a:rPr>
              <a:t>Food Group</a:t>
            </a:r>
            <a:r>
              <a:rPr lang="en-US" sz="1800">
                <a:ea typeface="+mn-lt"/>
                <a:cs typeface="+mn-lt"/>
              </a:rPr>
              <a:t> - Defined as a grouping of food items that have similar caloric and nutrient content.</a:t>
            </a:r>
            <a:endParaRPr lang="en-US" dirty="0">
              <a:ea typeface="+mn-lt"/>
              <a:cs typeface="+mn-lt"/>
            </a:endParaRPr>
          </a:p>
        </p:txBody>
      </p:sp>
    </p:spTree>
    <p:extLst>
      <p:ext uri="{BB962C8B-B14F-4D97-AF65-F5344CB8AC3E}">
        <p14:creationId xmlns:p14="http://schemas.microsoft.com/office/powerpoint/2010/main" val="34222948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B76752-6EFC-4D4C-B82B-120D921D2A94}"/>
              </a:ext>
            </a:extLst>
          </p:cNvPr>
          <p:cNvSpPr>
            <a:spLocks noGrp="1"/>
          </p:cNvSpPr>
          <p:nvPr>
            <p:ph idx="1"/>
          </p:nvPr>
        </p:nvSpPr>
        <p:spPr/>
        <p:txBody>
          <a:bodyPr vert="horz" lIns="68580" tIns="34290" rIns="68580" bIns="34290" rtlCol="0" anchor="t">
            <a:normAutofit/>
          </a:bodyPr>
          <a:lstStyle/>
          <a:p>
            <a:pPr marL="0" indent="0">
              <a:buNone/>
            </a:pPr>
            <a:endParaRPr lang="en-GB">
              <a:cs typeface="Calibri"/>
            </a:endParaRPr>
          </a:p>
          <a:p>
            <a:pPr>
              <a:buFont typeface="Wingdings" pitchFamily="2" charset="2"/>
              <a:buChar char="à"/>
            </a:pPr>
            <a:r>
              <a:rPr lang="en-GB">
                <a:cs typeface="Calibri"/>
              </a:rPr>
              <a:t>During the call, you will ask the respondent how many days in the </a:t>
            </a:r>
            <a:r>
              <a:rPr lang="en-GB" b="1">
                <a:cs typeface="Calibri"/>
              </a:rPr>
              <a:t>past 7 days</a:t>
            </a:r>
            <a:r>
              <a:rPr lang="en-GB">
                <a:cs typeface="Calibri"/>
              </a:rPr>
              <a:t> </a:t>
            </a:r>
            <a:r>
              <a:rPr lang="en-GB">
                <a:solidFill>
                  <a:srgbClr val="FF0000"/>
                </a:solidFill>
                <a:cs typeface="Calibri"/>
              </a:rPr>
              <a:t>at least 50% of the household members</a:t>
            </a:r>
            <a:r>
              <a:rPr lang="en-GB">
                <a:cs typeface="Calibri"/>
              </a:rPr>
              <a:t> have eaten foods from the following </a:t>
            </a:r>
            <a:r>
              <a:rPr lang="en-GB" b="1">
                <a:cs typeface="Calibri"/>
              </a:rPr>
              <a:t>8 food groups </a:t>
            </a:r>
            <a:r>
              <a:rPr lang="en-GB">
                <a:cs typeface="Calibri"/>
              </a:rPr>
              <a:t>: staples, pulses, vegetables, fruits, animal proteins, milk and dairy, fats, sugars </a:t>
            </a:r>
            <a:endParaRPr lang="en-GB" b="1">
              <a:cs typeface="Calibri"/>
            </a:endParaRPr>
          </a:p>
          <a:p>
            <a:pPr>
              <a:buFont typeface="Wingdings" pitchFamily="2" charset="2"/>
              <a:buChar char="à"/>
            </a:pPr>
            <a:endParaRPr lang="en-GB" b="1">
              <a:cs typeface="Calibri"/>
            </a:endParaRPr>
          </a:p>
        </p:txBody>
      </p:sp>
      <p:sp>
        <p:nvSpPr>
          <p:cNvPr id="7" name="Title 3">
            <a:extLst>
              <a:ext uri="{FF2B5EF4-FFF2-40B4-BE49-F238E27FC236}">
                <a16:creationId xmlns:a16="http://schemas.microsoft.com/office/drawing/2014/main" id="{7E59B412-D577-8A4C-9F43-DAA3E6031ED6}"/>
              </a:ext>
            </a:extLst>
          </p:cNvPr>
          <p:cNvSpPr txBox="1">
            <a:spLocks/>
          </p:cNvSpPr>
          <p:nvPr/>
        </p:nvSpPr>
        <p:spPr>
          <a:xfrm>
            <a:off x="484187" y="283194"/>
            <a:ext cx="7886700" cy="483673"/>
          </a:xfrm>
          <a:prstGeom prst="rect">
            <a:avLst/>
          </a:prstGeom>
        </p:spPr>
        <p:txBody>
          <a:bodyPr vert="horz" lIns="68580" tIns="34290" rIns="68580" bIns="34290" rtlCol="0" anchor="b">
            <a:normAutofit/>
          </a:bodyPr>
          <a:lstStyle>
            <a:lvl1pPr algn="l" defTabSz="914400" rtl="0" eaLnBrk="1" latinLnBrk="0" hangingPunct="1">
              <a:lnSpc>
                <a:spcPct val="90000"/>
              </a:lnSpc>
              <a:spcBef>
                <a:spcPct val="0"/>
              </a:spcBef>
              <a:buNone/>
              <a:defRPr sz="3200" kern="1200">
                <a:solidFill>
                  <a:srgbClr val="A41F35"/>
                </a:solidFill>
                <a:latin typeface="+mj-lt"/>
                <a:ea typeface="+mj-ea"/>
                <a:cs typeface="+mj-cs"/>
              </a:defRPr>
            </a:lvl1pPr>
          </a:lstStyle>
          <a:p>
            <a:pPr defTabSz="685800"/>
            <a:r>
              <a:rPr lang="en-GB" sz="3000" b="1" dirty="0">
                <a:solidFill>
                  <a:schemeClr val="bg1">
                    <a:lumMod val="95000"/>
                  </a:schemeClr>
                </a:solidFill>
                <a:latin typeface="Calibri Light" panose="020F0302020204030204"/>
              </a:rPr>
              <a:t>Food consumption Score - Module</a:t>
            </a:r>
          </a:p>
        </p:txBody>
      </p:sp>
      <p:grpSp>
        <p:nvGrpSpPr>
          <p:cNvPr id="4" name="Group 3">
            <a:extLst>
              <a:ext uri="{FF2B5EF4-FFF2-40B4-BE49-F238E27FC236}">
                <a16:creationId xmlns:a16="http://schemas.microsoft.com/office/drawing/2014/main" id="{1893709D-310F-1048-B389-DA312D04D81A}"/>
              </a:ext>
            </a:extLst>
          </p:cNvPr>
          <p:cNvGrpSpPr/>
          <p:nvPr/>
        </p:nvGrpSpPr>
        <p:grpSpPr>
          <a:xfrm>
            <a:off x="1403807" y="4209810"/>
            <a:ext cx="6456227" cy="819735"/>
            <a:chOff x="381000" y="2268913"/>
            <a:chExt cx="8608302" cy="1092978"/>
          </a:xfrm>
        </p:grpSpPr>
        <p:pic>
          <p:nvPicPr>
            <p:cNvPr id="5" name="Picture 3" descr="C:\Users\kathryn.ogden\AppData\Local\Microsoft\Windows\Temporary Internet Files\Content.IE5\8TKTTZ0L\MP900443388[1].jpg">
              <a:extLst>
                <a:ext uri="{FF2B5EF4-FFF2-40B4-BE49-F238E27FC236}">
                  <a16:creationId xmlns:a16="http://schemas.microsoft.com/office/drawing/2014/main" id="{DB0994C2-F854-8346-9A7F-0E923B28B49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0200" y="2325186"/>
              <a:ext cx="990600" cy="991990"/>
            </a:xfrm>
            <a:prstGeom prst="rect">
              <a:avLst/>
            </a:prstGeom>
            <a:noFill/>
            <a:extLst>
              <a:ext uri="{909E8E84-426E-40dd-AFC4-6F175D3DCCD1}">
                <a14:hiddenFill xmlns="" xmlns:a14="http://schemas.microsoft.com/office/drawing/2010/main">
                  <a:solidFill>
                    <a:srgbClr val="FFFFFF"/>
                  </a:solidFill>
                </a14:hiddenFill>
              </a:ext>
            </a:extLst>
          </p:spPr>
        </p:pic>
        <p:pic>
          <p:nvPicPr>
            <p:cNvPr id="6" name="Picture 6" descr="C:\Users\kathryn.ogden\AppData\Local\Microsoft\Windows\Temporary Internet Files\Content.IE5\Q043FS43\MP910220762[1].jpg">
              <a:extLst>
                <a:ext uri="{FF2B5EF4-FFF2-40B4-BE49-F238E27FC236}">
                  <a16:creationId xmlns:a16="http://schemas.microsoft.com/office/drawing/2014/main" id="{55575B5E-F9A0-1646-833C-FCDF0DC5B48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43200" y="2309406"/>
              <a:ext cx="914400" cy="1008648"/>
            </a:xfrm>
            <a:prstGeom prst="rect">
              <a:avLst/>
            </a:prstGeom>
            <a:noFill/>
            <a:extLst>
              <a:ext uri="{909E8E84-426E-40dd-AFC4-6F175D3DCCD1}">
                <a14:hiddenFill xmlns="" xmlns:a14="http://schemas.microsoft.com/office/drawing/2010/main">
                  <a:solidFill>
                    <a:srgbClr val="FFFFFF"/>
                  </a:solidFill>
                </a14:hiddenFill>
              </a:ext>
            </a:extLst>
          </p:spPr>
        </p:pic>
        <p:pic>
          <p:nvPicPr>
            <p:cNvPr id="8" name="Picture 12" descr="C:\Users\kathryn.ogden\AppData\Local\Microsoft\Windows\Temporary Internet Files\Content.IE5\8TKTTZ0L\MP900442635[1].jpg">
              <a:extLst>
                <a:ext uri="{FF2B5EF4-FFF2-40B4-BE49-F238E27FC236}">
                  <a16:creationId xmlns:a16="http://schemas.microsoft.com/office/drawing/2014/main" id="{1BF00C94-622B-5743-9405-2315DEEDE0F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1000" y="2340966"/>
              <a:ext cx="990600" cy="960430"/>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13" descr="C:\Users\kathryn.ogden\AppData\Local\Microsoft\Windows\Temporary Internet Files\Content.IE5\Q043FS43\MP900444563[1].jpg">
              <a:extLst>
                <a:ext uri="{FF2B5EF4-FFF2-40B4-BE49-F238E27FC236}">
                  <a16:creationId xmlns:a16="http://schemas.microsoft.com/office/drawing/2014/main" id="{3029802B-94A5-074F-BB8A-9F8D515936A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86176" y="2310074"/>
              <a:ext cx="762000" cy="1016000"/>
            </a:xfrm>
            <a:prstGeom prst="rect">
              <a:avLst/>
            </a:prstGeom>
            <a:noFill/>
            <a:extLst>
              <a:ext uri="{909E8E84-426E-40dd-AFC4-6F175D3DCCD1}">
                <a14:hiddenFill xmlns="" xmlns:a14="http://schemas.microsoft.com/office/drawing/2010/main">
                  <a:solidFill>
                    <a:srgbClr val="FFFFFF"/>
                  </a:solidFill>
                </a14:hiddenFill>
              </a:ext>
            </a:extLst>
          </p:spPr>
        </p:pic>
        <p:pic>
          <p:nvPicPr>
            <p:cNvPr id="10" name="Picture 17" descr="C:\Users\kathryn.ogden\AppData\Local\Microsoft\Windows\Temporary Internet Files\Content.IE5\8TKTTZ0L\MC900038628[1].wmf">
              <a:extLst>
                <a:ext uri="{FF2B5EF4-FFF2-40B4-BE49-F238E27FC236}">
                  <a16:creationId xmlns:a16="http://schemas.microsoft.com/office/drawing/2014/main" id="{89DB2559-F9CD-2F4C-8A8D-A00839F855A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10297" y="2313250"/>
              <a:ext cx="685799" cy="1000011"/>
            </a:xfrm>
            <a:prstGeom prst="rect">
              <a:avLst/>
            </a:prstGeom>
            <a:noFill/>
            <a:extLst>
              <a:ext uri="{909E8E84-426E-40dd-AFC4-6F175D3DCCD1}">
                <a14:hiddenFill xmlns="" xmlns:a14="http://schemas.microsoft.com/office/drawing/2010/main">
                  <a:solidFill>
                    <a:srgbClr val="FFFFFF"/>
                  </a:solidFill>
                </a14:hiddenFill>
              </a:ext>
            </a:extLst>
          </p:spPr>
        </p:pic>
        <p:pic>
          <p:nvPicPr>
            <p:cNvPr id="11" name="Picture 19" descr="C:\Users\kathryn.ogden\AppData\Local\Microsoft\Windows\Temporary Internet Files\Content.IE5\RJBYOL0W\MC900296145[1].wmf">
              <a:extLst>
                <a:ext uri="{FF2B5EF4-FFF2-40B4-BE49-F238E27FC236}">
                  <a16:creationId xmlns:a16="http://schemas.microsoft.com/office/drawing/2014/main" id="{49127202-47C0-0649-9EAB-34047503BCF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01000" y="2370087"/>
              <a:ext cx="988302" cy="947967"/>
            </a:xfrm>
            <a:prstGeom prst="rect">
              <a:avLst/>
            </a:prstGeom>
            <a:noFill/>
            <a:extLst>
              <a:ext uri="{909E8E84-426E-40dd-AFC4-6F175D3DCCD1}">
                <a14:hiddenFill xmlns="" xmlns:a14="http://schemas.microsoft.com/office/drawing/2010/main">
                  <a:solidFill>
                    <a:srgbClr val="FFFFFF"/>
                  </a:solidFill>
                </a14:hiddenFill>
              </a:ext>
            </a:extLst>
          </p:spPr>
        </p:pic>
        <p:pic>
          <p:nvPicPr>
            <p:cNvPr id="12" name="Picture 21" descr="C:\Users\kathryn.ogden\AppData\Local\Microsoft\Windows\Temporary Internet Files\Content.IE5\Q043FS43\MP910221054[1].jpg">
              <a:extLst>
                <a:ext uri="{FF2B5EF4-FFF2-40B4-BE49-F238E27FC236}">
                  <a16:creationId xmlns:a16="http://schemas.microsoft.com/office/drawing/2014/main" id="{84EB4D71-898C-F649-962D-35F5846D703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882635" y="2268913"/>
              <a:ext cx="859189" cy="685800"/>
            </a:xfrm>
            <a:prstGeom prst="rect">
              <a:avLst/>
            </a:prstGeom>
            <a:noFill/>
            <a:extLst>
              <a:ext uri="{909E8E84-426E-40dd-AFC4-6F175D3DCCD1}">
                <a14:hiddenFill xmlns="" xmlns:a14="http://schemas.microsoft.com/office/drawing/2010/main">
                  <a:solidFill>
                    <a:srgbClr val="FFFFFF"/>
                  </a:solidFill>
                </a14:hiddenFill>
              </a:ext>
            </a:extLst>
          </p:spPr>
        </p:pic>
        <p:pic>
          <p:nvPicPr>
            <p:cNvPr id="13" name="Picture 14" descr="C:\Users\kathryn.ogden\AppData\Local\Microsoft\Windows\Temporary Internet Files\Content.IE5\RJBYOL0W\MP900405246[1].jpg">
              <a:extLst>
                <a:ext uri="{FF2B5EF4-FFF2-40B4-BE49-F238E27FC236}">
                  <a16:creationId xmlns:a16="http://schemas.microsoft.com/office/drawing/2014/main" id="{F2D8D1C6-938B-E34F-8467-71B5B8583126}"/>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662477" y="2813255"/>
              <a:ext cx="838200" cy="548636"/>
            </a:xfrm>
            <a:prstGeom prst="rect">
              <a:avLst/>
            </a:prstGeom>
            <a:noFill/>
            <a:extLst>
              <a:ext uri="{909E8E84-426E-40dd-AFC4-6F175D3DCCD1}">
                <a14:hiddenFill xmlns="" xmlns:a14="http://schemas.microsoft.com/office/drawing/2010/main">
                  <a:solidFill>
                    <a:srgbClr val="FFFFFF"/>
                  </a:solidFill>
                </a14:hiddenFill>
              </a:ext>
            </a:extLst>
          </p:spPr>
        </p:pic>
        <p:pic>
          <p:nvPicPr>
            <p:cNvPr id="14" name="Picture 23" descr="C:\Users\kathryn.ogden\AppData\Local\Microsoft\Windows\Temporary Internet Files\Content.IE5\8TKTTZ0L\MP900182751[1].jpg">
              <a:extLst>
                <a:ext uri="{FF2B5EF4-FFF2-40B4-BE49-F238E27FC236}">
                  <a16:creationId xmlns:a16="http://schemas.microsoft.com/office/drawing/2014/main" id="{EBEF3DA9-7864-0540-9CF2-C1BA2647DC08}"/>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377092" y="2716275"/>
              <a:ext cx="554512" cy="561334"/>
            </a:xfrm>
            <a:prstGeom prst="rect">
              <a:avLst/>
            </a:prstGeom>
            <a:noFill/>
            <a:extLst>
              <a:ext uri="{909E8E84-426E-40dd-AFC4-6F175D3DCCD1}">
                <a14:hiddenFill xmlns="" xmlns:a14="http://schemas.microsoft.com/office/drawing/2010/main">
                  <a:solidFill>
                    <a:srgbClr val="FFFFFF"/>
                  </a:solidFill>
                </a14:hiddenFill>
              </a:ext>
            </a:extLst>
          </p:spPr>
        </p:pic>
        <p:pic>
          <p:nvPicPr>
            <p:cNvPr id="15" name="Picture 25" descr="C:\Users\kathryn.ogden\AppData\Local\Microsoft\Windows\Temporary Internet Files\Content.IE5\8TKTTZ0L\MP900400589[1].jpg">
              <a:extLst>
                <a:ext uri="{FF2B5EF4-FFF2-40B4-BE49-F238E27FC236}">
                  <a16:creationId xmlns:a16="http://schemas.microsoft.com/office/drawing/2014/main" id="{85B5625D-3778-3444-AABC-77DD9AA53D40}"/>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7086600" y="2378965"/>
              <a:ext cx="800468" cy="947966"/>
            </a:xfrm>
            <a:prstGeom prst="rect">
              <a:avLst/>
            </a:prstGeom>
            <a:noFill/>
            <a:extLst>
              <a:ext uri="{909E8E84-426E-40dd-AFC4-6F175D3DCCD1}">
                <a14:hiddenFill xmlns="" xmlns:a14="http://schemas.microsoft.com/office/drawing/2010/main">
                  <a:solidFill>
                    <a:srgbClr val="FFFFFF"/>
                  </a:solidFill>
                </a14:hiddenFill>
              </a:ext>
            </a:extLst>
          </p:spPr>
        </p:pic>
      </p:grpSp>
    </p:spTree>
    <p:extLst>
      <p:ext uri="{BB962C8B-B14F-4D97-AF65-F5344CB8AC3E}">
        <p14:creationId xmlns:p14="http://schemas.microsoft.com/office/powerpoint/2010/main" val="42539763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B76752-6EFC-4D4C-B82B-120D921D2A94}"/>
              </a:ext>
            </a:extLst>
          </p:cNvPr>
          <p:cNvSpPr>
            <a:spLocks noGrp="1"/>
          </p:cNvSpPr>
          <p:nvPr>
            <p:ph idx="1"/>
          </p:nvPr>
        </p:nvSpPr>
        <p:spPr>
          <a:xfrm>
            <a:off x="484187" y="2254553"/>
            <a:ext cx="8246156" cy="2230362"/>
          </a:xfrm>
        </p:spPr>
        <p:txBody>
          <a:bodyPr vert="horz" lIns="68580" tIns="34290" rIns="68580" bIns="34290" rtlCol="0" anchor="t">
            <a:normAutofit/>
          </a:bodyPr>
          <a:lstStyle/>
          <a:p>
            <a:pPr>
              <a:lnSpc>
                <a:spcPct val="170000"/>
              </a:lnSpc>
              <a:spcBef>
                <a:spcPts val="0"/>
              </a:spcBef>
              <a:buFont typeface="Arial" pitchFamily="2" charset="2"/>
              <a:buChar char="•"/>
            </a:pPr>
            <a:r>
              <a:rPr lang="en-US" dirty="0">
                <a:ea typeface="+mn-lt"/>
                <a:cs typeface="+mn-lt"/>
              </a:rPr>
              <a:t>For all food items, the recall period is set at the previous seven days. </a:t>
            </a:r>
            <a:endParaRPr lang="en-US" dirty="0">
              <a:cs typeface="Calibri" panose="020F0502020204030204"/>
            </a:endParaRPr>
          </a:p>
          <a:p>
            <a:pPr>
              <a:lnSpc>
                <a:spcPct val="170000"/>
              </a:lnSpc>
              <a:spcBef>
                <a:spcPts val="0"/>
              </a:spcBef>
              <a:buFont typeface="Arial" pitchFamily="2" charset="2"/>
              <a:buChar char="•"/>
            </a:pPr>
            <a:r>
              <a:rPr lang="en-US" dirty="0">
                <a:ea typeface="+mn-lt"/>
                <a:cs typeface="+mn-lt"/>
              </a:rPr>
              <a:t>Number of days eaten in past 7 days requires a numeric value ( 0 – 7 )</a:t>
            </a:r>
            <a:endParaRPr lang="en-US" dirty="0">
              <a:cs typeface="Calibri" panose="020F0502020204030204"/>
            </a:endParaRPr>
          </a:p>
          <a:p>
            <a:pPr>
              <a:lnSpc>
                <a:spcPct val="170000"/>
              </a:lnSpc>
              <a:spcBef>
                <a:spcPts val="0"/>
              </a:spcBef>
              <a:buFont typeface="Arial" pitchFamily="2" charset="2"/>
              <a:buChar char="•"/>
            </a:pPr>
            <a:r>
              <a:rPr lang="en-US" dirty="0">
                <a:ea typeface="+mn-lt"/>
                <a:cs typeface="+mn-lt"/>
              </a:rPr>
              <a:t>Ask respondents how many days (within the past week) their household consumed each of the food items/group s listed in the module and the respondent must answer on behalf of the entire household </a:t>
            </a:r>
          </a:p>
        </p:txBody>
      </p:sp>
      <p:sp>
        <p:nvSpPr>
          <p:cNvPr id="7" name="Title 3">
            <a:extLst>
              <a:ext uri="{FF2B5EF4-FFF2-40B4-BE49-F238E27FC236}">
                <a16:creationId xmlns:a16="http://schemas.microsoft.com/office/drawing/2014/main" id="{A17C3E90-3AE3-4196-A810-F8D94796F36D}"/>
              </a:ext>
            </a:extLst>
          </p:cNvPr>
          <p:cNvSpPr txBox="1">
            <a:spLocks/>
          </p:cNvSpPr>
          <p:nvPr/>
        </p:nvSpPr>
        <p:spPr>
          <a:xfrm>
            <a:off x="484187" y="283194"/>
            <a:ext cx="7886700" cy="483673"/>
          </a:xfrm>
          <a:prstGeom prst="rect">
            <a:avLst/>
          </a:prstGeom>
        </p:spPr>
        <p:txBody>
          <a:bodyPr vert="horz" lIns="68580" tIns="34290" rIns="68580" bIns="34290" rtlCol="0" anchor="b">
            <a:normAutofit/>
          </a:bodyPr>
          <a:lstStyle>
            <a:lvl1pPr algn="l" defTabSz="914400" rtl="0" eaLnBrk="1" latinLnBrk="0" hangingPunct="1">
              <a:lnSpc>
                <a:spcPct val="90000"/>
              </a:lnSpc>
              <a:spcBef>
                <a:spcPct val="0"/>
              </a:spcBef>
              <a:buNone/>
              <a:defRPr sz="3200" kern="1200">
                <a:solidFill>
                  <a:srgbClr val="A41F35"/>
                </a:solidFill>
                <a:latin typeface="+mj-lt"/>
                <a:ea typeface="+mj-ea"/>
                <a:cs typeface="+mj-cs"/>
              </a:defRPr>
            </a:lvl1pPr>
          </a:lstStyle>
          <a:p>
            <a:pPr defTabSz="685800"/>
            <a:r>
              <a:rPr lang="en-GB" sz="3000" b="1" dirty="0">
                <a:solidFill>
                  <a:schemeClr val="bg1">
                    <a:lumMod val="95000"/>
                  </a:schemeClr>
                </a:solidFill>
                <a:latin typeface="Calibri Light" panose="020F0302020204030204"/>
              </a:rPr>
              <a:t>Food consumption Score - Module</a:t>
            </a:r>
          </a:p>
        </p:txBody>
      </p:sp>
    </p:spTree>
    <p:extLst>
      <p:ext uri="{BB962C8B-B14F-4D97-AF65-F5344CB8AC3E}">
        <p14:creationId xmlns:p14="http://schemas.microsoft.com/office/powerpoint/2010/main" val="26771992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B76752-6EFC-4D4C-B82B-120D921D2A94}"/>
              </a:ext>
            </a:extLst>
          </p:cNvPr>
          <p:cNvSpPr>
            <a:spLocks noGrp="1"/>
          </p:cNvSpPr>
          <p:nvPr>
            <p:ph idx="1"/>
          </p:nvPr>
        </p:nvSpPr>
        <p:spPr>
          <a:xfrm>
            <a:off x="484187" y="2048934"/>
            <a:ext cx="8187202" cy="2163837"/>
          </a:xfrm>
        </p:spPr>
        <p:txBody>
          <a:bodyPr vert="horz" lIns="68580" tIns="34290" rIns="68580" bIns="34290" rtlCol="0" anchor="t">
            <a:normAutofit/>
          </a:bodyPr>
          <a:lstStyle/>
          <a:p>
            <a:pPr>
              <a:lnSpc>
                <a:spcPct val="160000"/>
              </a:lnSpc>
              <a:spcBef>
                <a:spcPts val="0"/>
              </a:spcBef>
              <a:buFont typeface="Arial" pitchFamily="2" charset="2"/>
              <a:buChar char="•"/>
            </a:pPr>
            <a:r>
              <a:rPr lang="en-US" dirty="0">
                <a:ea typeface="+mn-lt"/>
                <a:cs typeface="+mn-lt"/>
              </a:rPr>
              <a:t>If one member of a household consumes food away from the household, the items eaten should not be recorded. </a:t>
            </a:r>
            <a:endParaRPr lang="en-US" dirty="0"/>
          </a:p>
          <a:p>
            <a:pPr>
              <a:lnSpc>
                <a:spcPct val="160000"/>
              </a:lnSpc>
              <a:spcBef>
                <a:spcPts val="0"/>
              </a:spcBef>
              <a:buFont typeface="Arial" pitchFamily="2" charset="2"/>
              <a:buChar char="•"/>
            </a:pPr>
            <a:r>
              <a:rPr lang="en-US" dirty="0">
                <a:ea typeface="+mn-lt"/>
                <a:cs typeface="+mn-lt"/>
              </a:rPr>
              <a:t>Similarly, if a food item is consumed at home by only one household member it should not be recorded.</a:t>
            </a:r>
          </a:p>
          <a:p>
            <a:pPr>
              <a:lnSpc>
                <a:spcPct val="160000"/>
              </a:lnSpc>
              <a:spcBef>
                <a:spcPts val="0"/>
              </a:spcBef>
              <a:buFont typeface="Arial" pitchFamily="2" charset="2"/>
              <a:buChar char="•"/>
            </a:pPr>
            <a:r>
              <a:rPr lang="en-US" dirty="0">
                <a:ea typeface="+mn-lt"/>
                <a:cs typeface="+mn-lt"/>
              </a:rPr>
              <a:t>If the entire household ate outside of the household, then the foods consumed should be recorded. </a:t>
            </a:r>
          </a:p>
        </p:txBody>
      </p:sp>
      <p:sp>
        <p:nvSpPr>
          <p:cNvPr id="5" name="Title 1">
            <a:extLst>
              <a:ext uri="{FF2B5EF4-FFF2-40B4-BE49-F238E27FC236}">
                <a16:creationId xmlns:a16="http://schemas.microsoft.com/office/drawing/2014/main" id="{69FF4F8E-DC41-B085-5769-6788BAA51E21}"/>
              </a:ext>
            </a:extLst>
          </p:cNvPr>
          <p:cNvSpPr txBox="1">
            <a:spLocks/>
          </p:cNvSpPr>
          <p:nvPr/>
        </p:nvSpPr>
        <p:spPr>
          <a:xfrm>
            <a:off x="636586" y="191902"/>
            <a:ext cx="7110414" cy="925114"/>
          </a:xfrm>
          <a:prstGeom prst="rect">
            <a:avLst/>
          </a:prstGeom>
          <a:noFill/>
        </p:spPr>
        <p:txBody>
          <a:bodyPr vert="horz" tIns="0" bIns="61200" anchor="ctr" anchorCtr="0"/>
          <a:lstStyle>
            <a:lvl1pPr marL="0" algn="l" defTabSz="457200" rtl="0" eaLnBrk="1" latinLnBrk="0" hangingPunct="1">
              <a:spcBef>
                <a:spcPct val="0"/>
              </a:spcBef>
              <a:buNone/>
              <a:defRPr sz="2600" b="1" kern="1200">
                <a:solidFill>
                  <a:srgbClr val="FFFFFF"/>
                </a:solidFill>
                <a:latin typeface="Verdana"/>
                <a:ea typeface="+mj-ea"/>
                <a:cs typeface="Verdana"/>
              </a:defRPr>
            </a:lvl1pPr>
          </a:lstStyle>
          <a:p>
            <a:pPr defTabSz="685800"/>
            <a:br>
              <a:rPr lang="en-GB" sz="2800" dirty="0">
                <a:latin typeface="Calibri Light" panose="020F0302020204030204"/>
              </a:rPr>
            </a:br>
            <a:r>
              <a:rPr lang="en-GB" sz="2800" dirty="0">
                <a:latin typeface="Calibri Light" panose="020F0302020204030204"/>
              </a:rPr>
              <a:t>Food consumption Score – Enumerator notes</a:t>
            </a:r>
            <a:br>
              <a:rPr lang="en-GB" sz="1400" dirty="0">
                <a:latin typeface="Calibri Light" panose="020F0302020204030204"/>
                <a:cs typeface="Calibri Light"/>
              </a:rPr>
            </a:br>
            <a:endParaRPr lang="en-US" dirty="0"/>
          </a:p>
        </p:txBody>
      </p:sp>
    </p:spTree>
    <p:extLst>
      <p:ext uri="{BB962C8B-B14F-4D97-AF65-F5344CB8AC3E}">
        <p14:creationId xmlns:p14="http://schemas.microsoft.com/office/powerpoint/2010/main" val="13530600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7325791-0053-4946-AAB4-FDFA65DD9873}"/>
              </a:ext>
            </a:extLst>
          </p:cNvPr>
          <p:cNvSpPr txBox="1"/>
          <p:nvPr/>
        </p:nvSpPr>
        <p:spPr>
          <a:xfrm>
            <a:off x="389805" y="1256884"/>
            <a:ext cx="8416586" cy="528927"/>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defTabSz="685800">
              <a:lnSpc>
                <a:spcPct val="150000"/>
              </a:lnSpc>
            </a:pPr>
            <a:r>
              <a:rPr lang="en-US" sz="1050" b="1" dirty="0">
                <a:solidFill>
                  <a:prstClr val="black"/>
                </a:solidFill>
                <a:latin typeface="Calibri" panose="020F0502020204030204"/>
              </a:rPr>
              <a:t>Small Quantities</a:t>
            </a:r>
            <a:r>
              <a:rPr lang="en-US" sz="1050" dirty="0">
                <a:solidFill>
                  <a:prstClr val="black"/>
                </a:solidFill>
                <a:latin typeface="Calibri" panose="020F0502020204030204"/>
              </a:rPr>
              <a:t> Food items consumed in small quantities should not be recorded, because they cannot be considered as a proper portion for the entire household </a:t>
            </a:r>
            <a:endParaRPr lang="en-US" sz="1050" dirty="0">
              <a:solidFill>
                <a:prstClr val="black"/>
              </a:solidFill>
              <a:latin typeface="Calibri" panose="020F0502020204030204"/>
              <a:cs typeface="Calibri" panose="020F0502020204030204"/>
            </a:endParaRPr>
          </a:p>
        </p:txBody>
      </p:sp>
      <p:sp>
        <p:nvSpPr>
          <p:cNvPr id="5" name="Title 1">
            <a:extLst>
              <a:ext uri="{FF2B5EF4-FFF2-40B4-BE49-F238E27FC236}">
                <a16:creationId xmlns:a16="http://schemas.microsoft.com/office/drawing/2014/main" id="{5C10893D-B545-A417-5823-45BE91E8B6E0}"/>
              </a:ext>
            </a:extLst>
          </p:cNvPr>
          <p:cNvSpPr txBox="1">
            <a:spLocks/>
          </p:cNvSpPr>
          <p:nvPr/>
        </p:nvSpPr>
        <p:spPr>
          <a:xfrm>
            <a:off x="389805" y="43722"/>
            <a:ext cx="7110414" cy="925114"/>
          </a:xfrm>
          <a:prstGeom prst="rect">
            <a:avLst/>
          </a:prstGeom>
          <a:noFill/>
        </p:spPr>
        <p:txBody>
          <a:bodyPr vert="horz" tIns="0" bIns="61200" anchor="ctr" anchorCtr="0"/>
          <a:lstStyle>
            <a:lvl1pPr marL="0" algn="l" defTabSz="457200" rtl="0" eaLnBrk="1" latinLnBrk="0" hangingPunct="1">
              <a:spcBef>
                <a:spcPct val="0"/>
              </a:spcBef>
              <a:buNone/>
              <a:defRPr sz="2600" b="1" kern="1200">
                <a:solidFill>
                  <a:srgbClr val="FFFFFF"/>
                </a:solidFill>
                <a:latin typeface="Verdana"/>
                <a:ea typeface="+mj-ea"/>
                <a:cs typeface="Verdana"/>
              </a:defRPr>
            </a:lvl1pPr>
          </a:lstStyle>
          <a:p>
            <a:pPr defTabSz="685800"/>
            <a:br>
              <a:rPr lang="en-GB" sz="2800" dirty="0">
                <a:latin typeface="Calibri Light" panose="020F0302020204030204"/>
              </a:rPr>
            </a:br>
            <a:r>
              <a:rPr lang="en-GB" sz="2800" dirty="0">
                <a:latin typeface="Calibri Light" panose="020F0302020204030204"/>
              </a:rPr>
              <a:t>Food consumption Score – Enumerator notes</a:t>
            </a:r>
            <a:br>
              <a:rPr lang="en-GB" sz="1400" dirty="0">
                <a:latin typeface="Calibri Light" panose="020F0302020204030204"/>
                <a:cs typeface="Calibri Light"/>
              </a:rPr>
            </a:br>
            <a:endParaRPr lang="en-US" dirty="0"/>
          </a:p>
        </p:txBody>
      </p:sp>
    </p:spTree>
    <p:extLst>
      <p:ext uri="{BB962C8B-B14F-4D97-AF65-F5344CB8AC3E}">
        <p14:creationId xmlns:p14="http://schemas.microsoft.com/office/powerpoint/2010/main" val="20584421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96ECAE-83B3-49E5-B9BD-CAB1C941F637}"/>
              </a:ext>
            </a:extLst>
          </p:cNvPr>
          <p:cNvPicPr>
            <a:picLocks noChangeAspect="1"/>
          </p:cNvPicPr>
          <p:nvPr/>
        </p:nvPicPr>
        <p:blipFill rotWithShape="1">
          <a:blip r:embed="rId2"/>
          <a:srcRect l="26602" t="13031" r="30971" b="2368"/>
          <a:stretch/>
        </p:blipFill>
        <p:spPr>
          <a:xfrm>
            <a:off x="1642369" y="-1"/>
            <a:ext cx="6312023" cy="6817565"/>
          </a:xfrm>
          <a:prstGeom prst="rect">
            <a:avLst/>
          </a:prstGeom>
        </p:spPr>
      </p:pic>
    </p:spTree>
    <p:extLst>
      <p:ext uri="{BB962C8B-B14F-4D97-AF65-F5344CB8AC3E}">
        <p14:creationId xmlns:p14="http://schemas.microsoft.com/office/powerpoint/2010/main" val="33137802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3"/>
          </p:nvPr>
        </p:nvSpPr>
        <p:spPr>
          <a:xfrm>
            <a:off x="539750" y="-87086"/>
            <a:ext cx="8604250" cy="5400675"/>
          </a:xfrm>
        </p:spPr>
      </p:sp>
      <p:sp>
        <p:nvSpPr>
          <p:cNvPr id="5" name="Title 4"/>
          <p:cNvSpPr>
            <a:spLocks noGrp="1"/>
          </p:cNvSpPr>
          <p:nvPr>
            <p:ph type="title"/>
          </p:nvPr>
        </p:nvSpPr>
        <p:spPr>
          <a:xfrm>
            <a:off x="683568" y="2746543"/>
            <a:ext cx="6417054" cy="711771"/>
          </a:xfrm>
        </p:spPr>
        <p:txBody>
          <a:bodyPr/>
          <a:lstStyle/>
          <a:p>
            <a:pPr algn="ctr">
              <a:lnSpc>
                <a:spcPct val="150000"/>
              </a:lnSpc>
              <a:spcBef>
                <a:spcPts val="600"/>
              </a:spcBef>
              <a:spcAft>
                <a:spcPts val="600"/>
              </a:spcAft>
            </a:pPr>
            <a:r>
              <a:rPr lang="en-US" sz="2400" dirty="0">
                <a:solidFill>
                  <a:schemeClr val="bg1"/>
                </a:solidFill>
                <a:effectLst>
                  <a:outerShdw blurRad="38100" dist="38100" dir="2700000" algn="tl">
                    <a:srgbClr val="000000">
                      <a:alpha val="43137"/>
                    </a:srgbClr>
                  </a:outerShdw>
                </a:effectLst>
              </a:rPr>
              <a:t>Coping Strategies Index (CSI)</a:t>
            </a:r>
            <a:endParaRPr lang="en-US" sz="2000" dirty="0">
              <a:solidFill>
                <a:schemeClr val="bg1"/>
              </a:solidFill>
              <a:effectLst>
                <a:outerShdw blurRad="38100" dist="38100" dir="2700000" algn="tl">
                  <a:srgbClr val="000000">
                    <a:alpha val="43137"/>
                  </a:srgbClr>
                </a:outerShdw>
              </a:effectLst>
              <a:latin typeface="-Win---Innwa" pitchFamily="2" charset="0"/>
            </a:endParaRPr>
          </a:p>
        </p:txBody>
      </p:sp>
    </p:spTree>
    <p:extLst>
      <p:ext uri="{BB962C8B-B14F-4D97-AF65-F5344CB8AC3E}">
        <p14:creationId xmlns:p14="http://schemas.microsoft.com/office/powerpoint/2010/main" val="4654609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a:xfrm>
            <a:off x="396607" y="1963232"/>
            <a:ext cx="8427903" cy="3880942"/>
          </a:xfrm>
        </p:spPr>
        <p:txBody>
          <a:bodyPr/>
          <a:lstStyle/>
          <a:p>
            <a:pPr marL="285750" indent="-285750">
              <a:buFont typeface="Arial" panose="020B0604020202020204" pitchFamily="34" charset="0"/>
              <a:buChar char="•"/>
            </a:pPr>
            <a:r>
              <a:rPr lang="en-US" sz="1800" dirty="0">
                <a:solidFill>
                  <a:schemeClr val="tx1"/>
                </a:solidFill>
              </a:rPr>
              <a:t>Coping strategies index (CSI) – A quick and simple indicator of household food insecurity behavior that reveals how households manage or cope with shortfalls in food consumption.</a:t>
            </a:r>
          </a:p>
          <a:p>
            <a:pPr marL="285750" indent="-285750">
              <a:lnSpc>
                <a:spcPct val="150000"/>
              </a:lnSpc>
              <a:buFont typeface="Arial" panose="020B0604020202020204" pitchFamily="34" charset="0"/>
              <a:buChar char="•"/>
            </a:pPr>
            <a:endParaRPr lang="en-US" sz="1800" dirty="0">
              <a:latin typeface="Zawgyi-One" panose="020B0604030504040204" pitchFamily="34" charset="0"/>
              <a:cs typeface="Zawgyi-One" panose="020B0604030504040204" pitchFamily="34" charset="0"/>
            </a:endParaRPr>
          </a:p>
          <a:p>
            <a:pPr>
              <a:lnSpc>
                <a:spcPct val="150000"/>
              </a:lnSpc>
              <a:defRPr/>
            </a:pPr>
            <a:r>
              <a:rPr lang="en-US" sz="1800" i="1" dirty="0">
                <a:solidFill>
                  <a:schemeClr val="tx1"/>
                </a:solidFill>
                <a:latin typeface="Arial Black" pitchFamily="34" charset="0"/>
              </a:rPr>
              <a:t>“What do you do when you don’t have enough food, and don’t have enough money to buy food?”</a:t>
            </a:r>
          </a:p>
          <a:p>
            <a:pPr>
              <a:spcAft>
                <a:spcPts val="600"/>
              </a:spcAft>
            </a:pPr>
            <a:endParaRPr lang="en-US" sz="1800" dirty="0" err="1">
              <a:latin typeface="Zawgyi-One" panose="020B0604030504040204" pitchFamily="34" charset="0"/>
              <a:cs typeface="Zawgyi-One" panose="020B0604030504040204" pitchFamily="34" charset="0"/>
            </a:endParaRPr>
          </a:p>
        </p:txBody>
      </p:sp>
      <p:sp>
        <p:nvSpPr>
          <p:cNvPr id="4" name="Title 3"/>
          <p:cNvSpPr>
            <a:spLocks noGrp="1"/>
          </p:cNvSpPr>
          <p:nvPr>
            <p:ph type="title"/>
          </p:nvPr>
        </p:nvSpPr>
        <p:spPr>
          <a:xfrm>
            <a:off x="484185" y="276089"/>
            <a:ext cx="6930167" cy="744159"/>
          </a:xfrm>
        </p:spPr>
        <p:txBody>
          <a:bodyPr/>
          <a:lstStyle/>
          <a:p>
            <a:pPr lvl="0" defTabSz="914400">
              <a:lnSpc>
                <a:spcPct val="80000"/>
              </a:lnSpc>
              <a:spcBef>
                <a:spcPts val="2400"/>
              </a:spcBef>
              <a:spcAft>
                <a:spcPts val="2400"/>
              </a:spcAft>
              <a:buClr>
                <a:srgbClr val="0BD0D9"/>
              </a:buClr>
              <a:buSzPct val="95000"/>
              <a:defRPr/>
            </a:pPr>
            <a:r>
              <a:rPr lang="en-US" sz="2100" dirty="0">
                <a:effectLst>
                  <a:outerShdw blurRad="38100" dist="38100" dir="2700000" algn="tl">
                    <a:srgbClr val="000000">
                      <a:alpha val="43137"/>
                    </a:srgbClr>
                  </a:outerShdw>
                </a:effectLst>
              </a:rPr>
              <a:t>Coping strategies index(CSI)</a:t>
            </a:r>
            <a:endParaRPr lang="en-US" sz="20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07819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a:xfrm>
            <a:off x="423288" y="1639778"/>
            <a:ext cx="8346547" cy="3432965"/>
          </a:xfrm>
        </p:spPr>
        <p:txBody>
          <a:bodyPr/>
          <a:lstStyle/>
          <a:p>
            <a:pPr>
              <a:spcBef>
                <a:spcPts val="300"/>
              </a:spcBef>
              <a:spcAft>
                <a:spcPts val="300"/>
              </a:spcAft>
            </a:pPr>
            <a:r>
              <a:rPr lang="en-US" sz="1800" dirty="0">
                <a:solidFill>
                  <a:schemeClr val="tx1"/>
                </a:solidFill>
              </a:rPr>
              <a:t>There are two basic types of coping strategies. </a:t>
            </a:r>
          </a:p>
          <a:p>
            <a:pPr>
              <a:spcBef>
                <a:spcPts val="300"/>
              </a:spcBef>
              <a:spcAft>
                <a:spcPts val="300"/>
              </a:spcAft>
            </a:pPr>
            <a:r>
              <a:rPr lang="en-US" sz="1400" dirty="0">
                <a:solidFill>
                  <a:schemeClr val="tx1"/>
                </a:solidFill>
              </a:rPr>
              <a:t>One includes the immediate and short-term alteration of consumption patterns. </a:t>
            </a:r>
          </a:p>
          <a:p>
            <a:pPr>
              <a:spcBef>
                <a:spcPts val="300"/>
              </a:spcBef>
              <a:spcAft>
                <a:spcPts val="300"/>
              </a:spcAft>
            </a:pPr>
            <a:r>
              <a:rPr lang="en-US" sz="1800" u="sng" dirty="0">
                <a:solidFill>
                  <a:schemeClr val="tx1"/>
                </a:solidFill>
              </a:rPr>
              <a:t>Consumption Coping Strategy</a:t>
            </a:r>
          </a:p>
          <a:p>
            <a:pPr>
              <a:spcBef>
                <a:spcPts val="300"/>
              </a:spcBef>
              <a:spcAft>
                <a:spcPts val="300"/>
              </a:spcAft>
              <a:defRPr/>
            </a:pPr>
            <a:r>
              <a:rPr lang="en-US" sz="1200" dirty="0">
                <a:solidFill>
                  <a:schemeClr val="tx1"/>
                </a:solidFill>
              </a:rPr>
              <a:t>	Decrease Numbers of People (sending kids to neighbor’s house etc.)</a:t>
            </a:r>
          </a:p>
          <a:p>
            <a:pPr>
              <a:spcBef>
                <a:spcPts val="300"/>
              </a:spcBef>
              <a:spcAft>
                <a:spcPts val="300"/>
              </a:spcAft>
              <a:defRPr/>
            </a:pPr>
            <a:r>
              <a:rPr lang="en-US" sz="1200" dirty="0">
                <a:latin typeface="Zawgyi-One" panose="020B0604030504040204" pitchFamily="34" charset="0"/>
                <a:cs typeface="Zawgyi-One" panose="020B0604030504040204" pitchFamily="34" charset="0"/>
              </a:rPr>
              <a:t>	</a:t>
            </a:r>
            <a:r>
              <a:rPr lang="en-US" sz="1200" dirty="0">
                <a:solidFill>
                  <a:schemeClr val="tx1"/>
                </a:solidFill>
              </a:rPr>
              <a:t>	Dietary Change( less preferred food, switching from preferred foods to cheaper, etc.)</a:t>
            </a:r>
          </a:p>
          <a:p>
            <a:pPr>
              <a:spcBef>
                <a:spcPts val="300"/>
              </a:spcBef>
              <a:spcAft>
                <a:spcPts val="300"/>
              </a:spcAft>
              <a:defRPr/>
            </a:pPr>
            <a:r>
              <a:rPr lang="en-US" sz="1200" dirty="0">
                <a:latin typeface="Zawgyi-One" panose="020B0604030504040204" pitchFamily="34" charset="0"/>
                <a:cs typeface="Zawgyi-One" panose="020B0604030504040204" pitchFamily="34" charset="0"/>
              </a:rPr>
              <a:t>	</a:t>
            </a:r>
            <a:r>
              <a:rPr lang="en-US" sz="1200" dirty="0">
                <a:solidFill>
                  <a:schemeClr val="tx1"/>
                </a:solidFill>
              </a:rPr>
              <a:t>	Increase Short-Term Household Food Availability (borrowing, purchasing on credit, etc.)</a:t>
            </a:r>
          </a:p>
          <a:p>
            <a:pPr>
              <a:spcBef>
                <a:spcPts val="300"/>
              </a:spcBef>
              <a:spcAft>
                <a:spcPts val="300"/>
              </a:spcAft>
              <a:defRPr/>
            </a:pPr>
            <a:r>
              <a:rPr lang="en-US" sz="1200" dirty="0">
                <a:solidFill>
                  <a:schemeClr val="tx1"/>
                </a:solidFill>
              </a:rPr>
              <a:t>		Rationing Strategy( cutting potion size, reduce number of meal , etc.)</a:t>
            </a:r>
          </a:p>
          <a:p>
            <a:pPr>
              <a:spcBef>
                <a:spcPts val="300"/>
              </a:spcBef>
              <a:spcAft>
                <a:spcPts val="300"/>
              </a:spcAft>
              <a:defRPr/>
            </a:pPr>
            <a:r>
              <a:rPr lang="en-US" sz="1200" dirty="0">
                <a:solidFill>
                  <a:schemeClr val="tx1"/>
                </a:solidFill>
              </a:rPr>
              <a:t>	</a:t>
            </a:r>
          </a:p>
          <a:p>
            <a:pPr>
              <a:spcBef>
                <a:spcPts val="300"/>
              </a:spcBef>
              <a:spcAft>
                <a:spcPts val="300"/>
              </a:spcAft>
              <a:defRPr/>
            </a:pPr>
            <a:r>
              <a:rPr lang="en-US" sz="1800" u="sng" dirty="0">
                <a:solidFill>
                  <a:schemeClr val="tx1"/>
                </a:solidFill>
              </a:rPr>
              <a:t>Livelihood Coping Strategy</a:t>
            </a:r>
          </a:p>
          <a:p>
            <a:pPr>
              <a:spcBef>
                <a:spcPts val="300"/>
              </a:spcBef>
              <a:spcAft>
                <a:spcPts val="300"/>
              </a:spcAft>
              <a:defRPr/>
            </a:pPr>
            <a:r>
              <a:rPr lang="en-US" sz="1400" dirty="0">
                <a:solidFill>
                  <a:schemeClr val="tx1"/>
                </a:solidFill>
              </a:rPr>
              <a:t>The livelihoods-base includes the longer-term alteration of income earning or</a:t>
            </a:r>
          </a:p>
          <a:p>
            <a:pPr>
              <a:spcBef>
                <a:spcPts val="300"/>
              </a:spcBef>
              <a:spcAft>
                <a:spcPts val="300"/>
              </a:spcAft>
            </a:pPr>
            <a:r>
              <a:rPr lang="en-US" sz="1400" dirty="0">
                <a:solidFill>
                  <a:schemeClr val="tx1"/>
                </a:solidFill>
              </a:rPr>
              <a:t>food production patterns and one-off responses such as assets sales etc.</a:t>
            </a:r>
          </a:p>
          <a:p>
            <a:pPr>
              <a:spcBef>
                <a:spcPts val="300"/>
              </a:spcBef>
              <a:spcAft>
                <a:spcPts val="300"/>
              </a:spcAft>
            </a:pPr>
            <a:endParaRPr lang="en-US" sz="1200" dirty="0">
              <a:solidFill>
                <a:schemeClr val="tx1"/>
              </a:solidFill>
            </a:endParaRPr>
          </a:p>
        </p:txBody>
      </p:sp>
      <p:sp>
        <p:nvSpPr>
          <p:cNvPr id="4" name="Title 3"/>
          <p:cNvSpPr>
            <a:spLocks noGrp="1"/>
          </p:cNvSpPr>
          <p:nvPr>
            <p:ph type="title"/>
          </p:nvPr>
        </p:nvSpPr>
        <p:spPr>
          <a:xfrm>
            <a:off x="484186" y="247130"/>
            <a:ext cx="7110414" cy="699927"/>
          </a:xfrm>
        </p:spPr>
        <p:txBody>
          <a:bodyPr/>
          <a:lstStyle/>
          <a:p>
            <a:r>
              <a:rPr lang="en-GB" altLang="en-US" sz="2100" dirty="0">
                <a:effectLst>
                  <a:outerShdw blurRad="38100" dist="38100" dir="2700000" algn="tl">
                    <a:srgbClr val="000000">
                      <a:alpha val="43137"/>
                    </a:srgbClr>
                  </a:outerShdw>
                </a:effectLst>
              </a:rPr>
              <a:t>Coping Mechanisms</a:t>
            </a:r>
            <a:endParaRPr lang="en-US" sz="20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020442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1021" y="341523"/>
            <a:ext cx="7805107" cy="733144"/>
          </a:xfrm>
        </p:spPr>
        <p:txBody>
          <a:bodyPr/>
          <a:lstStyle/>
          <a:p>
            <a:r>
              <a:rPr lang="en-US" sz="2100" dirty="0">
                <a:effectLst>
                  <a:outerShdw blurRad="38100" dist="38100" dir="2700000" algn="tl">
                    <a:srgbClr val="000000">
                      <a:alpha val="43137"/>
                    </a:srgbClr>
                  </a:outerShdw>
                </a:effectLst>
              </a:rPr>
              <a:t>Reduced Coping Strategy Index (</a:t>
            </a:r>
            <a:r>
              <a:rPr lang="en-US" sz="2100" dirty="0" err="1">
                <a:effectLst>
                  <a:outerShdw blurRad="38100" dist="38100" dir="2700000" algn="tl">
                    <a:srgbClr val="000000">
                      <a:alpha val="43137"/>
                    </a:srgbClr>
                  </a:outerShdw>
                </a:effectLst>
              </a:rPr>
              <a:t>rCSI</a:t>
            </a:r>
            <a:r>
              <a:rPr lang="en-US" sz="2100" dirty="0">
                <a:effectLst>
                  <a:outerShdw blurRad="38100" dist="38100" dir="2700000" algn="tl">
                    <a:srgbClr val="000000">
                      <a:alpha val="43137"/>
                    </a:srgbClr>
                  </a:outerShdw>
                </a:effectLst>
              </a:rPr>
              <a:t>) – CSI food</a:t>
            </a:r>
            <a:br>
              <a:rPr lang="en-US" sz="2000" dirty="0">
                <a:solidFill>
                  <a:schemeClr val="bg1"/>
                </a:solidFill>
                <a:effectLst>
                  <a:outerShdw blurRad="38100" dist="38100" dir="2700000" algn="tl">
                    <a:srgbClr val="000000">
                      <a:alpha val="43137"/>
                    </a:srgbClr>
                  </a:outerShdw>
                </a:effectLst>
                <a:latin typeface="Zawgyi-One" panose="020B0604030504040204" pitchFamily="34" charset="0"/>
                <a:cs typeface="Zawgyi-One" panose="020B0604030504040204" pitchFamily="34" charset="0"/>
              </a:rPr>
            </a:br>
            <a:endParaRPr lang="en-US" sz="2000" dirty="0">
              <a:solidFill>
                <a:schemeClr val="bg1"/>
              </a:solidFill>
              <a:effectLst>
                <a:outerShdw blurRad="38100" dist="38100" dir="2700000" algn="tl">
                  <a:srgbClr val="000000">
                    <a:alpha val="43137"/>
                  </a:srgbClr>
                </a:outerShdw>
              </a:effectLst>
              <a:latin typeface="Zawgyi-One" panose="020B0604030504040204" pitchFamily="34" charset="0"/>
              <a:cs typeface="Zawgyi-One" panose="020B0604030504040204" pitchFamily="34" charset="0"/>
            </a:endParaRPr>
          </a:p>
        </p:txBody>
      </p:sp>
      <p:pic>
        <p:nvPicPr>
          <p:cNvPr id="6" name="Picture 5">
            <a:extLst>
              <a:ext uri="{FF2B5EF4-FFF2-40B4-BE49-F238E27FC236}">
                <a16:creationId xmlns:a16="http://schemas.microsoft.com/office/drawing/2014/main" id="{7BBC5B0D-D5EF-4861-85CB-0439F307B40A}"/>
              </a:ext>
            </a:extLst>
          </p:cNvPr>
          <p:cNvPicPr>
            <a:picLocks noChangeAspect="1"/>
          </p:cNvPicPr>
          <p:nvPr/>
        </p:nvPicPr>
        <p:blipFill rotWithShape="1">
          <a:blip r:embed="rId2"/>
          <a:srcRect l="31165" t="42965" r="17378" b="33375"/>
          <a:stretch/>
        </p:blipFill>
        <p:spPr>
          <a:xfrm>
            <a:off x="255295" y="3429000"/>
            <a:ext cx="8440906" cy="2405848"/>
          </a:xfrm>
          <a:prstGeom prst="rect">
            <a:avLst/>
          </a:prstGeom>
        </p:spPr>
      </p:pic>
      <p:sp>
        <p:nvSpPr>
          <p:cNvPr id="2" name="Content Placeholder 2">
            <a:extLst>
              <a:ext uri="{FF2B5EF4-FFF2-40B4-BE49-F238E27FC236}">
                <a16:creationId xmlns:a16="http://schemas.microsoft.com/office/drawing/2014/main" id="{FFF95F4A-E8DA-8003-3400-5DCD15703931}"/>
              </a:ext>
            </a:extLst>
          </p:cNvPr>
          <p:cNvSpPr>
            <a:spLocks noGrp="1"/>
          </p:cNvSpPr>
          <p:nvPr>
            <p:ph idx="1"/>
          </p:nvPr>
        </p:nvSpPr>
        <p:spPr>
          <a:xfrm>
            <a:off x="628650" y="1440779"/>
            <a:ext cx="7886700" cy="1632397"/>
          </a:xfrm>
        </p:spPr>
        <p:txBody>
          <a:bodyPr vert="horz" lIns="68580" tIns="34290" rIns="68580" bIns="34290" rtlCol="0" anchor="t">
            <a:normAutofit/>
          </a:bodyPr>
          <a:lstStyle/>
          <a:p>
            <a:pPr>
              <a:buFont typeface="Wingdings" pitchFamily="2" charset="2"/>
              <a:buChar char="à"/>
            </a:pPr>
            <a:r>
              <a:rPr lang="en-GB" dirty="0">
                <a:cs typeface="Calibri"/>
              </a:rPr>
              <a:t>Measures household consumption-based strategies for managing or coping with recent shortfalls in food or money to buy food</a:t>
            </a:r>
          </a:p>
          <a:p>
            <a:pPr>
              <a:buFont typeface="Wingdings" pitchFamily="2" charset="2"/>
              <a:buChar char="à"/>
            </a:pPr>
            <a:r>
              <a:rPr lang="en-GB" dirty="0"/>
              <a:t>The recall period is the </a:t>
            </a:r>
            <a:r>
              <a:rPr lang="en-GB" b="1" dirty="0"/>
              <a:t>last 7 days</a:t>
            </a:r>
            <a:r>
              <a:rPr lang="en-GB" dirty="0"/>
              <a:t>! </a:t>
            </a:r>
          </a:p>
          <a:p>
            <a:pPr marL="0" indent="0">
              <a:spcBef>
                <a:spcPts val="1650"/>
              </a:spcBef>
              <a:buNone/>
            </a:pPr>
            <a:r>
              <a:rPr lang="en-GB" i="1" dirty="0">
                <a:cs typeface="Calibri"/>
              </a:rPr>
              <a:t>“In the last 7 days, how many </a:t>
            </a:r>
            <a:r>
              <a:rPr lang="en-GB" b="1" i="1" u="sng" dirty="0">
                <a:cs typeface="Calibri"/>
              </a:rPr>
              <a:t>days</a:t>
            </a:r>
            <a:r>
              <a:rPr lang="en-GB" i="1" dirty="0">
                <a:cs typeface="Calibri"/>
              </a:rPr>
              <a:t> did you ….”</a:t>
            </a:r>
            <a:endParaRPr lang="en-GB" i="1" dirty="0"/>
          </a:p>
        </p:txBody>
      </p:sp>
    </p:spTree>
    <p:extLst>
      <p:ext uri="{BB962C8B-B14F-4D97-AF65-F5344CB8AC3E}">
        <p14:creationId xmlns:p14="http://schemas.microsoft.com/office/powerpoint/2010/main" val="17625238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B76752-6EFC-4D4C-B82B-120D921D2A94}"/>
              </a:ext>
            </a:extLst>
          </p:cNvPr>
          <p:cNvSpPr>
            <a:spLocks noGrp="1"/>
          </p:cNvSpPr>
          <p:nvPr>
            <p:ph idx="1"/>
          </p:nvPr>
        </p:nvSpPr>
        <p:spPr>
          <a:xfrm>
            <a:off x="484187" y="1671496"/>
            <a:ext cx="8332554" cy="3896571"/>
          </a:xfrm>
        </p:spPr>
        <p:txBody>
          <a:bodyPr vert="horz" lIns="68580" tIns="34290" rIns="68580" bIns="34290" rtlCol="0" anchor="t">
            <a:normAutofit/>
          </a:bodyPr>
          <a:lstStyle/>
          <a:p>
            <a:pPr>
              <a:lnSpc>
                <a:spcPct val="170000"/>
              </a:lnSpc>
              <a:spcBef>
                <a:spcPts val="0"/>
              </a:spcBef>
              <a:buFont typeface="Arial" pitchFamily="2" charset="2"/>
              <a:buChar char="•"/>
            </a:pPr>
            <a:r>
              <a:rPr lang="en-GB" dirty="0">
                <a:ea typeface="+mn-lt"/>
                <a:cs typeface="+mn-lt"/>
              </a:rPr>
              <a:t>Measures food insecurity by considering the activities undertaken by households to respond to </a:t>
            </a:r>
            <a:r>
              <a:rPr lang="en-GB" b="1" u="sng" dirty="0">
                <a:ea typeface="+mn-lt"/>
                <a:cs typeface="+mn-lt"/>
              </a:rPr>
              <a:t>lack of food or money to purchase food </a:t>
            </a:r>
            <a:endParaRPr lang="en-GB" b="1" u="sng" dirty="0">
              <a:cs typeface="Calibri"/>
            </a:endParaRPr>
          </a:p>
          <a:p>
            <a:pPr>
              <a:lnSpc>
                <a:spcPct val="170000"/>
              </a:lnSpc>
              <a:spcBef>
                <a:spcPts val="0"/>
              </a:spcBef>
              <a:buFont typeface="Arial" pitchFamily="2" charset="2"/>
              <a:buChar char="•"/>
            </a:pPr>
            <a:r>
              <a:rPr lang="en-GB" dirty="0">
                <a:ea typeface="+mn-lt"/>
                <a:cs typeface="+mn-lt"/>
              </a:rPr>
              <a:t>The recall period is the </a:t>
            </a:r>
            <a:r>
              <a:rPr lang="en-GB" b="1" dirty="0">
                <a:ea typeface="+mn-lt"/>
                <a:cs typeface="+mn-lt"/>
              </a:rPr>
              <a:t>last 30 days</a:t>
            </a:r>
            <a:r>
              <a:rPr lang="en-GB" dirty="0">
                <a:ea typeface="+mn-lt"/>
                <a:cs typeface="+mn-lt"/>
              </a:rPr>
              <a:t>!  </a:t>
            </a:r>
          </a:p>
          <a:p>
            <a:pPr>
              <a:lnSpc>
                <a:spcPct val="170000"/>
              </a:lnSpc>
              <a:spcBef>
                <a:spcPts val="0"/>
              </a:spcBef>
              <a:buFont typeface="Arial" pitchFamily="2" charset="2"/>
              <a:buChar char="•"/>
            </a:pPr>
            <a:r>
              <a:rPr lang="en-GB" dirty="0">
                <a:ea typeface="+mn-lt"/>
                <a:cs typeface="+mn-lt"/>
              </a:rPr>
              <a:t>These questions are about the loss of assets that are important for households' livelihoods: for example, if farmers typically save their seeds for the next campaign, consuming them is not only atypical, but also undermining future production. </a:t>
            </a:r>
          </a:p>
          <a:p>
            <a:pPr>
              <a:lnSpc>
                <a:spcPct val="170000"/>
              </a:lnSpc>
              <a:spcBef>
                <a:spcPts val="0"/>
              </a:spcBef>
              <a:buFont typeface="Arial" pitchFamily="2" charset="2"/>
              <a:buChar char="•"/>
            </a:pPr>
            <a:r>
              <a:rPr lang="en-GB" dirty="0">
                <a:ea typeface="+mn-lt"/>
                <a:cs typeface="+mn-lt"/>
              </a:rPr>
              <a:t>A “coping strategy” is something you do to solve a problem, but it is a strategy that you would not rather not have used in normal times. </a:t>
            </a:r>
          </a:p>
          <a:p>
            <a:pPr>
              <a:lnSpc>
                <a:spcPct val="170000"/>
              </a:lnSpc>
              <a:spcBef>
                <a:spcPts val="0"/>
              </a:spcBef>
              <a:buFont typeface="Arial" pitchFamily="2" charset="2"/>
              <a:buChar char="•"/>
            </a:pPr>
            <a:r>
              <a:rPr lang="en-GB" dirty="0">
                <a:ea typeface="+mn-lt"/>
                <a:cs typeface="+mn-lt"/>
              </a:rPr>
              <a:t>They are ordered by </a:t>
            </a:r>
            <a:r>
              <a:rPr lang="en-GB" i="1" dirty="0">
                <a:ea typeface="+mn-lt"/>
                <a:cs typeface="+mn-lt"/>
              </a:rPr>
              <a:t>severity: </a:t>
            </a:r>
            <a:r>
              <a:rPr lang="en-GB" dirty="0">
                <a:ea typeface="+mn-lt"/>
                <a:cs typeface="+mn-lt"/>
              </a:rPr>
              <a:t>the coping strategies become more and more severe as you progress in the questionnaire</a:t>
            </a:r>
            <a:endParaRPr lang="en-GB" dirty="0">
              <a:cs typeface="Calibri" panose="020F0502020204030204"/>
            </a:endParaRPr>
          </a:p>
        </p:txBody>
      </p:sp>
      <p:sp>
        <p:nvSpPr>
          <p:cNvPr id="7" name="Title 3">
            <a:extLst>
              <a:ext uri="{FF2B5EF4-FFF2-40B4-BE49-F238E27FC236}">
                <a16:creationId xmlns:a16="http://schemas.microsoft.com/office/drawing/2014/main" id="{7E59B412-D577-8A4C-9F43-DAA3E6031ED6}"/>
              </a:ext>
            </a:extLst>
          </p:cNvPr>
          <p:cNvSpPr txBox="1">
            <a:spLocks/>
          </p:cNvSpPr>
          <p:nvPr/>
        </p:nvSpPr>
        <p:spPr>
          <a:xfrm>
            <a:off x="484187" y="375532"/>
            <a:ext cx="7886700" cy="511629"/>
          </a:xfrm>
          <a:prstGeom prst="rect">
            <a:avLst/>
          </a:prstGeom>
        </p:spPr>
        <p:txBody>
          <a:bodyPr vert="horz" lIns="68580" tIns="34290" rIns="68580" bIns="34290" rtlCol="0" anchor="b">
            <a:normAutofit/>
          </a:bodyPr>
          <a:lstStyle>
            <a:lvl1pPr algn="l" defTabSz="914400" rtl="0" eaLnBrk="1" latinLnBrk="0" hangingPunct="1">
              <a:lnSpc>
                <a:spcPct val="90000"/>
              </a:lnSpc>
              <a:spcBef>
                <a:spcPct val="0"/>
              </a:spcBef>
              <a:buNone/>
              <a:defRPr sz="3200" kern="1200">
                <a:solidFill>
                  <a:srgbClr val="A41F35"/>
                </a:solidFill>
                <a:latin typeface="+mj-lt"/>
                <a:ea typeface="+mj-ea"/>
                <a:cs typeface="+mj-cs"/>
              </a:defRPr>
            </a:lvl1pPr>
          </a:lstStyle>
          <a:p>
            <a:pPr defTabSz="685800"/>
            <a:r>
              <a:rPr lang="en-GB" sz="1600" b="1" dirty="0">
                <a:solidFill>
                  <a:srgbClr val="FFFFFF"/>
                </a:solidFill>
                <a:effectLst>
                  <a:outerShdw blurRad="38100" dist="38100" dir="2700000" algn="tl">
                    <a:srgbClr val="000000">
                      <a:alpha val="43137"/>
                    </a:srgbClr>
                  </a:outerShdw>
                </a:effectLst>
                <a:latin typeface="Verdana"/>
              </a:rPr>
              <a:t>Livelihood coping strategies (LCSI)</a:t>
            </a:r>
          </a:p>
        </p:txBody>
      </p:sp>
    </p:spTree>
    <p:extLst>
      <p:ext uri="{BB962C8B-B14F-4D97-AF65-F5344CB8AC3E}">
        <p14:creationId xmlns:p14="http://schemas.microsoft.com/office/powerpoint/2010/main" val="17147296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5F8247-CC08-DC35-9FEA-4FD35ED32D1F}"/>
              </a:ext>
            </a:extLst>
          </p:cNvPr>
          <p:cNvSpPr>
            <a:spLocks noGrp="1"/>
          </p:cNvSpPr>
          <p:nvPr>
            <p:ph type="title"/>
          </p:nvPr>
        </p:nvSpPr>
        <p:spPr/>
        <p:txBody>
          <a:bodyPr/>
          <a:lstStyle/>
          <a:p>
            <a:r>
              <a:rPr lang="en-US" dirty="0"/>
              <a:t>Expenditure</a:t>
            </a:r>
          </a:p>
        </p:txBody>
      </p:sp>
      <p:pic>
        <p:nvPicPr>
          <p:cNvPr id="6" name="Picture 5">
            <a:extLst>
              <a:ext uri="{FF2B5EF4-FFF2-40B4-BE49-F238E27FC236}">
                <a16:creationId xmlns:a16="http://schemas.microsoft.com/office/drawing/2014/main" id="{AC594C24-2F46-5ACC-41F3-DD37239F93E2}"/>
              </a:ext>
            </a:extLst>
          </p:cNvPr>
          <p:cNvPicPr>
            <a:picLocks noChangeAspect="1"/>
          </p:cNvPicPr>
          <p:nvPr/>
        </p:nvPicPr>
        <p:blipFill rotWithShape="1">
          <a:blip r:embed="rId2"/>
          <a:srcRect l="8988" t="23615" r="18090" b="2571"/>
          <a:stretch/>
        </p:blipFill>
        <p:spPr>
          <a:xfrm>
            <a:off x="0" y="1458931"/>
            <a:ext cx="9144000" cy="4962418"/>
          </a:xfrm>
          <a:prstGeom prst="rect">
            <a:avLst/>
          </a:prstGeom>
        </p:spPr>
      </p:pic>
    </p:spTree>
    <p:extLst>
      <p:ext uri="{BB962C8B-B14F-4D97-AF65-F5344CB8AC3E}">
        <p14:creationId xmlns:p14="http://schemas.microsoft.com/office/powerpoint/2010/main" val="4395817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E3C235-AC40-43E8-88D3-DA0A8614A40D}"/>
              </a:ext>
            </a:extLst>
          </p:cNvPr>
          <p:cNvSpPr>
            <a:spLocks noGrp="1"/>
          </p:cNvSpPr>
          <p:nvPr>
            <p:ph idx="1"/>
          </p:nvPr>
        </p:nvSpPr>
        <p:spPr>
          <a:xfrm>
            <a:off x="484186" y="1329267"/>
            <a:ext cx="8105009" cy="4199466"/>
          </a:xfrm>
        </p:spPr>
        <p:txBody>
          <a:bodyPr/>
          <a:lstStyle/>
          <a:p>
            <a:r>
              <a:rPr lang="en-US" sz="1800" b="0" i="0" u="none" strike="noStrike" baseline="0" dirty="0">
                <a:solidFill>
                  <a:srgbClr val="007CBB"/>
                </a:solidFill>
                <a:latin typeface="Open Sans" panose="020B0606030504020204" pitchFamily="34" charset="0"/>
              </a:rPr>
              <a:t>- For purchased items, we ask what the HH </a:t>
            </a:r>
            <a:r>
              <a:rPr lang="en-US" sz="1800" b="1" i="0" u="none" strike="noStrike" baseline="0" dirty="0" err="1">
                <a:solidFill>
                  <a:srgbClr val="007CBB"/>
                </a:solidFill>
                <a:latin typeface="Open Sans" panose="020B0606030504020204" pitchFamily="34" charset="0"/>
              </a:rPr>
              <a:t>purchased</a:t>
            </a:r>
            <a:r>
              <a:rPr lang="en-US" sz="1800" b="0" i="0" u="none" strike="noStrike" baseline="0" dirty="0" err="1">
                <a:solidFill>
                  <a:srgbClr val="007CBB"/>
                </a:solidFill>
                <a:latin typeface="Open Sans" panose="020B0606030504020204" pitchFamily="34" charset="0"/>
              </a:rPr>
              <a:t>and</a:t>
            </a:r>
            <a:r>
              <a:rPr lang="en-US" sz="1800" b="0" i="0" u="none" strike="noStrike" baseline="0" dirty="0">
                <a:solidFill>
                  <a:srgbClr val="007CBB"/>
                </a:solidFill>
                <a:latin typeface="Open Sans" panose="020B0606030504020204" pitchFamily="34" charset="0"/>
              </a:rPr>
              <a:t> how much it </a:t>
            </a:r>
            <a:r>
              <a:rPr lang="en-US" sz="1800" b="1" i="0" u="none" strike="noStrike" baseline="0" dirty="0" err="1">
                <a:solidFill>
                  <a:srgbClr val="007CBB"/>
                </a:solidFill>
                <a:latin typeface="Open Sans" panose="020B0606030504020204" pitchFamily="34" charset="0"/>
              </a:rPr>
              <a:t>spent</a:t>
            </a:r>
            <a:r>
              <a:rPr lang="en-US" sz="1800" b="0" i="0" u="none" strike="noStrike" baseline="0" dirty="0" err="1">
                <a:solidFill>
                  <a:srgbClr val="007CBB"/>
                </a:solidFill>
                <a:latin typeface="Open Sans" panose="020B0606030504020204" pitchFamily="34" charset="0"/>
              </a:rPr>
              <a:t>on</a:t>
            </a:r>
            <a:r>
              <a:rPr lang="en-US" sz="1800" b="0" i="0" u="none" strike="noStrike" baseline="0" dirty="0">
                <a:solidFill>
                  <a:srgbClr val="007CBB"/>
                </a:solidFill>
                <a:latin typeface="Open Sans" panose="020B0606030504020204" pitchFamily="34" charset="0"/>
              </a:rPr>
              <a:t> these purchases</a:t>
            </a:r>
          </a:p>
          <a:p>
            <a:r>
              <a:rPr lang="en-US" sz="1800" b="0" i="0" u="none" strike="noStrike" baseline="0" dirty="0">
                <a:solidFill>
                  <a:srgbClr val="007CBB"/>
                </a:solidFill>
                <a:latin typeface="Open Sans" panose="020B0606030504020204" pitchFamily="34" charset="0"/>
              </a:rPr>
              <a:t>- For non-purchased items, we ask what the HH </a:t>
            </a:r>
            <a:r>
              <a:rPr lang="en-US" sz="1800" b="1" i="0" u="none" strike="noStrike" baseline="0" dirty="0">
                <a:solidFill>
                  <a:srgbClr val="007CBB"/>
                </a:solidFill>
                <a:latin typeface="Open Sans" panose="020B0606030504020204" pitchFamily="34" charset="0"/>
              </a:rPr>
              <a:t>consumed </a:t>
            </a:r>
            <a:r>
              <a:rPr lang="en-US" sz="1800" b="0" i="0" u="none" strike="noStrike" baseline="0" dirty="0">
                <a:solidFill>
                  <a:srgbClr val="007CBB"/>
                </a:solidFill>
                <a:latin typeface="Open Sans" panose="020B0606030504020204" pitchFamily="34" charset="0"/>
              </a:rPr>
              <a:t>and how much its value would be</a:t>
            </a:r>
          </a:p>
          <a:p>
            <a:pPr marL="285750" indent="-285750">
              <a:buFontTx/>
              <a:buChar char="-"/>
            </a:pPr>
            <a:r>
              <a:rPr lang="en-US" sz="1800" b="0" i="0" u="none" strike="noStrike" baseline="0" dirty="0">
                <a:solidFill>
                  <a:srgbClr val="007CBB"/>
                </a:solidFill>
                <a:latin typeface="Open Sans" panose="020B0606030504020204" pitchFamily="34" charset="0"/>
              </a:rPr>
              <a:t>objective </a:t>
            </a:r>
            <a:r>
              <a:rPr lang="en-US" sz="1800" b="1" i="0" u="none" strike="noStrike" baseline="0" dirty="0">
                <a:solidFill>
                  <a:srgbClr val="007CBB"/>
                </a:solidFill>
                <a:latin typeface="Open Sans" panose="020B0606030504020204" pitchFamily="34" charset="0"/>
              </a:rPr>
              <a:t>is quantifying the value of what households consume</a:t>
            </a:r>
          </a:p>
          <a:p>
            <a:pPr algn="l"/>
            <a:endParaRPr lang="en-US" sz="1800" b="0" i="0" u="none" strike="noStrike" baseline="0" dirty="0">
              <a:solidFill>
                <a:srgbClr val="000000"/>
              </a:solidFill>
              <a:latin typeface="Open Sans" panose="020B0606030504020204" pitchFamily="34" charset="0"/>
            </a:endParaRPr>
          </a:p>
          <a:p>
            <a:r>
              <a:rPr lang="en-US" sz="1800" b="1" i="0" u="none" strike="noStrike" baseline="0" dirty="0">
                <a:solidFill>
                  <a:srgbClr val="006FB9"/>
                </a:solidFill>
                <a:latin typeface="Open Sans" panose="020B0606030504020204" pitchFamily="34" charset="0"/>
              </a:rPr>
              <a:t>General considerations</a:t>
            </a:r>
            <a:endParaRPr lang="en-US" sz="1800" b="0" i="0" u="none" strike="noStrike" baseline="0" dirty="0">
              <a:solidFill>
                <a:srgbClr val="006FB9"/>
              </a:solidFill>
              <a:latin typeface="Open Sans" panose="020B0606030504020204" pitchFamily="34" charset="0"/>
            </a:endParaRPr>
          </a:p>
          <a:p>
            <a:r>
              <a:rPr lang="en-US" sz="1800" b="0" i="0" u="none" strike="noStrike" baseline="0" dirty="0">
                <a:solidFill>
                  <a:srgbClr val="007CBB"/>
                </a:solidFill>
                <a:latin typeface="Open Sans" panose="020B0606030504020204" pitchFamily="34" charset="0"/>
              </a:rPr>
              <a:t>Pay special attention to the different recall periods of sub-modules (7 days, 30 days, 6 months)</a:t>
            </a:r>
          </a:p>
          <a:p>
            <a:r>
              <a:rPr lang="en-US" sz="1800" b="0" i="0" u="none" strike="noStrike" baseline="0" dirty="0">
                <a:solidFill>
                  <a:srgbClr val="007CBB"/>
                </a:solidFill>
                <a:latin typeface="Open Sans" panose="020B0606030504020204" pitchFamily="34" charset="0"/>
              </a:rPr>
              <a:t>Always make sure that respondents understand that they are supposed to report on behalf of the whole household</a:t>
            </a:r>
          </a:p>
          <a:p>
            <a:r>
              <a:rPr lang="en-US" sz="1800" b="0" i="0" u="none" strike="noStrike" baseline="0" dirty="0">
                <a:solidFill>
                  <a:srgbClr val="007CBB"/>
                </a:solidFill>
                <a:latin typeface="Open Sans" panose="020B0606030504020204" pitchFamily="34" charset="0"/>
              </a:rPr>
              <a:t>Pay extra attention to zeros when entering values(e.g. careful of not writing 1,000 instead of 10,000!)</a:t>
            </a:r>
          </a:p>
          <a:p>
            <a:r>
              <a:rPr lang="en-US" sz="1800" b="0" i="0" u="none" strike="noStrike" baseline="0" dirty="0">
                <a:solidFill>
                  <a:srgbClr val="007CBB"/>
                </a:solidFill>
                <a:latin typeface="Open Sans" panose="020B0606030504020204" pitchFamily="34" charset="0"/>
              </a:rPr>
              <a:t>Make sure values are reported in required currency</a:t>
            </a:r>
          </a:p>
          <a:p>
            <a:r>
              <a:rPr lang="en-US" sz="1800" b="0" i="0" u="none" strike="noStrike" baseline="0" dirty="0">
                <a:solidFill>
                  <a:srgbClr val="007CBB"/>
                </a:solidFill>
                <a:latin typeface="Open Sans" panose="020B0606030504020204" pitchFamily="34" charset="0"/>
              </a:rPr>
              <a:t>Probe!</a:t>
            </a:r>
          </a:p>
          <a:p>
            <a:pPr marL="285750" indent="-285750">
              <a:buFontTx/>
              <a:buChar char="-"/>
            </a:pPr>
            <a:endParaRPr lang="en-US" sz="1800" b="0" i="0" u="none" strike="noStrike" baseline="0" dirty="0">
              <a:solidFill>
                <a:srgbClr val="007CBB"/>
              </a:solidFill>
              <a:latin typeface="Open Sans" panose="020B0606030504020204" pitchFamily="34" charset="0"/>
            </a:endParaRPr>
          </a:p>
          <a:p>
            <a:endParaRPr lang="en-US" dirty="0"/>
          </a:p>
        </p:txBody>
      </p:sp>
      <p:sp>
        <p:nvSpPr>
          <p:cNvPr id="4" name="Title 3">
            <a:extLst>
              <a:ext uri="{FF2B5EF4-FFF2-40B4-BE49-F238E27FC236}">
                <a16:creationId xmlns:a16="http://schemas.microsoft.com/office/drawing/2014/main" id="{3DE41DAB-A5BD-1915-CB83-D616EA8FD39C}"/>
              </a:ext>
            </a:extLst>
          </p:cNvPr>
          <p:cNvSpPr>
            <a:spLocks noGrp="1"/>
          </p:cNvSpPr>
          <p:nvPr>
            <p:ph type="title"/>
          </p:nvPr>
        </p:nvSpPr>
        <p:spPr/>
        <p:txBody>
          <a:bodyPr/>
          <a:lstStyle/>
          <a:p>
            <a:r>
              <a:rPr lang="en-US" dirty="0"/>
              <a:t>Expenditure</a:t>
            </a:r>
          </a:p>
        </p:txBody>
      </p:sp>
    </p:spTree>
    <p:extLst>
      <p:ext uri="{BB962C8B-B14F-4D97-AF65-F5344CB8AC3E}">
        <p14:creationId xmlns:p14="http://schemas.microsoft.com/office/powerpoint/2010/main" val="7680417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13CB09-2AFB-4AC7-61E2-7AAA05E15859}"/>
              </a:ext>
            </a:extLst>
          </p:cNvPr>
          <p:cNvSpPr>
            <a:spLocks noGrp="1"/>
          </p:cNvSpPr>
          <p:nvPr>
            <p:ph type="title"/>
          </p:nvPr>
        </p:nvSpPr>
        <p:spPr/>
        <p:txBody>
          <a:bodyPr/>
          <a:lstStyle/>
          <a:p>
            <a:r>
              <a:rPr lang="en-US" dirty="0"/>
              <a:t>Income activity example</a:t>
            </a:r>
          </a:p>
        </p:txBody>
      </p:sp>
      <p:graphicFrame>
        <p:nvGraphicFramePr>
          <p:cNvPr id="6" name="Table 5">
            <a:extLst>
              <a:ext uri="{FF2B5EF4-FFF2-40B4-BE49-F238E27FC236}">
                <a16:creationId xmlns:a16="http://schemas.microsoft.com/office/drawing/2014/main" id="{C994BEC5-AD04-578E-7AB7-F513E0BB02C8}"/>
              </a:ext>
            </a:extLst>
          </p:cNvPr>
          <p:cNvGraphicFramePr>
            <a:graphicFrameLocks noGrp="1"/>
          </p:cNvGraphicFramePr>
          <p:nvPr>
            <p:extLst>
              <p:ext uri="{D42A27DB-BD31-4B8C-83A1-F6EECF244321}">
                <p14:modId xmlns:p14="http://schemas.microsoft.com/office/powerpoint/2010/main" val="1284165128"/>
              </p:ext>
            </p:extLst>
          </p:nvPr>
        </p:nvGraphicFramePr>
        <p:xfrm>
          <a:off x="750772" y="1147494"/>
          <a:ext cx="6843828" cy="5525824"/>
        </p:xfrm>
        <a:graphic>
          <a:graphicData uri="http://schemas.openxmlformats.org/drawingml/2006/table">
            <a:tbl>
              <a:tblPr firstRow="1" firstCol="1" bandRow="1"/>
              <a:tblGrid>
                <a:gridCol w="6843828">
                  <a:extLst>
                    <a:ext uri="{9D8B030D-6E8A-4147-A177-3AD203B41FA5}">
                      <a16:colId xmlns:a16="http://schemas.microsoft.com/office/drawing/2014/main" val="943066995"/>
                    </a:ext>
                  </a:extLst>
                </a:gridCol>
              </a:tblGrid>
              <a:tr h="831952">
                <a:tc>
                  <a:txBody>
                    <a:bodyPr/>
                    <a:lstStyle/>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Wage Labor – Professional</a:t>
                      </a:r>
                    </a:p>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 </a:t>
                      </a:r>
                    </a:p>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[liberal profession / doctor / architect / lawyer / including restaurant]</a:t>
                      </a:r>
                    </a:p>
                  </a:txBody>
                  <a:tcPr marL="6539" marR="6539" marT="6539" marB="65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46011562"/>
                  </a:ext>
                </a:extLst>
              </a:tr>
              <a:tr h="405898">
                <a:tc>
                  <a:txBody>
                    <a:bodyPr/>
                    <a:lstStyle/>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Wage Labor – Skilled</a:t>
                      </a:r>
                    </a:p>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 </a:t>
                      </a:r>
                    </a:p>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[taxi driver with hired car/bus, dress designer(not running own business), pls add the relevant</a:t>
                      </a:r>
                    </a:p>
                  </a:txBody>
                  <a:tcPr marL="6539" marR="6539" marT="6539" marB="65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5104147"/>
                  </a:ext>
                </a:extLst>
              </a:tr>
              <a:tr h="140676">
                <a:tc>
                  <a:txBody>
                    <a:bodyPr/>
                    <a:lstStyle/>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Wage Labor - Unskilled/Casual/Agriculture</a:t>
                      </a:r>
                    </a:p>
                  </a:txBody>
                  <a:tcPr marL="6539" marR="6539" marT="6539" marB="65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4090571"/>
                  </a:ext>
                </a:extLst>
              </a:tr>
              <a:tr h="516253">
                <a:tc>
                  <a:txBody>
                    <a:bodyPr/>
                    <a:lstStyle/>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Wage Labor - Unskilled/Casual/non-agriculture</a:t>
                      </a:r>
                    </a:p>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 </a:t>
                      </a:r>
                    </a:p>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[motorbike carry/ trishaw driver/ housemaid work/ cleaner/ helper/ food preparation assistant/ unskilled labour/ construction labourer/ manufacturing labourers/ etc], no fixed job]</a:t>
                      </a:r>
                    </a:p>
                  </a:txBody>
                  <a:tcPr marL="6539" marR="6539" marT="6539" marB="65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5097294"/>
                  </a:ext>
                </a:extLst>
              </a:tr>
              <a:tr h="140676">
                <a:tc>
                  <a:txBody>
                    <a:bodyPr/>
                    <a:lstStyle/>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Pension</a:t>
                      </a:r>
                    </a:p>
                  </a:txBody>
                  <a:tcPr marL="6539" marR="6539" marT="6539" marB="65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0156691"/>
                  </a:ext>
                </a:extLst>
              </a:tr>
              <a:tr h="140676">
                <a:tc>
                  <a:txBody>
                    <a:bodyPr/>
                    <a:lstStyle/>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Remittances</a:t>
                      </a:r>
                    </a:p>
                  </a:txBody>
                  <a:tcPr marL="6539" marR="6539" marT="6539" marB="65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1022100"/>
                  </a:ext>
                </a:extLst>
              </a:tr>
              <a:tr h="140676">
                <a:tc>
                  <a:txBody>
                    <a:bodyPr/>
                    <a:lstStyle/>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Aid/gifts</a:t>
                      </a:r>
                    </a:p>
                  </a:txBody>
                  <a:tcPr marL="6539" marR="6539" marT="6539" marB="65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9889679"/>
                  </a:ext>
                </a:extLst>
              </a:tr>
              <a:tr h="140676">
                <a:tc>
                  <a:txBody>
                    <a:bodyPr/>
                    <a:lstStyle/>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Borrowing money/Living off debt</a:t>
                      </a:r>
                    </a:p>
                  </a:txBody>
                  <a:tcPr marL="6539" marR="6539" marT="6539" marB="65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5544808"/>
                  </a:ext>
                </a:extLst>
              </a:tr>
              <a:tr h="140676">
                <a:tc>
                  <a:txBody>
                    <a:bodyPr/>
                    <a:lstStyle/>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High-risk activities</a:t>
                      </a:r>
                    </a:p>
                  </a:txBody>
                  <a:tcPr marL="6539" marR="6539" marT="6539" marB="65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4390105"/>
                  </a:ext>
                </a:extLst>
              </a:tr>
              <a:tr h="140676">
                <a:tc>
                  <a:txBody>
                    <a:bodyPr/>
                    <a:lstStyle/>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Begging, scavenging</a:t>
                      </a:r>
                    </a:p>
                  </a:txBody>
                  <a:tcPr marL="6539" marR="6539" marT="6539" marB="65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7411116"/>
                  </a:ext>
                </a:extLst>
              </a:tr>
              <a:tr h="140676">
                <a:tc>
                  <a:txBody>
                    <a:bodyPr/>
                    <a:lstStyle/>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Saving/selling assets</a:t>
                      </a:r>
                    </a:p>
                  </a:txBody>
                  <a:tcPr marL="6539" marR="6539" marT="6539" marB="65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4207630"/>
                  </a:ext>
                </a:extLst>
              </a:tr>
              <a:tr h="262225">
                <a:tc>
                  <a:txBody>
                    <a:bodyPr/>
                    <a:lstStyle/>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Petty trade/selling on streets</a:t>
                      </a:r>
                    </a:p>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[small-scale trade [5 or less employees]</a:t>
                      </a:r>
                    </a:p>
                  </a:txBody>
                  <a:tcPr marL="6539" marR="6539" marT="6539" marB="65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2074381"/>
                  </a:ext>
                </a:extLst>
              </a:tr>
              <a:tr h="140676">
                <a:tc>
                  <a:txBody>
                    <a:bodyPr/>
                    <a:lstStyle/>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Small trade (own business)</a:t>
                      </a:r>
                    </a:p>
                  </a:txBody>
                  <a:tcPr marL="6539" marR="6539" marT="6539" marB="65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7583386"/>
                  </a:ext>
                </a:extLst>
              </a:tr>
              <a:tr h="140676">
                <a:tc>
                  <a:txBody>
                    <a:bodyPr/>
                    <a:lstStyle/>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Medium/large trade (own business)</a:t>
                      </a:r>
                    </a:p>
                  </a:txBody>
                  <a:tcPr marL="6539" marR="6539" marT="6539" marB="65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9746936"/>
                  </a:ext>
                </a:extLst>
              </a:tr>
              <a:tr h="140676">
                <a:tc>
                  <a:txBody>
                    <a:bodyPr/>
                    <a:lstStyle/>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Small Agriculture production including livestock (own land/livestock)</a:t>
                      </a:r>
                    </a:p>
                  </a:txBody>
                  <a:tcPr marL="6539" marR="6539" marT="6539" marB="65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0550938"/>
                  </a:ext>
                </a:extLst>
              </a:tr>
              <a:tr h="140676">
                <a:tc>
                  <a:txBody>
                    <a:bodyPr/>
                    <a:lstStyle/>
                    <a:p>
                      <a:pPr marL="0" marR="0">
                        <a:lnSpc>
                          <a:spcPct val="105000"/>
                        </a:lnSpc>
                        <a:spcBef>
                          <a:spcPts val="0"/>
                        </a:spcBef>
                        <a:spcAft>
                          <a:spcPts val="0"/>
                        </a:spcAft>
                      </a:pPr>
                      <a:r>
                        <a:rPr lang="en-US" sz="1200">
                          <a:effectLst/>
                          <a:latin typeface="Calibri" panose="020F0502020204030204" pitchFamily="34" charset="0"/>
                          <a:ea typeface="Calibri" panose="020F0502020204030204" pitchFamily="34" charset="0"/>
                          <a:cs typeface="Calibri" panose="020F0502020204030204" pitchFamily="34" charset="0"/>
                        </a:rPr>
                        <a:t>Medium/large agriculture production including livestock (own land/livestock)</a:t>
                      </a:r>
                    </a:p>
                  </a:txBody>
                  <a:tcPr marL="6539" marR="6539" marT="6539" marB="65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3866898"/>
                  </a:ext>
                </a:extLst>
              </a:tr>
              <a:tr h="395924">
                <a:tc>
                  <a:txBody>
                    <a:bodyPr/>
                    <a:lstStyle/>
                    <a:p>
                      <a:pPr marL="0" marR="0">
                        <a:lnSpc>
                          <a:spcPct val="105000"/>
                        </a:lnSpc>
                        <a:spcBef>
                          <a:spcPts val="0"/>
                        </a:spcBef>
                        <a:spcAft>
                          <a:spcPts val="0"/>
                        </a:spcAft>
                      </a:pPr>
                      <a:r>
                        <a:rPr lang="en-US" sz="1200" dirty="0">
                          <a:effectLst/>
                          <a:latin typeface="Calibri" panose="020F0502020204030204" pitchFamily="34" charset="0"/>
                          <a:ea typeface="Calibri" panose="020F0502020204030204" pitchFamily="34" charset="0"/>
                          <a:cs typeface="Calibri" panose="020F0502020204030204" pitchFamily="34" charset="0"/>
                        </a:rPr>
                        <a:t>Other (specify)</a:t>
                      </a:r>
                    </a:p>
                    <a:p>
                      <a:pPr marL="0" marR="0">
                        <a:lnSpc>
                          <a:spcPct val="105000"/>
                        </a:lnSpc>
                        <a:spcBef>
                          <a:spcPts val="0"/>
                        </a:spcBef>
                        <a:spcAft>
                          <a:spcPts val="0"/>
                        </a:spcAft>
                      </a:pPr>
                      <a:r>
                        <a:rPr lang="en-US" sz="1200" dirty="0">
                          <a:effectLst/>
                          <a:latin typeface="Calibri" panose="020F0502020204030204" pitchFamily="34" charset="0"/>
                          <a:ea typeface="Calibri" panose="020F0502020204030204" pitchFamily="34" charset="0"/>
                          <a:cs typeface="Calibri" panose="020F0502020204030204" pitchFamily="34" charset="0"/>
                        </a:rPr>
                        <a:t> </a:t>
                      </a:r>
                    </a:p>
                    <a:p>
                      <a:pPr marL="0" marR="0">
                        <a:lnSpc>
                          <a:spcPct val="105000"/>
                        </a:lnSpc>
                        <a:spcBef>
                          <a:spcPts val="0"/>
                        </a:spcBef>
                        <a:spcAft>
                          <a:spcPts val="0"/>
                        </a:spcAft>
                      </a:pPr>
                      <a:r>
                        <a:rPr lang="en-US" sz="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Collection and sale of forestry or bush products, Income not derived from work / Income from other rents ]</a:t>
                      </a:r>
                      <a:endParaRPr lang="en-US" sz="1200" dirty="0">
                        <a:effectLst/>
                        <a:latin typeface="Calibri" panose="020F0502020204030204" pitchFamily="34" charset="0"/>
                        <a:ea typeface="Calibri" panose="020F0502020204030204" pitchFamily="34" charset="0"/>
                        <a:cs typeface="Calibri" panose="020F0502020204030204" pitchFamily="34" charset="0"/>
                      </a:endParaRPr>
                    </a:p>
                  </a:txBody>
                  <a:tcPr marL="6539" marR="6539" marT="6539" marB="65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3180448"/>
                  </a:ext>
                </a:extLst>
              </a:tr>
            </a:tbl>
          </a:graphicData>
        </a:graphic>
      </p:graphicFrame>
    </p:spTree>
    <p:extLst>
      <p:ext uri="{BB962C8B-B14F-4D97-AF65-F5344CB8AC3E}">
        <p14:creationId xmlns:p14="http://schemas.microsoft.com/office/powerpoint/2010/main" val="6352771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3"/>
          </p:nvPr>
        </p:nvSpPr>
        <p:spPr/>
      </p:sp>
      <p:sp>
        <p:nvSpPr>
          <p:cNvPr id="5" name="Title 4"/>
          <p:cNvSpPr>
            <a:spLocks noGrp="1"/>
          </p:cNvSpPr>
          <p:nvPr>
            <p:ph type="title"/>
          </p:nvPr>
        </p:nvSpPr>
        <p:spPr>
          <a:xfrm>
            <a:off x="683568" y="3128462"/>
            <a:ext cx="6417054" cy="601075"/>
          </a:xfrm>
        </p:spPr>
        <p:txBody>
          <a:bodyPr/>
          <a:lstStyle/>
          <a:p>
            <a:pPr algn="ctr">
              <a:lnSpc>
                <a:spcPct val="150000"/>
              </a:lnSpc>
              <a:spcBef>
                <a:spcPts val="600"/>
              </a:spcBef>
              <a:spcAft>
                <a:spcPts val="600"/>
              </a:spcAft>
            </a:pPr>
            <a:r>
              <a:rPr lang="en-GB" sz="1800" dirty="0"/>
              <a:t>Food Insecurity Experience Scale (FIES)</a:t>
            </a:r>
            <a:endParaRPr lang="en-US" sz="1800" dirty="0">
              <a:solidFill>
                <a:schemeClr val="bg1"/>
              </a:solidFill>
              <a:effectLst>
                <a:outerShdw blurRad="38100" dist="38100" dir="2700000" algn="tl">
                  <a:srgbClr val="000000">
                    <a:alpha val="43137"/>
                  </a:srgbClr>
                </a:outerShdw>
              </a:effectLst>
              <a:latin typeface="Zawgyi-One" panose="020B0604030504040204" pitchFamily="34" charset="0"/>
              <a:cs typeface="Zawgyi-One" panose="020B0604030504040204" pitchFamily="34" charset="0"/>
            </a:endParaRPr>
          </a:p>
        </p:txBody>
      </p:sp>
      <p:sp>
        <p:nvSpPr>
          <p:cNvPr id="4" name="Text Placeholder 3"/>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2412941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4186" y="1808007"/>
            <a:ext cx="8207750" cy="2731336"/>
          </a:xfrm>
        </p:spPr>
        <p:txBody>
          <a:bodyPr vert="horz" lIns="68580" tIns="34290" rIns="68580" bIns="34290" rtlCol="0" anchor="t">
            <a:noAutofit/>
          </a:bodyPr>
          <a:lstStyle/>
          <a:p>
            <a:pPr marL="0" indent="0" algn="just">
              <a:spcBef>
                <a:spcPts val="0"/>
              </a:spcBef>
              <a:spcAft>
                <a:spcPts val="225"/>
              </a:spcAft>
              <a:buNone/>
            </a:pPr>
            <a:r>
              <a:rPr lang="en-US" sz="1100" dirty="0"/>
              <a:t>Important aspects to keep in mind for this section:</a:t>
            </a:r>
            <a:r>
              <a:rPr lang="en-GB" sz="1100" dirty="0"/>
              <a:t> </a:t>
            </a:r>
            <a:endParaRPr lang="en-US" sz="1100" dirty="0">
              <a:cs typeface="Calibri" panose="020F0502020204030204"/>
            </a:endParaRPr>
          </a:p>
          <a:p>
            <a:pPr algn="just">
              <a:spcBef>
                <a:spcPts val="0"/>
              </a:spcBef>
              <a:spcAft>
                <a:spcPts val="225"/>
              </a:spcAft>
              <a:buNone/>
            </a:pPr>
            <a:r>
              <a:rPr lang="en-GB" sz="1100" dirty="0">
                <a:ea typeface="+mn-lt"/>
                <a:cs typeface="+mn-lt"/>
              </a:rPr>
              <a:t>Food insecurity is a socially and emotionally sensitive subject; be </a:t>
            </a:r>
            <a:r>
              <a:rPr lang="en-GB" sz="1100" b="1" dirty="0">
                <a:ea typeface="+mn-lt"/>
                <a:cs typeface="+mn-lt"/>
              </a:rPr>
              <a:t>considerate and non-judgmental</a:t>
            </a:r>
            <a:r>
              <a:rPr lang="en-GB" sz="1100" dirty="0">
                <a:ea typeface="+mn-lt"/>
                <a:cs typeface="+mn-lt"/>
              </a:rPr>
              <a:t> in your approach in order to elicit honest responses for FIES item</a:t>
            </a:r>
            <a:endParaRPr lang="en-GB" sz="1100" dirty="0">
              <a:cs typeface="Calibri" panose="020F0502020204030204"/>
            </a:endParaRPr>
          </a:p>
          <a:p>
            <a:pPr algn="just">
              <a:spcBef>
                <a:spcPts val="0"/>
              </a:spcBef>
              <a:spcAft>
                <a:spcPts val="225"/>
              </a:spcAft>
              <a:buNone/>
            </a:pPr>
            <a:r>
              <a:rPr lang="en-GB" sz="1100" dirty="0">
                <a:ea typeface="+mn-lt"/>
                <a:cs typeface="+mn-lt"/>
              </a:rPr>
              <a:t>Responses to </a:t>
            </a:r>
            <a:r>
              <a:rPr lang="en-GB" sz="1100" b="1" dirty="0">
                <a:ea typeface="+mn-lt"/>
                <a:cs typeface="+mn-lt"/>
              </a:rPr>
              <a:t>all 8 core questions </a:t>
            </a:r>
            <a:r>
              <a:rPr lang="en-GB" sz="1100" dirty="0">
                <a:ea typeface="+mn-lt"/>
                <a:cs typeface="+mn-lt"/>
              </a:rPr>
              <a:t>must be recorded </a:t>
            </a:r>
            <a:endParaRPr lang="en-GB" sz="1100" dirty="0">
              <a:cs typeface="Calibri" panose="020F0502020204030204"/>
            </a:endParaRPr>
          </a:p>
          <a:p>
            <a:pPr algn="just">
              <a:spcBef>
                <a:spcPts val="0"/>
              </a:spcBef>
              <a:spcAft>
                <a:spcPts val="225"/>
              </a:spcAft>
              <a:buNone/>
            </a:pPr>
            <a:r>
              <a:rPr lang="en-GB" sz="1100" b="1" dirty="0">
                <a:ea typeface="+mn-lt"/>
                <a:cs typeface="+mn-lt"/>
              </a:rPr>
              <a:t>Avoid prompting </a:t>
            </a:r>
            <a:r>
              <a:rPr lang="en-GB" sz="1100" dirty="0">
                <a:ea typeface="+mn-lt"/>
                <a:cs typeface="+mn-lt"/>
              </a:rPr>
              <a:t>respondents for answers</a:t>
            </a:r>
            <a:endParaRPr lang="en-GB" sz="1100" dirty="0">
              <a:cs typeface="Calibri" panose="020F0502020204030204"/>
            </a:endParaRPr>
          </a:p>
          <a:p>
            <a:pPr algn="just">
              <a:spcBef>
                <a:spcPts val="0"/>
              </a:spcBef>
              <a:spcAft>
                <a:spcPts val="225"/>
              </a:spcAft>
              <a:buNone/>
            </a:pPr>
            <a:r>
              <a:rPr lang="en-GB" sz="1100" dirty="0">
                <a:ea typeface="+mn-lt"/>
                <a:cs typeface="+mn-lt"/>
              </a:rPr>
              <a:t>- Make sure respondents understand the question is about </a:t>
            </a:r>
            <a:r>
              <a:rPr lang="en-GB" sz="1100" b="1" dirty="0">
                <a:ea typeface="+mn-lt"/>
                <a:cs typeface="+mn-lt"/>
              </a:rPr>
              <a:t>themselves and other members of their household</a:t>
            </a:r>
            <a:r>
              <a:rPr lang="en-GB" sz="1100" dirty="0">
                <a:ea typeface="+mn-lt"/>
                <a:cs typeface="+mn-lt"/>
              </a:rPr>
              <a:t> </a:t>
            </a:r>
            <a:endParaRPr lang="en-GB" sz="1100" dirty="0">
              <a:cs typeface="Calibri" panose="020F0502020204030204"/>
            </a:endParaRPr>
          </a:p>
          <a:p>
            <a:pPr algn="just">
              <a:spcBef>
                <a:spcPts val="0"/>
              </a:spcBef>
              <a:spcAft>
                <a:spcPts val="225"/>
              </a:spcAft>
              <a:buNone/>
            </a:pPr>
            <a:r>
              <a:rPr lang="en-GB" sz="1100" dirty="0">
                <a:ea typeface="+mn-lt"/>
                <a:cs typeface="+mn-lt"/>
              </a:rPr>
              <a:t>-“because of lack of money or other resources” is asked for each question to ensure reported experiences are not due to other factors (religion, specific diet). </a:t>
            </a:r>
          </a:p>
          <a:p>
            <a:pPr algn="just">
              <a:spcBef>
                <a:spcPts val="0"/>
              </a:spcBef>
              <a:spcAft>
                <a:spcPts val="225"/>
              </a:spcAft>
              <a:buNone/>
            </a:pPr>
            <a:r>
              <a:rPr lang="en-GB" sz="1100" dirty="0">
                <a:ea typeface="+mn-lt"/>
                <a:cs typeface="+mn-lt"/>
              </a:rPr>
              <a:t>-  “Other resources” are non-financial refers to the lack of other usual means for getting food, such as own production, barter, trade, small livestock for sale or own consumption, fishing, hunting or gathering, or the transfer of food from family, community members, government or donors.</a:t>
            </a:r>
            <a:endParaRPr lang="en-GB" sz="1100" dirty="0">
              <a:cs typeface="Calibri" panose="020F0502020204030204"/>
            </a:endParaRPr>
          </a:p>
          <a:p>
            <a:pPr algn="just">
              <a:spcBef>
                <a:spcPts val="0"/>
              </a:spcBef>
              <a:spcAft>
                <a:spcPts val="225"/>
              </a:spcAft>
              <a:buNone/>
            </a:pPr>
            <a:r>
              <a:rPr lang="en-GB" sz="1100" dirty="0">
                <a:ea typeface="+mn-lt"/>
                <a:cs typeface="+mn-lt"/>
              </a:rPr>
              <a:t>-Used to clarify that reported experiences are not due to, for example, religious or diet-related health reasons</a:t>
            </a:r>
            <a:endParaRPr lang="en-GB" sz="1100" dirty="0">
              <a:cs typeface="Calibri" panose="020F0502020204030204"/>
            </a:endParaRPr>
          </a:p>
          <a:p>
            <a:pPr algn="just">
              <a:spcBef>
                <a:spcPts val="0"/>
              </a:spcBef>
              <a:spcAft>
                <a:spcPts val="225"/>
              </a:spcAft>
              <a:buNone/>
            </a:pPr>
            <a:r>
              <a:rPr lang="en-GB" sz="1100" dirty="0">
                <a:ea typeface="+mn-lt"/>
                <a:cs typeface="+mn-lt"/>
              </a:rPr>
              <a:t>Make sure respondent reports an experience </a:t>
            </a:r>
            <a:r>
              <a:rPr lang="en-GB" sz="1100" b="1" dirty="0">
                <a:ea typeface="+mn-lt"/>
                <a:cs typeface="+mn-lt"/>
              </a:rPr>
              <a:t>over the last 30 days</a:t>
            </a:r>
            <a:endParaRPr lang="en-GB" sz="1100" b="1" dirty="0">
              <a:cs typeface="Calibri" panose="020F0502020204030204"/>
            </a:endParaRPr>
          </a:p>
        </p:txBody>
      </p:sp>
      <p:sp>
        <p:nvSpPr>
          <p:cNvPr id="2" name="Title 1">
            <a:extLst>
              <a:ext uri="{FF2B5EF4-FFF2-40B4-BE49-F238E27FC236}">
                <a16:creationId xmlns:a16="http://schemas.microsoft.com/office/drawing/2014/main" id="{C18BF8D6-0643-B1BD-F431-075505624FB2}"/>
              </a:ext>
            </a:extLst>
          </p:cNvPr>
          <p:cNvSpPr>
            <a:spLocks noGrp="1"/>
          </p:cNvSpPr>
          <p:nvPr>
            <p:ph type="title"/>
          </p:nvPr>
        </p:nvSpPr>
        <p:spPr/>
        <p:txBody>
          <a:bodyPr/>
          <a:lstStyle/>
          <a:p>
            <a:r>
              <a:rPr lang="en-GB" sz="2400" dirty="0"/>
              <a:t>Food Insecurity Experience Scale (FIES)</a:t>
            </a:r>
            <a:endParaRPr lang="en-US" sz="2400" dirty="0"/>
          </a:p>
        </p:txBody>
      </p:sp>
    </p:spTree>
    <p:extLst>
      <p:ext uri="{BB962C8B-B14F-4D97-AF65-F5344CB8AC3E}">
        <p14:creationId xmlns:p14="http://schemas.microsoft.com/office/powerpoint/2010/main" val="5243141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1800" dirty="0"/>
              <a:t>Instructions for Individual Questions</a:t>
            </a:r>
            <a:endParaRPr lang="en-US" sz="1800" dirty="0">
              <a:solidFill>
                <a:schemeClr val="bg1"/>
              </a:solidFill>
              <a:effectLst>
                <a:outerShdw blurRad="38100" dist="38100" dir="2700000" algn="tl">
                  <a:srgbClr val="000000">
                    <a:alpha val="43137"/>
                  </a:srgbClr>
                </a:outerShdw>
              </a:effectLst>
            </a:endParaRPr>
          </a:p>
        </p:txBody>
      </p:sp>
      <p:graphicFrame>
        <p:nvGraphicFramePr>
          <p:cNvPr id="2" name="Table 1"/>
          <p:cNvGraphicFramePr>
            <a:graphicFrameLocks noGrp="1"/>
          </p:cNvGraphicFramePr>
          <p:nvPr>
            <p:extLst>
              <p:ext uri="{D42A27DB-BD31-4B8C-83A1-F6EECF244321}">
                <p14:modId xmlns:p14="http://schemas.microsoft.com/office/powerpoint/2010/main" val="1552860116"/>
              </p:ext>
            </p:extLst>
          </p:nvPr>
        </p:nvGraphicFramePr>
        <p:xfrm>
          <a:off x="0" y="1111626"/>
          <a:ext cx="9144000" cy="3024945"/>
        </p:xfrm>
        <a:graphic>
          <a:graphicData uri="http://schemas.openxmlformats.org/drawingml/2006/table">
            <a:tbl>
              <a:tblPr firstCol="1" bandRow="1">
                <a:tableStyleId>{5C22544A-7EE6-4342-B048-85BDC9FD1C3A}</a:tableStyleId>
              </a:tblPr>
              <a:tblGrid>
                <a:gridCol w="448969">
                  <a:extLst>
                    <a:ext uri="{9D8B030D-6E8A-4147-A177-3AD203B41FA5}">
                      <a16:colId xmlns:a16="http://schemas.microsoft.com/office/drawing/2014/main" val="20000"/>
                    </a:ext>
                  </a:extLst>
                </a:gridCol>
                <a:gridCol w="7557644">
                  <a:extLst>
                    <a:ext uri="{9D8B030D-6E8A-4147-A177-3AD203B41FA5}">
                      <a16:colId xmlns:a16="http://schemas.microsoft.com/office/drawing/2014/main" val="20001"/>
                    </a:ext>
                  </a:extLst>
                </a:gridCol>
                <a:gridCol w="1137387">
                  <a:extLst>
                    <a:ext uri="{9D8B030D-6E8A-4147-A177-3AD203B41FA5}">
                      <a16:colId xmlns:a16="http://schemas.microsoft.com/office/drawing/2014/main" val="20002"/>
                    </a:ext>
                  </a:extLst>
                </a:gridCol>
              </a:tblGrid>
              <a:tr h="754422">
                <a:tc gridSpan="3">
                  <a:txBody>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lang="en-GB" sz="1400" dirty="0">
                          <a:effectLst/>
                          <a:latin typeface="Zawgyi-One" panose="020B0604030504040204" pitchFamily="34" charset="0"/>
                          <a:cs typeface="Zawgyi-One" panose="020B0604030504040204" pitchFamily="34" charset="0"/>
                        </a:rPr>
                        <a:t>FIES - </a:t>
                      </a:r>
                      <a:r>
                        <a:rPr lang="en-US" sz="1400" b="1" kern="1200" dirty="0">
                          <a:solidFill>
                            <a:schemeClr val="lt1"/>
                          </a:solidFill>
                          <a:effectLst/>
                          <a:latin typeface="Zawgyi-One" panose="020B0604030504040204" pitchFamily="34" charset="0"/>
                          <a:ea typeface="+mn-ea"/>
                          <a:cs typeface="Zawgyi-One" panose="020B0604030504040204" pitchFamily="34" charset="0"/>
                        </a:rPr>
                        <a:t>Eight Key Questions</a:t>
                      </a:r>
                    </a:p>
                    <a:p>
                      <a:pPr marL="0" marR="0">
                        <a:lnSpc>
                          <a:spcPct val="150000"/>
                        </a:lnSpc>
                        <a:spcBef>
                          <a:spcPts val="0"/>
                        </a:spcBef>
                        <a:spcAft>
                          <a:spcPts val="0"/>
                        </a:spcAft>
                      </a:pPr>
                      <a:endParaRPr lang="en-GB" sz="1400" dirty="0">
                        <a:effectLst/>
                        <a:latin typeface="Zawgyi-One" panose="020B0604030504040204" pitchFamily="34" charset="0"/>
                        <a:cs typeface="Zawgyi-One" panose="020B0604030504040204" pitchFamily="34" charset="0"/>
                      </a:endParaRPr>
                    </a:p>
                  </a:txBody>
                  <a:tcPr marL="68580" marR="6858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007965">
                <a:tc gridSpan="3">
                  <a:txBody>
                    <a:bodyPr/>
                    <a:lstStyle/>
                    <a:p>
                      <a:pPr marL="0" marR="0">
                        <a:lnSpc>
                          <a:spcPct val="150000"/>
                        </a:lnSpc>
                        <a:spcBef>
                          <a:spcPts val="0"/>
                        </a:spcBef>
                        <a:spcAft>
                          <a:spcPts val="0"/>
                        </a:spcAft>
                      </a:pPr>
                      <a:r>
                        <a:rPr lang="en-US" sz="1200" dirty="0">
                          <a:effectLst/>
                          <a:latin typeface="Zawgyi-One" panose="020B0604030504040204" pitchFamily="34" charset="0"/>
                          <a:cs typeface="Zawgyi-One" panose="020B0604030504040204" pitchFamily="34" charset="0"/>
                        </a:rPr>
                        <a:t>30 days recall</a:t>
                      </a:r>
                    </a:p>
                    <a:p>
                      <a:pPr marL="0" marR="0">
                        <a:lnSpc>
                          <a:spcPct val="150000"/>
                        </a:lnSpc>
                        <a:spcBef>
                          <a:spcPts val="0"/>
                        </a:spcBef>
                        <a:spcAft>
                          <a:spcPts val="0"/>
                        </a:spcAft>
                      </a:pPr>
                      <a:r>
                        <a:rPr lang="en-US" sz="1200" dirty="0">
                          <a:effectLst/>
                          <a:latin typeface="Zawgyi-One" panose="020B0604030504040204" pitchFamily="34" charset="0"/>
                          <a:cs typeface="Zawgyi-One" panose="020B0604030504040204" pitchFamily="34" charset="0"/>
                        </a:rPr>
                        <a:t>Codes: </a:t>
                      </a:r>
                      <a:r>
                        <a:rPr lang="en-GB" sz="1200" dirty="0">
                          <a:effectLst/>
                          <a:latin typeface="Zawgyi-One" panose="020B0604030504040204" pitchFamily="34" charset="0"/>
                          <a:cs typeface="Zawgyi-One" panose="020B0604030504040204" pitchFamily="34" charset="0"/>
                        </a:rPr>
                        <a:t>No, Yes, Don’t know, I don’t want to answer</a:t>
                      </a:r>
                    </a:p>
                  </a:txBody>
                  <a:tcPr marL="68580" marR="6858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262558">
                <a:tc>
                  <a:txBody>
                    <a:bodyPr/>
                    <a:lstStyle/>
                    <a:p>
                      <a:pPr marL="0" marR="0">
                        <a:lnSpc>
                          <a:spcPct val="150000"/>
                        </a:lnSpc>
                        <a:spcBef>
                          <a:spcPts val="0"/>
                        </a:spcBef>
                        <a:spcAft>
                          <a:spcPts val="0"/>
                        </a:spcAft>
                      </a:pPr>
                      <a:r>
                        <a:rPr lang="en-US" sz="1200" dirty="0">
                          <a:effectLst/>
                          <a:latin typeface="Zawgyi-One" panose="020B0604030504040204" pitchFamily="34" charset="0"/>
                          <a:cs typeface="Zawgyi-One" panose="020B0604030504040204" pitchFamily="34" charset="0"/>
                        </a:rPr>
                        <a:t>1.</a:t>
                      </a:r>
                      <a:r>
                        <a:rPr lang="en-US" sz="1200" baseline="0" dirty="0">
                          <a:effectLst/>
                          <a:latin typeface="Zawgyi-One" panose="020B0604030504040204" pitchFamily="34" charset="0"/>
                          <a:cs typeface="Zawgyi-One" panose="020B0604030504040204" pitchFamily="34" charset="0"/>
                        </a:rPr>
                        <a:t> </a:t>
                      </a:r>
                    </a:p>
                    <a:p>
                      <a:pPr marL="0" marR="0">
                        <a:lnSpc>
                          <a:spcPct val="150000"/>
                        </a:lnSpc>
                        <a:spcBef>
                          <a:spcPts val="0"/>
                        </a:spcBef>
                        <a:spcAft>
                          <a:spcPts val="0"/>
                        </a:spcAft>
                      </a:pPr>
                      <a:endParaRPr lang="en-US" sz="1200" baseline="0" dirty="0">
                        <a:effectLst/>
                        <a:latin typeface="Zawgyi-One" panose="020B0604030504040204" pitchFamily="34" charset="0"/>
                        <a:cs typeface="Zawgyi-One" panose="020B0604030504040204" pitchFamily="34" charset="0"/>
                      </a:endParaRPr>
                    </a:p>
                  </a:txBody>
                  <a:tcPr marL="68580" marR="68580" marT="0" marB="0" anchor="ctr"/>
                </a:tc>
                <a:tc>
                  <a:txBody>
                    <a:bodyPr/>
                    <a:lstStyle/>
                    <a:p>
                      <a:r>
                        <a:rPr lang="en-US" sz="1200" u="none" kern="1200" dirty="0">
                          <a:solidFill>
                            <a:schemeClr val="dk1"/>
                          </a:solidFill>
                          <a:effectLst/>
                          <a:latin typeface="Zawgyi-One" panose="020B0604030504040204" pitchFamily="34" charset="0"/>
                          <a:ea typeface="+mn-ea"/>
                          <a:cs typeface="Zawgyi-One" panose="020B0604030504040204" pitchFamily="34" charset="0"/>
                        </a:rPr>
                        <a:t>You or others in your household worried about not having enough food to eat because of a lack of money or other resources?</a:t>
                      </a:r>
                    </a:p>
                    <a:p>
                      <a:endParaRPr lang="en-US" sz="1200" u="none" kern="1200" dirty="0">
                        <a:solidFill>
                          <a:schemeClr val="dk1"/>
                        </a:solidFill>
                        <a:effectLst/>
                        <a:latin typeface="Zawgyi-One" panose="020B0604030504040204" pitchFamily="34" charset="0"/>
                        <a:ea typeface="+mn-ea"/>
                        <a:cs typeface="Zawgyi-One" panose="020B0604030504040204" pitchFamily="34" charset="0"/>
                      </a:endParaRPr>
                    </a:p>
                  </a:txBody>
                  <a:tcPr marL="68580" marR="68580" marT="0" marB="0" anchor="ctr"/>
                </a:tc>
                <a:tc>
                  <a:txBody>
                    <a:bodyPr/>
                    <a:lstStyle/>
                    <a:p>
                      <a:pPr marL="0" marR="0" algn="ctr">
                        <a:lnSpc>
                          <a:spcPct val="150000"/>
                        </a:lnSpc>
                        <a:spcBef>
                          <a:spcPts val="0"/>
                        </a:spcBef>
                        <a:spcAft>
                          <a:spcPts val="0"/>
                        </a:spcAft>
                      </a:pPr>
                      <a:r>
                        <a:rPr lang="en-US" sz="900" dirty="0">
                          <a:effectLst/>
                        </a:rPr>
                        <a:t>|___|</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6195" marR="0" marT="0" marB="0" anchor="ctr"/>
                </a:tc>
                <a:extLst>
                  <a:ext uri="{0D108BD9-81ED-4DB2-BD59-A6C34878D82A}">
                    <a16:rowId xmlns:a16="http://schemas.microsoft.com/office/drawing/2014/main" val="10002"/>
                  </a:ext>
                </a:extLst>
              </a:tr>
            </a:tbl>
          </a:graphicData>
        </a:graphic>
      </p:graphicFrame>
      <p:sp>
        <p:nvSpPr>
          <p:cNvPr id="6" name="Text Placeholder 2"/>
          <p:cNvSpPr>
            <a:spLocks noGrp="1"/>
          </p:cNvSpPr>
          <p:nvPr>
            <p:ph type="body" sz="quarter" idx="15"/>
          </p:nvPr>
        </p:nvSpPr>
        <p:spPr>
          <a:xfrm>
            <a:off x="363869" y="4718115"/>
            <a:ext cx="8395120" cy="692085"/>
          </a:xfrm>
        </p:spPr>
        <p:txBody>
          <a:bodyPr/>
          <a:lstStyle/>
          <a:p>
            <a:pPr defTabSz="914400">
              <a:lnSpc>
                <a:spcPct val="150000"/>
              </a:lnSpc>
              <a:buClr>
                <a:srgbClr val="0F6FC6"/>
              </a:buClr>
              <a:buSzPct val="85000"/>
              <a:defRPr/>
            </a:pPr>
            <a:r>
              <a:rPr lang="en-US" sz="1800" dirty="0">
                <a:solidFill>
                  <a:schemeClr val="tx1"/>
                </a:solidFill>
              </a:rPr>
              <a:t>Q1:</a:t>
            </a:r>
            <a:r>
              <a:rPr lang="en-US" b="0" dirty="0"/>
              <a:t>You were </a:t>
            </a:r>
            <a:r>
              <a:rPr lang="en-US" u="sng" dirty="0">
                <a:effectLst>
                  <a:outerShdw blurRad="38100" dist="38100" dir="2700000" algn="tl">
                    <a:srgbClr val="000000">
                      <a:alpha val="43137"/>
                    </a:srgbClr>
                  </a:outerShdw>
                </a:effectLst>
              </a:rPr>
              <a:t>worried</a:t>
            </a:r>
            <a:r>
              <a:rPr lang="en-US" b="0" dirty="0"/>
              <a:t> you would not have enough food to eat?</a:t>
            </a:r>
          </a:p>
        </p:txBody>
      </p:sp>
    </p:spTree>
    <p:extLst>
      <p:ext uri="{BB962C8B-B14F-4D97-AF65-F5344CB8AC3E}">
        <p14:creationId xmlns:p14="http://schemas.microsoft.com/office/powerpoint/2010/main" val="10540911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1800" dirty="0"/>
              <a:t>Instructions for Individual Questions</a:t>
            </a:r>
            <a:endParaRPr lang="en-US" sz="1800" dirty="0">
              <a:solidFill>
                <a:schemeClr val="bg1"/>
              </a:solidFill>
              <a:effectLst>
                <a:outerShdw blurRad="38100" dist="38100" dir="2700000" algn="tl">
                  <a:srgbClr val="000000">
                    <a:alpha val="43137"/>
                  </a:srgbClr>
                </a:outerShdw>
              </a:effectLst>
            </a:endParaRPr>
          </a:p>
        </p:txBody>
      </p:sp>
      <p:graphicFrame>
        <p:nvGraphicFramePr>
          <p:cNvPr id="2" name="Table 1"/>
          <p:cNvGraphicFramePr>
            <a:graphicFrameLocks noGrp="1"/>
          </p:cNvGraphicFramePr>
          <p:nvPr>
            <p:extLst>
              <p:ext uri="{D42A27DB-BD31-4B8C-83A1-F6EECF244321}">
                <p14:modId xmlns:p14="http://schemas.microsoft.com/office/powerpoint/2010/main" val="64586253"/>
              </p:ext>
            </p:extLst>
          </p:nvPr>
        </p:nvGraphicFramePr>
        <p:xfrm>
          <a:off x="363869" y="1241029"/>
          <a:ext cx="8395120" cy="1273572"/>
        </p:xfrm>
        <a:graphic>
          <a:graphicData uri="http://schemas.openxmlformats.org/drawingml/2006/table">
            <a:tbl>
              <a:tblPr firstCol="1" bandRow="1">
                <a:tableStyleId>{5C22544A-7EE6-4342-B048-85BDC9FD1C3A}</a:tableStyleId>
              </a:tblPr>
              <a:tblGrid>
                <a:gridCol w="412199">
                  <a:extLst>
                    <a:ext uri="{9D8B030D-6E8A-4147-A177-3AD203B41FA5}">
                      <a16:colId xmlns:a16="http://schemas.microsoft.com/office/drawing/2014/main" val="20000"/>
                    </a:ext>
                  </a:extLst>
                </a:gridCol>
                <a:gridCol w="6938684">
                  <a:extLst>
                    <a:ext uri="{9D8B030D-6E8A-4147-A177-3AD203B41FA5}">
                      <a16:colId xmlns:a16="http://schemas.microsoft.com/office/drawing/2014/main" val="20001"/>
                    </a:ext>
                  </a:extLst>
                </a:gridCol>
                <a:gridCol w="1044237">
                  <a:extLst>
                    <a:ext uri="{9D8B030D-6E8A-4147-A177-3AD203B41FA5}">
                      <a16:colId xmlns:a16="http://schemas.microsoft.com/office/drawing/2014/main" val="20002"/>
                    </a:ext>
                  </a:extLst>
                </a:gridCol>
              </a:tblGrid>
              <a:tr h="1273572">
                <a:tc>
                  <a:txBody>
                    <a:bodyPr/>
                    <a:lstStyle/>
                    <a:p>
                      <a:pPr marL="0" marR="0">
                        <a:lnSpc>
                          <a:spcPct val="150000"/>
                        </a:lnSpc>
                        <a:spcBef>
                          <a:spcPts val="0"/>
                        </a:spcBef>
                        <a:spcAft>
                          <a:spcPts val="0"/>
                        </a:spcAft>
                      </a:pPr>
                      <a:r>
                        <a:rPr lang="en-US" sz="1200" baseline="0" dirty="0">
                          <a:effectLst/>
                          <a:latin typeface="Zawgyi-One" panose="020B0604030504040204" pitchFamily="34" charset="0"/>
                          <a:cs typeface="Zawgyi-One" panose="020B0604030504040204" pitchFamily="34" charset="0"/>
                        </a:rPr>
                        <a:t>2. </a:t>
                      </a:r>
                    </a:p>
                  </a:txBody>
                  <a:tcPr marL="68580" marR="68580" marT="0" marB="0" anchor="ctr"/>
                </a:tc>
                <a:tc>
                  <a:txBody>
                    <a:bodyPr/>
                    <a:lstStyle/>
                    <a:p>
                      <a:r>
                        <a:rPr lang="en-US" sz="1200" kern="1200" dirty="0">
                          <a:solidFill>
                            <a:schemeClr val="dk1"/>
                          </a:solidFill>
                          <a:effectLst/>
                          <a:latin typeface="Zawgyi-One" panose="020B0604030504040204" pitchFamily="34" charset="0"/>
                          <a:ea typeface="+mn-ea"/>
                          <a:cs typeface="Zawgyi-One" panose="020B0604030504040204" pitchFamily="34" charset="0"/>
                        </a:rPr>
                        <a:t>Still thinking about the last 30 days, was there a time when you or others in your household were unable to eat healthy and nutritious food because of a lack of money or other resources?</a:t>
                      </a:r>
                    </a:p>
                  </a:txBody>
                  <a:tcPr marL="68580" marR="68580" marT="0" marB="0" anchor="ctr"/>
                </a:tc>
                <a:tc>
                  <a:txBody>
                    <a:bodyPr/>
                    <a:lstStyle/>
                    <a:p>
                      <a:pPr marL="0" marR="0" algn="ctr">
                        <a:lnSpc>
                          <a:spcPct val="150000"/>
                        </a:lnSpc>
                        <a:spcBef>
                          <a:spcPts val="0"/>
                        </a:spcBef>
                        <a:spcAft>
                          <a:spcPts val="0"/>
                        </a:spcAft>
                      </a:pPr>
                      <a:r>
                        <a:rPr lang="en-US" sz="900" dirty="0">
                          <a:effectLst/>
                        </a:rPr>
                        <a:t>|___|</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6195" marR="0" marT="0" marB="0" anchor="ctr"/>
                </a:tc>
                <a:extLst>
                  <a:ext uri="{0D108BD9-81ED-4DB2-BD59-A6C34878D82A}">
                    <a16:rowId xmlns:a16="http://schemas.microsoft.com/office/drawing/2014/main" val="10000"/>
                  </a:ext>
                </a:extLst>
              </a:tr>
            </a:tbl>
          </a:graphicData>
        </a:graphic>
      </p:graphicFrame>
      <p:sp>
        <p:nvSpPr>
          <p:cNvPr id="6" name="Text Placeholder 2"/>
          <p:cNvSpPr>
            <a:spLocks noGrp="1"/>
          </p:cNvSpPr>
          <p:nvPr>
            <p:ph type="body" sz="quarter" idx="15"/>
          </p:nvPr>
        </p:nvSpPr>
        <p:spPr>
          <a:xfrm>
            <a:off x="374440" y="3465820"/>
            <a:ext cx="8395120" cy="396318"/>
          </a:xfrm>
        </p:spPr>
        <p:txBody>
          <a:bodyPr/>
          <a:lstStyle/>
          <a:p>
            <a:pPr defTabSz="914400">
              <a:buClr>
                <a:srgbClr val="0F6FC6"/>
              </a:buClr>
              <a:buSzPct val="85000"/>
              <a:defRPr/>
            </a:pPr>
            <a:r>
              <a:rPr lang="en-US" sz="1800" dirty="0">
                <a:solidFill>
                  <a:schemeClr val="tx1"/>
                </a:solidFill>
              </a:rPr>
              <a:t>Q2: </a:t>
            </a:r>
            <a:r>
              <a:rPr lang="en-US" b="0" dirty="0"/>
              <a:t>You were </a:t>
            </a:r>
            <a:r>
              <a:rPr lang="en-US" u="sng" dirty="0">
                <a:effectLst>
                  <a:outerShdw blurRad="38100" dist="38100" dir="2700000" algn="tl">
                    <a:srgbClr val="000000">
                      <a:alpha val="43137"/>
                    </a:srgbClr>
                  </a:outerShdw>
                </a:effectLst>
              </a:rPr>
              <a:t>unable</a:t>
            </a:r>
            <a:r>
              <a:rPr lang="en-US" b="0" dirty="0"/>
              <a:t> to eat healthy and nutritious food? </a:t>
            </a:r>
            <a:r>
              <a:rPr lang="en-US" sz="1600" b="0" dirty="0">
                <a:solidFill>
                  <a:schemeClr val="tx1"/>
                </a:solidFill>
              </a:rPr>
              <a:t>	</a:t>
            </a:r>
            <a:endParaRPr lang="en-US" sz="1600" b="0" i="1" dirty="0">
              <a:solidFill>
                <a:schemeClr val="tx1"/>
              </a:solidFill>
            </a:endParaRPr>
          </a:p>
          <a:p>
            <a:endParaRPr lang="en-US" sz="1600" b="0" dirty="0">
              <a:solidFill>
                <a:schemeClr val="tx1"/>
              </a:solidFill>
            </a:endParaRPr>
          </a:p>
          <a:p>
            <a:endParaRPr lang="en-US" sz="1600" b="0" dirty="0">
              <a:solidFill>
                <a:schemeClr val="tx1"/>
              </a:solidFill>
            </a:endParaRPr>
          </a:p>
        </p:txBody>
      </p:sp>
    </p:spTree>
    <p:extLst>
      <p:ext uri="{BB962C8B-B14F-4D97-AF65-F5344CB8AC3E}">
        <p14:creationId xmlns:p14="http://schemas.microsoft.com/office/powerpoint/2010/main" val="22648419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1800" dirty="0"/>
              <a:t>Instructions for Individual Questions</a:t>
            </a:r>
            <a:endParaRPr lang="en-US" sz="1800" dirty="0">
              <a:solidFill>
                <a:schemeClr val="bg1"/>
              </a:solidFill>
              <a:effectLst>
                <a:outerShdw blurRad="38100" dist="38100" dir="2700000" algn="tl">
                  <a:srgbClr val="000000">
                    <a:alpha val="43137"/>
                  </a:srgbClr>
                </a:outerShdw>
              </a:effectLst>
            </a:endParaRPr>
          </a:p>
        </p:txBody>
      </p:sp>
      <p:graphicFrame>
        <p:nvGraphicFramePr>
          <p:cNvPr id="2" name="Table 1"/>
          <p:cNvGraphicFramePr>
            <a:graphicFrameLocks noGrp="1"/>
          </p:cNvGraphicFramePr>
          <p:nvPr>
            <p:extLst>
              <p:ext uri="{D42A27DB-BD31-4B8C-83A1-F6EECF244321}">
                <p14:modId xmlns:p14="http://schemas.microsoft.com/office/powerpoint/2010/main" val="2494079944"/>
              </p:ext>
            </p:extLst>
          </p:nvPr>
        </p:nvGraphicFramePr>
        <p:xfrm>
          <a:off x="0" y="1241028"/>
          <a:ext cx="9144000" cy="1153829"/>
        </p:xfrm>
        <a:graphic>
          <a:graphicData uri="http://schemas.openxmlformats.org/drawingml/2006/table">
            <a:tbl>
              <a:tblPr firstCol="1" bandRow="1">
                <a:tableStyleId>{5C22544A-7EE6-4342-B048-85BDC9FD1C3A}</a:tableStyleId>
              </a:tblPr>
              <a:tblGrid>
                <a:gridCol w="448969">
                  <a:extLst>
                    <a:ext uri="{9D8B030D-6E8A-4147-A177-3AD203B41FA5}">
                      <a16:colId xmlns:a16="http://schemas.microsoft.com/office/drawing/2014/main" val="20000"/>
                    </a:ext>
                  </a:extLst>
                </a:gridCol>
                <a:gridCol w="7557644">
                  <a:extLst>
                    <a:ext uri="{9D8B030D-6E8A-4147-A177-3AD203B41FA5}">
                      <a16:colId xmlns:a16="http://schemas.microsoft.com/office/drawing/2014/main" val="20001"/>
                    </a:ext>
                  </a:extLst>
                </a:gridCol>
                <a:gridCol w="1137387">
                  <a:extLst>
                    <a:ext uri="{9D8B030D-6E8A-4147-A177-3AD203B41FA5}">
                      <a16:colId xmlns:a16="http://schemas.microsoft.com/office/drawing/2014/main" val="20002"/>
                    </a:ext>
                  </a:extLst>
                </a:gridCol>
              </a:tblGrid>
              <a:tr h="1153829">
                <a:tc>
                  <a:txBody>
                    <a:bodyPr/>
                    <a:lstStyle/>
                    <a:p>
                      <a:pPr marL="0" marR="0">
                        <a:lnSpc>
                          <a:spcPct val="150000"/>
                        </a:lnSpc>
                        <a:spcBef>
                          <a:spcPts val="0"/>
                        </a:spcBef>
                        <a:spcAft>
                          <a:spcPts val="0"/>
                        </a:spcAft>
                      </a:pPr>
                      <a:r>
                        <a:rPr lang="en-US" sz="1200" baseline="0" dirty="0">
                          <a:effectLst/>
                          <a:latin typeface="Zawgyi-One" panose="020B0604030504040204" pitchFamily="34" charset="0"/>
                          <a:cs typeface="Zawgyi-One" panose="020B0604030504040204" pitchFamily="34" charset="0"/>
                        </a:rPr>
                        <a:t>3. </a:t>
                      </a:r>
                    </a:p>
                  </a:txBody>
                  <a:tcPr marL="68580" marR="68580" marT="0" marB="0" anchor="ctr"/>
                </a:tc>
                <a:tc>
                  <a:txBody>
                    <a:bodyPr/>
                    <a:lstStyle/>
                    <a:p>
                      <a:r>
                        <a:rPr lang="en-US" sz="1200" kern="1200" dirty="0">
                          <a:solidFill>
                            <a:schemeClr val="dk1"/>
                          </a:solidFill>
                          <a:effectLst/>
                          <a:latin typeface="Zawgyi-One" panose="020B0604030504040204" pitchFamily="34" charset="0"/>
                          <a:ea typeface="+mn-ea"/>
                          <a:cs typeface="Zawgyi-One" panose="020B0604030504040204" pitchFamily="34" charset="0"/>
                        </a:rPr>
                        <a:t>Was there a time when you or others in your household ate only a few kinds of foods because of a lack of money or other resources?</a:t>
                      </a:r>
                    </a:p>
                  </a:txBody>
                  <a:tcPr marL="68580" marR="68580" marT="0" marB="0" anchor="ctr"/>
                </a:tc>
                <a:tc>
                  <a:txBody>
                    <a:bodyPr/>
                    <a:lstStyle/>
                    <a:p>
                      <a:pPr marL="0" marR="0" algn="ctr">
                        <a:lnSpc>
                          <a:spcPct val="150000"/>
                        </a:lnSpc>
                        <a:spcBef>
                          <a:spcPts val="0"/>
                        </a:spcBef>
                        <a:spcAft>
                          <a:spcPts val="0"/>
                        </a:spcAft>
                      </a:pPr>
                      <a:r>
                        <a:rPr lang="en-US" sz="900" dirty="0">
                          <a:effectLst/>
                        </a:rPr>
                        <a:t>|___|</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6195" marR="0" marT="0" marB="0" anchor="ctr"/>
                </a:tc>
                <a:extLst>
                  <a:ext uri="{0D108BD9-81ED-4DB2-BD59-A6C34878D82A}">
                    <a16:rowId xmlns:a16="http://schemas.microsoft.com/office/drawing/2014/main" val="10000"/>
                  </a:ext>
                </a:extLst>
              </a:tr>
            </a:tbl>
          </a:graphicData>
        </a:graphic>
      </p:graphicFrame>
      <p:sp>
        <p:nvSpPr>
          <p:cNvPr id="6" name="Text Placeholder 2"/>
          <p:cNvSpPr>
            <a:spLocks noGrp="1"/>
          </p:cNvSpPr>
          <p:nvPr>
            <p:ph type="body" sz="quarter" idx="15"/>
          </p:nvPr>
        </p:nvSpPr>
        <p:spPr>
          <a:xfrm>
            <a:off x="375901" y="3062923"/>
            <a:ext cx="8395120" cy="1153829"/>
          </a:xfrm>
        </p:spPr>
        <p:txBody>
          <a:bodyPr/>
          <a:lstStyle/>
          <a:p>
            <a:pPr defTabSz="914400">
              <a:buClr>
                <a:srgbClr val="0F6FC6"/>
              </a:buClr>
              <a:buSzPct val="85000"/>
              <a:defRPr/>
            </a:pPr>
            <a:r>
              <a:rPr lang="en-US" sz="1800" dirty="0">
                <a:solidFill>
                  <a:schemeClr val="tx1"/>
                </a:solidFill>
              </a:rPr>
              <a:t>Q3: </a:t>
            </a:r>
            <a:r>
              <a:rPr lang="en-US" b="0" dirty="0"/>
              <a:t>You ate only a </a:t>
            </a:r>
            <a:r>
              <a:rPr lang="en-US" u="sng" dirty="0">
                <a:effectLst>
                  <a:outerShdw blurRad="38100" dist="38100" dir="2700000" algn="tl">
                    <a:srgbClr val="000000">
                      <a:alpha val="43137"/>
                    </a:srgbClr>
                  </a:outerShdw>
                </a:effectLst>
              </a:rPr>
              <a:t>few</a:t>
            </a:r>
            <a:r>
              <a:rPr lang="en-US" b="0" dirty="0"/>
              <a:t> kinds of foods?</a:t>
            </a:r>
            <a:r>
              <a:rPr lang="en-US" sz="1800" dirty="0">
                <a:solidFill>
                  <a:schemeClr val="tx1"/>
                </a:solidFill>
              </a:rPr>
              <a:t>	</a:t>
            </a:r>
            <a:r>
              <a:rPr lang="en-US" sz="1600" b="0" dirty="0">
                <a:solidFill>
                  <a:schemeClr val="tx1"/>
                </a:solidFill>
              </a:rPr>
              <a:t>	</a:t>
            </a:r>
          </a:p>
          <a:p>
            <a:r>
              <a:rPr lang="en-US" sz="1600" b="0" dirty="0">
                <a:solidFill>
                  <a:schemeClr val="tx1"/>
                </a:solidFill>
              </a:rPr>
              <a:t>“a limited variety of foods”, we want to mean an undesired monotonous diet</a:t>
            </a:r>
          </a:p>
          <a:p>
            <a:pPr>
              <a:lnSpc>
                <a:spcPct val="150000"/>
              </a:lnSpc>
            </a:pPr>
            <a:r>
              <a:rPr lang="en-US" sz="1600" b="0" dirty="0">
                <a:solidFill>
                  <a:schemeClr val="tx1"/>
                </a:solidFill>
              </a:rPr>
              <a:t>E.g. might be tortilla and salt or rice and beans only.</a:t>
            </a:r>
            <a:endParaRPr lang="en-US" sz="1600" b="0" i="1" dirty="0">
              <a:solidFill>
                <a:schemeClr val="tx1"/>
              </a:solidFill>
            </a:endParaRPr>
          </a:p>
          <a:p>
            <a:endParaRPr lang="en-US" sz="1600" b="0" dirty="0">
              <a:solidFill>
                <a:schemeClr val="tx1"/>
              </a:solidFill>
            </a:endParaRPr>
          </a:p>
          <a:p>
            <a:endParaRPr lang="en-US" sz="1600" b="0" dirty="0">
              <a:solidFill>
                <a:schemeClr val="tx1"/>
              </a:solidFill>
            </a:endParaRPr>
          </a:p>
        </p:txBody>
      </p:sp>
    </p:spTree>
    <p:extLst>
      <p:ext uri="{BB962C8B-B14F-4D97-AF65-F5344CB8AC3E}">
        <p14:creationId xmlns:p14="http://schemas.microsoft.com/office/powerpoint/2010/main" val="22181714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1800" dirty="0"/>
              <a:t>Instructions for Individual Questions</a:t>
            </a:r>
            <a:endParaRPr lang="en-US" sz="1800" dirty="0">
              <a:solidFill>
                <a:schemeClr val="bg1"/>
              </a:solidFill>
              <a:effectLst>
                <a:outerShdw blurRad="38100" dist="38100" dir="2700000" algn="tl">
                  <a:srgbClr val="000000">
                    <a:alpha val="43137"/>
                  </a:srgbClr>
                </a:outerShdw>
              </a:effectLst>
            </a:endParaRPr>
          </a:p>
        </p:txBody>
      </p:sp>
      <p:graphicFrame>
        <p:nvGraphicFramePr>
          <p:cNvPr id="2" name="Table 1"/>
          <p:cNvGraphicFramePr>
            <a:graphicFrameLocks noGrp="1"/>
          </p:cNvGraphicFramePr>
          <p:nvPr>
            <p:extLst>
              <p:ext uri="{D42A27DB-BD31-4B8C-83A1-F6EECF244321}">
                <p14:modId xmlns:p14="http://schemas.microsoft.com/office/powerpoint/2010/main" val="2947079858"/>
              </p:ext>
            </p:extLst>
          </p:nvPr>
        </p:nvGraphicFramePr>
        <p:xfrm>
          <a:off x="363869" y="1241028"/>
          <a:ext cx="8395120" cy="1754835"/>
        </p:xfrm>
        <a:graphic>
          <a:graphicData uri="http://schemas.openxmlformats.org/drawingml/2006/table">
            <a:tbl>
              <a:tblPr firstCol="1" bandRow="1">
                <a:tableStyleId>{5C22544A-7EE6-4342-B048-85BDC9FD1C3A}</a:tableStyleId>
              </a:tblPr>
              <a:tblGrid>
                <a:gridCol w="412199">
                  <a:extLst>
                    <a:ext uri="{9D8B030D-6E8A-4147-A177-3AD203B41FA5}">
                      <a16:colId xmlns:a16="http://schemas.microsoft.com/office/drawing/2014/main" val="20000"/>
                    </a:ext>
                  </a:extLst>
                </a:gridCol>
                <a:gridCol w="6938684">
                  <a:extLst>
                    <a:ext uri="{9D8B030D-6E8A-4147-A177-3AD203B41FA5}">
                      <a16:colId xmlns:a16="http://schemas.microsoft.com/office/drawing/2014/main" val="20001"/>
                    </a:ext>
                  </a:extLst>
                </a:gridCol>
                <a:gridCol w="1044237">
                  <a:extLst>
                    <a:ext uri="{9D8B030D-6E8A-4147-A177-3AD203B41FA5}">
                      <a16:colId xmlns:a16="http://schemas.microsoft.com/office/drawing/2014/main" val="20002"/>
                    </a:ext>
                  </a:extLst>
                </a:gridCol>
              </a:tblGrid>
              <a:tr h="1754835">
                <a:tc>
                  <a:txBody>
                    <a:bodyPr/>
                    <a:lstStyle/>
                    <a:p>
                      <a:pPr marL="0" marR="0">
                        <a:lnSpc>
                          <a:spcPct val="150000"/>
                        </a:lnSpc>
                        <a:spcBef>
                          <a:spcPts val="0"/>
                        </a:spcBef>
                        <a:spcAft>
                          <a:spcPts val="0"/>
                        </a:spcAft>
                      </a:pPr>
                      <a:r>
                        <a:rPr lang="en-US" sz="1200" baseline="0" dirty="0">
                          <a:effectLst/>
                          <a:latin typeface="Zawgyi-One" panose="020B0604030504040204" pitchFamily="34" charset="0"/>
                          <a:cs typeface="Zawgyi-One" panose="020B0604030504040204" pitchFamily="34" charset="0"/>
                        </a:rPr>
                        <a:t>4. </a:t>
                      </a:r>
                    </a:p>
                  </a:txBody>
                  <a:tcPr marL="68580" marR="68580" marT="0" marB="0" anchor="ctr"/>
                </a:tc>
                <a:tc>
                  <a:txBody>
                    <a:bodyPr/>
                    <a:lstStyle/>
                    <a:p>
                      <a:r>
                        <a:rPr lang="en-US" sz="1200" kern="1200" dirty="0">
                          <a:solidFill>
                            <a:schemeClr val="dk1"/>
                          </a:solidFill>
                          <a:effectLst/>
                          <a:latin typeface="Zawgyi-One" panose="020B0604030504040204" pitchFamily="34" charset="0"/>
                          <a:ea typeface="+mn-ea"/>
                          <a:cs typeface="Zawgyi-One" panose="020B0604030504040204" pitchFamily="34" charset="0"/>
                        </a:rPr>
                        <a:t>Was there a time when you or others in your household had to skip a meal because there was not enough money or other resources to get food?</a:t>
                      </a:r>
                    </a:p>
                  </a:txBody>
                  <a:tcPr marL="68580" marR="68580" marT="0" marB="0" anchor="ctr"/>
                </a:tc>
                <a:tc>
                  <a:txBody>
                    <a:bodyPr/>
                    <a:lstStyle/>
                    <a:p>
                      <a:pPr marL="0" marR="0" algn="ctr">
                        <a:lnSpc>
                          <a:spcPct val="150000"/>
                        </a:lnSpc>
                        <a:spcBef>
                          <a:spcPts val="0"/>
                        </a:spcBef>
                        <a:spcAft>
                          <a:spcPts val="0"/>
                        </a:spcAft>
                      </a:pPr>
                      <a:r>
                        <a:rPr lang="en-US" sz="900" dirty="0">
                          <a:effectLst/>
                        </a:rPr>
                        <a:t>|___|</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6195" marR="0" marT="0" marB="0" anchor="ctr"/>
                </a:tc>
                <a:extLst>
                  <a:ext uri="{0D108BD9-81ED-4DB2-BD59-A6C34878D82A}">
                    <a16:rowId xmlns:a16="http://schemas.microsoft.com/office/drawing/2014/main" val="10000"/>
                  </a:ext>
                </a:extLst>
              </a:tr>
            </a:tbl>
          </a:graphicData>
        </a:graphic>
      </p:graphicFrame>
      <p:sp>
        <p:nvSpPr>
          <p:cNvPr id="6" name="Text Placeholder 2"/>
          <p:cNvSpPr>
            <a:spLocks noGrp="1"/>
          </p:cNvSpPr>
          <p:nvPr>
            <p:ph type="body" sz="quarter" idx="15"/>
          </p:nvPr>
        </p:nvSpPr>
        <p:spPr>
          <a:xfrm>
            <a:off x="375901" y="3911941"/>
            <a:ext cx="8395120" cy="420573"/>
          </a:xfrm>
        </p:spPr>
        <p:txBody>
          <a:bodyPr/>
          <a:lstStyle/>
          <a:p>
            <a:pPr defTabSz="914400">
              <a:buClr>
                <a:srgbClr val="0F6FC6"/>
              </a:buClr>
              <a:buSzPct val="85000"/>
              <a:defRPr/>
            </a:pPr>
            <a:r>
              <a:rPr lang="en-US" sz="1800" dirty="0">
                <a:solidFill>
                  <a:schemeClr val="tx1"/>
                </a:solidFill>
              </a:rPr>
              <a:t>Q4: </a:t>
            </a:r>
            <a:r>
              <a:rPr lang="en-US" b="0" dirty="0"/>
              <a:t>You had to </a:t>
            </a:r>
            <a:r>
              <a:rPr lang="en-US" u="sng" dirty="0">
                <a:effectLst>
                  <a:outerShdw blurRad="38100" dist="38100" dir="2700000" algn="tl">
                    <a:srgbClr val="000000">
                      <a:alpha val="43137"/>
                    </a:srgbClr>
                  </a:outerShdw>
                </a:effectLst>
              </a:rPr>
              <a:t>skip</a:t>
            </a:r>
            <a:r>
              <a:rPr lang="en-US" b="0" dirty="0"/>
              <a:t> a meal?</a:t>
            </a:r>
            <a:r>
              <a:rPr lang="en-US" sz="1600" b="0" dirty="0">
                <a:solidFill>
                  <a:schemeClr val="tx1"/>
                </a:solidFill>
              </a:rPr>
              <a:t>	</a:t>
            </a:r>
          </a:p>
          <a:p>
            <a:endParaRPr lang="en-US" sz="1600" b="0" dirty="0">
              <a:solidFill>
                <a:schemeClr val="tx1"/>
              </a:solidFill>
            </a:endParaRPr>
          </a:p>
          <a:p>
            <a:endParaRPr lang="en-US" sz="1600" b="0" dirty="0">
              <a:solidFill>
                <a:schemeClr val="tx1"/>
              </a:solidFill>
            </a:endParaRPr>
          </a:p>
        </p:txBody>
      </p:sp>
    </p:spTree>
    <p:extLst>
      <p:ext uri="{BB962C8B-B14F-4D97-AF65-F5344CB8AC3E}">
        <p14:creationId xmlns:p14="http://schemas.microsoft.com/office/powerpoint/2010/main" val="36464574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1800" dirty="0"/>
              <a:t>Instructions for Individual Questions</a:t>
            </a:r>
            <a:endParaRPr lang="en-US" sz="1800" dirty="0">
              <a:solidFill>
                <a:schemeClr val="bg1"/>
              </a:solidFill>
              <a:effectLst>
                <a:outerShdw blurRad="38100" dist="38100" dir="2700000" algn="tl">
                  <a:srgbClr val="000000">
                    <a:alpha val="43137"/>
                  </a:srgbClr>
                </a:outerShdw>
              </a:effectLst>
            </a:endParaRPr>
          </a:p>
        </p:txBody>
      </p:sp>
      <p:graphicFrame>
        <p:nvGraphicFramePr>
          <p:cNvPr id="2" name="Table 1"/>
          <p:cNvGraphicFramePr>
            <a:graphicFrameLocks noGrp="1"/>
          </p:cNvGraphicFramePr>
          <p:nvPr>
            <p:extLst>
              <p:ext uri="{D42A27DB-BD31-4B8C-83A1-F6EECF244321}">
                <p14:modId xmlns:p14="http://schemas.microsoft.com/office/powerpoint/2010/main" val="1338421295"/>
              </p:ext>
            </p:extLst>
          </p:nvPr>
        </p:nvGraphicFramePr>
        <p:xfrm>
          <a:off x="0" y="1105293"/>
          <a:ext cx="9144000" cy="1164715"/>
        </p:xfrm>
        <a:graphic>
          <a:graphicData uri="http://schemas.openxmlformats.org/drawingml/2006/table">
            <a:tbl>
              <a:tblPr firstCol="1" bandRow="1">
                <a:tableStyleId>{5C22544A-7EE6-4342-B048-85BDC9FD1C3A}</a:tableStyleId>
              </a:tblPr>
              <a:tblGrid>
                <a:gridCol w="448969">
                  <a:extLst>
                    <a:ext uri="{9D8B030D-6E8A-4147-A177-3AD203B41FA5}">
                      <a16:colId xmlns:a16="http://schemas.microsoft.com/office/drawing/2014/main" val="20000"/>
                    </a:ext>
                  </a:extLst>
                </a:gridCol>
                <a:gridCol w="7557644">
                  <a:extLst>
                    <a:ext uri="{9D8B030D-6E8A-4147-A177-3AD203B41FA5}">
                      <a16:colId xmlns:a16="http://schemas.microsoft.com/office/drawing/2014/main" val="20001"/>
                    </a:ext>
                  </a:extLst>
                </a:gridCol>
                <a:gridCol w="1137387">
                  <a:extLst>
                    <a:ext uri="{9D8B030D-6E8A-4147-A177-3AD203B41FA5}">
                      <a16:colId xmlns:a16="http://schemas.microsoft.com/office/drawing/2014/main" val="20002"/>
                    </a:ext>
                  </a:extLst>
                </a:gridCol>
              </a:tblGrid>
              <a:tr h="1164715">
                <a:tc>
                  <a:txBody>
                    <a:bodyPr/>
                    <a:lstStyle/>
                    <a:p>
                      <a:pPr marL="0" marR="0">
                        <a:lnSpc>
                          <a:spcPct val="150000"/>
                        </a:lnSpc>
                        <a:spcBef>
                          <a:spcPts val="0"/>
                        </a:spcBef>
                        <a:spcAft>
                          <a:spcPts val="0"/>
                        </a:spcAft>
                      </a:pPr>
                      <a:r>
                        <a:rPr lang="en-US" sz="1200" baseline="0" dirty="0">
                          <a:effectLst/>
                          <a:latin typeface="Zawgyi-One" panose="020B0604030504040204" pitchFamily="34" charset="0"/>
                          <a:cs typeface="Zawgyi-One" panose="020B0604030504040204" pitchFamily="34" charset="0"/>
                        </a:rPr>
                        <a:t>5. </a:t>
                      </a:r>
                    </a:p>
                  </a:txBody>
                  <a:tcPr marL="68580" marR="68580" marT="0" marB="0" anchor="ctr"/>
                </a:tc>
                <a:tc>
                  <a:txBody>
                    <a:bodyPr/>
                    <a:lstStyle/>
                    <a:p>
                      <a:r>
                        <a:rPr lang="en-US" sz="1200" kern="1200" dirty="0">
                          <a:solidFill>
                            <a:schemeClr val="dk1"/>
                          </a:solidFill>
                          <a:effectLst/>
                          <a:latin typeface="Zawgyi-One" panose="020B0604030504040204" pitchFamily="34" charset="0"/>
                          <a:ea typeface="+mn-ea"/>
                          <a:cs typeface="Zawgyi-One" panose="020B0604030504040204" pitchFamily="34" charset="0"/>
                        </a:rPr>
                        <a:t>Still thinking about the last 30 days, was there a time when you or others in your household ate less than you thought you should because of a lack of money or other resources?</a:t>
                      </a:r>
                    </a:p>
                  </a:txBody>
                  <a:tcPr marL="68580" marR="68580" marT="0" marB="0" anchor="ctr"/>
                </a:tc>
                <a:tc>
                  <a:txBody>
                    <a:bodyPr/>
                    <a:lstStyle/>
                    <a:p>
                      <a:pPr marL="0" marR="0" algn="ctr">
                        <a:lnSpc>
                          <a:spcPct val="150000"/>
                        </a:lnSpc>
                        <a:spcBef>
                          <a:spcPts val="0"/>
                        </a:spcBef>
                        <a:spcAft>
                          <a:spcPts val="0"/>
                        </a:spcAft>
                      </a:pPr>
                      <a:r>
                        <a:rPr lang="en-US" sz="900" dirty="0">
                          <a:effectLst/>
                        </a:rPr>
                        <a:t>|___|</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6195" marR="0" marT="0" marB="0" anchor="ctr"/>
                </a:tc>
                <a:extLst>
                  <a:ext uri="{0D108BD9-81ED-4DB2-BD59-A6C34878D82A}">
                    <a16:rowId xmlns:a16="http://schemas.microsoft.com/office/drawing/2014/main" val="10000"/>
                  </a:ext>
                </a:extLst>
              </a:tr>
            </a:tbl>
          </a:graphicData>
        </a:graphic>
      </p:graphicFrame>
      <p:sp>
        <p:nvSpPr>
          <p:cNvPr id="6" name="Text Placeholder 2"/>
          <p:cNvSpPr>
            <a:spLocks noGrp="1"/>
          </p:cNvSpPr>
          <p:nvPr>
            <p:ph type="body" sz="quarter" idx="15"/>
          </p:nvPr>
        </p:nvSpPr>
        <p:spPr>
          <a:xfrm>
            <a:off x="363869" y="3447938"/>
            <a:ext cx="8395120" cy="993433"/>
          </a:xfrm>
        </p:spPr>
        <p:txBody>
          <a:bodyPr/>
          <a:lstStyle/>
          <a:p>
            <a:pPr defTabSz="914400">
              <a:buClr>
                <a:srgbClr val="0F6FC6"/>
              </a:buClr>
              <a:buSzPct val="85000"/>
              <a:defRPr/>
            </a:pPr>
            <a:r>
              <a:rPr lang="en-US" sz="1800" dirty="0">
                <a:solidFill>
                  <a:schemeClr val="tx1"/>
                </a:solidFill>
              </a:rPr>
              <a:t>Q5: </a:t>
            </a:r>
            <a:r>
              <a:rPr lang="en-US" b="0" dirty="0"/>
              <a:t>You ate </a:t>
            </a:r>
            <a:r>
              <a:rPr lang="en-US" u="sng" dirty="0">
                <a:effectLst>
                  <a:outerShdw blurRad="38100" dist="38100" dir="2700000" algn="tl">
                    <a:srgbClr val="000000">
                      <a:alpha val="43137"/>
                    </a:srgbClr>
                  </a:outerShdw>
                </a:effectLst>
              </a:rPr>
              <a:t>less</a:t>
            </a:r>
            <a:r>
              <a:rPr lang="en-US" b="0" dirty="0"/>
              <a:t> than you thought you should?</a:t>
            </a:r>
            <a:r>
              <a:rPr lang="en-US" sz="1600" b="0" dirty="0">
                <a:solidFill>
                  <a:schemeClr val="tx1"/>
                </a:solidFill>
              </a:rPr>
              <a:t>	</a:t>
            </a:r>
          </a:p>
          <a:p>
            <a:r>
              <a:rPr lang="en-US" sz="1600" b="0" dirty="0">
                <a:solidFill>
                  <a:schemeClr val="tx1"/>
                </a:solidFill>
              </a:rPr>
              <a:t>Eat less in either the morning or evening meal than you felt you needed..</a:t>
            </a:r>
          </a:p>
          <a:p>
            <a:r>
              <a:rPr lang="en-US" sz="1600" b="0" dirty="0">
                <a:solidFill>
                  <a:schemeClr val="tx1"/>
                </a:solidFill>
              </a:rPr>
              <a:t>By “meal” we mean the major eating occasions (not including snacks).</a:t>
            </a:r>
            <a:endParaRPr lang="en-US" sz="1400" b="0" i="1" dirty="0"/>
          </a:p>
          <a:p>
            <a:endParaRPr lang="en-US" sz="1600" b="0" i="1" dirty="0">
              <a:solidFill>
                <a:schemeClr val="tx1"/>
              </a:solidFill>
            </a:endParaRPr>
          </a:p>
          <a:p>
            <a:endParaRPr lang="en-US" sz="1600" b="0" dirty="0">
              <a:solidFill>
                <a:schemeClr val="tx1"/>
              </a:solidFill>
            </a:endParaRPr>
          </a:p>
          <a:p>
            <a:endParaRPr lang="en-US" sz="1600" b="0" dirty="0">
              <a:solidFill>
                <a:schemeClr val="tx1"/>
              </a:solidFill>
            </a:endParaRPr>
          </a:p>
        </p:txBody>
      </p:sp>
    </p:spTree>
    <p:extLst>
      <p:ext uri="{BB962C8B-B14F-4D97-AF65-F5344CB8AC3E}">
        <p14:creationId xmlns:p14="http://schemas.microsoft.com/office/powerpoint/2010/main" val="41757822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1800" dirty="0"/>
              <a:t>Instructions for Individual Questions</a:t>
            </a:r>
            <a:endParaRPr lang="en-US" sz="1800" dirty="0">
              <a:solidFill>
                <a:schemeClr val="bg1"/>
              </a:solidFill>
              <a:effectLst>
                <a:outerShdw blurRad="38100" dist="38100" dir="2700000" algn="tl">
                  <a:srgbClr val="000000">
                    <a:alpha val="43137"/>
                  </a:srgbClr>
                </a:outerShdw>
              </a:effectLst>
            </a:endParaRPr>
          </a:p>
        </p:txBody>
      </p:sp>
      <p:graphicFrame>
        <p:nvGraphicFramePr>
          <p:cNvPr id="2" name="Table 1"/>
          <p:cNvGraphicFramePr>
            <a:graphicFrameLocks noGrp="1"/>
          </p:cNvGraphicFramePr>
          <p:nvPr>
            <p:extLst>
              <p:ext uri="{D42A27DB-BD31-4B8C-83A1-F6EECF244321}">
                <p14:modId xmlns:p14="http://schemas.microsoft.com/office/powerpoint/2010/main" val="3639208271"/>
              </p:ext>
            </p:extLst>
          </p:nvPr>
        </p:nvGraphicFramePr>
        <p:xfrm>
          <a:off x="363869" y="1241028"/>
          <a:ext cx="8395120" cy="1240915"/>
        </p:xfrm>
        <a:graphic>
          <a:graphicData uri="http://schemas.openxmlformats.org/drawingml/2006/table">
            <a:tbl>
              <a:tblPr firstCol="1" bandRow="1">
                <a:tableStyleId>{5C22544A-7EE6-4342-B048-85BDC9FD1C3A}</a:tableStyleId>
              </a:tblPr>
              <a:tblGrid>
                <a:gridCol w="412199">
                  <a:extLst>
                    <a:ext uri="{9D8B030D-6E8A-4147-A177-3AD203B41FA5}">
                      <a16:colId xmlns:a16="http://schemas.microsoft.com/office/drawing/2014/main" val="20000"/>
                    </a:ext>
                  </a:extLst>
                </a:gridCol>
                <a:gridCol w="6938684">
                  <a:extLst>
                    <a:ext uri="{9D8B030D-6E8A-4147-A177-3AD203B41FA5}">
                      <a16:colId xmlns:a16="http://schemas.microsoft.com/office/drawing/2014/main" val="20001"/>
                    </a:ext>
                  </a:extLst>
                </a:gridCol>
                <a:gridCol w="1044237">
                  <a:extLst>
                    <a:ext uri="{9D8B030D-6E8A-4147-A177-3AD203B41FA5}">
                      <a16:colId xmlns:a16="http://schemas.microsoft.com/office/drawing/2014/main" val="20002"/>
                    </a:ext>
                  </a:extLst>
                </a:gridCol>
              </a:tblGrid>
              <a:tr h="1240915">
                <a:tc>
                  <a:txBody>
                    <a:bodyPr/>
                    <a:lstStyle/>
                    <a:p>
                      <a:pPr marL="0" marR="0">
                        <a:lnSpc>
                          <a:spcPct val="150000"/>
                        </a:lnSpc>
                        <a:spcBef>
                          <a:spcPts val="0"/>
                        </a:spcBef>
                        <a:spcAft>
                          <a:spcPts val="0"/>
                        </a:spcAft>
                      </a:pPr>
                      <a:r>
                        <a:rPr lang="en-US" sz="1200" baseline="0" dirty="0">
                          <a:effectLst/>
                          <a:latin typeface="Zawgyi-One" panose="020B0604030504040204" pitchFamily="34" charset="0"/>
                          <a:cs typeface="Zawgyi-One" panose="020B0604030504040204" pitchFamily="34" charset="0"/>
                        </a:rPr>
                        <a:t>6. </a:t>
                      </a:r>
                    </a:p>
                  </a:txBody>
                  <a:tcPr marL="68580" marR="68580" marT="0" marB="0" anchor="ctr"/>
                </a:tc>
                <a:tc>
                  <a:txBody>
                    <a:bodyPr/>
                    <a:lstStyle/>
                    <a:p>
                      <a:r>
                        <a:rPr lang="en-US" sz="1200" kern="1200" dirty="0">
                          <a:solidFill>
                            <a:schemeClr val="dk1"/>
                          </a:solidFill>
                          <a:effectLst/>
                          <a:latin typeface="Zawgyi-One" panose="020B0604030504040204" pitchFamily="34" charset="0"/>
                          <a:ea typeface="+mn-ea"/>
                          <a:cs typeface="Zawgyi-One" panose="020B0604030504040204" pitchFamily="34" charset="0"/>
                        </a:rPr>
                        <a:t>Was there a time when your household ran out of food because of a lack of money or other resources?</a:t>
                      </a:r>
                    </a:p>
                  </a:txBody>
                  <a:tcPr marL="68580" marR="68580" marT="0" marB="0" anchor="ctr"/>
                </a:tc>
                <a:tc>
                  <a:txBody>
                    <a:bodyPr/>
                    <a:lstStyle/>
                    <a:p>
                      <a:pPr marL="0" marR="0" algn="ctr">
                        <a:lnSpc>
                          <a:spcPct val="150000"/>
                        </a:lnSpc>
                        <a:spcBef>
                          <a:spcPts val="0"/>
                        </a:spcBef>
                        <a:spcAft>
                          <a:spcPts val="0"/>
                        </a:spcAft>
                      </a:pPr>
                      <a:r>
                        <a:rPr lang="en-US" sz="900" dirty="0">
                          <a:effectLst/>
                        </a:rPr>
                        <a:t>|___|</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6195" marR="0" marT="0" marB="0" anchor="ctr"/>
                </a:tc>
                <a:extLst>
                  <a:ext uri="{0D108BD9-81ED-4DB2-BD59-A6C34878D82A}">
                    <a16:rowId xmlns:a16="http://schemas.microsoft.com/office/drawing/2014/main" val="10000"/>
                  </a:ext>
                </a:extLst>
              </a:tr>
            </a:tbl>
          </a:graphicData>
        </a:graphic>
      </p:graphicFrame>
      <p:sp>
        <p:nvSpPr>
          <p:cNvPr id="6" name="Text Placeholder 2"/>
          <p:cNvSpPr>
            <a:spLocks noGrp="1"/>
          </p:cNvSpPr>
          <p:nvPr>
            <p:ph type="body" sz="quarter" idx="15"/>
          </p:nvPr>
        </p:nvSpPr>
        <p:spPr>
          <a:xfrm>
            <a:off x="375901" y="3062923"/>
            <a:ext cx="8395120" cy="3410062"/>
          </a:xfrm>
        </p:spPr>
        <p:txBody>
          <a:bodyPr/>
          <a:lstStyle/>
          <a:p>
            <a:pPr defTabSz="914400">
              <a:buClr>
                <a:srgbClr val="0F6FC6"/>
              </a:buClr>
              <a:buSzPct val="85000"/>
              <a:defRPr/>
            </a:pPr>
            <a:r>
              <a:rPr lang="en-US" sz="1800" dirty="0">
                <a:solidFill>
                  <a:schemeClr val="tx1"/>
                </a:solidFill>
              </a:rPr>
              <a:t>Q6: </a:t>
            </a:r>
            <a:r>
              <a:rPr lang="en-US" b="0" dirty="0"/>
              <a:t>Your household </a:t>
            </a:r>
            <a:r>
              <a:rPr lang="en-US" u="sng" dirty="0">
                <a:effectLst>
                  <a:outerShdw blurRad="38100" dist="38100" dir="2700000" algn="tl">
                    <a:srgbClr val="000000">
                      <a:alpha val="43137"/>
                    </a:srgbClr>
                  </a:outerShdw>
                </a:effectLst>
              </a:rPr>
              <a:t>ran out </a:t>
            </a:r>
            <a:r>
              <a:rPr lang="en-US" b="0" dirty="0"/>
              <a:t>of food?</a:t>
            </a:r>
            <a:r>
              <a:rPr lang="en-US" sz="1600" b="0" dirty="0">
                <a:solidFill>
                  <a:schemeClr val="tx1"/>
                </a:solidFill>
              </a:rPr>
              <a:t>	</a:t>
            </a:r>
          </a:p>
          <a:p>
            <a:endParaRPr lang="en-US" sz="1600" b="0" i="1" dirty="0">
              <a:solidFill>
                <a:schemeClr val="tx1"/>
              </a:solidFill>
            </a:endParaRPr>
          </a:p>
          <a:p>
            <a:endParaRPr lang="en-US" sz="1600" b="0" dirty="0">
              <a:solidFill>
                <a:schemeClr val="tx1"/>
              </a:solidFill>
            </a:endParaRPr>
          </a:p>
          <a:p>
            <a:endParaRPr lang="en-US" sz="1600" b="0" dirty="0">
              <a:solidFill>
                <a:schemeClr val="tx1"/>
              </a:solidFill>
            </a:endParaRPr>
          </a:p>
        </p:txBody>
      </p:sp>
    </p:spTree>
    <p:extLst>
      <p:ext uri="{BB962C8B-B14F-4D97-AF65-F5344CB8AC3E}">
        <p14:creationId xmlns:p14="http://schemas.microsoft.com/office/powerpoint/2010/main" val="3301719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1800" dirty="0"/>
              <a:t>Instructions for Individual Questions</a:t>
            </a:r>
            <a:endParaRPr lang="en-US" sz="1800" dirty="0">
              <a:solidFill>
                <a:schemeClr val="bg1"/>
              </a:solidFill>
              <a:effectLst>
                <a:outerShdw blurRad="38100" dist="38100" dir="2700000" algn="tl">
                  <a:srgbClr val="000000">
                    <a:alpha val="43137"/>
                  </a:srgbClr>
                </a:outerShdw>
              </a:effectLst>
            </a:endParaRPr>
          </a:p>
        </p:txBody>
      </p:sp>
      <p:graphicFrame>
        <p:nvGraphicFramePr>
          <p:cNvPr id="2" name="Table 1"/>
          <p:cNvGraphicFramePr>
            <a:graphicFrameLocks noGrp="1"/>
          </p:cNvGraphicFramePr>
          <p:nvPr>
            <p:extLst>
              <p:ext uri="{D42A27DB-BD31-4B8C-83A1-F6EECF244321}">
                <p14:modId xmlns:p14="http://schemas.microsoft.com/office/powerpoint/2010/main" val="937580397"/>
              </p:ext>
            </p:extLst>
          </p:nvPr>
        </p:nvGraphicFramePr>
        <p:xfrm>
          <a:off x="363869" y="1241028"/>
          <a:ext cx="8395120" cy="1754835"/>
        </p:xfrm>
        <a:graphic>
          <a:graphicData uri="http://schemas.openxmlformats.org/drawingml/2006/table">
            <a:tbl>
              <a:tblPr firstCol="1" bandRow="1">
                <a:tableStyleId>{5C22544A-7EE6-4342-B048-85BDC9FD1C3A}</a:tableStyleId>
              </a:tblPr>
              <a:tblGrid>
                <a:gridCol w="412199">
                  <a:extLst>
                    <a:ext uri="{9D8B030D-6E8A-4147-A177-3AD203B41FA5}">
                      <a16:colId xmlns:a16="http://schemas.microsoft.com/office/drawing/2014/main" val="20000"/>
                    </a:ext>
                  </a:extLst>
                </a:gridCol>
                <a:gridCol w="6938684">
                  <a:extLst>
                    <a:ext uri="{9D8B030D-6E8A-4147-A177-3AD203B41FA5}">
                      <a16:colId xmlns:a16="http://schemas.microsoft.com/office/drawing/2014/main" val="20001"/>
                    </a:ext>
                  </a:extLst>
                </a:gridCol>
                <a:gridCol w="1044237">
                  <a:extLst>
                    <a:ext uri="{9D8B030D-6E8A-4147-A177-3AD203B41FA5}">
                      <a16:colId xmlns:a16="http://schemas.microsoft.com/office/drawing/2014/main" val="20002"/>
                    </a:ext>
                  </a:extLst>
                </a:gridCol>
              </a:tblGrid>
              <a:tr h="1754835">
                <a:tc>
                  <a:txBody>
                    <a:bodyPr/>
                    <a:lstStyle/>
                    <a:p>
                      <a:pPr marL="0" marR="0">
                        <a:lnSpc>
                          <a:spcPct val="150000"/>
                        </a:lnSpc>
                        <a:spcBef>
                          <a:spcPts val="0"/>
                        </a:spcBef>
                        <a:spcAft>
                          <a:spcPts val="0"/>
                        </a:spcAft>
                      </a:pPr>
                      <a:r>
                        <a:rPr lang="en-US" sz="1200" baseline="0" dirty="0">
                          <a:effectLst/>
                          <a:latin typeface="Zawgyi-One" panose="020B0604030504040204" pitchFamily="34" charset="0"/>
                          <a:cs typeface="Zawgyi-One" panose="020B0604030504040204" pitchFamily="34" charset="0"/>
                        </a:rPr>
                        <a:t>7. </a:t>
                      </a:r>
                    </a:p>
                  </a:txBody>
                  <a:tcPr marL="68580" marR="68580" marT="0" marB="0" anchor="ctr"/>
                </a:tc>
                <a:tc>
                  <a:txBody>
                    <a:bodyPr/>
                    <a:lstStyle/>
                    <a:p>
                      <a:r>
                        <a:rPr lang="en-US" sz="1200" kern="1200" dirty="0">
                          <a:solidFill>
                            <a:schemeClr val="dk1"/>
                          </a:solidFill>
                          <a:effectLst/>
                          <a:latin typeface="Zawgyi-One" panose="020B0604030504040204" pitchFamily="34" charset="0"/>
                          <a:ea typeface="+mn-ea"/>
                          <a:cs typeface="Zawgyi-One" panose="020B0604030504040204" pitchFamily="34" charset="0"/>
                        </a:rPr>
                        <a:t>Was there a time when you or others in your household were hungry but did not eat because there was not enough money or other resources for food?</a:t>
                      </a:r>
                    </a:p>
                  </a:txBody>
                  <a:tcPr marL="68580" marR="68580" marT="0" marB="0" anchor="ctr"/>
                </a:tc>
                <a:tc>
                  <a:txBody>
                    <a:bodyPr/>
                    <a:lstStyle/>
                    <a:p>
                      <a:pPr marL="0" marR="0" algn="ctr">
                        <a:lnSpc>
                          <a:spcPct val="150000"/>
                        </a:lnSpc>
                        <a:spcBef>
                          <a:spcPts val="0"/>
                        </a:spcBef>
                        <a:spcAft>
                          <a:spcPts val="0"/>
                        </a:spcAft>
                      </a:pPr>
                      <a:r>
                        <a:rPr lang="en-US" sz="900" dirty="0">
                          <a:effectLst/>
                        </a:rPr>
                        <a:t>|___|</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6195" marR="0" marT="0" marB="0" anchor="ctr"/>
                </a:tc>
                <a:extLst>
                  <a:ext uri="{0D108BD9-81ED-4DB2-BD59-A6C34878D82A}">
                    <a16:rowId xmlns:a16="http://schemas.microsoft.com/office/drawing/2014/main" val="10000"/>
                  </a:ext>
                </a:extLst>
              </a:tr>
            </a:tbl>
          </a:graphicData>
        </a:graphic>
      </p:graphicFrame>
      <p:sp>
        <p:nvSpPr>
          <p:cNvPr id="6" name="Text Placeholder 2"/>
          <p:cNvSpPr>
            <a:spLocks noGrp="1"/>
          </p:cNvSpPr>
          <p:nvPr>
            <p:ph type="body" sz="quarter" idx="15"/>
          </p:nvPr>
        </p:nvSpPr>
        <p:spPr>
          <a:xfrm>
            <a:off x="375901" y="3062923"/>
            <a:ext cx="8395120" cy="659991"/>
          </a:xfrm>
        </p:spPr>
        <p:txBody>
          <a:bodyPr/>
          <a:lstStyle/>
          <a:p>
            <a:pPr defTabSz="914400">
              <a:buClr>
                <a:srgbClr val="0F6FC6"/>
              </a:buClr>
              <a:buSzPct val="85000"/>
              <a:defRPr/>
            </a:pPr>
            <a:r>
              <a:rPr lang="en-US" sz="1800" dirty="0">
                <a:solidFill>
                  <a:schemeClr val="tx1"/>
                </a:solidFill>
              </a:rPr>
              <a:t>Q7: </a:t>
            </a:r>
            <a:r>
              <a:rPr lang="en-US" b="0" dirty="0"/>
              <a:t>You were </a:t>
            </a:r>
            <a:r>
              <a:rPr lang="en-US" u="sng" dirty="0">
                <a:effectLst>
                  <a:outerShdw blurRad="38100" dist="38100" dir="2700000" algn="tl">
                    <a:srgbClr val="000000">
                      <a:alpha val="43137"/>
                    </a:srgbClr>
                  </a:outerShdw>
                </a:effectLst>
              </a:rPr>
              <a:t>hungry</a:t>
            </a:r>
            <a:r>
              <a:rPr lang="en-US" b="0" dirty="0"/>
              <a:t> but did not eat?</a:t>
            </a:r>
            <a:r>
              <a:rPr lang="en-US" sz="1600" b="0" dirty="0">
                <a:solidFill>
                  <a:schemeClr val="tx1"/>
                </a:solidFill>
              </a:rPr>
              <a:t>	</a:t>
            </a:r>
          </a:p>
          <a:p>
            <a:endParaRPr lang="en-US" sz="1600" b="0" dirty="0">
              <a:solidFill>
                <a:schemeClr val="tx1"/>
              </a:solidFill>
            </a:endParaRPr>
          </a:p>
          <a:p>
            <a:endParaRPr lang="en-US" sz="1600" b="0" dirty="0">
              <a:solidFill>
                <a:schemeClr val="tx1"/>
              </a:solidFill>
            </a:endParaRPr>
          </a:p>
        </p:txBody>
      </p:sp>
    </p:spTree>
    <p:extLst>
      <p:ext uri="{BB962C8B-B14F-4D97-AF65-F5344CB8AC3E}">
        <p14:creationId xmlns:p14="http://schemas.microsoft.com/office/powerpoint/2010/main" val="35822751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1800" dirty="0"/>
              <a:t>Instructions for Individual Questions</a:t>
            </a:r>
            <a:endParaRPr lang="en-US" sz="1800" dirty="0">
              <a:solidFill>
                <a:schemeClr val="bg1"/>
              </a:solidFill>
              <a:effectLst>
                <a:outerShdw blurRad="38100" dist="38100" dir="2700000" algn="tl">
                  <a:srgbClr val="000000">
                    <a:alpha val="43137"/>
                  </a:srgbClr>
                </a:outerShdw>
              </a:effectLst>
            </a:endParaRPr>
          </a:p>
        </p:txBody>
      </p:sp>
      <p:graphicFrame>
        <p:nvGraphicFramePr>
          <p:cNvPr id="2" name="Table 1"/>
          <p:cNvGraphicFramePr>
            <a:graphicFrameLocks noGrp="1"/>
          </p:cNvGraphicFramePr>
          <p:nvPr>
            <p:extLst>
              <p:ext uri="{D42A27DB-BD31-4B8C-83A1-F6EECF244321}">
                <p14:modId xmlns:p14="http://schemas.microsoft.com/office/powerpoint/2010/main" val="367102438"/>
              </p:ext>
            </p:extLst>
          </p:nvPr>
        </p:nvGraphicFramePr>
        <p:xfrm>
          <a:off x="363869" y="1241028"/>
          <a:ext cx="8395120" cy="1175601"/>
        </p:xfrm>
        <a:graphic>
          <a:graphicData uri="http://schemas.openxmlformats.org/drawingml/2006/table">
            <a:tbl>
              <a:tblPr firstCol="1" bandRow="1">
                <a:tableStyleId>{5C22544A-7EE6-4342-B048-85BDC9FD1C3A}</a:tableStyleId>
              </a:tblPr>
              <a:tblGrid>
                <a:gridCol w="412199">
                  <a:extLst>
                    <a:ext uri="{9D8B030D-6E8A-4147-A177-3AD203B41FA5}">
                      <a16:colId xmlns:a16="http://schemas.microsoft.com/office/drawing/2014/main" val="20000"/>
                    </a:ext>
                  </a:extLst>
                </a:gridCol>
                <a:gridCol w="6938684">
                  <a:extLst>
                    <a:ext uri="{9D8B030D-6E8A-4147-A177-3AD203B41FA5}">
                      <a16:colId xmlns:a16="http://schemas.microsoft.com/office/drawing/2014/main" val="20001"/>
                    </a:ext>
                  </a:extLst>
                </a:gridCol>
                <a:gridCol w="1044237">
                  <a:extLst>
                    <a:ext uri="{9D8B030D-6E8A-4147-A177-3AD203B41FA5}">
                      <a16:colId xmlns:a16="http://schemas.microsoft.com/office/drawing/2014/main" val="20002"/>
                    </a:ext>
                  </a:extLst>
                </a:gridCol>
              </a:tblGrid>
              <a:tr h="1175601">
                <a:tc>
                  <a:txBody>
                    <a:bodyPr/>
                    <a:lstStyle/>
                    <a:p>
                      <a:pPr marL="0" marR="0">
                        <a:lnSpc>
                          <a:spcPct val="150000"/>
                        </a:lnSpc>
                        <a:spcBef>
                          <a:spcPts val="0"/>
                        </a:spcBef>
                        <a:spcAft>
                          <a:spcPts val="0"/>
                        </a:spcAft>
                      </a:pPr>
                      <a:r>
                        <a:rPr lang="en-US" sz="1200" baseline="0" dirty="0">
                          <a:effectLst/>
                          <a:latin typeface="Zawgyi-One" panose="020B0604030504040204" pitchFamily="34" charset="0"/>
                          <a:cs typeface="Zawgyi-One" panose="020B0604030504040204" pitchFamily="34" charset="0"/>
                        </a:rPr>
                        <a:t>8. </a:t>
                      </a:r>
                      <a:endParaRPr lang="en-US" sz="1200" dirty="0">
                        <a:effectLst/>
                        <a:latin typeface="Zawgyi-One" panose="020B0604030504040204" pitchFamily="34" charset="0"/>
                        <a:cs typeface="Zawgyi-One" panose="020B0604030504040204" pitchFamily="34" charset="0"/>
                      </a:endParaRPr>
                    </a:p>
                  </a:txBody>
                  <a:tcPr marL="68580" marR="68580" marT="0" marB="0" anchor="ctr"/>
                </a:tc>
                <a:tc>
                  <a:txBody>
                    <a:bodyPr/>
                    <a:lstStyle/>
                    <a:p>
                      <a:r>
                        <a:rPr lang="en-US" sz="1200" kern="1200" dirty="0">
                          <a:solidFill>
                            <a:schemeClr val="dk1"/>
                          </a:solidFill>
                          <a:effectLst/>
                          <a:latin typeface="Zawgyi-One" panose="020B0604030504040204" pitchFamily="34" charset="0"/>
                          <a:ea typeface="+mn-ea"/>
                          <a:cs typeface="Zawgyi-One" panose="020B0604030504040204" pitchFamily="34" charset="0"/>
                        </a:rPr>
                        <a:t>Was there a time when you or others in your household went without eating for a whole day because of a lack of money or other resources?</a:t>
                      </a:r>
                    </a:p>
                  </a:txBody>
                  <a:tcPr marL="68580" marR="68580" marT="0" marB="0" anchor="ctr"/>
                </a:tc>
                <a:tc>
                  <a:txBody>
                    <a:bodyPr/>
                    <a:lstStyle/>
                    <a:p>
                      <a:pPr marL="0" marR="0" algn="ctr">
                        <a:lnSpc>
                          <a:spcPct val="150000"/>
                        </a:lnSpc>
                        <a:spcBef>
                          <a:spcPts val="0"/>
                        </a:spcBef>
                        <a:spcAft>
                          <a:spcPts val="0"/>
                        </a:spcAft>
                      </a:pPr>
                      <a:r>
                        <a:rPr lang="en-US" sz="900" dirty="0">
                          <a:effectLst/>
                        </a:rPr>
                        <a:t>|___|</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6195" marR="0" marT="0" marB="0" anchor="ctr"/>
                </a:tc>
                <a:extLst>
                  <a:ext uri="{0D108BD9-81ED-4DB2-BD59-A6C34878D82A}">
                    <a16:rowId xmlns:a16="http://schemas.microsoft.com/office/drawing/2014/main" val="10000"/>
                  </a:ext>
                </a:extLst>
              </a:tr>
            </a:tbl>
          </a:graphicData>
        </a:graphic>
      </p:graphicFrame>
      <p:sp>
        <p:nvSpPr>
          <p:cNvPr id="6" name="Text Placeholder 2"/>
          <p:cNvSpPr>
            <a:spLocks noGrp="1"/>
          </p:cNvSpPr>
          <p:nvPr>
            <p:ph type="body" sz="quarter" idx="15"/>
          </p:nvPr>
        </p:nvSpPr>
        <p:spPr>
          <a:xfrm>
            <a:off x="375901" y="3062923"/>
            <a:ext cx="8395120" cy="703534"/>
          </a:xfrm>
        </p:spPr>
        <p:txBody>
          <a:bodyPr/>
          <a:lstStyle/>
          <a:p>
            <a:pPr defTabSz="914400">
              <a:buClr>
                <a:srgbClr val="0F6FC6"/>
              </a:buClr>
              <a:buSzPct val="85000"/>
              <a:defRPr/>
            </a:pPr>
            <a:r>
              <a:rPr lang="en-US" sz="1800" dirty="0">
                <a:solidFill>
                  <a:schemeClr val="tx1"/>
                </a:solidFill>
              </a:rPr>
              <a:t>Q8: </a:t>
            </a:r>
            <a:r>
              <a:rPr lang="en-US" b="0" dirty="0"/>
              <a:t>You went without eating for a </a:t>
            </a:r>
            <a:r>
              <a:rPr lang="en-US" u="sng" dirty="0">
                <a:effectLst>
                  <a:outerShdw blurRad="38100" dist="38100" dir="2700000" algn="tl">
                    <a:srgbClr val="000000">
                      <a:alpha val="43137"/>
                    </a:srgbClr>
                  </a:outerShdw>
                </a:effectLst>
              </a:rPr>
              <a:t>whole day</a:t>
            </a:r>
            <a:r>
              <a:rPr lang="en-US" b="0" dirty="0"/>
              <a:t>?</a:t>
            </a:r>
            <a:r>
              <a:rPr lang="en-US" sz="1600" b="0" dirty="0">
                <a:solidFill>
                  <a:schemeClr val="tx1"/>
                </a:solidFill>
              </a:rPr>
              <a:t>	</a:t>
            </a:r>
          </a:p>
          <a:p>
            <a:pPr>
              <a:lnSpc>
                <a:spcPct val="150000"/>
              </a:lnSpc>
            </a:pPr>
            <a:endParaRPr lang="en-US" sz="1400" b="0" i="1" dirty="0"/>
          </a:p>
          <a:p>
            <a:endParaRPr lang="en-US" sz="1400" b="0" i="1" dirty="0">
              <a:solidFill>
                <a:schemeClr val="tx1"/>
              </a:solidFill>
            </a:endParaRPr>
          </a:p>
          <a:p>
            <a:endParaRPr lang="en-US" sz="1600" b="0" dirty="0">
              <a:solidFill>
                <a:schemeClr val="tx1"/>
              </a:solidFill>
            </a:endParaRPr>
          </a:p>
          <a:p>
            <a:endParaRPr lang="en-US" sz="1600" b="0" dirty="0">
              <a:solidFill>
                <a:schemeClr val="tx1"/>
              </a:solidFill>
            </a:endParaRPr>
          </a:p>
        </p:txBody>
      </p:sp>
    </p:spTree>
    <p:extLst>
      <p:ext uri="{BB962C8B-B14F-4D97-AF65-F5344CB8AC3E}">
        <p14:creationId xmlns:p14="http://schemas.microsoft.com/office/powerpoint/2010/main" val="19180701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ood Insecurity Experience Scale | Voices of the Hungry | Food and ...">
            <a:extLst>
              <a:ext uri="{FF2B5EF4-FFF2-40B4-BE49-F238E27FC236}">
                <a16:creationId xmlns:a16="http://schemas.microsoft.com/office/drawing/2014/main" id="{CDF2BF68-829F-4C66-992F-67CE7D95FE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453" y="1677880"/>
            <a:ext cx="8637972" cy="3551068"/>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a:extLst>
              <a:ext uri="{FF2B5EF4-FFF2-40B4-BE49-F238E27FC236}">
                <a16:creationId xmlns:a16="http://schemas.microsoft.com/office/drawing/2014/main" id="{2B7DA09D-C9AC-437F-A296-D0CEC7CECDFF}"/>
              </a:ext>
            </a:extLst>
          </p:cNvPr>
          <p:cNvSpPr>
            <a:spLocks noGrp="1"/>
          </p:cNvSpPr>
          <p:nvPr>
            <p:ph type="title"/>
          </p:nvPr>
        </p:nvSpPr>
        <p:spPr/>
        <p:txBody>
          <a:bodyPr/>
          <a:lstStyle/>
          <a:p>
            <a:r>
              <a:rPr lang="en-US" sz="1800" dirty="0"/>
              <a:t>The Scale</a:t>
            </a:r>
            <a:br>
              <a:rPr lang="en-US" b="0" dirty="0"/>
            </a:br>
            <a:endParaRPr lang="en-US" dirty="0"/>
          </a:p>
        </p:txBody>
      </p:sp>
    </p:spTree>
    <p:extLst>
      <p:ext uri="{BB962C8B-B14F-4D97-AF65-F5344CB8AC3E}">
        <p14:creationId xmlns:p14="http://schemas.microsoft.com/office/powerpoint/2010/main" val="40487588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B7DA09D-C9AC-437F-A296-D0CEC7CECDFF}"/>
              </a:ext>
            </a:extLst>
          </p:cNvPr>
          <p:cNvSpPr>
            <a:spLocks noGrp="1"/>
          </p:cNvSpPr>
          <p:nvPr>
            <p:ph type="title"/>
          </p:nvPr>
        </p:nvSpPr>
        <p:spPr>
          <a:xfrm>
            <a:off x="484186" y="258016"/>
            <a:ext cx="7110414" cy="645498"/>
          </a:xfrm>
        </p:spPr>
        <p:txBody>
          <a:bodyPr/>
          <a:lstStyle/>
          <a:p>
            <a:r>
              <a:rPr lang="en-US" sz="1800" dirty="0"/>
              <a:t>Gender Empowerment-Questions</a:t>
            </a:r>
            <a:endParaRPr lang="en-US" dirty="0"/>
          </a:p>
        </p:txBody>
      </p:sp>
    </p:spTree>
    <p:extLst>
      <p:ext uri="{BB962C8B-B14F-4D97-AF65-F5344CB8AC3E}">
        <p14:creationId xmlns:p14="http://schemas.microsoft.com/office/powerpoint/2010/main" val="34494479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19200" y="1034700"/>
            <a:ext cx="6440661" cy="784830"/>
          </a:xfrm>
          <a:prstGeom prst="rect">
            <a:avLst/>
          </a:prstGeom>
          <a:noFill/>
        </p:spPr>
        <p:txBody>
          <a:bodyPr wrap="square" lIns="91440" tIns="45720" rIns="91440" bIns="45720">
            <a:spAutoFit/>
          </a:bodyPr>
          <a:lstStyle/>
          <a:p>
            <a:pPr algn="ctr"/>
            <a:r>
              <a:rPr lang="en-US" sz="4500" b="1" dirty="0">
                <a:solidFill>
                  <a:schemeClr val="bg1"/>
                </a:solidFill>
                <a:effectLst>
                  <a:outerShdw blurRad="38100" dist="38100" dir="2700000" algn="tl">
                    <a:srgbClr val="000000">
                      <a:alpha val="43137"/>
                    </a:srgbClr>
                  </a:outerShdw>
                </a:effectLst>
                <a:latin typeface="Verdana"/>
                <a:cs typeface="Verdana"/>
              </a:rPr>
              <a:t>Discussion</a:t>
            </a:r>
          </a:p>
        </p:txBody>
      </p:sp>
      <p:sp>
        <p:nvSpPr>
          <p:cNvPr id="6" name="Rectangle 5"/>
          <p:cNvSpPr/>
          <p:nvPr/>
        </p:nvSpPr>
        <p:spPr>
          <a:xfrm>
            <a:off x="3063944" y="3920019"/>
            <a:ext cx="3062057" cy="646331"/>
          </a:xfrm>
          <a:prstGeom prst="rect">
            <a:avLst/>
          </a:prstGeom>
          <a:noFill/>
        </p:spPr>
        <p:txBody>
          <a:bodyPr wrap="none" lIns="91440" tIns="45720" rIns="91440" bIns="45720">
            <a:spAutoFit/>
          </a:bodyPr>
          <a:lstStyle/>
          <a:p>
            <a:pPr algn="ctr"/>
            <a:r>
              <a:rPr lang="en-US" sz="3600" b="1" dirty="0">
                <a:solidFill>
                  <a:schemeClr val="bg1"/>
                </a:solidFill>
                <a:effectLst>
                  <a:outerShdw blurRad="38100" dist="38100" dir="2700000" algn="tl">
                    <a:srgbClr val="000000">
                      <a:alpha val="43137"/>
                    </a:srgbClr>
                  </a:outerShdw>
                </a:effectLst>
                <a:latin typeface="Verdana"/>
                <a:cs typeface="Verdana"/>
              </a:rPr>
              <a:t>Thank you!</a:t>
            </a:r>
          </a:p>
        </p:txBody>
      </p:sp>
    </p:spTree>
    <p:extLst>
      <p:ext uri="{BB962C8B-B14F-4D97-AF65-F5344CB8AC3E}">
        <p14:creationId xmlns:p14="http://schemas.microsoft.com/office/powerpoint/2010/main" val="4043687554"/>
      </p:ext>
    </p:extLst>
  </p:cSld>
  <p:clrMapOvr>
    <a:masterClrMapping/>
  </p:clrMapOvr>
</p:sld>
</file>

<file path=ppt/theme/theme1.xml><?xml version="1.0" encoding="utf-8"?>
<a:theme xmlns:a="http://schemas.openxmlformats.org/drawingml/2006/main" name="Default Theme">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140915 BAY Presentation to DRD Naypyitaw" id="{09A71081-47E2-42D6-A494-0ED83525042F}" vid="{F5E974E7-7CDC-489E-B0E9-34204479FABE}"/>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p1 Top banner layou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MPACT_Powerpoint_Template_MasterSlides.pptx" id="{3F85F11B-56BD-49F4-AF5F-93E7565E95DE}" vid="{C730AC34-B05E-408E-9FF6-BAB647C6509F}"/>
    </a:ext>
  </a:extLst>
</a:theme>
</file>

<file path=ppt/theme/theme5.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9AA123B5-735F-4261-B5BB-2D247638984D}" vid="{EDE4BBAC-86B0-44D2-AEA0-48A3B2E6D834}"/>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9256dcf-74b5-4e0f-b2ab-e17546be8a80">
      <Terms xmlns="http://schemas.microsoft.com/office/infopath/2007/PartnerControls"/>
    </lcf76f155ced4ddcb4097134ff3c332f>
    <TaxCatchAll xmlns="3940b711-dc1d-4235-b0a5-48d487f0d3b9" xsi:nil="true"/>
    <Notes xmlns="49256dcf-74b5-4e0f-b2ab-e17546be8a8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7EC5AEA005F3944B5281CE0F7F3B6DF" ma:contentTypeVersion="19" ma:contentTypeDescription="Create a new document." ma:contentTypeScope="" ma:versionID="43cac7850c215b99b189dd42ff5381b4">
  <xsd:schema xmlns:xsd="http://www.w3.org/2001/XMLSchema" xmlns:xs="http://www.w3.org/2001/XMLSchema" xmlns:p="http://schemas.microsoft.com/office/2006/metadata/properties" xmlns:ns2="49256dcf-74b5-4e0f-b2ab-e17546be8a80" xmlns:ns3="3940b711-dc1d-4235-b0a5-48d487f0d3b9" targetNamespace="http://schemas.microsoft.com/office/2006/metadata/properties" ma:root="true" ma:fieldsID="7f3b09dd81f609e653ddad0159f4af65" ns2:_="" ns3:_="">
    <xsd:import namespace="49256dcf-74b5-4e0f-b2ab-e17546be8a80"/>
    <xsd:import namespace="3940b711-dc1d-4235-b0a5-48d487f0d3b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256dcf-74b5-4e0f-b2ab-e17546be8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cc4dc2-1d7d-4ba2-9bc5-748c4ad50a6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Notes" ma:index="26" nillable="true" ma:displayName="Notes" ma:description="Describe what this folder should contain"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940b711-dc1d-4235-b0a5-48d487f0d3b9"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17c2faf-511a-483c-a677-1ab92e51de83}" ma:internalName="TaxCatchAll" ma:showField="CatchAllData" ma:web="3940b711-dc1d-4235-b0a5-48d487f0d3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387465-40CE-4363-821A-C617196950B6}">
  <ds:schemaRefs>
    <ds:schemaRef ds:uri="cd2212cf-a364-4593-be26-4585a509c77a"/>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e8c5bec8-72e4-46da-9ff7-8b5d4cc80259"/>
    <ds:schemaRef ds:uri="http://www.w3.org/XML/1998/namespace"/>
    <ds:schemaRef ds:uri="http://purl.org/dc/dcmitype/"/>
  </ds:schemaRefs>
</ds:datastoreItem>
</file>

<file path=customXml/itemProps2.xml><?xml version="1.0" encoding="utf-8"?>
<ds:datastoreItem xmlns:ds="http://schemas.openxmlformats.org/officeDocument/2006/customXml" ds:itemID="{0FC47CD6-9531-47B7-9533-574CB1D19913}">
  <ds:schemaRefs>
    <ds:schemaRef ds:uri="http://schemas.microsoft.com/sharepoint/v3/contenttype/forms"/>
  </ds:schemaRefs>
</ds:datastoreItem>
</file>

<file path=customXml/itemProps3.xml><?xml version="1.0" encoding="utf-8"?>
<ds:datastoreItem xmlns:ds="http://schemas.openxmlformats.org/officeDocument/2006/customXml" ds:itemID="{B5A64321-FA14-4206-8766-B7B582E32556}"/>
</file>

<file path=docProps/app.xml><?xml version="1.0" encoding="utf-8"?>
<Properties xmlns="http://schemas.openxmlformats.org/officeDocument/2006/extended-properties" xmlns:vt="http://schemas.openxmlformats.org/officeDocument/2006/docPropsVTypes">
  <Template>140915 BAY Presentation to DRD Naypyitaw</Template>
  <TotalTime>8125</TotalTime>
  <Words>4051</Words>
  <Application>Microsoft Office PowerPoint</Application>
  <PresentationFormat>On-screen Show (4:3)</PresentationFormat>
  <Paragraphs>390</Paragraphs>
  <Slides>58</Slides>
  <Notes>22</Notes>
  <HiddenSlides>0</HiddenSlides>
  <MMClips>0</MMClips>
  <ScaleCrop>false</ScaleCrop>
  <HeadingPairs>
    <vt:vector size="6" baseType="variant">
      <vt:variant>
        <vt:lpstr>Fonts Used</vt:lpstr>
      </vt:variant>
      <vt:variant>
        <vt:i4>12</vt:i4>
      </vt:variant>
      <vt:variant>
        <vt:lpstr>Theme</vt:lpstr>
      </vt:variant>
      <vt:variant>
        <vt:i4>5</vt:i4>
      </vt:variant>
      <vt:variant>
        <vt:lpstr>Slide Titles</vt:lpstr>
      </vt:variant>
      <vt:variant>
        <vt:i4>58</vt:i4>
      </vt:variant>
    </vt:vector>
  </HeadingPairs>
  <TitlesOfParts>
    <vt:vector size="75" baseType="lpstr">
      <vt:lpstr>Arial</vt:lpstr>
      <vt:lpstr>Arial Black</vt:lpstr>
      <vt:lpstr>Arial Narrow</vt:lpstr>
      <vt:lpstr>Calibri</vt:lpstr>
      <vt:lpstr>Calibri Light</vt:lpstr>
      <vt:lpstr>Georgia</vt:lpstr>
      <vt:lpstr>Open Sans</vt:lpstr>
      <vt:lpstr>Verdana</vt:lpstr>
      <vt:lpstr>Wingdings</vt:lpstr>
      <vt:lpstr>Wingdings 3</vt:lpstr>
      <vt:lpstr>-Win---Innwa</vt:lpstr>
      <vt:lpstr>Zawgyi-One</vt:lpstr>
      <vt:lpstr>Default Theme</vt:lpstr>
      <vt:lpstr>1_Office Theme</vt:lpstr>
      <vt:lpstr>Office Theme</vt:lpstr>
      <vt:lpstr>Op1 Top banner layout</vt:lpstr>
      <vt:lpstr>2_Office Theme</vt:lpstr>
      <vt:lpstr>rCARI Study Household questionnaire,  Enumerator Training, 30 May 2023</vt:lpstr>
      <vt:lpstr>Welcome &amp; Introductions</vt:lpstr>
      <vt:lpstr>Training methodology</vt:lpstr>
      <vt:lpstr>Training schedule</vt:lpstr>
      <vt:lpstr>Main objective</vt:lpstr>
      <vt:lpstr>PowerPoint Presentation</vt:lpstr>
      <vt:lpstr>Geographical coverage and sampling</vt:lpstr>
      <vt:lpstr>Team composition and timeline</vt:lpstr>
      <vt:lpstr>PowerPoint Presentation</vt:lpstr>
      <vt:lpstr>Ground Rules</vt:lpstr>
      <vt:lpstr>TEAM ORGANISATION and ROLES </vt:lpstr>
      <vt:lpstr>TEAM Roles and Responsibilities </vt:lpstr>
      <vt:lpstr>PowerPoint Presentation</vt:lpstr>
      <vt:lpstr>Sampling</vt:lpstr>
      <vt:lpstr>PowerPoint Presentation</vt:lpstr>
      <vt:lpstr>DO</vt:lpstr>
      <vt:lpstr>DON’T</vt:lpstr>
      <vt:lpstr>Colleague </vt:lpstr>
      <vt:lpstr>PowerPoint Presentation</vt:lpstr>
      <vt:lpstr>Before you start the interview… </vt:lpstr>
      <vt:lpstr> General principles of the questionnaire</vt:lpstr>
      <vt:lpstr> General principles of the questionnaire</vt:lpstr>
      <vt:lpstr>PowerPoint Presentation</vt:lpstr>
      <vt:lpstr> Eligibility</vt:lpstr>
      <vt:lpstr>PowerPoint Presentation</vt:lpstr>
      <vt:lpstr> Definition: household</vt:lpstr>
      <vt:lpstr>Definition: household cont.</vt:lpstr>
      <vt:lpstr> Definition: head of household</vt:lpstr>
      <vt:lpstr>PowerPoint Presentation</vt:lpstr>
      <vt:lpstr>PowerPoint Presentation</vt:lpstr>
      <vt:lpstr>Food Consumption</vt:lpstr>
      <vt:lpstr>Food Consumption</vt:lpstr>
      <vt:lpstr>PowerPoint Presentation</vt:lpstr>
      <vt:lpstr>PowerPoint Presentation</vt:lpstr>
      <vt:lpstr>PowerPoint Presentation</vt:lpstr>
      <vt:lpstr>PowerPoint Presentation</vt:lpstr>
      <vt:lpstr>PowerPoint Presentation</vt:lpstr>
      <vt:lpstr>Coping Strategies Index (CSI)</vt:lpstr>
      <vt:lpstr>Coping strategies index(CSI)</vt:lpstr>
      <vt:lpstr>Coping Mechanisms</vt:lpstr>
      <vt:lpstr>Reduced Coping Strategy Index (rCSI) – CSI food </vt:lpstr>
      <vt:lpstr>PowerPoint Presentation</vt:lpstr>
      <vt:lpstr>Expenditure</vt:lpstr>
      <vt:lpstr>Expenditure</vt:lpstr>
      <vt:lpstr>Income activity example</vt:lpstr>
      <vt:lpstr>Food Insecurity Experience Scale (FIES)</vt:lpstr>
      <vt:lpstr>Food Insecurity Experience Scale (FIES)</vt:lpstr>
      <vt:lpstr>Instructions for Individual Questions</vt:lpstr>
      <vt:lpstr>Instructions for Individual Questions</vt:lpstr>
      <vt:lpstr>Instructions for Individual Questions</vt:lpstr>
      <vt:lpstr>Instructions for Individual Questions</vt:lpstr>
      <vt:lpstr>Instructions for Individual Questions</vt:lpstr>
      <vt:lpstr>Instructions for Individual Questions</vt:lpstr>
      <vt:lpstr>Instructions for Individual Questions</vt:lpstr>
      <vt:lpstr>Instructions for Individual Questions</vt:lpstr>
      <vt:lpstr>The Scale </vt:lpstr>
      <vt:lpstr>Gender Empowerment-Questions</vt:lpstr>
      <vt:lpstr>PowerPoint Presentation</vt:lpstr>
    </vt:vector>
  </TitlesOfParts>
  <Company>World Food Programme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Security and Poverty Estimation Survey in Bago, Ayeyarwady and Yangon Regions</dc:title>
  <dc:creator>HLAING ZunNuYi</dc:creator>
  <cp:lastModifiedBy>Alirah WEYORI</cp:lastModifiedBy>
  <cp:revision>440</cp:revision>
  <cp:lastPrinted>2015-06-19T07:04:20Z</cp:lastPrinted>
  <dcterms:created xsi:type="dcterms:W3CDTF">2014-09-11T04:47:09Z</dcterms:created>
  <dcterms:modified xsi:type="dcterms:W3CDTF">2023-06-01T08:13:45Z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0x01010007EC5AEA005F3944B5281CE0F7F3B6DF</vt:lpwstr>
  </property>
</Properties>
</file>