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37"/>
  </p:notesMasterIdLst>
  <p:handoutMasterIdLst>
    <p:handoutMasterId r:id="rId38"/>
  </p:handoutMasterIdLst>
  <p:sldIdLst>
    <p:sldId id="283" r:id="rId5"/>
    <p:sldId id="450" r:id="rId6"/>
    <p:sldId id="451" r:id="rId7"/>
    <p:sldId id="295" r:id="rId8"/>
    <p:sldId id="447" r:id="rId9"/>
    <p:sldId id="454" r:id="rId10"/>
    <p:sldId id="313" r:id="rId11"/>
    <p:sldId id="452" r:id="rId12"/>
    <p:sldId id="455" r:id="rId13"/>
    <p:sldId id="311" r:id="rId14"/>
    <p:sldId id="457" r:id="rId15"/>
    <p:sldId id="377" r:id="rId16"/>
    <p:sldId id="453" r:id="rId17"/>
    <p:sldId id="297" r:id="rId18"/>
    <p:sldId id="314" r:id="rId19"/>
    <p:sldId id="310" r:id="rId20"/>
    <p:sldId id="304" r:id="rId21"/>
    <p:sldId id="305" r:id="rId22"/>
    <p:sldId id="301" r:id="rId23"/>
    <p:sldId id="298" r:id="rId24"/>
    <p:sldId id="307" r:id="rId25"/>
    <p:sldId id="312" r:id="rId26"/>
    <p:sldId id="462" r:id="rId27"/>
    <p:sldId id="458" r:id="rId28"/>
    <p:sldId id="286" r:id="rId29"/>
    <p:sldId id="459" r:id="rId30"/>
    <p:sldId id="461" r:id="rId31"/>
    <p:sldId id="438" r:id="rId32"/>
    <p:sldId id="464" r:id="rId33"/>
    <p:sldId id="460" r:id="rId34"/>
    <p:sldId id="463" r:id="rId35"/>
    <p:sldId id="429" r:id="rId3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450"/>
            <p14:sldId id="451"/>
            <p14:sldId id="295"/>
            <p14:sldId id="447"/>
            <p14:sldId id="454"/>
            <p14:sldId id="313"/>
            <p14:sldId id="452"/>
            <p14:sldId id="455"/>
            <p14:sldId id="311"/>
            <p14:sldId id="457"/>
            <p14:sldId id="377"/>
            <p14:sldId id="453"/>
            <p14:sldId id="297"/>
            <p14:sldId id="314"/>
            <p14:sldId id="310"/>
            <p14:sldId id="304"/>
            <p14:sldId id="305"/>
            <p14:sldId id="301"/>
            <p14:sldId id="298"/>
            <p14:sldId id="307"/>
            <p14:sldId id="312"/>
            <p14:sldId id="462"/>
            <p14:sldId id="458"/>
            <p14:sldId id="286"/>
            <p14:sldId id="459"/>
            <p14:sldId id="461"/>
            <p14:sldId id="438"/>
            <p14:sldId id="464"/>
            <p14:sldId id="460"/>
            <p14:sldId id="463"/>
          </p14:sldIdLst>
        </p14:section>
        <p14:section name="Results" id="{2C4D1EE9-A3E0-4084-9198-0FB1A973D7CA}">
          <p14:sldIdLst>
            <p14:sldId id="4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E16"/>
    <a:srgbClr val="CFD6EA"/>
    <a:srgbClr val="0070BA"/>
    <a:srgbClr val="FFFFFF"/>
    <a:srgbClr val="FFFFFE"/>
    <a:srgbClr val="F5B183"/>
    <a:srgbClr val="A9D18E"/>
    <a:srgbClr val="D4E6F2"/>
    <a:srgbClr val="59CAFF"/>
    <a:srgbClr val="57C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8A6BA-A44D-41FD-B689-452B095D51EB}" v="867" dt="2024-10-31T09:26:10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30" autoAdjust="0"/>
    <p:restoredTop sz="94660"/>
  </p:normalViewPr>
  <p:slideViewPr>
    <p:cSldViewPr snapToGrid="0">
      <p:cViewPr varScale="1">
        <p:scale>
          <a:sx n="32" d="100"/>
          <a:sy n="32" d="100"/>
        </p:scale>
        <p:origin x="48" y="6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08B8A6BA-A44D-41FD-B689-452B095D51EB}"/>
    <pc:docChg chg="undo redo custSel addSld delSld modSld sldOrd modSection">
      <pc:chgData name="Alirah WEYORI" userId="1c7cbaa8-91f0-4806-8632-e4be5028c1b4" providerId="ADAL" clId="{08B8A6BA-A44D-41FD-B689-452B095D51EB}" dt="2024-10-31T09:26:56.878" v="6603" actId="478"/>
      <pc:docMkLst>
        <pc:docMk/>
      </pc:docMkLst>
      <pc:sldChg chg="addSp delSp modSp mod">
        <pc:chgData name="Alirah WEYORI" userId="1c7cbaa8-91f0-4806-8632-e4be5028c1b4" providerId="ADAL" clId="{08B8A6BA-A44D-41FD-B689-452B095D51EB}" dt="2024-10-31T09:26:56.878" v="6603" actId="478"/>
        <pc:sldMkLst>
          <pc:docMk/>
          <pc:sldMk cId="3545166311" sldId="283"/>
        </pc:sldMkLst>
        <pc:spChg chg="del mod">
          <ac:chgData name="Alirah WEYORI" userId="1c7cbaa8-91f0-4806-8632-e4be5028c1b4" providerId="ADAL" clId="{08B8A6BA-A44D-41FD-B689-452B095D51EB}" dt="2024-10-31T09:26:56.878" v="6603" actId="478"/>
          <ac:spMkLst>
            <pc:docMk/>
            <pc:sldMk cId="3545166311" sldId="283"/>
            <ac:spMk id="2" creationId="{00000000-0000-0000-0000-000000000000}"/>
          </ac:spMkLst>
        </pc:spChg>
        <pc:spChg chg="del">
          <ac:chgData name="Alirah WEYORI" userId="1c7cbaa8-91f0-4806-8632-e4be5028c1b4" providerId="ADAL" clId="{08B8A6BA-A44D-41FD-B689-452B095D51EB}" dt="2024-10-22T14:30:19.192" v="5600" actId="478"/>
          <ac:spMkLst>
            <pc:docMk/>
            <pc:sldMk cId="3545166311" sldId="283"/>
            <ac:spMk id="3" creationId="{00000000-0000-0000-0000-000000000000}"/>
          </ac:spMkLst>
        </pc:spChg>
        <pc:spChg chg="add mod">
          <ac:chgData name="Alirah WEYORI" userId="1c7cbaa8-91f0-4806-8632-e4be5028c1b4" providerId="ADAL" clId="{08B8A6BA-A44D-41FD-B689-452B095D51EB}" dt="2024-10-31T09:26:50.013" v="6602" actId="108"/>
          <ac:spMkLst>
            <pc:docMk/>
            <pc:sldMk cId="3545166311" sldId="283"/>
            <ac:spMk id="3" creationId="{BBC1E3E4-892A-F28B-0D49-C3E8A088909C}"/>
          </ac:spMkLst>
        </pc:spChg>
        <pc:spChg chg="mod">
          <ac:chgData name="Alirah WEYORI" userId="1c7cbaa8-91f0-4806-8632-e4be5028c1b4" providerId="ADAL" clId="{08B8A6BA-A44D-41FD-B689-452B095D51EB}" dt="2024-10-22T14:30:27.279" v="5608" actId="20577"/>
          <ac:spMkLst>
            <pc:docMk/>
            <pc:sldMk cId="3545166311" sldId="283"/>
            <ac:spMk id="6" creationId="{53CD270A-9458-E7A9-9B9B-7F70A19E11F1}"/>
          </ac:spMkLst>
        </pc:spChg>
        <pc:spChg chg="add del mod">
          <ac:chgData name="Alirah WEYORI" userId="1c7cbaa8-91f0-4806-8632-e4be5028c1b4" providerId="ADAL" clId="{08B8A6BA-A44D-41FD-B689-452B095D51EB}" dt="2024-10-22T14:30:21.891" v="5601" actId="478"/>
          <ac:spMkLst>
            <pc:docMk/>
            <pc:sldMk cId="3545166311" sldId="283"/>
            <ac:spMk id="7" creationId="{9388E5CC-0064-A707-0FD7-C6107090E5F1}"/>
          </ac:spMkLst>
        </pc:spChg>
        <pc:spChg chg="add mod">
          <ac:chgData name="Alirah WEYORI" userId="1c7cbaa8-91f0-4806-8632-e4be5028c1b4" providerId="ADAL" clId="{08B8A6BA-A44D-41FD-B689-452B095D51EB}" dt="2024-10-31T09:26:56.878" v="6603" actId="478"/>
          <ac:spMkLst>
            <pc:docMk/>
            <pc:sldMk cId="3545166311" sldId="283"/>
            <ac:spMk id="7" creationId="{C66E3EF5-E297-E1E6-00D8-D1B3AAFFBA71}"/>
          </ac:spMkLst>
        </pc:spChg>
      </pc:sldChg>
      <pc:sldChg chg="delSp modSp add mod">
        <pc:chgData name="Alirah WEYORI" userId="1c7cbaa8-91f0-4806-8632-e4be5028c1b4" providerId="ADAL" clId="{08B8A6BA-A44D-41FD-B689-452B095D51EB}" dt="2024-10-22T12:07:17.151" v="2384" actId="20577"/>
        <pc:sldMkLst>
          <pc:docMk/>
          <pc:sldMk cId="1390366204" sldId="286"/>
        </pc:sldMkLst>
        <pc:spChg chg="mod">
          <ac:chgData name="Alirah WEYORI" userId="1c7cbaa8-91f0-4806-8632-e4be5028c1b4" providerId="ADAL" clId="{08B8A6BA-A44D-41FD-B689-452B095D51EB}" dt="2024-10-22T12:07:17.151" v="2384" actId="20577"/>
          <ac:spMkLst>
            <pc:docMk/>
            <pc:sldMk cId="1390366204" sldId="286"/>
            <ac:spMk id="2" creationId="{F029B89D-5416-48E5-81EA-436AE51F041C}"/>
          </ac:spMkLst>
        </pc:spChg>
        <pc:spChg chg="del">
          <ac:chgData name="Alirah WEYORI" userId="1c7cbaa8-91f0-4806-8632-e4be5028c1b4" providerId="ADAL" clId="{08B8A6BA-A44D-41FD-B689-452B095D51EB}" dt="2024-10-22T12:04:40.743" v="2306" actId="478"/>
          <ac:spMkLst>
            <pc:docMk/>
            <pc:sldMk cId="1390366204" sldId="286"/>
            <ac:spMk id="11" creationId="{9532A6C4-43DF-45E4-9DC4-C7B6369F364C}"/>
          </ac:spMkLst>
        </pc:spChg>
        <pc:graphicFrameChg chg="mod modGraphic">
          <ac:chgData name="Alirah WEYORI" userId="1c7cbaa8-91f0-4806-8632-e4be5028c1b4" providerId="ADAL" clId="{08B8A6BA-A44D-41FD-B689-452B095D51EB}" dt="2024-10-22T12:05:50.863" v="2328" actId="14734"/>
          <ac:graphicFrameMkLst>
            <pc:docMk/>
            <pc:sldMk cId="1390366204" sldId="286"/>
            <ac:graphicFrameMk id="10" creationId="{E3A3C271-2BA7-44D2-9004-3A3B466571E9}"/>
          </ac:graphicFrameMkLst>
        </pc:graphicFrameChg>
      </pc:sldChg>
      <pc:sldChg chg="addSp delSp modSp mod ord">
        <pc:chgData name="Alirah WEYORI" userId="1c7cbaa8-91f0-4806-8632-e4be5028c1b4" providerId="ADAL" clId="{08B8A6BA-A44D-41FD-B689-452B095D51EB}" dt="2024-10-23T08:25:09.889" v="6549"/>
        <pc:sldMkLst>
          <pc:docMk/>
          <pc:sldMk cId="702693994" sldId="295"/>
        </pc:sldMkLst>
        <pc:spChg chg="del">
          <ac:chgData name="Alirah WEYORI" userId="1c7cbaa8-91f0-4806-8632-e4be5028c1b4" providerId="ADAL" clId="{08B8A6BA-A44D-41FD-B689-452B095D51EB}" dt="2024-10-23T08:25:04.519" v="6547" actId="478"/>
          <ac:spMkLst>
            <pc:docMk/>
            <pc:sldMk cId="702693994" sldId="295"/>
            <ac:spMk id="2" creationId="{F029B89D-5416-48E5-81EA-436AE51F041C}"/>
          </ac:spMkLst>
        </pc:spChg>
        <pc:spChg chg="mod">
          <ac:chgData name="Alirah WEYORI" userId="1c7cbaa8-91f0-4806-8632-e4be5028c1b4" providerId="ADAL" clId="{08B8A6BA-A44D-41FD-B689-452B095D51EB}" dt="2024-10-23T08:24:33.932" v="6546" actId="1076"/>
          <ac:spMkLst>
            <pc:docMk/>
            <pc:sldMk cId="702693994" sldId="295"/>
            <ac:spMk id="3" creationId="{BA0B35CF-F8D9-4777-A432-1DE7A6FC16DC}"/>
          </ac:spMkLst>
        </pc:spChg>
        <pc:spChg chg="add del mod">
          <ac:chgData name="Alirah WEYORI" userId="1c7cbaa8-91f0-4806-8632-e4be5028c1b4" providerId="ADAL" clId="{08B8A6BA-A44D-41FD-B689-452B095D51EB}" dt="2024-10-22T10:27:00.826" v="5" actId="21"/>
          <ac:spMkLst>
            <pc:docMk/>
            <pc:sldMk cId="702693994" sldId="295"/>
            <ac:spMk id="5" creationId="{FB384112-3E0F-D1FC-81BB-BC0A0B1AE36C}"/>
          </ac:spMkLst>
        </pc:spChg>
        <pc:spChg chg="add del mod">
          <ac:chgData name="Alirah WEYORI" userId="1c7cbaa8-91f0-4806-8632-e4be5028c1b4" providerId="ADAL" clId="{08B8A6BA-A44D-41FD-B689-452B095D51EB}" dt="2024-10-23T08:25:09.092" v="6548" actId="478"/>
          <ac:spMkLst>
            <pc:docMk/>
            <pc:sldMk cId="702693994" sldId="295"/>
            <ac:spMk id="7" creationId="{203D26AA-CDAF-FB39-5F4F-CA7A447ACFD0}"/>
          </ac:spMkLst>
        </pc:spChg>
        <pc:spChg chg="add mod">
          <ac:chgData name="Alirah WEYORI" userId="1c7cbaa8-91f0-4806-8632-e4be5028c1b4" providerId="ADAL" clId="{08B8A6BA-A44D-41FD-B689-452B095D51EB}" dt="2024-10-23T08:25:09.889" v="6549"/>
          <ac:spMkLst>
            <pc:docMk/>
            <pc:sldMk cId="702693994" sldId="295"/>
            <ac:spMk id="8" creationId="{CEB4DA37-9F06-AC85-E730-12D879CFB404}"/>
          </ac:spMkLst>
        </pc:spChg>
      </pc:sldChg>
      <pc:sldChg chg="modSp add mod">
        <pc:chgData name="Alirah WEYORI" userId="1c7cbaa8-91f0-4806-8632-e4be5028c1b4" providerId="ADAL" clId="{08B8A6BA-A44D-41FD-B689-452B095D51EB}" dt="2024-10-22T14:38:21.619" v="5807" actId="20577"/>
        <pc:sldMkLst>
          <pc:docMk/>
          <pc:sldMk cId="2173694172" sldId="297"/>
        </pc:sldMkLst>
        <pc:spChg chg="mod">
          <ac:chgData name="Alirah WEYORI" userId="1c7cbaa8-91f0-4806-8632-e4be5028c1b4" providerId="ADAL" clId="{08B8A6BA-A44D-41FD-B689-452B095D51EB}" dt="2024-10-22T14:38:21.619" v="5807" actId="20577"/>
          <ac:spMkLst>
            <pc:docMk/>
            <pc:sldMk cId="2173694172" sldId="297"/>
            <ac:spMk id="3" creationId="{F9469B52-1B79-8EBA-80A0-0127B496F8B6}"/>
          </ac:spMkLst>
        </pc:spChg>
        <pc:spChg chg="mod">
          <ac:chgData name="Alirah WEYORI" userId="1c7cbaa8-91f0-4806-8632-e4be5028c1b4" providerId="ADAL" clId="{08B8A6BA-A44D-41FD-B689-452B095D51EB}" dt="2024-10-22T13:42:54.493" v="3534" actId="20577"/>
          <ac:spMkLst>
            <pc:docMk/>
            <pc:sldMk cId="2173694172" sldId="297"/>
            <ac:spMk id="26" creationId="{79048B77-C14A-3FA8-694A-A6A6E5121966}"/>
          </ac:spMkLst>
        </pc:spChg>
      </pc:sldChg>
      <pc:sldChg chg="delSp modSp add mod delAnim">
        <pc:chgData name="Alirah WEYORI" userId="1c7cbaa8-91f0-4806-8632-e4be5028c1b4" providerId="ADAL" clId="{08B8A6BA-A44D-41FD-B689-452B095D51EB}" dt="2024-10-22T11:48:51.612" v="2048" actId="1076"/>
        <pc:sldMkLst>
          <pc:docMk/>
          <pc:sldMk cId="1011331389" sldId="298"/>
        </pc:sldMkLst>
        <pc:spChg chg="mod">
          <ac:chgData name="Alirah WEYORI" userId="1c7cbaa8-91f0-4806-8632-e4be5028c1b4" providerId="ADAL" clId="{08B8A6BA-A44D-41FD-B689-452B095D51EB}" dt="2024-10-22T11:47:45.802" v="2031" actId="2711"/>
          <ac:spMkLst>
            <pc:docMk/>
            <pc:sldMk cId="1011331389" sldId="298"/>
            <ac:spMk id="4" creationId="{88771D8B-8753-1D4F-B02F-F7C027B826BD}"/>
          </ac:spMkLst>
        </pc:spChg>
        <pc:spChg chg="del">
          <ac:chgData name="Alirah WEYORI" userId="1c7cbaa8-91f0-4806-8632-e4be5028c1b4" providerId="ADAL" clId="{08B8A6BA-A44D-41FD-B689-452B095D51EB}" dt="2024-10-22T11:48:25.399" v="2039" actId="478"/>
          <ac:spMkLst>
            <pc:docMk/>
            <pc:sldMk cId="1011331389" sldId="298"/>
            <ac:spMk id="5" creationId="{596E71C1-51D7-88A2-A736-B1CB3D792E6A}"/>
          </ac:spMkLst>
        </pc:spChg>
        <pc:spChg chg="mod">
          <ac:chgData name="Alirah WEYORI" userId="1c7cbaa8-91f0-4806-8632-e4be5028c1b4" providerId="ADAL" clId="{08B8A6BA-A44D-41FD-B689-452B095D51EB}" dt="2024-10-22T11:48:41.152" v="2045" actId="1076"/>
          <ac:spMkLst>
            <pc:docMk/>
            <pc:sldMk cId="1011331389" sldId="298"/>
            <ac:spMk id="6" creationId="{5B647C0B-EEAB-8BF2-6518-B32A9C1F32C8}"/>
          </ac:spMkLst>
        </pc:spChg>
        <pc:spChg chg="del">
          <ac:chgData name="Alirah WEYORI" userId="1c7cbaa8-91f0-4806-8632-e4be5028c1b4" providerId="ADAL" clId="{08B8A6BA-A44D-41FD-B689-452B095D51EB}" dt="2024-10-22T11:48:28.932" v="2041" actId="478"/>
          <ac:spMkLst>
            <pc:docMk/>
            <pc:sldMk cId="1011331389" sldId="298"/>
            <ac:spMk id="7" creationId="{25418FFA-1DC2-D173-460A-AA992427156B}"/>
          </ac:spMkLst>
        </pc:spChg>
        <pc:spChg chg="mod">
          <ac:chgData name="Alirah WEYORI" userId="1c7cbaa8-91f0-4806-8632-e4be5028c1b4" providerId="ADAL" clId="{08B8A6BA-A44D-41FD-B689-452B095D51EB}" dt="2024-10-22T11:47:45.802" v="2031" actId="2711"/>
          <ac:spMkLst>
            <pc:docMk/>
            <pc:sldMk cId="1011331389" sldId="298"/>
            <ac:spMk id="8" creationId="{135256A8-D4FF-44DB-F223-CD256802B612}"/>
          </ac:spMkLst>
        </pc:spChg>
        <pc:spChg chg="mod">
          <ac:chgData name="Alirah WEYORI" userId="1c7cbaa8-91f0-4806-8632-e4be5028c1b4" providerId="ADAL" clId="{08B8A6BA-A44D-41FD-B689-452B095D51EB}" dt="2024-10-22T11:48:51.612" v="2048" actId="1076"/>
          <ac:spMkLst>
            <pc:docMk/>
            <pc:sldMk cId="1011331389" sldId="298"/>
            <ac:spMk id="27" creationId="{72856851-E161-B063-6EC2-6DE83E42CEAA}"/>
          </ac:spMkLst>
        </pc:spChg>
        <pc:spChg chg="mod">
          <ac:chgData name="Alirah WEYORI" userId="1c7cbaa8-91f0-4806-8632-e4be5028c1b4" providerId="ADAL" clId="{08B8A6BA-A44D-41FD-B689-452B095D51EB}" dt="2024-10-22T11:47:51.777" v="2032" actId="14100"/>
          <ac:spMkLst>
            <pc:docMk/>
            <pc:sldMk cId="1011331389" sldId="298"/>
            <ac:spMk id="30" creationId="{792E1453-7956-8A67-2BAB-859A5AB4DB44}"/>
          </ac:spMkLst>
        </pc:spChg>
        <pc:spChg chg="mod">
          <ac:chgData name="Alirah WEYORI" userId="1c7cbaa8-91f0-4806-8632-e4be5028c1b4" providerId="ADAL" clId="{08B8A6BA-A44D-41FD-B689-452B095D51EB}" dt="2024-10-22T11:48:33.364" v="2043" actId="1076"/>
          <ac:spMkLst>
            <pc:docMk/>
            <pc:sldMk cId="1011331389" sldId="298"/>
            <ac:spMk id="33" creationId="{587C7611-1180-8D8E-7AE8-6203AC4167D8}"/>
          </ac:spMkLst>
        </pc:spChg>
        <pc:spChg chg="mod">
          <ac:chgData name="Alirah WEYORI" userId="1c7cbaa8-91f0-4806-8632-e4be5028c1b4" providerId="ADAL" clId="{08B8A6BA-A44D-41FD-B689-452B095D51EB}" dt="2024-10-22T11:48:37.115" v="2044" actId="1076"/>
          <ac:spMkLst>
            <pc:docMk/>
            <pc:sldMk cId="1011331389" sldId="298"/>
            <ac:spMk id="35" creationId="{8FC3C403-19E0-6492-DC2C-B6F3C29D414B}"/>
          </ac:spMkLst>
        </pc:spChg>
        <pc:spChg chg="del mod">
          <ac:chgData name="Alirah WEYORI" userId="1c7cbaa8-91f0-4806-8632-e4be5028c1b4" providerId="ADAL" clId="{08B8A6BA-A44D-41FD-B689-452B095D51EB}" dt="2024-10-22T11:48:06.211" v="2036" actId="478"/>
          <ac:spMkLst>
            <pc:docMk/>
            <pc:sldMk cId="1011331389" sldId="298"/>
            <ac:spMk id="36" creationId="{A8E89FE0-C6CA-5D7C-010A-15512E0FBCEB}"/>
          </ac:spMkLst>
        </pc:spChg>
        <pc:spChg chg="del mod">
          <ac:chgData name="Alirah WEYORI" userId="1c7cbaa8-91f0-4806-8632-e4be5028c1b4" providerId="ADAL" clId="{08B8A6BA-A44D-41FD-B689-452B095D51EB}" dt="2024-10-22T11:48:02.978" v="2035" actId="478"/>
          <ac:spMkLst>
            <pc:docMk/>
            <pc:sldMk cId="1011331389" sldId="298"/>
            <ac:spMk id="38" creationId="{E36F84C4-008D-7957-4DA1-906128DC12AA}"/>
          </ac:spMkLst>
        </pc:spChg>
        <pc:spChg chg="del mod">
          <ac:chgData name="Alirah WEYORI" userId="1c7cbaa8-91f0-4806-8632-e4be5028c1b4" providerId="ADAL" clId="{08B8A6BA-A44D-41FD-B689-452B095D51EB}" dt="2024-10-22T11:47:59.253" v="2034" actId="478"/>
          <ac:spMkLst>
            <pc:docMk/>
            <pc:sldMk cId="1011331389" sldId="298"/>
            <ac:spMk id="39" creationId="{20DD5488-6686-0343-9DCA-1B7FCEB8383D}"/>
          </ac:spMkLst>
        </pc:spChg>
      </pc:sldChg>
      <pc:sldChg chg="modSp add mod">
        <pc:chgData name="Alirah WEYORI" userId="1c7cbaa8-91f0-4806-8632-e4be5028c1b4" providerId="ADAL" clId="{08B8A6BA-A44D-41FD-B689-452B095D51EB}" dt="2024-10-22T14:35:13.278" v="5684" actId="14100"/>
        <pc:sldMkLst>
          <pc:docMk/>
          <pc:sldMk cId="4138756212" sldId="301"/>
        </pc:sldMkLst>
        <pc:spChg chg="mod">
          <ac:chgData name="Alirah WEYORI" userId="1c7cbaa8-91f0-4806-8632-e4be5028c1b4" providerId="ADAL" clId="{08B8A6BA-A44D-41FD-B689-452B095D51EB}" dt="2024-10-22T11:47:09.933" v="2030" actId="403"/>
          <ac:spMkLst>
            <pc:docMk/>
            <pc:sldMk cId="4138756212" sldId="301"/>
            <ac:spMk id="2" creationId="{F029B89D-5416-48E5-81EA-436AE51F041C}"/>
          </ac:spMkLst>
        </pc:spChg>
        <pc:spChg chg="mod">
          <ac:chgData name="Alirah WEYORI" userId="1c7cbaa8-91f0-4806-8632-e4be5028c1b4" providerId="ADAL" clId="{08B8A6BA-A44D-41FD-B689-452B095D51EB}" dt="2024-10-22T14:35:13.278" v="5684" actId="14100"/>
          <ac:spMkLst>
            <pc:docMk/>
            <pc:sldMk cId="4138756212" sldId="301"/>
            <ac:spMk id="107" creationId="{B8E08D19-9EC5-420E-85B6-D43143E224B1}"/>
          </ac:spMkLst>
        </pc:spChg>
      </pc:sldChg>
      <pc:sldChg chg="modSp add mod">
        <pc:chgData name="Alirah WEYORI" userId="1c7cbaa8-91f0-4806-8632-e4be5028c1b4" providerId="ADAL" clId="{08B8A6BA-A44D-41FD-B689-452B095D51EB}" dt="2024-10-22T11:45:31.995" v="2018" actId="2711"/>
        <pc:sldMkLst>
          <pc:docMk/>
          <pc:sldMk cId="309291614" sldId="304"/>
        </pc:sldMkLst>
        <pc:spChg chg="mod">
          <ac:chgData name="Alirah WEYORI" userId="1c7cbaa8-91f0-4806-8632-e4be5028c1b4" providerId="ADAL" clId="{08B8A6BA-A44D-41FD-B689-452B095D51EB}" dt="2024-10-22T11:45:31.995" v="2018" actId="2711"/>
          <ac:spMkLst>
            <pc:docMk/>
            <pc:sldMk cId="309291614" sldId="304"/>
            <ac:spMk id="27" creationId="{2D0E0F6B-5083-5435-2B47-5382D68547FE}"/>
          </ac:spMkLst>
        </pc:spChg>
        <pc:spChg chg="mod">
          <ac:chgData name="Alirah WEYORI" userId="1c7cbaa8-91f0-4806-8632-e4be5028c1b4" providerId="ADAL" clId="{08B8A6BA-A44D-41FD-B689-452B095D51EB}" dt="2024-10-22T11:45:22.940" v="2017" actId="14100"/>
          <ac:spMkLst>
            <pc:docMk/>
            <pc:sldMk cId="309291614" sldId="304"/>
            <ac:spMk id="34" creationId="{BD296266-9EF3-45A1-9974-EB1D08B9AF41}"/>
          </ac:spMkLst>
        </pc:spChg>
      </pc:sldChg>
      <pc:sldChg chg="modSp add mod">
        <pc:chgData name="Alirah WEYORI" userId="1c7cbaa8-91f0-4806-8632-e4be5028c1b4" providerId="ADAL" clId="{08B8A6BA-A44D-41FD-B689-452B095D51EB}" dt="2024-10-22T11:45:42.626" v="2019" actId="2711"/>
        <pc:sldMkLst>
          <pc:docMk/>
          <pc:sldMk cId="1229945867" sldId="305"/>
        </pc:sldMkLst>
        <pc:spChg chg="mod">
          <ac:chgData name="Alirah WEYORI" userId="1c7cbaa8-91f0-4806-8632-e4be5028c1b4" providerId="ADAL" clId="{08B8A6BA-A44D-41FD-B689-452B095D51EB}" dt="2024-10-22T11:45:42.626" v="2019" actId="2711"/>
          <ac:spMkLst>
            <pc:docMk/>
            <pc:sldMk cId="1229945867" sldId="305"/>
            <ac:spMk id="2" creationId="{F029B89D-5416-48E5-81EA-436AE51F041C}"/>
          </ac:spMkLst>
        </pc:spChg>
      </pc:sldChg>
      <pc:sldChg chg="modSp add mod">
        <pc:chgData name="Alirah WEYORI" userId="1c7cbaa8-91f0-4806-8632-e4be5028c1b4" providerId="ADAL" clId="{08B8A6BA-A44D-41FD-B689-452B095D51EB}" dt="2024-10-22T14:35:35.454" v="5686" actId="14100"/>
        <pc:sldMkLst>
          <pc:docMk/>
          <pc:sldMk cId="771630286" sldId="307"/>
        </pc:sldMkLst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2" creationId="{2C99ECEC-AB11-697C-D02F-FB6C279CB14B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4" creationId="{88771D8B-8753-1D4F-B02F-F7C027B826BD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5" creationId="{596E71C1-51D7-88A2-A736-B1CB3D792E6A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6" creationId="{5B647C0B-EEAB-8BF2-6518-B32A9C1F32C8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7" creationId="{25418FFA-1DC2-D173-460A-AA992427156B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8" creationId="{135256A8-D4FF-44DB-F223-CD256802B612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9" creationId="{6897F48A-5B9D-F6CA-2852-CC6D13583667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10" creationId="{82BCCBE9-EEFA-EECB-092F-D2571EE0D3F1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22" creationId="{A266B76A-340B-B360-B055-B7F57C81D8D7}"/>
          </ac:spMkLst>
        </pc:spChg>
        <pc:spChg chg="mod">
          <ac:chgData name="Alirah WEYORI" userId="1c7cbaa8-91f0-4806-8632-e4be5028c1b4" providerId="ADAL" clId="{08B8A6BA-A44D-41FD-B689-452B095D51EB}" dt="2024-10-22T11:49:58.632" v="2060" actId="14100"/>
          <ac:spMkLst>
            <pc:docMk/>
            <pc:sldMk cId="771630286" sldId="307"/>
            <ac:spMk id="23" creationId="{161D56EF-493D-DED0-66A7-EF4E315EAF06}"/>
          </ac:spMkLst>
        </pc:spChg>
        <pc:spChg chg="mod">
          <ac:chgData name="Alirah WEYORI" userId="1c7cbaa8-91f0-4806-8632-e4be5028c1b4" providerId="ADAL" clId="{08B8A6BA-A44D-41FD-B689-452B095D51EB}" dt="2024-10-22T11:49:54.381" v="2059" actId="14100"/>
          <ac:spMkLst>
            <pc:docMk/>
            <pc:sldMk cId="771630286" sldId="307"/>
            <ac:spMk id="25" creationId="{0879BDA6-F379-EA21-8321-8CAEE17B5CFD}"/>
          </ac:spMkLst>
        </pc:spChg>
        <pc:spChg chg="mod">
          <ac:chgData name="Alirah WEYORI" userId="1c7cbaa8-91f0-4806-8632-e4be5028c1b4" providerId="ADAL" clId="{08B8A6BA-A44D-41FD-B689-452B095D51EB}" dt="2024-10-22T11:49:42.058" v="2056" actId="14100"/>
          <ac:spMkLst>
            <pc:docMk/>
            <pc:sldMk cId="771630286" sldId="307"/>
            <ac:spMk id="26" creationId="{B0C00B07-DB50-A774-16A4-5533E3B49461}"/>
          </ac:spMkLst>
        </pc:spChg>
        <pc:spChg chg="mod">
          <ac:chgData name="Alirah WEYORI" userId="1c7cbaa8-91f0-4806-8632-e4be5028c1b4" providerId="ADAL" clId="{08B8A6BA-A44D-41FD-B689-452B095D51EB}" dt="2024-10-22T11:50:17.637" v="2063" actId="1076"/>
          <ac:spMkLst>
            <pc:docMk/>
            <pc:sldMk cId="771630286" sldId="307"/>
            <ac:spMk id="27" creationId="{72856851-E161-B063-6EC2-6DE83E42CEAA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28" creationId="{9FD83395-B19D-6A40-910F-E98486ED1A97}"/>
          </ac:spMkLst>
        </pc:spChg>
        <pc:spChg chg="mod">
          <ac:chgData name="Alirah WEYORI" userId="1c7cbaa8-91f0-4806-8632-e4be5028c1b4" providerId="ADAL" clId="{08B8A6BA-A44D-41FD-B689-452B095D51EB}" dt="2024-10-22T11:50:06.418" v="2061" actId="14100"/>
          <ac:spMkLst>
            <pc:docMk/>
            <pc:sldMk cId="771630286" sldId="307"/>
            <ac:spMk id="30" creationId="{792E1453-7956-8A67-2BAB-859A5AB4DB44}"/>
          </ac:spMkLst>
        </pc:spChg>
        <pc:spChg chg="mod">
          <ac:chgData name="Alirah WEYORI" userId="1c7cbaa8-91f0-4806-8632-e4be5028c1b4" providerId="ADAL" clId="{08B8A6BA-A44D-41FD-B689-452B095D51EB}" dt="2024-10-22T11:49:50.142" v="2058" actId="14100"/>
          <ac:spMkLst>
            <pc:docMk/>
            <pc:sldMk cId="771630286" sldId="307"/>
            <ac:spMk id="33" creationId="{E0E8D946-88F5-45B1-0B54-4524F62113A4}"/>
          </ac:spMkLst>
        </pc:spChg>
        <pc:spChg chg="mod">
          <ac:chgData name="Alirah WEYORI" userId="1c7cbaa8-91f0-4806-8632-e4be5028c1b4" providerId="ADAL" clId="{08B8A6BA-A44D-41FD-B689-452B095D51EB}" dt="2024-10-22T11:49:31.068" v="2054" actId="2711"/>
          <ac:spMkLst>
            <pc:docMk/>
            <pc:sldMk cId="771630286" sldId="307"/>
            <ac:spMk id="34" creationId="{FA8A9CEE-FA75-C8AB-85C3-745271A3F907}"/>
          </ac:spMkLst>
        </pc:spChg>
        <pc:spChg chg="mod">
          <ac:chgData name="Alirah WEYORI" userId="1c7cbaa8-91f0-4806-8632-e4be5028c1b4" providerId="ADAL" clId="{08B8A6BA-A44D-41FD-B689-452B095D51EB}" dt="2024-10-22T14:35:35.454" v="5686" actId="14100"/>
          <ac:spMkLst>
            <pc:docMk/>
            <pc:sldMk cId="771630286" sldId="307"/>
            <ac:spMk id="35" creationId="{6DDCF915-C6B7-A5DD-FB9F-E5986D85462B}"/>
          </ac:spMkLst>
        </pc:spChg>
      </pc:sldChg>
      <pc:sldChg chg="modSp add mod">
        <pc:chgData name="Alirah WEYORI" userId="1c7cbaa8-91f0-4806-8632-e4be5028c1b4" providerId="ADAL" clId="{08B8A6BA-A44D-41FD-B689-452B095D51EB}" dt="2024-10-22T11:44:58.685" v="2013" actId="14100"/>
        <pc:sldMkLst>
          <pc:docMk/>
          <pc:sldMk cId="1532872460" sldId="310"/>
        </pc:sldMkLst>
        <pc:spChg chg="mod">
          <ac:chgData name="Alirah WEYORI" userId="1c7cbaa8-91f0-4806-8632-e4be5028c1b4" providerId="ADAL" clId="{08B8A6BA-A44D-41FD-B689-452B095D51EB}" dt="2024-10-22T11:44:20.443" v="2007" actId="2711"/>
          <ac:spMkLst>
            <pc:docMk/>
            <pc:sldMk cId="1532872460" sldId="310"/>
            <ac:spMk id="4" creationId="{3C3D0D39-E8A5-A542-A1EE-7BE6287F5DB4}"/>
          </ac:spMkLst>
        </pc:spChg>
        <pc:spChg chg="mod">
          <ac:chgData name="Alirah WEYORI" userId="1c7cbaa8-91f0-4806-8632-e4be5028c1b4" providerId="ADAL" clId="{08B8A6BA-A44D-41FD-B689-452B095D51EB}" dt="2024-10-22T11:44:15.013" v="2006" actId="2711"/>
          <ac:spMkLst>
            <pc:docMk/>
            <pc:sldMk cId="1532872460" sldId="310"/>
            <ac:spMk id="7" creationId="{93750393-C4E8-2A3B-967F-A064AE94C8AB}"/>
          </ac:spMkLst>
        </pc:spChg>
        <pc:spChg chg="mod">
          <ac:chgData name="Alirah WEYORI" userId="1c7cbaa8-91f0-4806-8632-e4be5028c1b4" providerId="ADAL" clId="{08B8A6BA-A44D-41FD-B689-452B095D51EB}" dt="2024-10-22T11:44:33.420" v="2009" actId="14100"/>
          <ac:spMkLst>
            <pc:docMk/>
            <pc:sldMk cId="1532872460" sldId="310"/>
            <ac:spMk id="19" creationId="{AAE39594-BCBC-38F5-900B-C6F4D1254A94}"/>
          </ac:spMkLst>
        </pc:spChg>
        <pc:spChg chg="mod">
          <ac:chgData name="Alirah WEYORI" userId="1c7cbaa8-91f0-4806-8632-e4be5028c1b4" providerId="ADAL" clId="{08B8A6BA-A44D-41FD-B689-452B095D51EB}" dt="2024-10-22T11:43:56.773" v="2003" actId="1076"/>
          <ac:spMkLst>
            <pc:docMk/>
            <pc:sldMk cId="1532872460" sldId="310"/>
            <ac:spMk id="26" creationId="{79048B77-C14A-3FA8-694A-A6A6E5121966}"/>
          </ac:spMkLst>
        </pc:spChg>
        <pc:spChg chg="mod">
          <ac:chgData name="Alirah WEYORI" userId="1c7cbaa8-91f0-4806-8632-e4be5028c1b4" providerId="ADAL" clId="{08B8A6BA-A44D-41FD-B689-452B095D51EB}" dt="2024-10-22T11:44:47.085" v="2011" actId="2711"/>
          <ac:spMkLst>
            <pc:docMk/>
            <pc:sldMk cId="1532872460" sldId="310"/>
            <ac:spMk id="28" creationId="{14EFF4C3-076F-4960-9A06-2897252D8BB7}"/>
          </ac:spMkLst>
        </pc:spChg>
        <pc:spChg chg="mod">
          <ac:chgData name="Alirah WEYORI" userId="1c7cbaa8-91f0-4806-8632-e4be5028c1b4" providerId="ADAL" clId="{08B8A6BA-A44D-41FD-B689-452B095D51EB}" dt="2024-10-22T11:44:52.086" v="2012" actId="2711"/>
          <ac:spMkLst>
            <pc:docMk/>
            <pc:sldMk cId="1532872460" sldId="310"/>
            <ac:spMk id="31" creationId="{3006A8E6-E13B-43C0-BA2D-F9879EB1B710}"/>
          </ac:spMkLst>
        </pc:spChg>
        <pc:spChg chg="mod">
          <ac:chgData name="Alirah WEYORI" userId="1c7cbaa8-91f0-4806-8632-e4be5028c1b4" providerId="ADAL" clId="{08B8A6BA-A44D-41FD-B689-452B095D51EB}" dt="2024-10-22T11:44:58.685" v="2013" actId="14100"/>
          <ac:spMkLst>
            <pc:docMk/>
            <pc:sldMk cId="1532872460" sldId="310"/>
            <ac:spMk id="34" creationId="{BD296266-9EF3-45A1-9974-EB1D08B9AF41}"/>
          </ac:spMkLst>
        </pc:spChg>
        <pc:spChg chg="mod">
          <ac:chgData name="Alirah WEYORI" userId="1c7cbaa8-91f0-4806-8632-e4be5028c1b4" providerId="ADAL" clId="{08B8A6BA-A44D-41FD-B689-452B095D51EB}" dt="2024-10-22T11:44:39.951" v="2010" actId="2711"/>
          <ac:spMkLst>
            <pc:docMk/>
            <pc:sldMk cId="1532872460" sldId="310"/>
            <ac:spMk id="66" creationId="{44762335-AF17-4893-9ACC-11F3DB4FA518}"/>
          </ac:spMkLst>
        </pc:spChg>
      </pc:sldChg>
      <pc:sldChg chg="modSp mod">
        <pc:chgData name="Alirah WEYORI" userId="1c7cbaa8-91f0-4806-8632-e4be5028c1b4" providerId="ADAL" clId="{08B8A6BA-A44D-41FD-B689-452B095D51EB}" dt="2024-10-22T11:28:21.544" v="1662" actId="1076"/>
        <pc:sldMkLst>
          <pc:docMk/>
          <pc:sldMk cId="2986976553" sldId="311"/>
        </pc:sldMkLst>
        <pc:spChg chg="mod">
          <ac:chgData name="Alirah WEYORI" userId="1c7cbaa8-91f0-4806-8632-e4be5028c1b4" providerId="ADAL" clId="{08B8A6BA-A44D-41FD-B689-452B095D51EB}" dt="2024-10-22T11:28:21.544" v="1662" actId="1076"/>
          <ac:spMkLst>
            <pc:docMk/>
            <pc:sldMk cId="2986976553" sldId="311"/>
            <ac:spMk id="2" creationId="{F029B89D-5416-48E5-81EA-436AE51F041C}"/>
          </ac:spMkLst>
        </pc:spChg>
        <pc:spChg chg="mod">
          <ac:chgData name="Alirah WEYORI" userId="1c7cbaa8-91f0-4806-8632-e4be5028c1b4" providerId="ADAL" clId="{08B8A6BA-A44D-41FD-B689-452B095D51EB}" dt="2024-10-22T11:28:14.771" v="1661" actId="403"/>
          <ac:spMkLst>
            <pc:docMk/>
            <pc:sldMk cId="2986976553" sldId="311"/>
            <ac:spMk id="6" creationId="{C77D6C2F-AC0C-CDE5-6C26-DEC4BD426D97}"/>
          </ac:spMkLst>
        </pc:spChg>
      </pc:sldChg>
      <pc:sldChg chg="add mod modShow">
        <pc:chgData name="Alirah WEYORI" userId="1c7cbaa8-91f0-4806-8632-e4be5028c1b4" providerId="ADAL" clId="{08B8A6BA-A44D-41FD-B689-452B095D51EB}" dt="2024-10-22T11:50:39.742" v="2064" actId="729"/>
        <pc:sldMkLst>
          <pc:docMk/>
          <pc:sldMk cId="2882215064" sldId="312"/>
        </pc:sldMkLst>
      </pc:sldChg>
      <pc:sldChg chg="modSp add mod ord">
        <pc:chgData name="Alirah WEYORI" userId="1c7cbaa8-91f0-4806-8632-e4be5028c1b4" providerId="ADAL" clId="{08B8A6BA-A44D-41FD-B689-452B095D51EB}" dt="2024-10-23T08:13:12.036" v="6366" actId="14100"/>
        <pc:sldMkLst>
          <pc:docMk/>
          <pc:sldMk cId="3471589215" sldId="313"/>
        </pc:sldMkLst>
        <pc:spChg chg="mod">
          <ac:chgData name="Alirah WEYORI" userId="1c7cbaa8-91f0-4806-8632-e4be5028c1b4" providerId="ADAL" clId="{08B8A6BA-A44D-41FD-B689-452B095D51EB}" dt="2024-10-23T08:13:12.036" v="6366" actId="14100"/>
          <ac:spMkLst>
            <pc:docMk/>
            <pc:sldMk cId="3471589215" sldId="313"/>
            <ac:spMk id="2" creationId="{C15C61E0-28F0-CFFA-0625-0E871B964104}"/>
          </ac:spMkLst>
        </pc:spChg>
        <pc:spChg chg="mod">
          <ac:chgData name="Alirah WEYORI" userId="1c7cbaa8-91f0-4806-8632-e4be5028c1b4" providerId="ADAL" clId="{08B8A6BA-A44D-41FD-B689-452B095D51EB}" dt="2024-10-23T08:13:08.352" v="6365" actId="14100"/>
          <ac:spMkLst>
            <pc:docMk/>
            <pc:sldMk cId="3471589215" sldId="313"/>
            <ac:spMk id="3" creationId="{2DEC26B3-ECBE-8631-E9BD-3091A92A0C33}"/>
          </ac:spMkLst>
        </pc:spChg>
      </pc:sldChg>
      <pc:sldChg chg="modSp add mod">
        <pc:chgData name="Alirah WEYORI" userId="1c7cbaa8-91f0-4806-8632-e4be5028c1b4" providerId="ADAL" clId="{08B8A6BA-A44D-41FD-B689-452B095D51EB}" dt="2024-10-22T11:45:02.982" v="2014" actId="14100"/>
        <pc:sldMkLst>
          <pc:docMk/>
          <pc:sldMk cId="4248539513" sldId="314"/>
        </pc:sldMkLst>
        <pc:spChg chg="mod">
          <ac:chgData name="Alirah WEYORI" userId="1c7cbaa8-91f0-4806-8632-e4be5028c1b4" providerId="ADAL" clId="{08B8A6BA-A44D-41FD-B689-452B095D51EB}" dt="2024-10-22T11:43:25.018" v="1999" actId="2711"/>
          <ac:spMkLst>
            <pc:docMk/>
            <pc:sldMk cId="4248539513" sldId="314"/>
            <ac:spMk id="7" creationId="{93750393-C4E8-2A3B-967F-A064AE94C8AB}"/>
          </ac:spMkLst>
        </pc:spChg>
        <pc:spChg chg="mod">
          <ac:chgData name="Alirah WEYORI" userId="1c7cbaa8-91f0-4806-8632-e4be5028c1b4" providerId="ADAL" clId="{08B8A6BA-A44D-41FD-B689-452B095D51EB}" dt="2024-10-22T11:43:01.294" v="1996" actId="2711"/>
          <ac:spMkLst>
            <pc:docMk/>
            <pc:sldMk cId="4248539513" sldId="314"/>
            <ac:spMk id="26" creationId="{79048B77-C14A-3FA8-694A-A6A6E5121966}"/>
          </ac:spMkLst>
        </pc:spChg>
        <pc:spChg chg="mod">
          <ac:chgData name="Alirah WEYORI" userId="1c7cbaa8-91f0-4806-8632-e4be5028c1b4" providerId="ADAL" clId="{08B8A6BA-A44D-41FD-B689-452B095D51EB}" dt="2024-10-22T11:43:25.018" v="1999" actId="2711"/>
          <ac:spMkLst>
            <pc:docMk/>
            <pc:sldMk cId="4248539513" sldId="314"/>
            <ac:spMk id="31" creationId="{3006A8E6-E13B-43C0-BA2D-F9879EB1B710}"/>
          </ac:spMkLst>
        </pc:spChg>
        <pc:spChg chg="mod">
          <ac:chgData name="Alirah WEYORI" userId="1c7cbaa8-91f0-4806-8632-e4be5028c1b4" providerId="ADAL" clId="{08B8A6BA-A44D-41FD-B689-452B095D51EB}" dt="2024-10-22T11:45:02.982" v="2014" actId="14100"/>
          <ac:spMkLst>
            <pc:docMk/>
            <pc:sldMk cId="4248539513" sldId="314"/>
            <ac:spMk id="34" creationId="{BD296266-9EF3-45A1-9974-EB1D08B9AF41}"/>
          </ac:spMkLst>
        </pc:spChg>
        <pc:spChg chg="mod">
          <ac:chgData name="Alirah WEYORI" userId="1c7cbaa8-91f0-4806-8632-e4be5028c1b4" providerId="ADAL" clId="{08B8A6BA-A44D-41FD-B689-452B095D51EB}" dt="2024-10-22T11:43:33.689" v="2001" actId="14100"/>
          <ac:spMkLst>
            <pc:docMk/>
            <pc:sldMk cId="4248539513" sldId="314"/>
            <ac:spMk id="66" creationId="{44762335-AF17-4893-9ACC-11F3DB4FA518}"/>
          </ac:spMkLst>
        </pc:spChg>
      </pc:sldChg>
      <pc:sldChg chg="add del">
        <pc:chgData name="Alirah WEYORI" userId="1c7cbaa8-91f0-4806-8632-e4be5028c1b4" providerId="ADAL" clId="{08B8A6BA-A44D-41FD-B689-452B095D51EB}" dt="2024-10-22T11:49:20.905" v="2053" actId="47"/>
        <pc:sldMkLst>
          <pc:docMk/>
          <pc:sldMk cId="3445198256" sldId="315"/>
        </pc:sldMkLst>
      </pc:sldChg>
      <pc:sldChg chg="modSp mod">
        <pc:chgData name="Alirah WEYORI" userId="1c7cbaa8-91f0-4806-8632-e4be5028c1b4" providerId="ADAL" clId="{08B8A6BA-A44D-41FD-B689-452B095D51EB}" dt="2024-10-22T14:34:07.658" v="5683" actId="1076"/>
        <pc:sldMkLst>
          <pc:docMk/>
          <pc:sldMk cId="83693828" sldId="377"/>
        </pc:sldMkLst>
        <pc:spChg chg="mod">
          <ac:chgData name="Alirah WEYORI" userId="1c7cbaa8-91f0-4806-8632-e4be5028c1b4" providerId="ADAL" clId="{08B8A6BA-A44D-41FD-B689-452B095D51EB}" dt="2024-10-22T14:34:07.658" v="5683" actId="1076"/>
          <ac:spMkLst>
            <pc:docMk/>
            <pc:sldMk cId="83693828" sldId="377"/>
            <ac:spMk id="4" creationId="{75A77ED1-5BEC-95BD-E876-FF96B3716765}"/>
          </ac:spMkLst>
        </pc:spChg>
      </pc:sldChg>
      <pc:sldChg chg="del">
        <pc:chgData name="Alirah WEYORI" userId="1c7cbaa8-91f0-4806-8632-e4be5028c1b4" providerId="ADAL" clId="{08B8A6BA-A44D-41FD-B689-452B095D51EB}" dt="2024-10-22T14:02:01.335" v="4591" actId="47"/>
        <pc:sldMkLst>
          <pc:docMk/>
          <pc:sldMk cId="2929192344" sldId="426"/>
        </pc:sldMkLst>
      </pc:sldChg>
      <pc:sldChg chg="del">
        <pc:chgData name="Alirah WEYORI" userId="1c7cbaa8-91f0-4806-8632-e4be5028c1b4" providerId="ADAL" clId="{08B8A6BA-A44D-41FD-B689-452B095D51EB}" dt="2024-10-22T14:00:43.142" v="4469" actId="47"/>
        <pc:sldMkLst>
          <pc:docMk/>
          <pc:sldMk cId="2506460457" sldId="437"/>
        </pc:sldMkLst>
      </pc:sldChg>
      <pc:sldChg chg="modSp mod ord">
        <pc:chgData name="Alirah WEYORI" userId="1c7cbaa8-91f0-4806-8632-e4be5028c1b4" providerId="ADAL" clId="{08B8A6BA-A44D-41FD-B689-452B095D51EB}" dt="2024-10-22T14:44:22.885" v="6348" actId="404"/>
        <pc:sldMkLst>
          <pc:docMk/>
          <pc:sldMk cId="294376039" sldId="438"/>
        </pc:sldMkLst>
        <pc:spChg chg="mod">
          <ac:chgData name="Alirah WEYORI" userId="1c7cbaa8-91f0-4806-8632-e4be5028c1b4" providerId="ADAL" clId="{08B8A6BA-A44D-41FD-B689-452B095D51EB}" dt="2024-10-22T14:44:22.885" v="6348" actId="404"/>
          <ac:spMkLst>
            <pc:docMk/>
            <pc:sldMk cId="294376039" sldId="438"/>
            <ac:spMk id="25" creationId="{C4793960-97FD-5AE3-34FE-71F229830B09}"/>
          </ac:spMkLst>
        </pc:spChg>
      </pc:sldChg>
      <pc:sldChg chg="del">
        <pc:chgData name="Alirah WEYORI" userId="1c7cbaa8-91f0-4806-8632-e4be5028c1b4" providerId="ADAL" clId="{08B8A6BA-A44D-41FD-B689-452B095D51EB}" dt="2024-10-22T14:13:44.338" v="5027" actId="47"/>
        <pc:sldMkLst>
          <pc:docMk/>
          <pc:sldMk cId="455787001" sldId="441"/>
        </pc:sldMkLst>
      </pc:sldChg>
      <pc:sldChg chg="del">
        <pc:chgData name="Alirah WEYORI" userId="1c7cbaa8-91f0-4806-8632-e4be5028c1b4" providerId="ADAL" clId="{08B8A6BA-A44D-41FD-B689-452B095D51EB}" dt="2024-10-22T14:13:52.034" v="5029" actId="47"/>
        <pc:sldMkLst>
          <pc:docMk/>
          <pc:sldMk cId="506136607" sldId="442"/>
        </pc:sldMkLst>
      </pc:sldChg>
      <pc:sldChg chg="del">
        <pc:chgData name="Alirah WEYORI" userId="1c7cbaa8-91f0-4806-8632-e4be5028c1b4" providerId="ADAL" clId="{08B8A6BA-A44D-41FD-B689-452B095D51EB}" dt="2024-10-22T14:13:50.098" v="5028" actId="47"/>
        <pc:sldMkLst>
          <pc:docMk/>
          <pc:sldMk cId="1819224456" sldId="444"/>
        </pc:sldMkLst>
      </pc:sldChg>
      <pc:sldChg chg="del">
        <pc:chgData name="Alirah WEYORI" userId="1c7cbaa8-91f0-4806-8632-e4be5028c1b4" providerId="ADAL" clId="{08B8A6BA-A44D-41FD-B689-452B095D51EB}" dt="2024-10-22T10:54:13.024" v="849" actId="47"/>
        <pc:sldMkLst>
          <pc:docMk/>
          <pc:sldMk cId="3341518396" sldId="446"/>
        </pc:sldMkLst>
      </pc:sldChg>
      <pc:sldChg chg="addSp delSp modSp mod">
        <pc:chgData name="Alirah WEYORI" userId="1c7cbaa8-91f0-4806-8632-e4be5028c1b4" providerId="ADAL" clId="{08B8A6BA-A44D-41FD-B689-452B095D51EB}" dt="2024-10-23T08:25:31.227" v="6572" actId="1036"/>
        <pc:sldMkLst>
          <pc:docMk/>
          <pc:sldMk cId="1812431407" sldId="447"/>
        </pc:sldMkLst>
        <pc:spChg chg="del mod">
          <ac:chgData name="Alirah WEYORI" userId="1c7cbaa8-91f0-4806-8632-e4be5028c1b4" providerId="ADAL" clId="{08B8A6BA-A44D-41FD-B689-452B095D51EB}" dt="2024-10-23T08:25:14.990" v="6550" actId="478"/>
          <ac:spMkLst>
            <pc:docMk/>
            <pc:sldMk cId="1812431407" sldId="447"/>
            <ac:spMk id="2" creationId="{F029B89D-5416-48E5-81EA-436AE51F041C}"/>
          </ac:spMkLst>
        </pc:spChg>
        <pc:spChg chg="add del mod">
          <ac:chgData name="Alirah WEYORI" userId="1c7cbaa8-91f0-4806-8632-e4be5028c1b4" providerId="ADAL" clId="{08B8A6BA-A44D-41FD-B689-452B095D51EB}" dt="2024-10-23T08:25:20.293" v="6552" actId="478"/>
          <ac:spMkLst>
            <pc:docMk/>
            <pc:sldMk cId="1812431407" sldId="447"/>
            <ac:spMk id="5" creationId="{D5D9B4AC-8DF7-9643-2DB7-30697620D01A}"/>
          </ac:spMkLst>
        </pc:spChg>
        <pc:spChg chg="mod">
          <ac:chgData name="Alirah WEYORI" userId="1c7cbaa8-91f0-4806-8632-e4be5028c1b4" providerId="ADAL" clId="{08B8A6BA-A44D-41FD-B689-452B095D51EB}" dt="2024-10-23T08:25:31.227" v="6572" actId="1036"/>
          <ac:spMkLst>
            <pc:docMk/>
            <pc:sldMk cId="1812431407" sldId="447"/>
            <ac:spMk id="6" creationId="{C77D6C2F-AC0C-CDE5-6C26-DEC4BD426D97}"/>
          </ac:spMkLst>
        </pc:spChg>
        <pc:spChg chg="add mod">
          <ac:chgData name="Alirah WEYORI" userId="1c7cbaa8-91f0-4806-8632-e4be5028c1b4" providerId="ADAL" clId="{08B8A6BA-A44D-41FD-B689-452B095D51EB}" dt="2024-10-23T08:25:17.335" v="6551"/>
          <ac:spMkLst>
            <pc:docMk/>
            <pc:sldMk cId="1812431407" sldId="447"/>
            <ac:spMk id="7" creationId="{87E6C3B0-D7B5-825E-0344-D159C183F725}"/>
          </ac:spMkLst>
        </pc:spChg>
        <pc:picChg chg="mod">
          <ac:chgData name="Alirah WEYORI" userId="1c7cbaa8-91f0-4806-8632-e4be5028c1b4" providerId="ADAL" clId="{08B8A6BA-A44D-41FD-B689-452B095D51EB}" dt="2024-10-23T08:25:31.227" v="6572" actId="1036"/>
          <ac:picMkLst>
            <pc:docMk/>
            <pc:sldMk cId="1812431407" sldId="447"/>
            <ac:picMk id="8" creationId="{9F548F5E-1645-A988-92FC-24A524438847}"/>
          </ac:picMkLst>
        </pc:picChg>
      </pc:sldChg>
      <pc:sldChg chg="del">
        <pc:chgData name="Alirah WEYORI" userId="1c7cbaa8-91f0-4806-8632-e4be5028c1b4" providerId="ADAL" clId="{08B8A6BA-A44D-41FD-B689-452B095D51EB}" dt="2024-10-22T14:02:03.560" v="4592" actId="47"/>
        <pc:sldMkLst>
          <pc:docMk/>
          <pc:sldMk cId="777533931" sldId="448"/>
        </pc:sldMkLst>
      </pc:sldChg>
      <pc:sldChg chg="del">
        <pc:chgData name="Alirah WEYORI" userId="1c7cbaa8-91f0-4806-8632-e4be5028c1b4" providerId="ADAL" clId="{08B8A6BA-A44D-41FD-B689-452B095D51EB}" dt="2024-10-22T14:01:55.855" v="4590" actId="47"/>
        <pc:sldMkLst>
          <pc:docMk/>
          <pc:sldMk cId="2265468301" sldId="449"/>
        </pc:sldMkLst>
      </pc:sldChg>
      <pc:sldChg chg="addSp delSp modSp new mod">
        <pc:chgData name="Alirah WEYORI" userId="1c7cbaa8-91f0-4806-8632-e4be5028c1b4" providerId="ADAL" clId="{08B8A6BA-A44D-41FD-B689-452B095D51EB}" dt="2024-10-23T08:23:17.737" v="6536" actId="20577"/>
        <pc:sldMkLst>
          <pc:docMk/>
          <pc:sldMk cId="3928136028" sldId="450"/>
        </pc:sldMkLst>
        <pc:spChg chg="mod">
          <ac:chgData name="Alirah WEYORI" userId="1c7cbaa8-91f0-4806-8632-e4be5028c1b4" providerId="ADAL" clId="{08B8A6BA-A44D-41FD-B689-452B095D51EB}" dt="2024-10-22T10:27:30.618" v="18" actId="108"/>
          <ac:spMkLst>
            <pc:docMk/>
            <pc:sldMk cId="3928136028" sldId="450"/>
            <ac:spMk id="2" creationId="{4176CE19-6525-07B7-6E9C-E9F0F8C0712D}"/>
          </ac:spMkLst>
        </pc:spChg>
        <pc:spChg chg="del">
          <ac:chgData name="Alirah WEYORI" userId="1c7cbaa8-91f0-4806-8632-e4be5028c1b4" providerId="ADAL" clId="{08B8A6BA-A44D-41FD-B689-452B095D51EB}" dt="2024-10-22T10:27:04.750" v="6" actId="478"/>
          <ac:spMkLst>
            <pc:docMk/>
            <pc:sldMk cId="3928136028" sldId="450"/>
            <ac:spMk id="3" creationId="{2BE87FBB-1AD6-8A0B-FAB3-665A510E24D0}"/>
          </ac:spMkLst>
        </pc:spChg>
        <pc:spChg chg="add mod">
          <ac:chgData name="Alirah WEYORI" userId="1c7cbaa8-91f0-4806-8632-e4be5028c1b4" providerId="ADAL" clId="{08B8A6BA-A44D-41FD-B689-452B095D51EB}" dt="2024-10-23T08:23:17.737" v="6536" actId="20577"/>
          <ac:spMkLst>
            <pc:docMk/>
            <pc:sldMk cId="3928136028" sldId="450"/>
            <ac:spMk id="5" creationId="{FB384112-3E0F-D1FC-81BB-BC0A0B1AE36C}"/>
          </ac:spMkLst>
        </pc:spChg>
      </pc:sldChg>
      <pc:sldChg chg="addSp delSp modSp new mod">
        <pc:chgData name="Alirah WEYORI" userId="1c7cbaa8-91f0-4806-8632-e4be5028c1b4" providerId="ADAL" clId="{08B8A6BA-A44D-41FD-B689-452B095D51EB}" dt="2024-10-22T10:42:29.095" v="612" actId="20577"/>
        <pc:sldMkLst>
          <pc:docMk/>
          <pc:sldMk cId="979671836" sldId="451"/>
        </pc:sldMkLst>
        <pc:spChg chg="del">
          <ac:chgData name="Alirah WEYORI" userId="1c7cbaa8-91f0-4806-8632-e4be5028c1b4" providerId="ADAL" clId="{08B8A6BA-A44D-41FD-B689-452B095D51EB}" dt="2024-10-22T10:31:42.203" v="207" actId="478"/>
          <ac:spMkLst>
            <pc:docMk/>
            <pc:sldMk cId="979671836" sldId="451"/>
            <ac:spMk id="2" creationId="{29051286-321D-50D1-34BB-2A78734A58B4}"/>
          </ac:spMkLst>
        </pc:spChg>
        <pc:spChg chg="mod">
          <ac:chgData name="Alirah WEYORI" userId="1c7cbaa8-91f0-4806-8632-e4be5028c1b4" providerId="ADAL" clId="{08B8A6BA-A44D-41FD-B689-452B095D51EB}" dt="2024-10-22T10:42:29.095" v="612" actId="20577"/>
          <ac:spMkLst>
            <pc:docMk/>
            <pc:sldMk cId="979671836" sldId="451"/>
            <ac:spMk id="3" creationId="{64C6AF32-9BF3-8E1C-5703-213822C8E794}"/>
          </ac:spMkLst>
        </pc:spChg>
        <pc:spChg chg="add mod">
          <ac:chgData name="Alirah WEYORI" userId="1c7cbaa8-91f0-4806-8632-e4be5028c1b4" providerId="ADAL" clId="{08B8A6BA-A44D-41FD-B689-452B095D51EB}" dt="2024-10-22T10:31:43.086" v="208"/>
          <ac:spMkLst>
            <pc:docMk/>
            <pc:sldMk cId="979671836" sldId="451"/>
            <ac:spMk id="4" creationId="{5A350538-CE20-F7CF-0C61-8054338C3697}"/>
          </ac:spMkLst>
        </pc:spChg>
        <pc:picChg chg="add mod">
          <ac:chgData name="Alirah WEYORI" userId="1c7cbaa8-91f0-4806-8632-e4be5028c1b4" providerId="ADAL" clId="{08B8A6BA-A44D-41FD-B689-452B095D51EB}" dt="2024-10-22T10:42:23.621" v="609" actId="1076"/>
          <ac:picMkLst>
            <pc:docMk/>
            <pc:sldMk cId="979671836" sldId="451"/>
            <ac:picMk id="5" creationId="{D56D188C-547F-C6E2-99C7-287A8E964F8C}"/>
          </ac:picMkLst>
        </pc:picChg>
      </pc:sldChg>
      <pc:sldChg chg="addSp delSp modSp new mod">
        <pc:chgData name="Alirah WEYORI" userId="1c7cbaa8-91f0-4806-8632-e4be5028c1b4" providerId="ADAL" clId="{08B8A6BA-A44D-41FD-B689-452B095D51EB}" dt="2024-10-23T08:13:19.717" v="6367" actId="14100"/>
        <pc:sldMkLst>
          <pc:docMk/>
          <pc:sldMk cId="149547495" sldId="452"/>
        </pc:sldMkLst>
        <pc:spChg chg="mod">
          <ac:chgData name="Alirah WEYORI" userId="1c7cbaa8-91f0-4806-8632-e4be5028c1b4" providerId="ADAL" clId="{08B8A6BA-A44D-41FD-B689-452B095D51EB}" dt="2024-10-23T08:13:19.717" v="6367" actId="14100"/>
          <ac:spMkLst>
            <pc:docMk/>
            <pc:sldMk cId="149547495" sldId="452"/>
            <ac:spMk id="2" creationId="{BE6EA092-0CB8-AD47-6B5A-19723EC8D11D}"/>
          </ac:spMkLst>
        </pc:spChg>
        <pc:spChg chg="del">
          <ac:chgData name="Alirah WEYORI" userId="1c7cbaa8-91f0-4806-8632-e4be5028c1b4" providerId="ADAL" clId="{08B8A6BA-A44D-41FD-B689-452B095D51EB}" dt="2024-10-22T10:44:20.642" v="615" actId="478"/>
          <ac:spMkLst>
            <pc:docMk/>
            <pc:sldMk cId="149547495" sldId="452"/>
            <ac:spMk id="3" creationId="{F3636A72-4BD7-E1D0-BD14-CDA8CCC70832}"/>
          </ac:spMkLst>
        </pc:spChg>
        <pc:spChg chg="add mod">
          <ac:chgData name="Alirah WEYORI" userId="1c7cbaa8-91f0-4806-8632-e4be5028c1b4" providerId="ADAL" clId="{08B8A6BA-A44D-41FD-B689-452B095D51EB}" dt="2024-10-22T11:21:08.628" v="1527" actId="1076"/>
          <ac:spMkLst>
            <pc:docMk/>
            <pc:sldMk cId="149547495" sldId="452"/>
            <ac:spMk id="4" creationId="{28429C3A-59D6-DE18-A179-CD54894EAA50}"/>
          </ac:spMkLst>
        </pc:spChg>
      </pc:sldChg>
      <pc:sldChg chg="modSp add mod ord">
        <pc:chgData name="Alirah WEYORI" userId="1c7cbaa8-91f0-4806-8632-e4be5028c1b4" providerId="ADAL" clId="{08B8A6BA-A44D-41FD-B689-452B095D51EB}" dt="2024-10-22T11:35:34.926" v="1992" actId="14100"/>
        <pc:sldMkLst>
          <pc:docMk/>
          <pc:sldMk cId="2453371213" sldId="453"/>
        </pc:sldMkLst>
        <pc:spChg chg="mod">
          <ac:chgData name="Alirah WEYORI" userId="1c7cbaa8-91f0-4806-8632-e4be5028c1b4" providerId="ADAL" clId="{08B8A6BA-A44D-41FD-B689-452B095D51EB}" dt="2024-10-22T11:33:49.372" v="1851" actId="14100"/>
          <ac:spMkLst>
            <pc:docMk/>
            <pc:sldMk cId="2453371213" sldId="453"/>
            <ac:spMk id="2" creationId="{F029B89D-5416-48E5-81EA-436AE51F041C}"/>
          </ac:spMkLst>
        </pc:spChg>
        <pc:spChg chg="mod">
          <ac:chgData name="Alirah WEYORI" userId="1c7cbaa8-91f0-4806-8632-e4be5028c1b4" providerId="ADAL" clId="{08B8A6BA-A44D-41FD-B689-452B095D51EB}" dt="2024-10-22T11:35:34.926" v="1992" actId="14100"/>
          <ac:spMkLst>
            <pc:docMk/>
            <pc:sldMk cId="2453371213" sldId="453"/>
            <ac:spMk id="6" creationId="{C77D6C2F-AC0C-CDE5-6C26-DEC4BD426D97}"/>
          </ac:spMkLst>
        </pc:spChg>
      </pc:sldChg>
      <pc:sldChg chg="modSp new mod">
        <pc:chgData name="Alirah WEYORI" userId="1c7cbaa8-91f0-4806-8632-e4be5028c1b4" providerId="ADAL" clId="{08B8A6BA-A44D-41FD-B689-452B095D51EB}" dt="2024-10-23T08:13:02.222" v="6364" actId="14100"/>
        <pc:sldMkLst>
          <pc:docMk/>
          <pc:sldMk cId="3308853178" sldId="454"/>
        </pc:sldMkLst>
        <pc:spChg chg="mod">
          <ac:chgData name="Alirah WEYORI" userId="1c7cbaa8-91f0-4806-8632-e4be5028c1b4" providerId="ADAL" clId="{08B8A6BA-A44D-41FD-B689-452B095D51EB}" dt="2024-10-23T08:13:02.222" v="6364" actId="14100"/>
          <ac:spMkLst>
            <pc:docMk/>
            <pc:sldMk cId="3308853178" sldId="454"/>
            <ac:spMk id="2" creationId="{2BE930E6-2C3D-6FCC-6890-73164B345D63}"/>
          </ac:spMkLst>
        </pc:spChg>
        <pc:spChg chg="mod">
          <ac:chgData name="Alirah WEYORI" userId="1c7cbaa8-91f0-4806-8632-e4be5028c1b4" providerId="ADAL" clId="{08B8A6BA-A44D-41FD-B689-452B095D51EB}" dt="2024-10-23T08:12:59.242" v="6363" actId="14100"/>
          <ac:spMkLst>
            <pc:docMk/>
            <pc:sldMk cId="3308853178" sldId="454"/>
            <ac:spMk id="3" creationId="{8C787EEA-AB8B-2F48-D8C4-22CA011593D6}"/>
          </ac:spMkLst>
        </pc:spChg>
      </pc:sldChg>
      <pc:sldChg chg="addSp delSp modSp add mod">
        <pc:chgData name="Alirah WEYORI" userId="1c7cbaa8-91f0-4806-8632-e4be5028c1b4" providerId="ADAL" clId="{08B8A6BA-A44D-41FD-B689-452B095D51EB}" dt="2024-10-22T11:56:28.471" v="2159" actId="478"/>
        <pc:sldMkLst>
          <pc:docMk/>
          <pc:sldMk cId="2861413473" sldId="455"/>
        </pc:sldMkLst>
        <pc:spChg chg="mod">
          <ac:chgData name="Alirah WEYORI" userId="1c7cbaa8-91f0-4806-8632-e4be5028c1b4" providerId="ADAL" clId="{08B8A6BA-A44D-41FD-B689-452B095D51EB}" dt="2024-10-22T11:22:11.635" v="1557" actId="20577"/>
          <ac:spMkLst>
            <pc:docMk/>
            <pc:sldMk cId="2861413473" sldId="455"/>
            <ac:spMk id="2" creationId="{00000000-0000-0000-0000-000000000000}"/>
          </ac:spMkLst>
        </pc:spChg>
        <pc:spChg chg="del mod">
          <ac:chgData name="Alirah WEYORI" userId="1c7cbaa8-91f0-4806-8632-e4be5028c1b4" providerId="ADAL" clId="{08B8A6BA-A44D-41FD-B689-452B095D51EB}" dt="2024-10-22T11:56:25.501" v="2158" actId="478"/>
          <ac:spMkLst>
            <pc:docMk/>
            <pc:sldMk cId="2861413473" sldId="455"/>
            <ac:spMk id="3" creationId="{00000000-0000-0000-0000-000000000000}"/>
          </ac:spMkLst>
        </pc:spChg>
        <pc:spChg chg="mod">
          <ac:chgData name="Alirah WEYORI" userId="1c7cbaa8-91f0-4806-8632-e4be5028c1b4" providerId="ADAL" clId="{08B8A6BA-A44D-41FD-B689-452B095D51EB}" dt="2024-10-22T11:22:40.334" v="1569" actId="20577"/>
          <ac:spMkLst>
            <pc:docMk/>
            <pc:sldMk cId="2861413473" sldId="455"/>
            <ac:spMk id="6" creationId="{53CD270A-9458-E7A9-9B9B-7F70A19E11F1}"/>
          </ac:spMkLst>
        </pc:spChg>
        <pc:spChg chg="add del mod">
          <ac:chgData name="Alirah WEYORI" userId="1c7cbaa8-91f0-4806-8632-e4be5028c1b4" providerId="ADAL" clId="{08B8A6BA-A44D-41FD-B689-452B095D51EB}" dt="2024-10-22T11:56:28.471" v="2159" actId="478"/>
          <ac:spMkLst>
            <pc:docMk/>
            <pc:sldMk cId="2861413473" sldId="455"/>
            <ac:spMk id="7" creationId="{770CD842-5625-C926-86CC-FA6C750046C7}"/>
          </ac:spMkLst>
        </pc:spChg>
      </pc:sldChg>
      <pc:sldChg chg="delSp new del mod">
        <pc:chgData name="Alirah WEYORI" userId="1c7cbaa8-91f0-4806-8632-e4be5028c1b4" providerId="ADAL" clId="{08B8A6BA-A44D-41FD-B689-452B095D51EB}" dt="2024-10-22T11:56:16.535" v="2157" actId="47"/>
        <pc:sldMkLst>
          <pc:docMk/>
          <pc:sldMk cId="3716219662" sldId="456"/>
        </pc:sldMkLst>
        <pc:spChg chg="del">
          <ac:chgData name="Alirah WEYORI" userId="1c7cbaa8-91f0-4806-8632-e4be5028c1b4" providerId="ADAL" clId="{08B8A6BA-A44D-41FD-B689-452B095D51EB}" dt="2024-10-22T11:23:14.773" v="1571" actId="478"/>
          <ac:spMkLst>
            <pc:docMk/>
            <pc:sldMk cId="3716219662" sldId="456"/>
            <ac:spMk id="2" creationId="{E9E28E3A-3A80-8FCB-7486-BB4E5256D8BD}"/>
          </ac:spMkLst>
        </pc:spChg>
        <pc:spChg chg="del">
          <ac:chgData name="Alirah WEYORI" userId="1c7cbaa8-91f0-4806-8632-e4be5028c1b4" providerId="ADAL" clId="{08B8A6BA-A44D-41FD-B689-452B095D51EB}" dt="2024-10-22T11:23:19.060" v="1572" actId="478"/>
          <ac:spMkLst>
            <pc:docMk/>
            <pc:sldMk cId="3716219662" sldId="456"/>
            <ac:spMk id="3" creationId="{F18EB995-4EED-D0FB-58F9-F7032405166C}"/>
          </ac:spMkLst>
        </pc:spChg>
      </pc:sldChg>
      <pc:sldChg chg="addSp delSp modSp new mod">
        <pc:chgData name="Alirah WEYORI" userId="1c7cbaa8-91f0-4806-8632-e4be5028c1b4" providerId="ADAL" clId="{08B8A6BA-A44D-41FD-B689-452B095D51EB}" dt="2024-10-22T11:30:29.048" v="1694" actId="14100"/>
        <pc:sldMkLst>
          <pc:docMk/>
          <pc:sldMk cId="3087780856" sldId="457"/>
        </pc:sldMkLst>
        <pc:spChg chg="mod">
          <ac:chgData name="Alirah WEYORI" userId="1c7cbaa8-91f0-4806-8632-e4be5028c1b4" providerId="ADAL" clId="{08B8A6BA-A44D-41FD-B689-452B095D51EB}" dt="2024-10-22T11:25:05.636" v="1593" actId="20577"/>
          <ac:spMkLst>
            <pc:docMk/>
            <pc:sldMk cId="3087780856" sldId="457"/>
            <ac:spMk id="2" creationId="{49AC4A08-C20C-2BC2-1480-DD4278A7ED3E}"/>
          </ac:spMkLst>
        </pc:spChg>
        <pc:spChg chg="del">
          <ac:chgData name="Alirah WEYORI" userId="1c7cbaa8-91f0-4806-8632-e4be5028c1b4" providerId="ADAL" clId="{08B8A6BA-A44D-41FD-B689-452B095D51EB}" dt="2024-10-22T11:24:46.876" v="1574" actId="478"/>
          <ac:spMkLst>
            <pc:docMk/>
            <pc:sldMk cId="3087780856" sldId="457"/>
            <ac:spMk id="3" creationId="{43F1DA33-068B-A201-BE5A-A912E50496A0}"/>
          </ac:spMkLst>
        </pc:spChg>
        <pc:spChg chg="add mod">
          <ac:chgData name="Alirah WEYORI" userId="1c7cbaa8-91f0-4806-8632-e4be5028c1b4" providerId="ADAL" clId="{08B8A6BA-A44D-41FD-B689-452B095D51EB}" dt="2024-10-22T11:30:29.048" v="1694" actId="14100"/>
          <ac:spMkLst>
            <pc:docMk/>
            <pc:sldMk cId="3087780856" sldId="457"/>
            <ac:spMk id="4" creationId="{59B926BC-1244-8DD7-3976-1DCC3DF9CEBB}"/>
          </ac:spMkLst>
        </pc:spChg>
      </pc:sldChg>
      <pc:sldChg chg="modSp new mod">
        <pc:chgData name="Alirah WEYORI" userId="1c7cbaa8-91f0-4806-8632-e4be5028c1b4" providerId="ADAL" clId="{08B8A6BA-A44D-41FD-B689-452B095D51EB}" dt="2024-10-23T08:21:24.662" v="6484" actId="14100"/>
        <pc:sldMkLst>
          <pc:docMk/>
          <pc:sldMk cId="918773958" sldId="458"/>
        </pc:sldMkLst>
        <pc:spChg chg="mod">
          <ac:chgData name="Alirah WEYORI" userId="1c7cbaa8-91f0-4806-8632-e4be5028c1b4" providerId="ADAL" clId="{08B8A6BA-A44D-41FD-B689-452B095D51EB}" dt="2024-10-22T13:43:10.768" v="3538" actId="5793"/>
          <ac:spMkLst>
            <pc:docMk/>
            <pc:sldMk cId="918773958" sldId="458"/>
            <ac:spMk id="2" creationId="{E3BBEE1F-3598-CC4E-6499-390BDB365475}"/>
          </ac:spMkLst>
        </pc:spChg>
        <pc:spChg chg="mod">
          <ac:chgData name="Alirah WEYORI" userId="1c7cbaa8-91f0-4806-8632-e4be5028c1b4" providerId="ADAL" clId="{08B8A6BA-A44D-41FD-B689-452B095D51EB}" dt="2024-10-23T08:21:24.662" v="6484" actId="14100"/>
          <ac:spMkLst>
            <pc:docMk/>
            <pc:sldMk cId="918773958" sldId="458"/>
            <ac:spMk id="3" creationId="{E7E1FDB2-FDD1-4060-FD7E-A0F8F744C9FF}"/>
          </ac:spMkLst>
        </pc:spChg>
      </pc:sldChg>
      <pc:sldChg chg="modSp new mod">
        <pc:chgData name="Alirah WEYORI" userId="1c7cbaa8-91f0-4806-8632-e4be5028c1b4" providerId="ADAL" clId="{08B8A6BA-A44D-41FD-B689-452B095D51EB}" dt="2024-10-22T14:44:28.839" v="6349" actId="1076"/>
        <pc:sldMkLst>
          <pc:docMk/>
          <pc:sldMk cId="945363643" sldId="459"/>
        </pc:sldMkLst>
        <pc:spChg chg="mod">
          <ac:chgData name="Alirah WEYORI" userId="1c7cbaa8-91f0-4806-8632-e4be5028c1b4" providerId="ADAL" clId="{08B8A6BA-A44D-41FD-B689-452B095D51EB}" dt="2024-10-22T14:44:28.839" v="6349" actId="1076"/>
          <ac:spMkLst>
            <pc:docMk/>
            <pc:sldMk cId="945363643" sldId="459"/>
            <ac:spMk id="2" creationId="{179FA78F-744D-6860-161C-3F53C72AF8AD}"/>
          </ac:spMkLst>
        </pc:spChg>
        <pc:spChg chg="mod">
          <ac:chgData name="Alirah WEYORI" userId="1c7cbaa8-91f0-4806-8632-e4be5028c1b4" providerId="ADAL" clId="{08B8A6BA-A44D-41FD-B689-452B095D51EB}" dt="2024-10-22T14:08:31.920" v="4941" actId="207"/>
          <ac:spMkLst>
            <pc:docMk/>
            <pc:sldMk cId="945363643" sldId="459"/>
            <ac:spMk id="3" creationId="{8002A1B9-BD00-31E0-1DA7-2D7017556D21}"/>
          </ac:spMkLst>
        </pc:spChg>
      </pc:sldChg>
      <pc:sldChg chg="modSp add mod ord">
        <pc:chgData name="Alirah WEYORI" userId="1c7cbaa8-91f0-4806-8632-e4be5028c1b4" providerId="ADAL" clId="{08B8A6BA-A44D-41FD-B689-452B095D51EB}" dt="2024-10-23T08:26:14.285" v="6595" actId="6549"/>
        <pc:sldMkLst>
          <pc:docMk/>
          <pc:sldMk cId="1456274780" sldId="460"/>
        </pc:sldMkLst>
        <pc:spChg chg="mod">
          <ac:chgData name="Alirah WEYORI" userId="1c7cbaa8-91f0-4806-8632-e4be5028c1b4" providerId="ADAL" clId="{08B8A6BA-A44D-41FD-B689-452B095D51EB}" dt="2024-10-22T14:43:58.604" v="6343" actId="108"/>
          <ac:spMkLst>
            <pc:docMk/>
            <pc:sldMk cId="1456274780" sldId="460"/>
            <ac:spMk id="2" creationId="{179FA78F-744D-6860-161C-3F53C72AF8AD}"/>
          </ac:spMkLst>
        </pc:spChg>
        <pc:spChg chg="mod">
          <ac:chgData name="Alirah WEYORI" userId="1c7cbaa8-91f0-4806-8632-e4be5028c1b4" providerId="ADAL" clId="{08B8A6BA-A44D-41FD-B689-452B095D51EB}" dt="2024-10-23T08:26:14.285" v="6595" actId="6549"/>
          <ac:spMkLst>
            <pc:docMk/>
            <pc:sldMk cId="1456274780" sldId="460"/>
            <ac:spMk id="3" creationId="{8002A1B9-BD00-31E0-1DA7-2D7017556D21}"/>
          </ac:spMkLst>
        </pc:spChg>
      </pc:sldChg>
      <pc:sldChg chg="addSp delSp modSp new mod ord">
        <pc:chgData name="Alirah WEYORI" userId="1c7cbaa8-91f0-4806-8632-e4be5028c1b4" providerId="ADAL" clId="{08B8A6BA-A44D-41FD-B689-452B095D51EB}" dt="2024-10-22T14:44:15.608" v="6346" actId="1076"/>
        <pc:sldMkLst>
          <pc:docMk/>
          <pc:sldMk cId="2780985664" sldId="461"/>
        </pc:sldMkLst>
        <pc:spChg chg="mod">
          <ac:chgData name="Alirah WEYORI" userId="1c7cbaa8-91f0-4806-8632-e4be5028c1b4" providerId="ADAL" clId="{08B8A6BA-A44D-41FD-B689-452B095D51EB}" dt="2024-10-22T14:44:15.608" v="6346" actId="1076"/>
          <ac:spMkLst>
            <pc:docMk/>
            <pc:sldMk cId="2780985664" sldId="461"/>
            <ac:spMk id="2" creationId="{D71E7655-963F-8137-739D-7DCE3F086034}"/>
          </ac:spMkLst>
        </pc:spChg>
        <pc:spChg chg="del">
          <ac:chgData name="Alirah WEYORI" userId="1c7cbaa8-91f0-4806-8632-e4be5028c1b4" providerId="ADAL" clId="{08B8A6BA-A44D-41FD-B689-452B095D51EB}" dt="2024-10-22T13:41:58.681" v="3525" actId="478"/>
          <ac:spMkLst>
            <pc:docMk/>
            <pc:sldMk cId="2780985664" sldId="461"/>
            <ac:spMk id="3" creationId="{DBE8B3DA-2D1A-430F-3E8D-81966554F091}"/>
          </ac:spMkLst>
        </pc:spChg>
        <pc:picChg chg="add mod">
          <ac:chgData name="Alirah WEYORI" userId="1c7cbaa8-91f0-4806-8632-e4be5028c1b4" providerId="ADAL" clId="{08B8A6BA-A44D-41FD-B689-452B095D51EB}" dt="2024-10-22T13:42:18.969" v="3530" actId="1076"/>
          <ac:picMkLst>
            <pc:docMk/>
            <pc:sldMk cId="2780985664" sldId="461"/>
            <ac:picMk id="4" creationId="{5F5B2978-6A59-3CA3-D6DD-E8F17FD336E6}"/>
          </ac:picMkLst>
        </pc:picChg>
      </pc:sldChg>
      <pc:sldChg chg="addSp delSp modSp new mod">
        <pc:chgData name="Alirah WEYORI" userId="1c7cbaa8-91f0-4806-8632-e4be5028c1b4" providerId="ADAL" clId="{08B8A6BA-A44D-41FD-B689-452B095D51EB}" dt="2024-10-23T08:20:59.925" v="6482" actId="478"/>
        <pc:sldMkLst>
          <pc:docMk/>
          <pc:sldMk cId="3149012219" sldId="462"/>
        </pc:sldMkLst>
        <pc:spChg chg="mod">
          <ac:chgData name="Alirah WEYORI" userId="1c7cbaa8-91f0-4806-8632-e4be5028c1b4" providerId="ADAL" clId="{08B8A6BA-A44D-41FD-B689-452B095D51EB}" dt="2024-10-22T13:43:52.946" v="3580" actId="20577"/>
          <ac:spMkLst>
            <pc:docMk/>
            <pc:sldMk cId="3149012219" sldId="462"/>
            <ac:spMk id="2" creationId="{F3D04E40-2BD0-3140-3458-9B9F72830847}"/>
          </ac:spMkLst>
        </pc:spChg>
        <pc:spChg chg="del">
          <ac:chgData name="Alirah WEYORI" userId="1c7cbaa8-91f0-4806-8632-e4be5028c1b4" providerId="ADAL" clId="{08B8A6BA-A44D-41FD-B689-452B095D51EB}" dt="2024-10-22T13:44:53.528" v="3581" actId="1032"/>
          <ac:spMkLst>
            <pc:docMk/>
            <pc:sldMk cId="3149012219" sldId="462"/>
            <ac:spMk id="3" creationId="{A5609BBB-DF2F-EE16-7DFB-B3CD237F6611}"/>
          </ac:spMkLst>
        </pc:spChg>
        <pc:graphicFrameChg chg="add mod modGraphic">
          <ac:chgData name="Alirah WEYORI" userId="1c7cbaa8-91f0-4806-8632-e4be5028c1b4" providerId="ADAL" clId="{08B8A6BA-A44D-41FD-B689-452B095D51EB}" dt="2024-10-22T14:12:37.865" v="5023" actId="20577"/>
          <ac:graphicFrameMkLst>
            <pc:docMk/>
            <pc:sldMk cId="3149012219" sldId="462"/>
            <ac:graphicFrameMk id="4" creationId="{C8A8BA3E-99B7-6885-5568-A4E2A386E793}"/>
          </ac:graphicFrameMkLst>
        </pc:graphicFrameChg>
        <pc:graphicFrameChg chg="add del mod modGraphic">
          <ac:chgData name="Alirah WEYORI" userId="1c7cbaa8-91f0-4806-8632-e4be5028c1b4" providerId="ADAL" clId="{08B8A6BA-A44D-41FD-B689-452B095D51EB}" dt="2024-10-23T08:20:59.925" v="6482" actId="478"/>
          <ac:graphicFrameMkLst>
            <pc:docMk/>
            <pc:sldMk cId="3149012219" sldId="462"/>
            <ac:graphicFrameMk id="5" creationId="{0A9A87DF-0E4D-7906-EEFA-DE80FD7FEFE9}"/>
          </ac:graphicFrameMkLst>
        </pc:graphicFrameChg>
      </pc:sldChg>
      <pc:sldChg chg="addSp delSp modSp new mod">
        <pc:chgData name="Alirah WEYORI" userId="1c7cbaa8-91f0-4806-8632-e4be5028c1b4" providerId="ADAL" clId="{08B8A6BA-A44D-41FD-B689-452B095D51EB}" dt="2024-10-22T14:30:05.015" v="5599" actId="14100"/>
        <pc:sldMkLst>
          <pc:docMk/>
          <pc:sldMk cId="2793508033" sldId="463"/>
        </pc:sldMkLst>
        <pc:spChg chg="del">
          <ac:chgData name="Alirah WEYORI" userId="1c7cbaa8-91f0-4806-8632-e4be5028c1b4" providerId="ADAL" clId="{08B8A6BA-A44D-41FD-B689-452B095D51EB}" dt="2024-10-22T14:16:44.791" v="5033" actId="478"/>
          <ac:spMkLst>
            <pc:docMk/>
            <pc:sldMk cId="2793508033" sldId="463"/>
            <ac:spMk id="2" creationId="{017D4296-D25C-C149-C481-6968A96F31B6}"/>
          </ac:spMkLst>
        </pc:spChg>
        <pc:spChg chg="del">
          <ac:chgData name="Alirah WEYORI" userId="1c7cbaa8-91f0-4806-8632-e4be5028c1b4" providerId="ADAL" clId="{08B8A6BA-A44D-41FD-B689-452B095D51EB}" dt="2024-10-22T14:16:39.438" v="5031" actId="478"/>
          <ac:spMkLst>
            <pc:docMk/>
            <pc:sldMk cId="2793508033" sldId="463"/>
            <ac:spMk id="3" creationId="{4EC385AC-8BF8-8D7A-9000-495CD4DB6BDB}"/>
          </ac:spMkLst>
        </pc:spChg>
        <pc:spChg chg="add mod">
          <ac:chgData name="Alirah WEYORI" userId="1c7cbaa8-91f0-4806-8632-e4be5028c1b4" providerId="ADAL" clId="{08B8A6BA-A44D-41FD-B689-452B095D51EB}" dt="2024-10-22T14:25:49.546" v="5330" actId="1076"/>
          <ac:spMkLst>
            <pc:docMk/>
            <pc:sldMk cId="2793508033" sldId="463"/>
            <ac:spMk id="5" creationId="{BE8D96ED-F331-D820-3C17-E1C0D43E8A35}"/>
          </ac:spMkLst>
        </pc:spChg>
        <pc:spChg chg="add mod">
          <ac:chgData name="Alirah WEYORI" userId="1c7cbaa8-91f0-4806-8632-e4be5028c1b4" providerId="ADAL" clId="{08B8A6BA-A44D-41FD-B689-452B095D51EB}" dt="2024-10-22T14:30:05.015" v="5599" actId="14100"/>
          <ac:spMkLst>
            <pc:docMk/>
            <pc:sldMk cId="2793508033" sldId="463"/>
            <ac:spMk id="7" creationId="{E0D9A8F9-CBA8-B36C-3F51-8EF645C3205B}"/>
          </ac:spMkLst>
        </pc:spChg>
        <pc:graphicFrameChg chg="add del mod modGraphic">
          <ac:chgData name="Alirah WEYORI" userId="1c7cbaa8-91f0-4806-8632-e4be5028c1b4" providerId="ADAL" clId="{08B8A6BA-A44D-41FD-B689-452B095D51EB}" dt="2024-10-22T14:27:18.584" v="5343" actId="14734"/>
          <ac:graphicFrameMkLst>
            <pc:docMk/>
            <pc:sldMk cId="2793508033" sldId="463"/>
            <ac:graphicFrameMk id="4" creationId="{3208C37F-52F9-7945-A874-663013F3D138}"/>
          </ac:graphicFrameMkLst>
        </pc:graphicFrameChg>
      </pc:sldChg>
      <pc:sldChg chg="modSp add mod">
        <pc:chgData name="Alirah WEYORI" userId="1c7cbaa8-91f0-4806-8632-e4be5028c1b4" providerId="ADAL" clId="{08B8A6BA-A44D-41FD-B689-452B095D51EB}" dt="2024-10-23T09:52:34.337" v="6599" actId="20577"/>
        <pc:sldMkLst>
          <pc:docMk/>
          <pc:sldMk cId="4128059420" sldId="464"/>
        </pc:sldMkLst>
        <pc:spChg chg="mod">
          <ac:chgData name="Alirah WEYORI" userId="1c7cbaa8-91f0-4806-8632-e4be5028c1b4" providerId="ADAL" clId="{08B8A6BA-A44D-41FD-B689-452B095D51EB}" dt="2024-10-22T14:43:47.270" v="6342" actId="2711"/>
          <ac:spMkLst>
            <pc:docMk/>
            <pc:sldMk cId="4128059420" sldId="464"/>
            <ac:spMk id="2" creationId="{179FA78F-744D-6860-161C-3F53C72AF8AD}"/>
          </ac:spMkLst>
        </pc:spChg>
        <pc:spChg chg="mod">
          <ac:chgData name="Alirah WEYORI" userId="1c7cbaa8-91f0-4806-8632-e4be5028c1b4" providerId="ADAL" clId="{08B8A6BA-A44D-41FD-B689-452B095D51EB}" dt="2024-10-23T09:52:34.337" v="6599" actId="20577"/>
          <ac:spMkLst>
            <pc:docMk/>
            <pc:sldMk cId="4128059420" sldId="464"/>
            <ac:spMk id="3" creationId="{8002A1B9-BD00-31E0-1DA7-2D7017556D2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AD62F7-8322-4B7D-A1AC-ED027380C57A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4E874FA-CDC9-4DD2-AE5E-C205AD83443B}">
      <dgm:prSet phldrT="[Text]"/>
      <dgm:spPr/>
      <dgm:t>
        <a:bodyPr/>
        <a:lstStyle/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APP-FA</a:t>
          </a:r>
        </a:p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rCARI Team</a:t>
          </a:r>
        </a:p>
      </dgm:t>
    </dgm:pt>
    <dgm:pt modelId="{DAB10750-37A3-4821-887C-90F9436757F0}" type="parTrans" cxnId="{6F725462-3469-4B6F-B48D-3414773E13D0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F1AE30B-10DE-4CFA-A21C-C0297B9A14D2}" type="sibTrans" cxnId="{6F725462-3469-4B6F-B48D-3414773E13D0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33970024-742F-45D7-8CD3-A87FF5BA5EB8}">
      <dgm:prSet phldrT="[Text]"/>
      <dgm:spPr/>
      <dgm:t>
        <a:bodyPr/>
        <a:lstStyle/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of VAM </a:t>
          </a:r>
          <a:r>
            <a:rPr lang="en-GB" dirty="0" err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RBx</a:t>
          </a:r>
          <a:endParaRPr lang="en-GB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6CAD6C30-078B-4A85-80DB-BF91DC4B24A1}" type="parTrans" cxnId="{816D4CE4-703F-4E99-B483-E8FA505035E9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9827B303-5188-4F6D-A4AB-A645217BE5C8}" type="sibTrans" cxnId="{816D4CE4-703F-4E99-B483-E8FA505035E9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FF68756-E57F-4DD7-9683-B466940658B5}">
      <dgm:prSet phldrT="[Text]" custT="1"/>
      <dgm:spPr/>
      <dgm:t>
        <a:bodyPr/>
        <a:lstStyle/>
        <a:p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Facilitates communication with COs &amp; supporting training</a:t>
          </a:r>
        </a:p>
      </dgm:t>
    </dgm:pt>
    <dgm:pt modelId="{F4B14DE7-82B1-4DD2-A46B-47C79D634ECF}" type="parTrans" cxnId="{77D0F059-F215-4C40-9AED-A7E09E1BB8DF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16E04810-CB76-4521-81D8-5E33D51D6ABD}" type="sibTrans" cxnId="{77D0F059-F215-4C40-9AED-A7E09E1BB8DF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D0C06CBD-9E27-48A2-A968-92DEC64304D9}">
      <dgm:prSet phldrT="[Text]"/>
      <dgm:spPr/>
      <dgm:t>
        <a:bodyPr/>
        <a:lstStyle/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VAM</a:t>
          </a:r>
        </a:p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COs</a:t>
          </a:r>
        </a:p>
      </dgm:t>
    </dgm:pt>
    <dgm:pt modelId="{CF686B69-5C19-4947-A1E0-6D589F66F5C7}" type="parTrans" cxnId="{471DA5CB-F78C-4FC0-A58B-66B50CCC1AF2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3B1CE79A-1BF5-44CF-BA39-94CAB574C2FA}" type="sibTrans" cxnId="{471DA5CB-F78C-4FC0-A58B-66B50CCC1AF2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5B0A2F43-F37F-4FEC-AC6E-E5FE4F8251FD}">
      <dgm:prSet phldrT="[Text]" custT="1"/>
      <dgm:spPr/>
      <dgm:t>
        <a:bodyPr/>
        <a:lstStyle/>
        <a:p>
          <a:r>
            <a:rPr lang="en-GB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in identifying the study areas together with the APP-FA team</a:t>
          </a:r>
        </a:p>
      </dgm:t>
    </dgm:pt>
    <dgm:pt modelId="{F6AD8858-FEEF-43CE-AD19-EE13CB909261}" type="parTrans" cxnId="{51980314-24E1-42CA-B825-6B28DB884B45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BF2A592F-1B27-4B35-B4CE-D114BFFED589}" type="sibTrans" cxnId="{51980314-24E1-42CA-B825-6B28DB884B45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669750C-190D-4E8E-A819-3C7DCFAC68D4}">
      <dgm:prSet phldrT="[Text]" custT="1"/>
      <dgm:spPr/>
      <dgm:t>
        <a:bodyPr/>
        <a:lstStyle/>
        <a:p>
          <a:r>
            <a:rPr lang="en-GB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with admin work for training</a:t>
          </a:r>
        </a:p>
      </dgm:t>
    </dgm:pt>
    <dgm:pt modelId="{B6ABCB51-FFFD-4301-AF4A-3CEB4F523777}" type="parTrans" cxnId="{ACCC2201-8CC1-4DB9-AC2D-A95CFBD8FFED}">
      <dgm:prSet/>
      <dgm:spPr/>
      <dgm:t>
        <a:bodyPr/>
        <a:lstStyle/>
        <a:p>
          <a:endParaRPr lang="en-GB"/>
        </a:p>
      </dgm:t>
    </dgm:pt>
    <dgm:pt modelId="{5488EE05-80C5-4697-B07D-3EEB0FCAD455}" type="sibTrans" cxnId="{ACCC2201-8CC1-4DB9-AC2D-A95CFBD8FFED}">
      <dgm:prSet/>
      <dgm:spPr/>
      <dgm:t>
        <a:bodyPr/>
        <a:lstStyle/>
        <a:p>
          <a:endParaRPr lang="en-GB"/>
        </a:p>
      </dgm:t>
    </dgm:pt>
    <dgm:pt modelId="{BDF31C0B-B6F9-4538-BF71-38ABF9DFE60C}">
      <dgm:prSet phldrT="[Text]" custT="1"/>
      <dgm:spPr/>
      <dgm:t>
        <a:bodyPr/>
        <a:lstStyle/>
        <a:p>
          <a:r>
            <a:rPr lang="en-GB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Budgeting and logistics</a:t>
          </a:r>
        </a:p>
      </dgm:t>
    </dgm:pt>
    <dgm:pt modelId="{AA7F3447-A311-4C69-9CA1-D26B42096D69}" type="parTrans" cxnId="{848ADF6B-4098-46A9-978C-1E588A833B5F}">
      <dgm:prSet/>
      <dgm:spPr/>
      <dgm:t>
        <a:bodyPr/>
        <a:lstStyle/>
        <a:p>
          <a:endParaRPr lang="en-GB"/>
        </a:p>
      </dgm:t>
    </dgm:pt>
    <dgm:pt modelId="{90C1B6EF-C0F7-43A5-8F4C-0A2C77E01EB4}" type="sibTrans" cxnId="{848ADF6B-4098-46A9-978C-1E588A833B5F}">
      <dgm:prSet/>
      <dgm:spPr/>
      <dgm:t>
        <a:bodyPr/>
        <a:lstStyle/>
        <a:p>
          <a:endParaRPr lang="en-GB"/>
        </a:p>
      </dgm:t>
    </dgm:pt>
    <dgm:pt modelId="{BF757D6B-2E1C-48F5-8594-4A1D490D55CD}">
      <dgm:prSet phldrT="[Text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Provides technical support for COs</a:t>
          </a:r>
        </a:p>
      </dgm:t>
    </dgm:pt>
    <dgm:pt modelId="{CF88D6C8-47F9-4398-B397-62A721752EDF}" type="parTrans" cxnId="{6BC67C67-6080-4275-A55C-E1C1BCD10F79}">
      <dgm:prSet/>
      <dgm:spPr/>
      <dgm:t>
        <a:bodyPr/>
        <a:lstStyle/>
        <a:p>
          <a:endParaRPr lang="en-GB"/>
        </a:p>
      </dgm:t>
    </dgm:pt>
    <dgm:pt modelId="{79682B60-7B3A-4C35-A50E-0885980B9112}" type="sibTrans" cxnId="{6BC67C67-6080-4275-A55C-E1C1BCD10F79}">
      <dgm:prSet/>
      <dgm:spPr/>
      <dgm:t>
        <a:bodyPr/>
        <a:lstStyle/>
        <a:p>
          <a:endParaRPr lang="en-GB"/>
        </a:p>
      </dgm:t>
    </dgm:pt>
    <dgm:pt modelId="{7DD9D9F4-70EC-4FE7-A141-F056DACAAFBB}">
      <dgm:prSet phldrT="[Text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Leads in field work (implementation)</a:t>
          </a:r>
        </a:p>
      </dgm:t>
    </dgm:pt>
    <dgm:pt modelId="{4F84A963-8B7D-4998-9AC0-1715A605EFA5}" type="parTrans" cxnId="{5CBCB5D1-5CD8-4BA5-A020-7ED2747A737D}">
      <dgm:prSet/>
      <dgm:spPr/>
      <dgm:t>
        <a:bodyPr/>
        <a:lstStyle/>
        <a:p>
          <a:endParaRPr lang="en-GB"/>
        </a:p>
      </dgm:t>
    </dgm:pt>
    <dgm:pt modelId="{A77D5B0D-2BE0-439B-9D43-E48E4F9538D4}" type="sibTrans" cxnId="{5CBCB5D1-5CD8-4BA5-A020-7ED2747A737D}">
      <dgm:prSet/>
      <dgm:spPr/>
      <dgm:t>
        <a:bodyPr/>
        <a:lstStyle/>
        <a:p>
          <a:endParaRPr lang="en-GB"/>
        </a:p>
      </dgm:t>
    </dgm:pt>
    <dgm:pt modelId="{47225CB3-0F3D-466F-9CE5-313579787D82}">
      <dgm:prSet phldrT="[Text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Data analysis and report writing</a:t>
          </a:r>
        </a:p>
      </dgm:t>
    </dgm:pt>
    <dgm:pt modelId="{9353368B-4B78-452F-B639-3F3E5FBBD2FC}" type="parTrans" cxnId="{34123FD8-A975-413B-969C-58B13CCCF878}">
      <dgm:prSet/>
      <dgm:spPr/>
      <dgm:t>
        <a:bodyPr/>
        <a:lstStyle/>
        <a:p>
          <a:endParaRPr lang="en-GB"/>
        </a:p>
      </dgm:t>
    </dgm:pt>
    <dgm:pt modelId="{358DEE93-61F7-49C5-96C8-934EBCA8A0E3}" type="sibTrans" cxnId="{34123FD8-A975-413B-969C-58B13CCCF878}">
      <dgm:prSet/>
      <dgm:spPr/>
      <dgm:t>
        <a:bodyPr/>
        <a:lstStyle/>
        <a:p>
          <a:endParaRPr lang="en-GB"/>
        </a:p>
      </dgm:t>
    </dgm:pt>
    <dgm:pt modelId="{2E5F8C83-EF99-4C92-AF2B-FD7801F12247}">
      <dgm:prSet phldrT="[Text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Designs the study methodology</a:t>
          </a:r>
        </a:p>
      </dgm:t>
    </dgm:pt>
    <dgm:pt modelId="{95A85946-FEA2-4F2E-8F78-68A73382431F}" type="parTrans" cxnId="{9AFD8E55-D168-48AC-ACE7-B60D14AEAAFF}">
      <dgm:prSet/>
      <dgm:spPr/>
      <dgm:t>
        <a:bodyPr/>
        <a:lstStyle/>
        <a:p>
          <a:endParaRPr lang="en-GB"/>
        </a:p>
      </dgm:t>
    </dgm:pt>
    <dgm:pt modelId="{40C2775F-7163-4E9C-8F3E-7EC967272D2E}" type="sibTrans" cxnId="{9AFD8E55-D168-48AC-ACE7-B60D14AEAAFF}">
      <dgm:prSet/>
      <dgm:spPr/>
      <dgm:t>
        <a:bodyPr/>
        <a:lstStyle/>
        <a:p>
          <a:endParaRPr lang="en-GB"/>
        </a:p>
      </dgm:t>
    </dgm:pt>
    <dgm:pt modelId="{2A30E46B-805C-4956-A0B7-2F6860B766FC}" type="pres">
      <dgm:prSet presAssocID="{BEAD62F7-8322-4B7D-A1AC-ED027380C57A}" presName="linearFlow" presStyleCnt="0">
        <dgm:presLayoutVars>
          <dgm:dir/>
          <dgm:animLvl val="lvl"/>
          <dgm:resizeHandles val="exact"/>
        </dgm:presLayoutVars>
      </dgm:prSet>
      <dgm:spPr/>
    </dgm:pt>
    <dgm:pt modelId="{35D7A34C-66E1-44D8-85FD-AD213E8F6255}" type="pres">
      <dgm:prSet presAssocID="{E4E874FA-CDC9-4DD2-AE5E-C205AD83443B}" presName="composite" presStyleCnt="0"/>
      <dgm:spPr/>
    </dgm:pt>
    <dgm:pt modelId="{82D31000-ECAE-4202-B167-5924C373A565}" type="pres">
      <dgm:prSet presAssocID="{E4E874FA-CDC9-4DD2-AE5E-C205AD83443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A258537-CE04-416E-B565-3185B2A355F1}" type="pres">
      <dgm:prSet presAssocID="{E4E874FA-CDC9-4DD2-AE5E-C205AD83443B}" presName="descendantText" presStyleLbl="alignAcc1" presStyleIdx="0" presStyleCnt="3" custScaleY="111842" custLinFactNeighborY="258">
        <dgm:presLayoutVars>
          <dgm:bulletEnabled val="1"/>
        </dgm:presLayoutVars>
      </dgm:prSet>
      <dgm:spPr/>
    </dgm:pt>
    <dgm:pt modelId="{13FE23A7-425C-4147-B418-FB9E73281CE8}" type="pres">
      <dgm:prSet presAssocID="{4F1AE30B-10DE-4CFA-A21C-C0297B9A14D2}" presName="sp" presStyleCnt="0"/>
      <dgm:spPr/>
    </dgm:pt>
    <dgm:pt modelId="{BC5082DB-DF21-4436-B59E-BC60EE5A2079}" type="pres">
      <dgm:prSet presAssocID="{33970024-742F-45D7-8CD3-A87FF5BA5EB8}" presName="composite" presStyleCnt="0"/>
      <dgm:spPr/>
    </dgm:pt>
    <dgm:pt modelId="{D5612C9E-2CD5-42DB-8BBE-35E6B9B336C6}" type="pres">
      <dgm:prSet presAssocID="{33970024-742F-45D7-8CD3-A87FF5BA5EB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4A130D7-5F21-40E9-9F5A-A02F7E8833F7}" type="pres">
      <dgm:prSet presAssocID="{33970024-742F-45D7-8CD3-A87FF5BA5EB8}" presName="descendantText" presStyleLbl="alignAcc1" presStyleIdx="1" presStyleCnt="3" custScaleY="86517">
        <dgm:presLayoutVars>
          <dgm:bulletEnabled val="1"/>
        </dgm:presLayoutVars>
      </dgm:prSet>
      <dgm:spPr/>
    </dgm:pt>
    <dgm:pt modelId="{1D6F4032-2792-4233-AEAE-58BC82304B67}" type="pres">
      <dgm:prSet presAssocID="{9827B303-5188-4F6D-A4AB-A645217BE5C8}" presName="sp" presStyleCnt="0"/>
      <dgm:spPr/>
    </dgm:pt>
    <dgm:pt modelId="{0C30E880-9065-4EC3-9CE1-BCFEBD625462}" type="pres">
      <dgm:prSet presAssocID="{D0C06CBD-9E27-48A2-A968-92DEC64304D9}" presName="composite" presStyleCnt="0"/>
      <dgm:spPr/>
    </dgm:pt>
    <dgm:pt modelId="{600791A0-F61D-428C-A825-C6C5D4E7010D}" type="pres">
      <dgm:prSet presAssocID="{D0C06CBD-9E27-48A2-A968-92DEC64304D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5E23976F-3717-4880-AFF8-3F773B397896}" type="pres">
      <dgm:prSet presAssocID="{D0C06CBD-9E27-48A2-A968-92DEC64304D9}" presName="descendantText" presStyleLbl="alignAcc1" presStyleIdx="2" presStyleCnt="3" custScaleY="98869">
        <dgm:presLayoutVars>
          <dgm:bulletEnabled val="1"/>
        </dgm:presLayoutVars>
      </dgm:prSet>
      <dgm:spPr/>
    </dgm:pt>
  </dgm:ptLst>
  <dgm:cxnLst>
    <dgm:cxn modelId="{ACCC2201-8CC1-4DB9-AC2D-A95CFBD8FFED}" srcId="{D0C06CBD-9E27-48A2-A968-92DEC64304D9}" destId="{4669750C-190D-4E8E-A819-3C7DCFAC68D4}" srcOrd="2" destOrd="0" parTransId="{B6ABCB51-FFFD-4301-AF4A-3CEB4F523777}" sibTransId="{5488EE05-80C5-4697-B07D-3EEB0FCAD455}"/>
    <dgm:cxn modelId="{51980314-24E1-42CA-B825-6B28DB884B45}" srcId="{D0C06CBD-9E27-48A2-A968-92DEC64304D9}" destId="{5B0A2F43-F37F-4FEC-AC6E-E5FE4F8251FD}" srcOrd="0" destOrd="0" parTransId="{F6AD8858-FEEF-43CE-AD19-EE13CB909261}" sibTransId="{BF2A592F-1B27-4B35-B4CE-D114BFFED589}"/>
    <dgm:cxn modelId="{BEA6C529-A775-4E5D-982A-9DF78B70270B}" type="presOf" srcId="{5B0A2F43-F37F-4FEC-AC6E-E5FE4F8251FD}" destId="{5E23976F-3717-4880-AFF8-3F773B397896}" srcOrd="0" destOrd="0" presId="urn:microsoft.com/office/officeart/2005/8/layout/chevron2"/>
    <dgm:cxn modelId="{F22BD62C-702C-4444-A714-778324012F20}" type="presOf" srcId="{7DD9D9F4-70EC-4FE7-A141-F056DACAAFBB}" destId="{BA258537-CE04-416E-B565-3185B2A355F1}" srcOrd="0" destOrd="2" presId="urn:microsoft.com/office/officeart/2005/8/layout/chevron2"/>
    <dgm:cxn modelId="{7191115E-7838-45D9-82A7-DB74A4972A3A}" type="presOf" srcId="{BF757D6B-2E1C-48F5-8594-4A1D490D55CD}" destId="{BA258537-CE04-416E-B565-3185B2A355F1}" srcOrd="0" destOrd="1" presId="urn:microsoft.com/office/officeart/2005/8/layout/chevron2"/>
    <dgm:cxn modelId="{6F725462-3469-4B6F-B48D-3414773E13D0}" srcId="{BEAD62F7-8322-4B7D-A1AC-ED027380C57A}" destId="{E4E874FA-CDC9-4DD2-AE5E-C205AD83443B}" srcOrd="0" destOrd="0" parTransId="{DAB10750-37A3-4821-887C-90F9436757F0}" sibTransId="{4F1AE30B-10DE-4CFA-A21C-C0297B9A14D2}"/>
    <dgm:cxn modelId="{6BC67C67-6080-4275-A55C-E1C1BCD10F79}" srcId="{E4E874FA-CDC9-4DD2-AE5E-C205AD83443B}" destId="{BF757D6B-2E1C-48F5-8594-4A1D490D55CD}" srcOrd="1" destOrd="0" parTransId="{CF88D6C8-47F9-4398-B397-62A721752EDF}" sibTransId="{79682B60-7B3A-4C35-A50E-0885980B9112}"/>
    <dgm:cxn modelId="{848ADF6B-4098-46A9-978C-1E588A833B5F}" srcId="{D0C06CBD-9E27-48A2-A968-92DEC64304D9}" destId="{BDF31C0B-B6F9-4538-BF71-38ABF9DFE60C}" srcOrd="1" destOrd="0" parTransId="{AA7F3447-A311-4C69-9CA1-D26B42096D69}" sibTransId="{90C1B6EF-C0F7-43A5-8F4C-0A2C77E01EB4}"/>
    <dgm:cxn modelId="{D0B1B451-E268-41E2-B710-ACD3C80C790D}" type="presOf" srcId="{E4E874FA-CDC9-4DD2-AE5E-C205AD83443B}" destId="{82D31000-ECAE-4202-B167-5924C373A565}" srcOrd="0" destOrd="0" presId="urn:microsoft.com/office/officeart/2005/8/layout/chevron2"/>
    <dgm:cxn modelId="{2668B571-0232-444A-B076-AE4C60F5445D}" type="presOf" srcId="{47225CB3-0F3D-466F-9CE5-313579787D82}" destId="{BA258537-CE04-416E-B565-3185B2A355F1}" srcOrd="0" destOrd="3" presId="urn:microsoft.com/office/officeart/2005/8/layout/chevron2"/>
    <dgm:cxn modelId="{9AFD8E55-D168-48AC-ACE7-B60D14AEAAFF}" srcId="{E4E874FA-CDC9-4DD2-AE5E-C205AD83443B}" destId="{2E5F8C83-EF99-4C92-AF2B-FD7801F12247}" srcOrd="0" destOrd="0" parTransId="{95A85946-FEA2-4F2E-8F78-68A73382431F}" sibTransId="{40C2775F-7163-4E9C-8F3E-7EC967272D2E}"/>
    <dgm:cxn modelId="{77D0F059-F215-4C40-9AED-A7E09E1BB8DF}" srcId="{33970024-742F-45D7-8CD3-A87FF5BA5EB8}" destId="{4FF68756-E57F-4DD7-9683-B466940658B5}" srcOrd="0" destOrd="0" parTransId="{F4B14DE7-82B1-4DD2-A46B-47C79D634ECF}" sibTransId="{16E04810-CB76-4521-81D8-5E33D51D6ABD}"/>
    <dgm:cxn modelId="{9DAC4686-192F-4EE9-97F6-AAD30547B43B}" type="presOf" srcId="{D0C06CBD-9E27-48A2-A968-92DEC64304D9}" destId="{600791A0-F61D-428C-A825-C6C5D4E7010D}" srcOrd="0" destOrd="0" presId="urn:microsoft.com/office/officeart/2005/8/layout/chevron2"/>
    <dgm:cxn modelId="{124207B0-5587-428F-83CF-B9A1388C5826}" type="presOf" srcId="{BEAD62F7-8322-4B7D-A1AC-ED027380C57A}" destId="{2A30E46B-805C-4956-A0B7-2F6860B766FC}" srcOrd="0" destOrd="0" presId="urn:microsoft.com/office/officeart/2005/8/layout/chevron2"/>
    <dgm:cxn modelId="{974B09CB-896F-4661-B6B0-2F798B0FFE25}" type="presOf" srcId="{33970024-742F-45D7-8CD3-A87FF5BA5EB8}" destId="{D5612C9E-2CD5-42DB-8BBE-35E6B9B336C6}" srcOrd="0" destOrd="0" presId="urn:microsoft.com/office/officeart/2005/8/layout/chevron2"/>
    <dgm:cxn modelId="{471DA5CB-F78C-4FC0-A58B-66B50CCC1AF2}" srcId="{BEAD62F7-8322-4B7D-A1AC-ED027380C57A}" destId="{D0C06CBD-9E27-48A2-A968-92DEC64304D9}" srcOrd="2" destOrd="0" parTransId="{CF686B69-5C19-4947-A1E0-6D589F66F5C7}" sibTransId="{3B1CE79A-1BF5-44CF-BA39-94CAB574C2FA}"/>
    <dgm:cxn modelId="{9A689BCC-A2C2-4F6A-9DDD-170393187906}" type="presOf" srcId="{4669750C-190D-4E8E-A819-3C7DCFAC68D4}" destId="{5E23976F-3717-4880-AFF8-3F773B397896}" srcOrd="0" destOrd="2" presId="urn:microsoft.com/office/officeart/2005/8/layout/chevron2"/>
    <dgm:cxn modelId="{5CBCB5D1-5CD8-4BA5-A020-7ED2747A737D}" srcId="{E4E874FA-CDC9-4DD2-AE5E-C205AD83443B}" destId="{7DD9D9F4-70EC-4FE7-A141-F056DACAAFBB}" srcOrd="2" destOrd="0" parTransId="{4F84A963-8B7D-4998-9AC0-1715A605EFA5}" sibTransId="{A77D5B0D-2BE0-439B-9D43-E48E4F9538D4}"/>
    <dgm:cxn modelId="{34123FD8-A975-413B-969C-58B13CCCF878}" srcId="{E4E874FA-CDC9-4DD2-AE5E-C205AD83443B}" destId="{47225CB3-0F3D-466F-9CE5-313579787D82}" srcOrd="3" destOrd="0" parTransId="{9353368B-4B78-452F-B639-3F3E5FBBD2FC}" sibTransId="{358DEE93-61F7-49C5-96C8-934EBCA8A0E3}"/>
    <dgm:cxn modelId="{CC0B43DF-C48D-462D-A6E4-EDC34F6DE29A}" type="presOf" srcId="{BDF31C0B-B6F9-4538-BF71-38ABF9DFE60C}" destId="{5E23976F-3717-4880-AFF8-3F773B397896}" srcOrd="0" destOrd="1" presId="urn:microsoft.com/office/officeart/2005/8/layout/chevron2"/>
    <dgm:cxn modelId="{816D4CE4-703F-4E99-B483-E8FA505035E9}" srcId="{BEAD62F7-8322-4B7D-A1AC-ED027380C57A}" destId="{33970024-742F-45D7-8CD3-A87FF5BA5EB8}" srcOrd="1" destOrd="0" parTransId="{6CAD6C30-078B-4A85-80DB-BF91DC4B24A1}" sibTransId="{9827B303-5188-4F6D-A4AB-A645217BE5C8}"/>
    <dgm:cxn modelId="{A364A8E9-9E1A-464A-89F6-9189B8A0E2BE}" type="presOf" srcId="{2E5F8C83-EF99-4C92-AF2B-FD7801F12247}" destId="{BA258537-CE04-416E-B565-3185B2A355F1}" srcOrd="0" destOrd="0" presId="urn:microsoft.com/office/officeart/2005/8/layout/chevron2"/>
    <dgm:cxn modelId="{775DE5FE-5155-48B1-928A-17FB65CFAB66}" type="presOf" srcId="{4FF68756-E57F-4DD7-9683-B466940658B5}" destId="{04A130D7-5F21-40E9-9F5A-A02F7E8833F7}" srcOrd="0" destOrd="0" presId="urn:microsoft.com/office/officeart/2005/8/layout/chevron2"/>
    <dgm:cxn modelId="{E7738CE3-C2D9-4BDE-8B42-6833195C7AB7}" type="presParOf" srcId="{2A30E46B-805C-4956-A0B7-2F6860B766FC}" destId="{35D7A34C-66E1-44D8-85FD-AD213E8F6255}" srcOrd="0" destOrd="0" presId="urn:microsoft.com/office/officeart/2005/8/layout/chevron2"/>
    <dgm:cxn modelId="{21AC8EE2-6B5C-4F6F-9441-431BA397B67E}" type="presParOf" srcId="{35D7A34C-66E1-44D8-85FD-AD213E8F6255}" destId="{82D31000-ECAE-4202-B167-5924C373A565}" srcOrd="0" destOrd="0" presId="urn:microsoft.com/office/officeart/2005/8/layout/chevron2"/>
    <dgm:cxn modelId="{8EA84D21-1407-42CE-BCC4-324F0D8F4E89}" type="presParOf" srcId="{35D7A34C-66E1-44D8-85FD-AD213E8F6255}" destId="{BA258537-CE04-416E-B565-3185B2A355F1}" srcOrd="1" destOrd="0" presId="urn:microsoft.com/office/officeart/2005/8/layout/chevron2"/>
    <dgm:cxn modelId="{85A1D414-2EFB-4648-BFF8-88E0E2CB6DDD}" type="presParOf" srcId="{2A30E46B-805C-4956-A0B7-2F6860B766FC}" destId="{13FE23A7-425C-4147-B418-FB9E73281CE8}" srcOrd="1" destOrd="0" presId="urn:microsoft.com/office/officeart/2005/8/layout/chevron2"/>
    <dgm:cxn modelId="{149DD377-8C6D-4589-8922-811D4293674C}" type="presParOf" srcId="{2A30E46B-805C-4956-A0B7-2F6860B766FC}" destId="{BC5082DB-DF21-4436-B59E-BC60EE5A2079}" srcOrd="2" destOrd="0" presId="urn:microsoft.com/office/officeart/2005/8/layout/chevron2"/>
    <dgm:cxn modelId="{D9D2E3B6-B424-4384-B181-9BBF2EAB68BC}" type="presParOf" srcId="{BC5082DB-DF21-4436-B59E-BC60EE5A2079}" destId="{D5612C9E-2CD5-42DB-8BBE-35E6B9B336C6}" srcOrd="0" destOrd="0" presId="urn:microsoft.com/office/officeart/2005/8/layout/chevron2"/>
    <dgm:cxn modelId="{FC4C90DE-5D86-40E5-8CDA-FE6416FC4A3F}" type="presParOf" srcId="{BC5082DB-DF21-4436-B59E-BC60EE5A2079}" destId="{04A130D7-5F21-40E9-9F5A-A02F7E8833F7}" srcOrd="1" destOrd="0" presId="urn:microsoft.com/office/officeart/2005/8/layout/chevron2"/>
    <dgm:cxn modelId="{DBEFDC9E-2E63-4C68-9A86-3BF1A9AE1795}" type="presParOf" srcId="{2A30E46B-805C-4956-A0B7-2F6860B766FC}" destId="{1D6F4032-2792-4233-AEAE-58BC82304B67}" srcOrd="3" destOrd="0" presId="urn:microsoft.com/office/officeart/2005/8/layout/chevron2"/>
    <dgm:cxn modelId="{8B893623-5D34-4257-B0D6-AB504066569B}" type="presParOf" srcId="{2A30E46B-805C-4956-A0B7-2F6860B766FC}" destId="{0C30E880-9065-4EC3-9CE1-BCFEBD625462}" srcOrd="4" destOrd="0" presId="urn:microsoft.com/office/officeart/2005/8/layout/chevron2"/>
    <dgm:cxn modelId="{E631BFF3-9F2D-4609-BEF6-F113F679F804}" type="presParOf" srcId="{0C30E880-9065-4EC3-9CE1-BCFEBD625462}" destId="{600791A0-F61D-428C-A825-C6C5D4E7010D}" srcOrd="0" destOrd="0" presId="urn:microsoft.com/office/officeart/2005/8/layout/chevron2"/>
    <dgm:cxn modelId="{163DDA8E-2EDE-4D95-A055-90E2D5436573}" type="presParOf" srcId="{0C30E880-9065-4EC3-9CE1-BCFEBD625462}" destId="{5E23976F-3717-4880-AFF8-3F773B39789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31000-ECAE-4202-B167-5924C373A565}">
      <dsp:nvSpPr>
        <dsp:cNvPr id="0" name=""/>
        <dsp:cNvSpPr/>
      </dsp:nvSpPr>
      <dsp:spPr>
        <a:xfrm rot="5400000">
          <a:off x="-258902" y="332772"/>
          <a:ext cx="1726018" cy="120821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APP-FA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rCARI Team</a:t>
          </a:r>
        </a:p>
      </dsp:txBody>
      <dsp:txXfrm rot="-5400000">
        <a:off x="1" y="677977"/>
        <a:ext cx="1208213" cy="517805"/>
      </dsp:txXfrm>
    </dsp:sp>
    <dsp:sp modelId="{BA258537-CE04-416E-B565-3185B2A355F1}">
      <dsp:nvSpPr>
        <dsp:cNvPr id="0" name=""/>
        <dsp:cNvSpPr/>
      </dsp:nvSpPr>
      <dsp:spPr>
        <a:xfrm rot="5400000">
          <a:off x="3568221" y="-2349672"/>
          <a:ext cx="1254769" cy="59747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Designs the study methodology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Provides technical support for COs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Leads in field work (implementation)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Data analysis and report writing</a:t>
          </a:r>
        </a:p>
      </dsp:txBody>
      <dsp:txXfrm rot="-5400000">
        <a:off x="1208214" y="71588"/>
        <a:ext cx="5913531" cy="1132263"/>
      </dsp:txXfrm>
    </dsp:sp>
    <dsp:sp modelId="{D5612C9E-2CD5-42DB-8BBE-35E6B9B336C6}">
      <dsp:nvSpPr>
        <dsp:cNvPr id="0" name=""/>
        <dsp:cNvSpPr/>
      </dsp:nvSpPr>
      <dsp:spPr>
        <a:xfrm rot="5400000">
          <a:off x="-258902" y="1869343"/>
          <a:ext cx="1726018" cy="120821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of VAM </a:t>
          </a:r>
          <a:r>
            <a:rPr lang="en-GB" sz="1400" kern="1200" dirty="0" err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RBx</a:t>
          </a:r>
          <a:endParaRPr lang="en-GB" sz="14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 rot="-5400000">
        <a:off x="1" y="2214548"/>
        <a:ext cx="1208213" cy="517805"/>
      </dsp:txXfrm>
    </dsp:sp>
    <dsp:sp modelId="{04A130D7-5F21-40E9-9F5A-A02F7E8833F7}">
      <dsp:nvSpPr>
        <dsp:cNvPr id="0" name=""/>
        <dsp:cNvSpPr/>
      </dsp:nvSpPr>
      <dsp:spPr>
        <a:xfrm rot="5400000">
          <a:off x="3710283" y="-815995"/>
          <a:ext cx="970644" cy="59747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rgbClr val="007DBC">
                  <a:hueOff val="0"/>
                  <a:satOff val="0"/>
                  <a:lumOff val="0"/>
                  <a:alphaOff val="0"/>
                </a:srgb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Facilitates communication with COs &amp; supporting training</a:t>
          </a:r>
        </a:p>
      </dsp:txBody>
      <dsp:txXfrm rot="-5400000">
        <a:off x="1208214" y="1733457"/>
        <a:ext cx="5927401" cy="875878"/>
      </dsp:txXfrm>
    </dsp:sp>
    <dsp:sp modelId="{600791A0-F61D-428C-A825-C6C5D4E7010D}">
      <dsp:nvSpPr>
        <dsp:cNvPr id="0" name=""/>
        <dsp:cNvSpPr/>
      </dsp:nvSpPr>
      <dsp:spPr>
        <a:xfrm rot="5400000">
          <a:off x="-258902" y="3405914"/>
          <a:ext cx="1726018" cy="120821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VAM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COs</a:t>
          </a:r>
        </a:p>
      </dsp:txBody>
      <dsp:txXfrm rot="-5400000">
        <a:off x="1" y="3751119"/>
        <a:ext cx="1208213" cy="517805"/>
      </dsp:txXfrm>
    </dsp:sp>
    <dsp:sp modelId="{5E23976F-3717-4880-AFF8-3F773B397896}">
      <dsp:nvSpPr>
        <dsp:cNvPr id="0" name=""/>
        <dsp:cNvSpPr/>
      </dsp:nvSpPr>
      <dsp:spPr>
        <a:xfrm rot="5400000">
          <a:off x="3640993" y="720575"/>
          <a:ext cx="1109223" cy="59747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in identifying the study areas together with the APP-FA team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Budgeting and logistics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with admin work for training</a:t>
          </a:r>
        </a:p>
      </dsp:txBody>
      <dsp:txXfrm rot="-5400000">
        <a:off x="1208213" y="3207503"/>
        <a:ext cx="5920636" cy="1000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31/10/2024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31/10/2024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685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Consolidate Approach for Reporting food Insecurity (CARI)</a:t>
            </a: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t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hough easily available, results are not globally accepted because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methodology is not been empirically validated against other standard methods- CARI</a:t>
            </a: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&amp; income changes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9009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57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6646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9123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9902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7977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0720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8577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RAM-N – rCARI Team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BC1E3E4-892A-F28B-0D49-C3E8A088909C}"/>
              </a:ext>
            </a:extLst>
          </p:cNvPr>
          <p:cNvSpPr txBox="1">
            <a:spLocks/>
          </p:cNvSpPr>
          <p:nvPr/>
        </p:nvSpPr>
        <p:spPr>
          <a:xfrm>
            <a:off x="2809777" y="3062689"/>
            <a:ext cx="8178994" cy="11025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algn="ctr"/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Income Source &amp; Income Change Indicator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6E3EF5-E297-E1E6-00D8-D1B3AAFFB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CE19-6525-07B7-6E9C-E9F0F8C0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84112-3E0F-D1FC-81BB-BC0A0B1AE36C}"/>
              </a:ext>
            </a:extLst>
          </p:cNvPr>
          <p:cNvSpPr txBox="1"/>
          <p:nvPr/>
        </p:nvSpPr>
        <p:spPr>
          <a:xfrm>
            <a:off x="991518" y="1837991"/>
            <a:ext cx="993721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 the circles of Humanitarian sector </a:t>
            </a:r>
          </a:p>
          <a:p>
            <a:pPr marL="800100" lvl="2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There are several methods to report on acute food insecurity (AFI)</a:t>
            </a:r>
          </a:p>
          <a:p>
            <a:pPr marL="1257300" lvl="3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IPC (36 countries)</a:t>
            </a:r>
          </a:p>
          <a:p>
            <a:pPr marL="1257300" lvl="3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 (Used in WA) </a:t>
            </a:r>
          </a:p>
          <a:p>
            <a:pPr marL="1257300" lvl="3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CARI (used to report AFI in absence of IPC &amp; CH, available in &gt;80 Countries) </a:t>
            </a:r>
          </a:p>
          <a:p>
            <a:pPr marL="1714500" lvl="4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rCARI a remote version of the CARI  </a:t>
            </a:r>
          </a:p>
        </p:txBody>
      </p:sp>
    </p:spTree>
    <p:extLst>
      <p:ext uri="{BB962C8B-B14F-4D97-AF65-F5344CB8AC3E}">
        <p14:creationId xmlns:p14="http://schemas.microsoft.com/office/powerpoint/2010/main" val="3928136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6AF32-9BF3-8E1C-5703-213822C8E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311" y="1816870"/>
            <a:ext cx="9311240" cy="4100053"/>
          </a:xfrm>
        </p:spPr>
        <p:txBody>
          <a:bodyPr/>
          <a:lstStyle/>
          <a:p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these methods empirically compare is to each other is not well researched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CARI mostly rejected when discussing acute global food insecurity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E.g. How comparable are the IPC/CH with CARI?</a:t>
            </a:r>
          </a:p>
          <a:p>
            <a:pPr lvl="3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Are they compatible?</a:t>
            </a:r>
          </a:p>
          <a:p>
            <a:pPr lvl="3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they are different what/where and how different are these methods?</a:t>
            </a:r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350538-CE20-F7CF-0C61-8054338C3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D188C-547F-C6E2-99C7-287A8E964F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56" t="34167" r="13844" b="22333"/>
          <a:stretch/>
        </p:blipFill>
        <p:spPr>
          <a:xfrm>
            <a:off x="1945144" y="3866896"/>
            <a:ext cx="7113574" cy="283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7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35CF-F8D9-4777-A432-1DE7A6FC1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872" y="1671907"/>
            <a:ext cx="10653222" cy="3938051"/>
          </a:xfrm>
        </p:spPr>
        <p:txBody>
          <a:bodyPr/>
          <a:lstStyle/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rCARI useful in emergencies where F2F survey is not feasible</a:t>
            </a:r>
          </a:p>
          <a:p>
            <a:pPr lvl="2">
              <a:lnSpc>
                <a:spcPct val="150000"/>
              </a:lnSpc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Relies on call centers or Computerized Assisted Telephone Interviews (CATI)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Uses simple &amp; easy to understand acute food insecurity questions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Anchored on two livelihood dimensions</a:t>
            </a:r>
            <a:endParaRPr lang="en-US" sz="2800" dirty="0">
              <a:solidFill>
                <a:schemeClr val="tx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2">
              <a:lnSpc>
                <a:spcPct val="150000"/>
              </a:lnSpc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Current food consumption status &amp;</a:t>
            </a:r>
          </a:p>
          <a:p>
            <a:pPr lvl="2"/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Current coping capacity to meet future food security needs 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rCARI numbers &amp; methodology is not empirically validated </a:t>
            </a:r>
          </a:p>
          <a:p>
            <a:pPr lvl="2"/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Though is easily available, results are not globally accepted</a:t>
            </a:r>
            <a:endParaRPr lang="en-GB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B4DA37-9F06-AC85-E730-12D879CF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70269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787" y="1953010"/>
            <a:ext cx="5494384" cy="4149865"/>
          </a:xfrm>
          <a:ln w="19050">
            <a:solidFill>
              <a:srgbClr val="0070BA"/>
            </a:solidFill>
          </a:ln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CARI and rCARI (remote CARI) aggregate indicators in a similar way and the only difference is in the Economic Vulnerability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 date, rCARI is not validated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9F548F5E-1645-A988-92FC-24A524438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423" y="1846527"/>
            <a:ext cx="5329131" cy="425634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7E6C3B0-D7B5-825E-0344-D159C183F725}"/>
              </a:ext>
            </a:extLst>
          </p:cNvPr>
          <p:cNvSpPr txBox="1">
            <a:spLocks/>
          </p:cNvSpPr>
          <p:nvPr/>
        </p:nvSpPr>
        <p:spPr>
          <a:xfrm>
            <a:off x="998711" y="817270"/>
            <a:ext cx="10542124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4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  <a:endParaRPr lang="en-GB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431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30E6-2C3D-6FCC-6890-73164B34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719" y="664870"/>
            <a:ext cx="10264715" cy="115200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Current Proposal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7EEA-AB8B-2F48-D8C4-22CA01159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569" y="1666554"/>
            <a:ext cx="10363866" cy="4668146"/>
          </a:xfrm>
        </p:spPr>
        <p:txBody>
          <a:bodyPr/>
          <a:lstStyle/>
          <a:p>
            <a:r>
              <a:rPr lang="en-GB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current study is a BHA funded project – 5/12/2022 – /12/2023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720BHA23IO00001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Value $ 947, 850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Two components</a:t>
            </a:r>
          </a:p>
          <a:p>
            <a:pPr lvl="3"/>
            <a:r>
              <a:rPr lang="en-GB" sz="2200" dirty="0">
                <a:solidFill>
                  <a:schemeClr val="tx1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First component – rCARI validation</a:t>
            </a:r>
          </a:p>
          <a:p>
            <a:pPr lvl="3"/>
            <a:r>
              <a:rPr lang="en-GB" sz="2200" dirty="0">
                <a:solidFill>
                  <a:schemeClr val="tx1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Second Component – IPC/CARI comparability 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Coverage </a:t>
            </a:r>
          </a:p>
          <a:p>
            <a:pPr lvl="3"/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IPC/CARI – Global (all countries with available data)</a:t>
            </a:r>
          </a:p>
          <a:p>
            <a:pPr lvl="3"/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rCARI validation – 6 countries</a:t>
            </a:r>
          </a:p>
          <a:p>
            <a:pPr marL="457200" lvl="1" indent="0">
              <a:buNone/>
            </a:pPr>
            <a:endParaRPr lang="en-GB" sz="2400" dirty="0">
              <a:solidFill>
                <a:schemeClr val="tx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lvl="1" indent="0">
              <a:buNone/>
            </a:pPr>
            <a:endParaRPr lang="en-GB" sz="2400" dirty="0">
              <a:solidFill>
                <a:schemeClr val="tx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5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61E0-28F0-CFFA-0625-0E871B96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720" y="686904"/>
            <a:ext cx="10243342" cy="115200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Technical Advisory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26B3-ECBE-8631-E9BD-3091A92A0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720" y="1761784"/>
            <a:ext cx="9688160" cy="4286476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Technical Advisory Board is made of 5 Professionals Across Academia, IPC, FSIN, BHA, and WFP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Prof. Maxwell Daniel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(Tufts University, USA)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Prof. Sebastian Vollmer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(University of Gottingen, Germany)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Korpi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Kaija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(IPC)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Sara </a:t>
            </a: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Mchattie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(FSIN)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Michael </a:t>
            </a: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Schenkmann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(BHA)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Naouar </a:t>
            </a: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Labidi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(RAM-N, WFP)</a:t>
            </a:r>
            <a:r>
              <a:rPr lang="en-GB" sz="2200" i="1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** to be replaced by Sid</a:t>
            </a:r>
          </a:p>
        </p:txBody>
      </p:sp>
    </p:spTree>
    <p:extLst>
      <p:ext uri="{BB962C8B-B14F-4D97-AF65-F5344CB8AC3E}">
        <p14:creationId xmlns:p14="http://schemas.microsoft.com/office/powerpoint/2010/main" val="347158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A092-0CB8-AD47-6B5A-19723EC8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899" y="533195"/>
            <a:ext cx="10025350" cy="115200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Work Assignment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429C3A-59D6-DE18-A179-CD54894EA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899" y="1497907"/>
            <a:ext cx="10025350" cy="4726621"/>
          </a:xfrm>
        </p:spPr>
        <p:txBody>
          <a:bodyPr/>
          <a:lstStyle/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First Component:</a:t>
            </a:r>
          </a:p>
          <a:p>
            <a:pPr marL="0" indent="0"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 APP-FA started this component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preparation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Initial analysis and presentation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aggregation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 Transferred to an independent consultant - Prof. Diego Rose (Tulane University, U.S.A)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Supported by the APP-FA Team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Second Component:</a:t>
            </a:r>
          </a:p>
          <a:p>
            <a:pPr marL="0" indent="0"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 Fully led &amp; implemented by APP-FA </a:t>
            </a:r>
          </a:p>
        </p:txBody>
      </p:sp>
    </p:spTree>
    <p:extLst>
      <p:ext uri="{BB962C8B-B14F-4D97-AF65-F5344CB8AC3E}">
        <p14:creationId xmlns:p14="http://schemas.microsoft.com/office/powerpoint/2010/main" val="14954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2" y="1557285"/>
            <a:ext cx="9483725" cy="741309"/>
          </a:xfrm>
        </p:spPr>
        <p:txBody>
          <a:bodyPr>
            <a:norm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Remote CARI (rCARI) Component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RAM-N – rCARI Team</a:t>
            </a:r>
          </a:p>
        </p:txBody>
      </p:sp>
    </p:spTree>
    <p:extLst>
      <p:ext uri="{BB962C8B-B14F-4D97-AF65-F5344CB8AC3E}">
        <p14:creationId xmlns:p14="http://schemas.microsoft.com/office/powerpoint/2010/main" val="286141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41" y="803148"/>
            <a:ext cx="11009542" cy="1288256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41" y="2007703"/>
            <a:ext cx="11336725" cy="4172760"/>
          </a:xfrm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Primary: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Validate the remote Consolidated Approach for Reporting Indicators of Food Insecurity (rCARI) – Using a survey experiment with stratified sample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Secondary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Validate income choice and income change indicator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 and validate different expenditure modules (shorter versions)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4A08-C20C-2BC2-1480-DD4278A7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Pilot Countries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B926BC-1244-8DD7-3976-1DCC3DF9C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433" y="2033916"/>
            <a:ext cx="9992299" cy="4003327"/>
          </a:xfrm>
        </p:spPr>
        <p:txBody>
          <a:bodyPr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Global representation (In at least 4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RBx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Relevance of rCARI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network penetration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West Africa [RBD]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Burkina Faso &amp; Central African Republic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Panama [RBP]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Ecuador &amp; Guatemala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Middle East [RBC]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Iraq?? (Access is only limited to camps (refugees and IDPs))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Southeast Asia [RBB]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Myanmar</a:t>
            </a:r>
          </a:p>
        </p:txBody>
      </p:sp>
    </p:spTree>
    <p:extLst>
      <p:ext uri="{BB962C8B-B14F-4D97-AF65-F5344CB8AC3E}">
        <p14:creationId xmlns:p14="http://schemas.microsoft.com/office/powerpoint/2010/main" val="308778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65" y="894523"/>
            <a:ext cx="11008379" cy="127373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Inclusion criteria [ADMIN level selection]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BB7960-69FD-2342-570A-DAAF92590007}"/>
              </a:ext>
            </a:extLst>
          </p:cNvPr>
          <p:cNvSpPr txBox="1"/>
          <p:nvPr/>
        </p:nvSpPr>
        <p:spPr>
          <a:xfrm>
            <a:off x="898677" y="2717784"/>
            <a:ext cx="5859932" cy="3121047"/>
          </a:xfrm>
          <a:prstGeom prst="rect">
            <a:avLst/>
          </a:prstGeom>
          <a:noFill/>
          <a:ln w="28575">
            <a:solidFill>
              <a:srgbClr val="0070BA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phone penetration</a:t>
            </a:r>
          </a:p>
          <a:p>
            <a:pPr marL="984250" lvl="3" indent="-268288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phone network</a:t>
            </a:r>
          </a:p>
          <a:p>
            <a:pPr marL="271463" lvl="3" indent="-271463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Accessibility</a:t>
            </a:r>
          </a:p>
          <a:p>
            <a:pPr marL="271463" lvl="3" indent="-271463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Heterogenous in terms AFI</a:t>
            </a:r>
          </a:p>
          <a:p>
            <a:pPr marL="728663" lvl="4" indent="-271463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Rural &amp; urban</a:t>
            </a:r>
          </a:p>
          <a:p>
            <a:pPr marL="728663" lvl="4" indent="-271463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CARI groups of AFI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AB12246-423B-84EC-EA7A-F4EBBA4FF08A}"/>
              </a:ext>
            </a:extLst>
          </p:cNvPr>
          <p:cNvSpPr/>
          <p:nvPr/>
        </p:nvSpPr>
        <p:spPr>
          <a:xfrm>
            <a:off x="6877878" y="2594112"/>
            <a:ext cx="775252" cy="3369365"/>
          </a:xfrm>
          <a:prstGeom prst="righ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3259A-B77F-BC04-7686-7436A012C823}"/>
              </a:ext>
            </a:extLst>
          </p:cNvPr>
          <p:cNvSpPr txBox="1"/>
          <p:nvPr/>
        </p:nvSpPr>
        <p:spPr>
          <a:xfrm>
            <a:off x="7772399" y="3696618"/>
            <a:ext cx="4263887" cy="9091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These factors informed the final ADMIN selection</a:t>
            </a:r>
          </a:p>
        </p:txBody>
      </p:sp>
    </p:spTree>
    <p:extLst>
      <p:ext uri="{BB962C8B-B14F-4D97-AF65-F5344CB8AC3E}">
        <p14:creationId xmlns:p14="http://schemas.microsoft.com/office/powerpoint/2010/main" val="8369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500" y="968401"/>
            <a:ext cx="10466025" cy="1288256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Methodology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670" y="2412694"/>
            <a:ext cx="9782978" cy="3476905"/>
          </a:xfrm>
        </p:spPr>
        <p:txBody>
          <a:bodyPr anchor="t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Initially approved methodology – Cross over design</a:t>
            </a:r>
          </a:p>
          <a:p>
            <a:pPr marL="800100" lvl="2" indent="-342900">
              <a:lnSpc>
                <a:spcPct val="12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Sample size of 1200 HHs per study country [600 CARI &amp; 600 rCARI]</a:t>
            </a:r>
          </a:p>
          <a:p>
            <a:pPr marL="800100" lvl="2" indent="-342900">
              <a:lnSpc>
                <a:spcPct val="12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 least 2 ADMIN1 areas and 20 ADMIN5 areas</a:t>
            </a:r>
          </a:p>
          <a:p>
            <a:pPr marL="800100" lvl="2" indent="-342900">
              <a:lnSpc>
                <a:spcPct val="12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Methodology &amp; survey instrumented piloted in Iraq 2022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71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79048B77-C14A-3FA8-694A-A6A6E512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Study Setup - The Crossover Design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69B52-1B79-8EBA-80A0-0127B496F8B6}"/>
              </a:ext>
            </a:extLst>
          </p:cNvPr>
          <p:cNvSpPr txBox="1"/>
          <p:nvPr/>
        </p:nvSpPr>
        <p:spPr>
          <a:xfrm>
            <a:off x="1025236" y="1669069"/>
            <a:ext cx="9596581" cy="392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Involves two comparable groups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Randomly selected households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Randomly assigned to the two groups-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Group A and B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Interviews will run concurrently for both groups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Each group taking either F2F or Remote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Each respondent interviewed twice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First either face-to-face/remote depending on the group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reverse module is administered during the second contact depending the first</a:t>
            </a:r>
          </a:p>
        </p:txBody>
      </p:sp>
    </p:spTree>
    <p:extLst>
      <p:ext uri="{BB962C8B-B14F-4D97-AF65-F5344CB8AC3E}">
        <p14:creationId xmlns:p14="http://schemas.microsoft.com/office/powerpoint/2010/main" val="2173694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peech Bubble: Rectangle with Corners Rounded 49">
            <a:extLst>
              <a:ext uri="{FF2B5EF4-FFF2-40B4-BE49-F238E27FC236}">
                <a16:creationId xmlns:a16="http://schemas.microsoft.com/office/drawing/2014/main" id="{3006A8E6-E13B-43C0-BA2D-F9879EB1B710}"/>
              </a:ext>
            </a:extLst>
          </p:cNvPr>
          <p:cNvSpPr/>
          <p:nvPr/>
        </p:nvSpPr>
        <p:spPr>
          <a:xfrm>
            <a:off x="3675888" y="5088625"/>
            <a:ext cx="2013269" cy="98152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Group B </a:t>
            </a:r>
          </a:p>
          <a:p>
            <a:pPr algn="ctr"/>
            <a:r>
              <a:rPr lang="en-US" sz="2000" b="1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(F2F)</a:t>
            </a:r>
          </a:p>
          <a:p>
            <a:pPr algn="ctr"/>
            <a:r>
              <a:rPr lang="en-US" sz="20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375 HH</a:t>
            </a:r>
            <a:endParaRPr lang="en-GB" sz="2000"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BD296266-9EF3-45A1-9974-EB1D08B9AF41}"/>
              </a:ext>
            </a:extLst>
          </p:cNvPr>
          <p:cNvSpPr/>
          <p:nvPr/>
        </p:nvSpPr>
        <p:spPr>
          <a:xfrm>
            <a:off x="156409" y="3626622"/>
            <a:ext cx="1731062" cy="1062233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Sampled HH</a:t>
            </a:r>
          </a:p>
          <a:p>
            <a:pPr algn="ctr"/>
            <a:r>
              <a:rPr lang="en-GB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(600 + 25% iteration)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</p:cNvCxnSpPr>
          <p:nvPr/>
        </p:nvCxnSpPr>
        <p:spPr>
          <a:xfrm>
            <a:off x="1887473" y="4299722"/>
            <a:ext cx="1788415" cy="11866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87473" y="2944786"/>
            <a:ext cx="1722049" cy="9402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3FFA11-10BF-40D3-8EC4-3F120A23BC73}"/>
              </a:ext>
            </a:extLst>
          </p:cNvPr>
          <p:cNvCxnSpPr>
            <a:cxnSpLocks/>
          </p:cNvCxnSpPr>
          <p:nvPr/>
        </p:nvCxnSpPr>
        <p:spPr>
          <a:xfrm flipV="1">
            <a:off x="4283391" y="3414488"/>
            <a:ext cx="868427" cy="89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4762335-AF17-4893-9ACC-11F3DB4FA518}"/>
              </a:ext>
            </a:extLst>
          </p:cNvPr>
          <p:cNvSpPr txBox="1"/>
          <p:nvPr/>
        </p:nvSpPr>
        <p:spPr>
          <a:xfrm>
            <a:off x="3794761" y="1536911"/>
            <a:ext cx="1680622" cy="3693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rgbClr val="0070B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1st Interview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3609522" y="2393668"/>
            <a:ext cx="2109478" cy="1102235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Group A (Phone)</a:t>
            </a:r>
          </a:p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375 HH</a:t>
            </a:r>
            <a:endParaRPr lang="en-GB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B3C0AAD-0CC2-EFD9-E85F-0F4AC8D7C1DA}"/>
              </a:ext>
            </a:extLst>
          </p:cNvPr>
          <p:cNvSpPr/>
          <p:nvPr/>
        </p:nvSpPr>
        <p:spPr>
          <a:xfrm rot="5400000">
            <a:off x="4426804" y="1150233"/>
            <a:ext cx="484698" cy="2099692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9048B77-C14A-3FA8-694A-A6A6E512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Study Setup- Primary objective </a:t>
            </a:r>
            <a:r>
              <a:rPr lang="en-GB" sz="1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[rCARI vs CARI]</a:t>
            </a:r>
          </a:p>
        </p:txBody>
      </p:sp>
    </p:spTree>
    <p:extLst>
      <p:ext uri="{BB962C8B-B14F-4D97-AF65-F5344CB8AC3E}">
        <p14:creationId xmlns:p14="http://schemas.microsoft.com/office/powerpoint/2010/main" val="4248539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14EFF4C3-076F-4960-9A06-2897252D8BB7}"/>
              </a:ext>
            </a:extLst>
          </p:cNvPr>
          <p:cNvSpPr/>
          <p:nvPr/>
        </p:nvSpPr>
        <p:spPr>
          <a:xfrm>
            <a:off x="7798635" y="5000990"/>
            <a:ext cx="2928224" cy="102360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Group </a:t>
            </a:r>
            <a:r>
              <a:rPr lang="en-US" sz="20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</a:t>
            </a:r>
            <a:r>
              <a:rPr lang="en-US" sz="2000" b="1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(Phone)</a:t>
            </a:r>
          </a:p>
          <a:p>
            <a:pPr algn="ctr"/>
            <a:r>
              <a:rPr lang="en-US" sz="20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300 HH</a:t>
            </a:r>
            <a:endParaRPr lang="en-GB" sz="2000"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1" name="Speech Bubble: Rectangle with Corners Rounded 49">
            <a:extLst>
              <a:ext uri="{FF2B5EF4-FFF2-40B4-BE49-F238E27FC236}">
                <a16:creationId xmlns:a16="http://schemas.microsoft.com/office/drawing/2014/main" id="{3006A8E6-E13B-43C0-BA2D-F9879EB1B710}"/>
              </a:ext>
            </a:extLst>
          </p:cNvPr>
          <p:cNvSpPr/>
          <p:nvPr/>
        </p:nvSpPr>
        <p:spPr>
          <a:xfrm>
            <a:off x="3675888" y="5088625"/>
            <a:ext cx="2013269" cy="98152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Group B </a:t>
            </a:r>
          </a:p>
          <a:p>
            <a:pPr algn="ctr"/>
            <a:r>
              <a:rPr lang="en-US" sz="2000" b="1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(F2F)</a:t>
            </a:r>
          </a:p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375 HH</a:t>
            </a:r>
            <a:endParaRPr lang="en-GB" sz="2000" dirty="0"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BD296266-9EF3-45A1-9974-EB1D08B9AF41}"/>
              </a:ext>
            </a:extLst>
          </p:cNvPr>
          <p:cNvSpPr/>
          <p:nvPr/>
        </p:nvSpPr>
        <p:spPr>
          <a:xfrm>
            <a:off x="156409" y="3626622"/>
            <a:ext cx="1731062" cy="1062233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Sampled HH</a:t>
            </a:r>
          </a:p>
          <a:p>
            <a:pPr algn="ctr"/>
            <a:r>
              <a:rPr lang="en-GB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(600 + 25% iteration)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</p:cNvCxnSpPr>
          <p:nvPr/>
        </p:nvCxnSpPr>
        <p:spPr>
          <a:xfrm>
            <a:off x="1887473" y="4299722"/>
            <a:ext cx="1788415" cy="11866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87473" y="2944786"/>
            <a:ext cx="1722049" cy="9402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725955B-92E7-4433-BAA4-A33ABCE9DECB}"/>
              </a:ext>
            </a:extLst>
          </p:cNvPr>
          <p:cNvCxnSpPr>
            <a:cxnSpLocks/>
          </p:cNvCxnSpPr>
          <p:nvPr/>
        </p:nvCxnSpPr>
        <p:spPr>
          <a:xfrm>
            <a:off x="5689157" y="5517259"/>
            <a:ext cx="210947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3FFA11-10BF-40D3-8EC4-3F120A23BC73}"/>
              </a:ext>
            </a:extLst>
          </p:cNvPr>
          <p:cNvCxnSpPr>
            <a:cxnSpLocks/>
          </p:cNvCxnSpPr>
          <p:nvPr/>
        </p:nvCxnSpPr>
        <p:spPr>
          <a:xfrm flipV="1">
            <a:off x="4283391" y="3414488"/>
            <a:ext cx="868427" cy="89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4762335-AF17-4893-9ACC-11F3DB4FA518}"/>
              </a:ext>
            </a:extLst>
          </p:cNvPr>
          <p:cNvSpPr txBox="1"/>
          <p:nvPr/>
        </p:nvSpPr>
        <p:spPr>
          <a:xfrm>
            <a:off x="3794761" y="1536911"/>
            <a:ext cx="1563624" cy="3693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rgbClr val="0070B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1st Interview</a:t>
            </a:r>
          </a:p>
        </p:txBody>
      </p:sp>
      <p:sp>
        <p:nvSpPr>
          <p:cNvPr id="4" name="Speech Bubble: Rectangle with Corners Rounded 49">
            <a:extLst>
              <a:ext uri="{FF2B5EF4-FFF2-40B4-BE49-F238E27FC236}">
                <a16:creationId xmlns:a16="http://schemas.microsoft.com/office/drawing/2014/main" id="{3C3D0D39-E8A5-A542-A1EE-7BE6287F5DB4}"/>
              </a:ext>
            </a:extLst>
          </p:cNvPr>
          <p:cNvSpPr/>
          <p:nvPr/>
        </p:nvSpPr>
        <p:spPr>
          <a:xfrm>
            <a:off x="7798634" y="2522423"/>
            <a:ext cx="2928225" cy="1023602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Group A </a:t>
            </a:r>
          </a:p>
          <a:p>
            <a:pPr algn="ctr"/>
            <a:r>
              <a:rPr lang="en-US" sz="2000" b="1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(F2F)</a:t>
            </a:r>
          </a:p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300 HH</a:t>
            </a:r>
            <a:endParaRPr lang="en-GB" sz="3600" dirty="0"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3609522" y="2393668"/>
            <a:ext cx="2109478" cy="1102235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Group A (Phone)</a:t>
            </a:r>
          </a:p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375 HH</a:t>
            </a:r>
            <a:endParaRPr lang="en-GB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B3C0AAD-0CC2-EFD9-E85F-0F4AC8D7C1DA}"/>
              </a:ext>
            </a:extLst>
          </p:cNvPr>
          <p:cNvSpPr/>
          <p:nvPr/>
        </p:nvSpPr>
        <p:spPr>
          <a:xfrm rot="5400000">
            <a:off x="4426804" y="1150233"/>
            <a:ext cx="484698" cy="2099692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1CAEAB-388B-D0E1-79F3-983E5C2C9A0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19000" y="2940318"/>
            <a:ext cx="2079635" cy="446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AE39594-BCBC-38F5-900B-C6F4D1254A94}"/>
              </a:ext>
            </a:extLst>
          </p:cNvPr>
          <p:cNvSpPr txBox="1"/>
          <p:nvPr/>
        </p:nvSpPr>
        <p:spPr>
          <a:xfrm>
            <a:off x="8124348" y="1536911"/>
            <a:ext cx="2440828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1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Follow-up interview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A998D056-1C97-1549-A82E-0C22919630EB}"/>
              </a:ext>
            </a:extLst>
          </p:cNvPr>
          <p:cNvSpPr/>
          <p:nvPr/>
        </p:nvSpPr>
        <p:spPr>
          <a:xfrm rot="5400000">
            <a:off x="9128365" y="758550"/>
            <a:ext cx="320573" cy="2876417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9048B77-C14A-3FA8-694A-A6A6E512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37" y="654982"/>
            <a:ext cx="10542124" cy="824952"/>
          </a:xfrm>
        </p:spPr>
        <p:txBody>
          <a:bodyPr/>
          <a:lstStyle/>
          <a:p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Study Setup- Primary objective</a:t>
            </a:r>
            <a:r>
              <a:rPr lang="en-GB" sz="320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180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[rCARI vs CARI]</a:t>
            </a:r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D79DBA-2348-F09B-F409-0A37D1EE22DA}"/>
              </a:ext>
            </a:extLst>
          </p:cNvPr>
          <p:cNvSpPr txBox="1"/>
          <p:nvPr/>
        </p:nvSpPr>
        <p:spPr>
          <a:xfrm>
            <a:off x="5907025" y="2522423"/>
            <a:ext cx="153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Max 48 </a:t>
            </a:r>
            <a:r>
              <a:rPr lang="en-US" b="1" err="1"/>
              <a:t>Hrs</a:t>
            </a:r>
            <a:endParaRPr lang="en-GB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1C043-15FE-1903-8D1F-42686D797797}"/>
              </a:ext>
            </a:extLst>
          </p:cNvPr>
          <p:cNvSpPr txBox="1"/>
          <p:nvPr/>
        </p:nvSpPr>
        <p:spPr>
          <a:xfrm>
            <a:off x="5907024" y="5072638"/>
            <a:ext cx="153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Max 48 </a:t>
            </a:r>
            <a:r>
              <a:rPr lang="en-US" b="1" err="1"/>
              <a:t>Hrs</a:t>
            </a: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153287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" grpId="0" animBg="1"/>
      <p:bldP spid="19" grpId="0" animBg="1"/>
      <p:bldP spid="20" grpId="0" animBg="1"/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14EFF4C3-076F-4960-9A06-2897252D8BB7}"/>
              </a:ext>
            </a:extLst>
          </p:cNvPr>
          <p:cNvSpPr/>
          <p:nvPr/>
        </p:nvSpPr>
        <p:spPr>
          <a:xfrm>
            <a:off x="7798635" y="5000990"/>
            <a:ext cx="2928224" cy="102360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</a:t>
            </a:r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(Phone)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300 HH</a:t>
            </a:r>
            <a:endParaRPr lang="en-GB" sz="20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BD296266-9EF3-45A1-9974-EB1D08B9AF41}"/>
              </a:ext>
            </a:extLst>
          </p:cNvPr>
          <p:cNvSpPr/>
          <p:nvPr/>
        </p:nvSpPr>
        <p:spPr>
          <a:xfrm>
            <a:off x="156409" y="3626623"/>
            <a:ext cx="1731062" cy="1044530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Sampled HH</a:t>
            </a:r>
          </a:p>
          <a:p>
            <a:pPr algn="ctr"/>
            <a:r>
              <a:rPr lang="en-GB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(600 + 25% iteration)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</p:cNvCxnSpPr>
          <p:nvPr/>
        </p:nvCxnSpPr>
        <p:spPr>
          <a:xfrm>
            <a:off x="1887473" y="4299722"/>
            <a:ext cx="1334192" cy="14631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87473" y="2944786"/>
            <a:ext cx="1722049" cy="9402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725955B-92E7-4433-BAA4-A33ABCE9DECB}"/>
              </a:ext>
            </a:extLst>
          </p:cNvPr>
          <p:cNvCxnSpPr>
            <a:cxnSpLocks/>
          </p:cNvCxnSpPr>
          <p:nvPr/>
        </p:nvCxnSpPr>
        <p:spPr>
          <a:xfrm>
            <a:off x="5689157" y="5517259"/>
            <a:ext cx="210947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3FFA11-10BF-40D3-8EC4-3F120A23BC73}"/>
              </a:ext>
            </a:extLst>
          </p:cNvPr>
          <p:cNvCxnSpPr>
            <a:cxnSpLocks/>
          </p:cNvCxnSpPr>
          <p:nvPr/>
        </p:nvCxnSpPr>
        <p:spPr>
          <a:xfrm flipV="1">
            <a:off x="4283391" y="3414488"/>
            <a:ext cx="868427" cy="89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4762335-AF17-4893-9ACC-11F3DB4FA518}"/>
              </a:ext>
            </a:extLst>
          </p:cNvPr>
          <p:cNvSpPr txBox="1"/>
          <p:nvPr/>
        </p:nvSpPr>
        <p:spPr>
          <a:xfrm>
            <a:off x="3794761" y="1536911"/>
            <a:ext cx="1563624" cy="3693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rgbClr val="0070B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chemeClr val="accent2">
                    <a:lumMod val="60000"/>
                    <a:lumOff val="40000"/>
                  </a:schemeClr>
                </a:solidFill>
              </a:rPr>
              <a:t>1st Interview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3609522" y="2393668"/>
            <a:ext cx="2109478" cy="1102235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Group A (Phone)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375 HH</a:t>
            </a:r>
            <a:endParaRPr lang="en-GB" sz="2000"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B3C0AAD-0CC2-EFD9-E85F-0F4AC8D7C1DA}"/>
              </a:ext>
            </a:extLst>
          </p:cNvPr>
          <p:cNvSpPr/>
          <p:nvPr/>
        </p:nvSpPr>
        <p:spPr>
          <a:xfrm rot="5400000">
            <a:off x="4426804" y="1150233"/>
            <a:ext cx="484698" cy="2099692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1CAEAB-388B-D0E1-79F3-983E5C2C9A0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19000" y="2940318"/>
            <a:ext cx="2079635" cy="446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AE39594-BCBC-38F5-900B-C6F4D1254A94}"/>
              </a:ext>
            </a:extLst>
          </p:cNvPr>
          <p:cNvSpPr txBox="1"/>
          <p:nvPr/>
        </p:nvSpPr>
        <p:spPr>
          <a:xfrm>
            <a:off x="8124348" y="1536911"/>
            <a:ext cx="2184165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5">
                    <a:lumMod val="10000"/>
                  </a:schemeClr>
                </a:solidFill>
              </a:rPr>
              <a:t>Follow-up interview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A998D056-1C97-1549-A82E-0C22919630EB}"/>
              </a:ext>
            </a:extLst>
          </p:cNvPr>
          <p:cNvSpPr/>
          <p:nvPr/>
        </p:nvSpPr>
        <p:spPr>
          <a:xfrm rot="5400000">
            <a:off x="9128365" y="758550"/>
            <a:ext cx="320573" cy="2876417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peech Bubble: Rectangle with Corners Rounded 49">
            <a:extLst>
              <a:ext uri="{FF2B5EF4-FFF2-40B4-BE49-F238E27FC236}">
                <a16:creationId xmlns:a16="http://schemas.microsoft.com/office/drawing/2014/main" id="{9B1C117C-24B7-EBE6-3E66-559BB2143A3F}"/>
              </a:ext>
            </a:extLst>
          </p:cNvPr>
          <p:cNvSpPr/>
          <p:nvPr/>
        </p:nvSpPr>
        <p:spPr>
          <a:xfrm>
            <a:off x="7819944" y="2442428"/>
            <a:ext cx="2876417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FFFFFE"/>
          </a:solidFill>
          <a:ln w="38100"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A (F2F) 300</a:t>
            </a:r>
          </a:p>
          <a:p>
            <a:pPr algn="ctr"/>
            <a:endParaRPr lang="en-GB" sz="36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CCE27503-62D8-5D32-C3BF-3FCB7E983EF2}"/>
              </a:ext>
            </a:extLst>
          </p:cNvPr>
          <p:cNvSpPr/>
          <p:nvPr/>
        </p:nvSpPr>
        <p:spPr>
          <a:xfrm>
            <a:off x="3247568" y="4546132"/>
            <a:ext cx="2876417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FFFFFE"/>
          </a:solidFill>
          <a:ln w="38100"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Group B (F2F) 375</a:t>
            </a:r>
          </a:p>
          <a:p>
            <a:pPr algn="ctr"/>
            <a:endParaRPr lang="en-GB" sz="2000" b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E5976E-B8EE-C91A-61C7-41EE920339DA}"/>
              </a:ext>
            </a:extLst>
          </p:cNvPr>
          <p:cNvSpPr/>
          <p:nvPr/>
        </p:nvSpPr>
        <p:spPr>
          <a:xfrm>
            <a:off x="3471292" y="5012821"/>
            <a:ext cx="2401745" cy="472154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188 HH Long-modules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8ED16F-1385-C386-3999-5DBC532DC256}"/>
              </a:ext>
            </a:extLst>
          </p:cNvPr>
          <p:cNvSpPr/>
          <p:nvPr/>
        </p:nvSpPr>
        <p:spPr>
          <a:xfrm>
            <a:off x="3471293" y="5762847"/>
            <a:ext cx="2401746" cy="496362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187 HH Short Modules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AA5F4C-6685-0C04-049E-04804093F815}"/>
              </a:ext>
            </a:extLst>
          </p:cNvPr>
          <p:cNvSpPr/>
          <p:nvPr/>
        </p:nvSpPr>
        <p:spPr>
          <a:xfrm>
            <a:off x="8033771" y="2903695"/>
            <a:ext cx="2401745" cy="472154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150 HH Long-modules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94FD65-318E-3D07-A713-A33505DB2F99}"/>
              </a:ext>
            </a:extLst>
          </p:cNvPr>
          <p:cNvSpPr/>
          <p:nvPr/>
        </p:nvSpPr>
        <p:spPr>
          <a:xfrm>
            <a:off x="8033772" y="3653721"/>
            <a:ext cx="2401746" cy="496362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150 HH Short Modules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D0E0F6B-5083-5435-2B47-5382D685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2" y="664869"/>
            <a:ext cx="10868023" cy="824952"/>
          </a:xfrm>
        </p:spPr>
        <p:txBody>
          <a:bodyPr/>
          <a:lstStyle/>
          <a:p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Study Setup- Secondary objective no.1 </a:t>
            </a:r>
            <a:r>
              <a:rPr lang="en-GB" sz="180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– [validate diff. modules]</a:t>
            </a:r>
            <a:endParaRPr lang="en-GB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81CF3-FCBF-1D46-5834-4B9E1406F4EC}"/>
              </a:ext>
            </a:extLst>
          </p:cNvPr>
          <p:cNvSpPr txBox="1"/>
          <p:nvPr/>
        </p:nvSpPr>
        <p:spPr>
          <a:xfrm>
            <a:off x="6025075" y="2586681"/>
            <a:ext cx="153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Max 48 </a:t>
            </a:r>
            <a:r>
              <a:rPr lang="en-US" b="1" err="1"/>
              <a:t>Hrs</a:t>
            </a:r>
            <a:endParaRPr lang="en-GB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D88AC-6B19-7FC6-C5D4-84D1DB20BCEF}"/>
              </a:ext>
            </a:extLst>
          </p:cNvPr>
          <p:cNvSpPr txBox="1"/>
          <p:nvPr/>
        </p:nvSpPr>
        <p:spPr>
          <a:xfrm>
            <a:off x="6267876" y="5137951"/>
            <a:ext cx="153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Max 48 </a:t>
            </a:r>
            <a:r>
              <a:rPr lang="en-US" b="1" err="1"/>
              <a:t>Hrs</a:t>
            </a: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30929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Study Setup- Secondary objective no.2</a:t>
            </a:r>
            <a:r>
              <a:rPr lang="en-GB" sz="32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1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[rCARI/CARI vs IPC]</a:t>
            </a:r>
            <a:endPara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14EFF4C3-076F-4960-9A06-2897252D8BB7}"/>
              </a:ext>
            </a:extLst>
          </p:cNvPr>
          <p:cNvSpPr/>
          <p:nvPr/>
        </p:nvSpPr>
        <p:spPr>
          <a:xfrm>
            <a:off x="7235116" y="5000990"/>
            <a:ext cx="2928224" cy="102360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</a:t>
            </a:r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(Phone)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300 HH</a:t>
            </a:r>
            <a:endParaRPr lang="en-GB" sz="20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BD296266-9EF3-45A1-9974-EB1D08B9AF41}"/>
              </a:ext>
            </a:extLst>
          </p:cNvPr>
          <p:cNvSpPr/>
          <p:nvPr/>
        </p:nvSpPr>
        <p:spPr>
          <a:xfrm>
            <a:off x="156409" y="3626622"/>
            <a:ext cx="1731062" cy="1161277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>
                <a:ea typeface="Open Sans" panose="020B0606030504020204" pitchFamily="34" charset="0"/>
                <a:cs typeface="Times New Roman" panose="02020603050405020304" pitchFamily="18" charset="0"/>
              </a:rPr>
              <a:t>Sampled HH</a:t>
            </a:r>
          </a:p>
          <a:p>
            <a:pPr algn="ctr"/>
            <a:r>
              <a:rPr lang="en-GB" sz="2000" b="1">
                <a:ea typeface="Open Sans" panose="020B0606030504020204" pitchFamily="34" charset="0"/>
                <a:cs typeface="Times New Roman" panose="02020603050405020304" pitchFamily="18" charset="0"/>
              </a:rPr>
              <a:t>(600 + 25% iteration)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</p:cNvCxnSpPr>
          <p:nvPr/>
        </p:nvCxnSpPr>
        <p:spPr>
          <a:xfrm>
            <a:off x="1887473" y="4299722"/>
            <a:ext cx="1334192" cy="14631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87473" y="2944786"/>
            <a:ext cx="1722049" cy="9402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725955B-92E7-4433-BAA4-A33ABCE9DECB}"/>
              </a:ext>
            </a:extLst>
          </p:cNvPr>
          <p:cNvCxnSpPr>
            <a:cxnSpLocks/>
          </p:cNvCxnSpPr>
          <p:nvPr/>
        </p:nvCxnSpPr>
        <p:spPr>
          <a:xfrm>
            <a:off x="5689157" y="5505201"/>
            <a:ext cx="155161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3FFA11-10BF-40D3-8EC4-3F120A23BC73}"/>
              </a:ext>
            </a:extLst>
          </p:cNvPr>
          <p:cNvCxnSpPr>
            <a:cxnSpLocks/>
          </p:cNvCxnSpPr>
          <p:nvPr/>
        </p:nvCxnSpPr>
        <p:spPr>
          <a:xfrm flipV="1">
            <a:off x="4283391" y="3414488"/>
            <a:ext cx="868427" cy="89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4762335-AF17-4893-9ACC-11F3DB4FA518}"/>
              </a:ext>
            </a:extLst>
          </p:cNvPr>
          <p:cNvSpPr txBox="1"/>
          <p:nvPr/>
        </p:nvSpPr>
        <p:spPr>
          <a:xfrm>
            <a:off x="3794761" y="1536911"/>
            <a:ext cx="1563624" cy="3693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rgbClr val="0070B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chemeClr val="accent2">
                    <a:lumMod val="60000"/>
                    <a:lumOff val="40000"/>
                  </a:schemeClr>
                </a:solidFill>
              </a:rPr>
              <a:t>1st Interview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3609522" y="2393668"/>
            <a:ext cx="2109478" cy="1102235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Group A (Phone)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375 HH</a:t>
            </a:r>
            <a:endParaRPr lang="en-GB" sz="2000"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B3C0AAD-0CC2-EFD9-E85F-0F4AC8D7C1DA}"/>
              </a:ext>
            </a:extLst>
          </p:cNvPr>
          <p:cNvSpPr/>
          <p:nvPr/>
        </p:nvSpPr>
        <p:spPr>
          <a:xfrm rot="5400000">
            <a:off x="4426804" y="1150233"/>
            <a:ext cx="484698" cy="2099692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1CAEAB-388B-D0E1-79F3-983E5C2C9A0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19000" y="2941899"/>
            <a:ext cx="1521772" cy="288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AE39594-BCBC-38F5-900B-C6F4D1254A94}"/>
              </a:ext>
            </a:extLst>
          </p:cNvPr>
          <p:cNvSpPr txBox="1"/>
          <p:nvPr/>
        </p:nvSpPr>
        <p:spPr>
          <a:xfrm>
            <a:off x="7560829" y="1536911"/>
            <a:ext cx="2184165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5">
                    <a:lumMod val="10000"/>
                  </a:schemeClr>
                </a:solidFill>
              </a:rPr>
              <a:t>Follow-up interview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A998D056-1C97-1549-A82E-0C22919630EB}"/>
              </a:ext>
            </a:extLst>
          </p:cNvPr>
          <p:cNvSpPr/>
          <p:nvPr/>
        </p:nvSpPr>
        <p:spPr>
          <a:xfrm rot="5400000">
            <a:off x="8564846" y="758550"/>
            <a:ext cx="320573" cy="2876417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peech Bubble: Rectangle with Corners Rounded 49">
            <a:extLst>
              <a:ext uri="{FF2B5EF4-FFF2-40B4-BE49-F238E27FC236}">
                <a16:creationId xmlns:a16="http://schemas.microsoft.com/office/drawing/2014/main" id="{9B1C117C-24B7-EBE6-3E66-559BB2143A3F}"/>
              </a:ext>
            </a:extLst>
          </p:cNvPr>
          <p:cNvSpPr/>
          <p:nvPr/>
        </p:nvSpPr>
        <p:spPr>
          <a:xfrm>
            <a:off x="7256425" y="2442428"/>
            <a:ext cx="2876417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FFFFFE"/>
          </a:solidFill>
          <a:ln w="38100"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A (F2F) 300</a:t>
            </a:r>
          </a:p>
          <a:p>
            <a:pPr algn="ctr"/>
            <a:endParaRPr lang="en-GB" sz="36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CCE27503-62D8-5D32-C3BF-3FCB7E983EF2}"/>
              </a:ext>
            </a:extLst>
          </p:cNvPr>
          <p:cNvSpPr/>
          <p:nvPr/>
        </p:nvSpPr>
        <p:spPr>
          <a:xfrm>
            <a:off x="3247568" y="4546132"/>
            <a:ext cx="2876417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FFFFFE"/>
          </a:solidFill>
          <a:ln w="38100"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Group B (F2F) 375</a:t>
            </a:r>
          </a:p>
          <a:p>
            <a:pPr algn="ctr"/>
            <a:endParaRPr lang="en-GB" sz="2000" b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E5976E-B8EE-C91A-61C7-41EE920339DA}"/>
              </a:ext>
            </a:extLst>
          </p:cNvPr>
          <p:cNvSpPr/>
          <p:nvPr/>
        </p:nvSpPr>
        <p:spPr>
          <a:xfrm>
            <a:off x="3471292" y="5012821"/>
            <a:ext cx="2401745" cy="472154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188 HH Long-modules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8ED16F-1385-C386-3999-5DBC532DC256}"/>
              </a:ext>
            </a:extLst>
          </p:cNvPr>
          <p:cNvSpPr/>
          <p:nvPr/>
        </p:nvSpPr>
        <p:spPr>
          <a:xfrm>
            <a:off x="3471293" y="5762847"/>
            <a:ext cx="2401746" cy="496362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187 HH Short Modules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AA5F4C-6685-0C04-049E-04804093F815}"/>
              </a:ext>
            </a:extLst>
          </p:cNvPr>
          <p:cNvSpPr/>
          <p:nvPr/>
        </p:nvSpPr>
        <p:spPr>
          <a:xfrm>
            <a:off x="7480876" y="2903695"/>
            <a:ext cx="2401745" cy="472154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150 HH Long-modules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94FD65-318E-3D07-A713-A33505DB2F99}"/>
              </a:ext>
            </a:extLst>
          </p:cNvPr>
          <p:cNvSpPr/>
          <p:nvPr/>
        </p:nvSpPr>
        <p:spPr>
          <a:xfrm>
            <a:off x="7480877" y="3653721"/>
            <a:ext cx="2401746" cy="496362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150 HH Short Modules</a:t>
            </a:r>
          </a:p>
        </p:txBody>
      </p:sp>
      <p:sp>
        <p:nvSpPr>
          <p:cNvPr id="5" name="Speech Bubble: Rectangle with Corners Rounded 49">
            <a:extLst>
              <a:ext uri="{FF2B5EF4-FFF2-40B4-BE49-F238E27FC236}">
                <a16:creationId xmlns:a16="http://schemas.microsoft.com/office/drawing/2014/main" id="{47E14489-0FBC-6112-706D-14CF1C894270}"/>
              </a:ext>
            </a:extLst>
          </p:cNvPr>
          <p:cNvSpPr/>
          <p:nvPr/>
        </p:nvSpPr>
        <p:spPr>
          <a:xfrm>
            <a:off x="10634321" y="2730217"/>
            <a:ext cx="1436313" cy="3060056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FFFFFE"/>
          </a:solidFill>
          <a:ln w="381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>
              <a:effectLst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Qualitative approach – Case Identification to classify HH into the IPC Phases</a:t>
            </a:r>
            <a:endParaRPr lang="en-GB" sz="36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C5342829-436E-56CD-3C66-6C1A1BD9721A}"/>
              </a:ext>
            </a:extLst>
          </p:cNvPr>
          <p:cNvSpPr/>
          <p:nvPr/>
        </p:nvSpPr>
        <p:spPr>
          <a:xfrm rot="5400000">
            <a:off x="11123436" y="1477079"/>
            <a:ext cx="449984" cy="1436312"/>
          </a:xfrm>
          <a:prstGeom prst="leftBrac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FC66E-1E50-A1D3-1C06-2BED6285B748}"/>
              </a:ext>
            </a:extLst>
          </p:cNvPr>
          <p:cNvSpPr txBox="1"/>
          <p:nvPr/>
        </p:nvSpPr>
        <p:spPr>
          <a:xfrm>
            <a:off x="10391237" y="1532354"/>
            <a:ext cx="1675347" cy="369332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chemeClr val="accent5">
                    <a:lumMod val="10000"/>
                  </a:schemeClr>
                </a:solidFill>
              </a:rPr>
              <a:t>Qualitative 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1099039-9BC1-C35B-E0E4-08B57A91BE4E}"/>
              </a:ext>
            </a:extLst>
          </p:cNvPr>
          <p:cNvSpPr/>
          <p:nvPr/>
        </p:nvSpPr>
        <p:spPr>
          <a:xfrm>
            <a:off x="10296872" y="3375850"/>
            <a:ext cx="306951" cy="857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519854C-EF27-25A3-6866-7FB307BC53A2}"/>
              </a:ext>
            </a:extLst>
          </p:cNvPr>
          <p:cNvSpPr/>
          <p:nvPr/>
        </p:nvSpPr>
        <p:spPr>
          <a:xfrm>
            <a:off x="10304527" y="5282433"/>
            <a:ext cx="306951" cy="857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21F8B449-DBF8-F9D5-7F27-1A971E75F84E}"/>
              </a:ext>
            </a:extLst>
          </p:cNvPr>
          <p:cNvSpPr/>
          <p:nvPr/>
        </p:nvSpPr>
        <p:spPr>
          <a:xfrm>
            <a:off x="10178558" y="2877958"/>
            <a:ext cx="212648" cy="3060056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AFF6C1A-29F4-5271-2515-757FC076285B}"/>
              </a:ext>
            </a:extLst>
          </p:cNvPr>
          <p:cNvSpPr/>
          <p:nvPr/>
        </p:nvSpPr>
        <p:spPr>
          <a:xfrm>
            <a:off x="10266374" y="4363496"/>
            <a:ext cx="306951" cy="857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766DA-8E28-F72F-1C1B-D462BCC34797}"/>
              </a:ext>
            </a:extLst>
          </p:cNvPr>
          <p:cNvSpPr txBox="1"/>
          <p:nvPr/>
        </p:nvSpPr>
        <p:spPr>
          <a:xfrm>
            <a:off x="5850236" y="2572567"/>
            <a:ext cx="153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Max 48 </a:t>
            </a:r>
            <a:r>
              <a:rPr lang="en-US" b="1" err="1"/>
              <a:t>Hrs</a:t>
            </a:r>
            <a:endParaRPr lang="en-GB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E39A0-5692-2A7F-737A-4F2A4435FED4}"/>
              </a:ext>
            </a:extLst>
          </p:cNvPr>
          <p:cNvSpPr txBox="1"/>
          <p:nvPr/>
        </p:nvSpPr>
        <p:spPr>
          <a:xfrm>
            <a:off x="6054509" y="5143459"/>
            <a:ext cx="153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Max 48 </a:t>
            </a:r>
            <a:r>
              <a:rPr lang="en-US" b="1" err="1"/>
              <a:t>Hrs</a:t>
            </a: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122994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5" grpId="0" animBg="1"/>
      <p:bldP spid="23" grpId="0" animBg="1"/>
      <p:bldP spid="24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86" y="664870"/>
            <a:ext cx="10542124" cy="800373"/>
          </a:xfrm>
        </p:spPr>
        <p:txBody>
          <a:bodyPr/>
          <a:lstStyle/>
          <a:p>
            <a:r>
              <a:rPr lang="en-GB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collection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8E08D19-9EC5-420E-85B6-D43143E224B1}"/>
              </a:ext>
            </a:extLst>
          </p:cNvPr>
          <p:cNvSpPr txBox="1"/>
          <p:nvPr/>
        </p:nvSpPr>
        <p:spPr>
          <a:xfrm>
            <a:off x="1286985" y="1465243"/>
            <a:ext cx="10101449" cy="409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GB" sz="3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Modules collected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Food consumption score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Consumption-based coping strategy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Livelihood coping strategy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Food expenditure share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Economic capacity to meet essential needs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Income sources &amp; income change </a:t>
            </a:r>
          </a:p>
        </p:txBody>
      </p:sp>
    </p:spTree>
    <p:extLst>
      <p:ext uri="{BB962C8B-B14F-4D97-AF65-F5344CB8AC3E}">
        <p14:creationId xmlns:p14="http://schemas.microsoft.com/office/powerpoint/2010/main" val="4138756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771D8B-8753-1D4F-B02F-F7C027B826BD}"/>
              </a:ext>
            </a:extLst>
          </p:cNvPr>
          <p:cNvSpPr/>
          <p:nvPr/>
        </p:nvSpPr>
        <p:spPr>
          <a:xfrm>
            <a:off x="478465" y="2085752"/>
            <a:ext cx="1605516" cy="7017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F2F 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647C0B-EEAB-8BF2-6518-B32A9C1F32C8}"/>
              </a:ext>
            </a:extLst>
          </p:cNvPr>
          <p:cNvSpPr/>
          <p:nvPr/>
        </p:nvSpPr>
        <p:spPr>
          <a:xfrm>
            <a:off x="2941674" y="2117058"/>
            <a:ext cx="1605516" cy="70174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Remote</a:t>
            </a:r>
            <a:r>
              <a:rPr lang="en-GB" b="1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256A8-D4FF-44DB-F223-CD256802B612}"/>
              </a:ext>
            </a:extLst>
          </p:cNvPr>
          <p:cNvSpPr txBox="1"/>
          <p:nvPr/>
        </p:nvSpPr>
        <p:spPr>
          <a:xfrm>
            <a:off x="2271822" y="2251960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7F48A-5B9D-F6CA-2852-CC6D13583667}"/>
              </a:ext>
            </a:extLst>
          </p:cNvPr>
          <p:cNvSpPr txBox="1"/>
          <p:nvPr/>
        </p:nvSpPr>
        <p:spPr>
          <a:xfrm>
            <a:off x="2356883" y="3796959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</a:rPr>
              <a:t>vs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A266B76A-340B-B360-B055-B7F57C81D8D7}"/>
              </a:ext>
            </a:extLst>
          </p:cNvPr>
          <p:cNvSpPr/>
          <p:nvPr/>
        </p:nvSpPr>
        <p:spPr>
          <a:xfrm rot="16200000">
            <a:off x="2073426" y="2488662"/>
            <a:ext cx="851186" cy="4351522"/>
          </a:xfrm>
          <a:prstGeom prst="leftBrace">
            <a:avLst>
              <a:gd name="adj1" fmla="val 64545"/>
              <a:gd name="adj2" fmla="val 50000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856851-E161-B063-6EC2-6DE83E42CEAA}"/>
              </a:ext>
            </a:extLst>
          </p:cNvPr>
          <p:cNvSpPr txBox="1"/>
          <p:nvPr/>
        </p:nvSpPr>
        <p:spPr>
          <a:xfrm>
            <a:off x="742545" y="5099570"/>
            <a:ext cx="4071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Quantitative tools</a:t>
            </a:r>
          </a:p>
          <a:p>
            <a:pPr marL="285750" indent="-285750">
              <a:buFontTx/>
              <a:buChar char="-"/>
            </a:pP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Sensitivity, specificity, NPV, PPV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2E1453-7956-8A67-2BAB-859A5AB4DB44}"/>
              </a:ext>
            </a:extLst>
          </p:cNvPr>
          <p:cNvSpPr txBox="1"/>
          <p:nvPr/>
        </p:nvSpPr>
        <p:spPr>
          <a:xfrm>
            <a:off x="1423204" y="1435264"/>
            <a:ext cx="217931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Primary Objective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7C7611-1180-8D8E-7AE8-6203AC4167D8}"/>
              </a:ext>
            </a:extLst>
          </p:cNvPr>
          <p:cNvSpPr/>
          <p:nvPr/>
        </p:nvSpPr>
        <p:spPr>
          <a:xfrm>
            <a:off x="489967" y="3672512"/>
            <a:ext cx="1605516" cy="70174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Remote 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C9A90E-97A3-870E-C13A-5C217389F576}"/>
              </a:ext>
            </a:extLst>
          </p:cNvPr>
          <p:cNvSpPr txBox="1"/>
          <p:nvPr/>
        </p:nvSpPr>
        <p:spPr>
          <a:xfrm>
            <a:off x="2356883" y="3794709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</a:rPr>
              <a:t>vs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FC3C403-19E0-6492-DC2C-B6F3C29D414B}"/>
              </a:ext>
            </a:extLst>
          </p:cNvPr>
          <p:cNvSpPr/>
          <p:nvPr/>
        </p:nvSpPr>
        <p:spPr>
          <a:xfrm>
            <a:off x="2856613" y="3679515"/>
            <a:ext cx="1605516" cy="701749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F2F 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49402C-1553-3731-BF68-68F30D3A9359}"/>
              </a:ext>
            </a:extLst>
          </p:cNvPr>
          <p:cNvSpPr txBox="1"/>
          <p:nvPr/>
        </p:nvSpPr>
        <p:spPr>
          <a:xfrm>
            <a:off x="2356883" y="3794709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</a:rPr>
              <a:t>vs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1605285-CDBC-42DC-6164-F50750FE3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65" y="314498"/>
            <a:ext cx="10542124" cy="1152000"/>
          </a:xfrm>
        </p:spPr>
        <p:txBody>
          <a:bodyPr/>
          <a:lstStyle/>
          <a:p>
            <a:r>
              <a:rPr lang="en-GB"/>
              <a:t>Analysis plan </a:t>
            </a:r>
          </a:p>
        </p:txBody>
      </p:sp>
    </p:spTree>
    <p:extLst>
      <p:ext uri="{BB962C8B-B14F-4D97-AF65-F5344CB8AC3E}">
        <p14:creationId xmlns:p14="http://schemas.microsoft.com/office/powerpoint/2010/main" val="101133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22" grpId="0" animBg="1"/>
      <p:bldP spid="27" grpId="0"/>
      <p:bldP spid="30" grpId="0" animBg="1"/>
      <p:bldP spid="35" grpId="0" animBg="1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ECEC-AB11-697C-D02F-FB6C279C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65" y="314498"/>
            <a:ext cx="10542124" cy="1152000"/>
          </a:xfrm>
        </p:spPr>
        <p:txBody>
          <a:bodyPr/>
          <a:lstStyle/>
          <a:p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Analysis plan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771D8B-8753-1D4F-B02F-F7C027B826BD}"/>
              </a:ext>
            </a:extLst>
          </p:cNvPr>
          <p:cNvSpPr/>
          <p:nvPr/>
        </p:nvSpPr>
        <p:spPr>
          <a:xfrm>
            <a:off x="478465" y="2085752"/>
            <a:ext cx="1605516" cy="7017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chemeClr val="bg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F2F 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6E71C1-51D7-88A2-A736-B1CB3D792E6A}"/>
              </a:ext>
            </a:extLst>
          </p:cNvPr>
          <p:cNvSpPr/>
          <p:nvPr/>
        </p:nvSpPr>
        <p:spPr>
          <a:xfrm>
            <a:off x="2941674" y="3719146"/>
            <a:ext cx="1605516" cy="7017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chemeClr val="bg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F2F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647C0B-EEAB-8BF2-6518-B32A9C1F32C8}"/>
              </a:ext>
            </a:extLst>
          </p:cNvPr>
          <p:cNvSpPr/>
          <p:nvPr/>
        </p:nvSpPr>
        <p:spPr>
          <a:xfrm>
            <a:off x="2856613" y="2117649"/>
            <a:ext cx="1605516" cy="70174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Remote</a:t>
            </a:r>
            <a:r>
              <a:rPr lang="en-GB" b="1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418FFA-1DC2-D173-460A-AA992427156B}"/>
              </a:ext>
            </a:extLst>
          </p:cNvPr>
          <p:cNvSpPr/>
          <p:nvPr/>
        </p:nvSpPr>
        <p:spPr>
          <a:xfrm>
            <a:off x="478465" y="3719146"/>
            <a:ext cx="1605516" cy="70174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Remote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256A8-D4FF-44DB-F223-CD256802B612}"/>
              </a:ext>
            </a:extLst>
          </p:cNvPr>
          <p:cNvSpPr txBox="1"/>
          <p:nvPr/>
        </p:nvSpPr>
        <p:spPr>
          <a:xfrm>
            <a:off x="2271822" y="2251960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7F48A-5B9D-F6CA-2852-CC6D13583667}"/>
              </a:ext>
            </a:extLst>
          </p:cNvPr>
          <p:cNvSpPr txBox="1"/>
          <p:nvPr/>
        </p:nvSpPr>
        <p:spPr>
          <a:xfrm>
            <a:off x="2356883" y="3796959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A266B76A-340B-B360-B055-B7F57C81D8D7}"/>
              </a:ext>
            </a:extLst>
          </p:cNvPr>
          <p:cNvSpPr/>
          <p:nvPr/>
        </p:nvSpPr>
        <p:spPr>
          <a:xfrm rot="16200000">
            <a:off x="2073426" y="2492544"/>
            <a:ext cx="851186" cy="4351522"/>
          </a:xfrm>
          <a:prstGeom prst="leftBrace">
            <a:avLst>
              <a:gd name="adj1" fmla="val 64545"/>
              <a:gd name="adj2" fmla="val 50000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161D56EF-493D-DED0-66A7-EF4E315EAF06}"/>
              </a:ext>
            </a:extLst>
          </p:cNvPr>
          <p:cNvSpPr/>
          <p:nvPr/>
        </p:nvSpPr>
        <p:spPr>
          <a:xfrm rot="16200000">
            <a:off x="6455035" y="3553716"/>
            <a:ext cx="743694" cy="2498225"/>
          </a:xfrm>
          <a:prstGeom prst="leftBrace">
            <a:avLst>
              <a:gd name="adj1" fmla="val 38810"/>
              <a:gd name="adj2" fmla="val 50425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856851-E161-B063-6EC2-6DE83E42CEAA}"/>
              </a:ext>
            </a:extLst>
          </p:cNvPr>
          <p:cNvSpPr txBox="1"/>
          <p:nvPr/>
        </p:nvSpPr>
        <p:spPr>
          <a:xfrm>
            <a:off x="478465" y="5155799"/>
            <a:ext cx="4351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Quantitative tools</a:t>
            </a:r>
          </a:p>
          <a:p>
            <a:pPr marL="285750" indent="-285750">
              <a:buFontTx/>
              <a:buChar char="-"/>
            </a:pP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Sensitivity, specificity, NPV, PPV</a:t>
            </a:r>
          </a:p>
          <a:p>
            <a:pPr marL="285750" indent="-285750">
              <a:buFontTx/>
              <a:buChar char="-"/>
            </a:pP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Paired t-test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D83395-B19D-6A40-910F-E98486ED1A97}"/>
              </a:ext>
            </a:extLst>
          </p:cNvPr>
          <p:cNvSpPr txBox="1"/>
          <p:nvPr/>
        </p:nvSpPr>
        <p:spPr>
          <a:xfrm>
            <a:off x="5645866" y="5244506"/>
            <a:ext cx="2876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Quantitative tools</a:t>
            </a:r>
          </a:p>
          <a:p>
            <a:pPr marL="285750" indent="-285750">
              <a:buFontTx/>
              <a:buChar char="-"/>
            </a:pPr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Pearson correlation</a:t>
            </a:r>
          </a:p>
          <a:p>
            <a:pPr marL="285750" indent="-285750">
              <a:buFontTx/>
              <a:buChar char="-"/>
            </a:pPr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 of significance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2E1453-7956-8A67-2BAB-859A5AB4DB44}"/>
              </a:ext>
            </a:extLst>
          </p:cNvPr>
          <p:cNvSpPr txBox="1"/>
          <p:nvPr/>
        </p:nvSpPr>
        <p:spPr>
          <a:xfrm>
            <a:off x="1423204" y="1435264"/>
            <a:ext cx="215727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Primary Objective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9CAEA1-BE6A-3F47-6625-B172C9198335}"/>
              </a:ext>
            </a:extLst>
          </p:cNvPr>
          <p:cNvGrpSpPr/>
          <p:nvPr/>
        </p:nvGrpSpPr>
        <p:grpSpPr>
          <a:xfrm>
            <a:off x="5629467" y="2087090"/>
            <a:ext cx="2446528" cy="2321541"/>
            <a:chOff x="5652327" y="829790"/>
            <a:chExt cx="2446528" cy="2321541"/>
          </a:xfrm>
        </p:grpSpPr>
        <p:sp>
          <p:nvSpPr>
            <p:cNvPr id="25" name="Speech Bubble: Rectangle with Corners Rounded 49">
              <a:extLst>
                <a:ext uri="{FF2B5EF4-FFF2-40B4-BE49-F238E27FC236}">
                  <a16:creationId xmlns:a16="http://schemas.microsoft.com/office/drawing/2014/main" id="{0879BDA6-F379-EA21-8321-8CAEE17B5CFD}"/>
                </a:ext>
              </a:extLst>
            </p:cNvPr>
            <p:cNvSpPr/>
            <p:nvPr/>
          </p:nvSpPr>
          <p:spPr>
            <a:xfrm>
              <a:off x="5652327" y="829790"/>
              <a:ext cx="2446528" cy="2321541"/>
            </a:xfrm>
            <a:custGeom>
              <a:avLst/>
              <a:gdLst>
                <a:gd name="connsiteX0" fmla="*/ 0 w 855640"/>
                <a:gd name="connsiteY0" fmla="*/ 105705 h 634215"/>
                <a:gd name="connsiteX1" fmla="*/ 105705 w 855640"/>
                <a:gd name="connsiteY1" fmla="*/ 0 h 634215"/>
                <a:gd name="connsiteX2" fmla="*/ 142607 w 855640"/>
                <a:gd name="connsiteY2" fmla="*/ 0 h 634215"/>
                <a:gd name="connsiteX3" fmla="*/ 142607 w 855640"/>
                <a:gd name="connsiteY3" fmla="*/ 0 h 634215"/>
                <a:gd name="connsiteX4" fmla="*/ 356517 w 855640"/>
                <a:gd name="connsiteY4" fmla="*/ 0 h 634215"/>
                <a:gd name="connsiteX5" fmla="*/ 749935 w 855640"/>
                <a:gd name="connsiteY5" fmla="*/ 0 h 634215"/>
                <a:gd name="connsiteX6" fmla="*/ 855640 w 855640"/>
                <a:gd name="connsiteY6" fmla="*/ 105705 h 634215"/>
                <a:gd name="connsiteX7" fmla="*/ 855640 w 855640"/>
                <a:gd name="connsiteY7" fmla="*/ 369959 h 634215"/>
                <a:gd name="connsiteX8" fmla="*/ 855640 w 855640"/>
                <a:gd name="connsiteY8" fmla="*/ 369959 h 634215"/>
                <a:gd name="connsiteX9" fmla="*/ 855640 w 855640"/>
                <a:gd name="connsiteY9" fmla="*/ 528513 h 634215"/>
                <a:gd name="connsiteX10" fmla="*/ 855640 w 855640"/>
                <a:gd name="connsiteY10" fmla="*/ 528510 h 634215"/>
                <a:gd name="connsiteX11" fmla="*/ 749935 w 855640"/>
                <a:gd name="connsiteY11" fmla="*/ 634215 h 634215"/>
                <a:gd name="connsiteX12" fmla="*/ 356517 w 855640"/>
                <a:gd name="connsiteY12" fmla="*/ 634215 h 634215"/>
                <a:gd name="connsiteX13" fmla="*/ 251464 w 855640"/>
                <a:gd name="connsiteY13" fmla="*/ 634215 h 634215"/>
                <a:gd name="connsiteX14" fmla="*/ 142607 w 855640"/>
                <a:gd name="connsiteY14" fmla="*/ 634215 h 634215"/>
                <a:gd name="connsiteX15" fmla="*/ 105705 w 855640"/>
                <a:gd name="connsiteY15" fmla="*/ 634215 h 634215"/>
                <a:gd name="connsiteX16" fmla="*/ 0 w 855640"/>
                <a:gd name="connsiteY16" fmla="*/ 528510 h 634215"/>
                <a:gd name="connsiteX17" fmla="*/ 0 w 855640"/>
                <a:gd name="connsiteY17" fmla="*/ 528513 h 634215"/>
                <a:gd name="connsiteX18" fmla="*/ 0 w 855640"/>
                <a:gd name="connsiteY18" fmla="*/ 369959 h 634215"/>
                <a:gd name="connsiteX19" fmla="*/ 0 w 855640"/>
                <a:gd name="connsiteY19" fmla="*/ 369959 h 634215"/>
                <a:gd name="connsiteX20" fmla="*/ 0 w 855640"/>
                <a:gd name="connsiteY20" fmla="*/ 105705 h 634215"/>
                <a:gd name="connsiteX0" fmla="*/ 0 w 855640"/>
                <a:gd name="connsiteY0" fmla="*/ 105705 h 634215"/>
                <a:gd name="connsiteX1" fmla="*/ 105705 w 855640"/>
                <a:gd name="connsiteY1" fmla="*/ 0 h 634215"/>
                <a:gd name="connsiteX2" fmla="*/ 142607 w 855640"/>
                <a:gd name="connsiteY2" fmla="*/ 0 h 634215"/>
                <a:gd name="connsiteX3" fmla="*/ 142607 w 855640"/>
                <a:gd name="connsiteY3" fmla="*/ 0 h 634215"/>
                <a:gd name="connsiteX4" fmla="*/ 356517 w 855640"/>
                <a:gd name="connsiteY4" fmla="*/ 0 h 634215"/>
                <a:gd name="connsiteX5" fmla="*/ 749935 w 855640"/>
                <a:gd name="connsiteY5" fmla="*/ 0 h 634215"/>
                <a:gd name="connsiteX6" fmla="*/ 855640 w 855640"/>
                <a:gd name="connsiteY6" fmla="*/ 105705 h 634215"/>
                <a:gd name="connsiteX7" fmla="*/ 855640 w 855640"/>
                <a:gd name="connsiteY7" fmla="*/ 369959 h 634215"/>
                <a:gd name="connsiteX8" fmla="*/ 855640 w 855640"/>
                <a:gd name="connsiteY8" fmla="*/ 369959 h 634215"/>
                <a:gd name="connsiteX9" fmla="*/ 855640 w 855640"/>
                <a:gd name="connsiteY9" fmla="*/ 528513 h 634215"/>
                <a:gd name="connsiteX10" fmla="*/ 855640 w 855640"/>
                <a:gd name="connsiteY10" fmla="*/ 528510 h 634215"/>
                <a:gd name="connsiteX11" fmla="*/ 749935 w 855640"/>
                <a:gd name="connsiteY11" fmla="*/ 634215 h 634215"/>
                <a:gd name="connsiteX12" fmla="*/ 356517 w 855640"/>
                <a:gd name="connsiteY12" fmla="*/ 634215 h 634215"/>
                <a:gd name="connsiteX13" fmla="*/ 251464 w 855640"/>
                <a:gd name="connsiteY13" fmla="*/ 634215 h 634215"/>
                <a:gd name="connsiteX14" fmla="*/ 142607 w 855640"/>
                <a:gd name="connsiteY14" fmla="*/ 634215 h 634215"/>
                <a:gd name="connsiteX15" fmla="*/ 105705 w 855640"/>
                <a:gd name="connsiteY15" fmla="*/ 634215 h 634215"/>
                <a:gd name="connsiteX16" fmla="*/ 0 w 855640"/>
                <a:gd name="connsiteY16" fmla="*/ 528510 h 634215"/>
                <a:gd name="connsiteX17" fmla="*/ 0 w 855640"/>
                <a:gd name="connsiteY17" fmla="*/ 528513 h 634215"/>
                <a:gd name="connsiteX18" fmla="*/ 0 w 855640"/>
                <a:gd name="connsiteY18" fmla="*/ 369959 h 634215"/>
                <a:gd name="connsiteX19" fmla="*/ 0 w 855640"/>
                <a:gd name="connsiteY19" fmla="*/ 379739 h 634215"/>
                <a:gd name="connsiteX20" fmla="*/ 0 w 855640"/>
                <a:gd name="connsiteY20" fmla="*/ 105705 h 634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5640" h="634215">
                  <a:moveTo>
                    <a:pt x="0" y="105705"/>
                  </a:moveTo>
                  <a:cubicBezTo>
                    <a:pt x="0" y="47326"/>
                    <a:pt x="47326" y="0"/>
                    <a:pt x="105705" y="0"/>
                  </a:cubicBezTo>
                  <a:lnTo>
                    <a:pt x="142607" y="0"/>
                  </a:lnTo>
                  <a:lnTo>
                    <a:pt x="142607" y="0"/>
                  </a:lnTo>
                  <a:lnTo>
                    <a:pt x="356517" y="0"/>
                  </a:lnTo>
                  <a:lnTo>
                    <a:pt x="749935" y="0"/>
                  </a:lnTo>
                  <a:cubicBezTo>
                    <a:pt x="808314" y="0"/>
                    <a:pt x="855640" y="47326"/>
                    <a:pt x="855640" y="105705"/>
                  </a:cubicBezTo>
                  <a:lnTo>
                    <a:pt x="855640" y="369959"/>
                  </a:lnTo>
                  <a:lnTo>
                    <a:pt x="855640" y="369959"/>
                  </a:lnTo>
                  <a:lnTo>
                    <a:pt x="855640" y="528513"/>
                  </a:lnTo>
                  <a:lnTo>
                    <a:pt x="855640" y="528510"/>
                  </a:lnTo>
                  <a:cubicBezTo>
                    <a:pt x="855640" y="586889"/>
                    <a:pt x="808314" y="634215"/>
                    <a:pt x="749935" y="634215"/>
                  </a:cubicBezTo>
                  <a:lnTo>
                    <a:pt x="356517" y="634215"/>
                  </a:lnTo>
                  <a:lnTo>
                    <a:pt x="251464" y="634215"/>
                  </a:lnTo>
                  <a:lnTo>
                    <a:pt x="142607" y="634215"/>
                  </a:lnTo>
                  <a:lnTo>
                    <a:pt x="105705" y="634215"/>
                  </a:lnTo>
                  <a:cubicBezTo>
                    <a:pt x="47326" y="634215"/>
                    <a:pt x="0" y="586889"/>
                    <a:pt x="0" y="528510"/>
                  </a:cubicBezTo>
                  <a:lnTo>
                    <a:pt x="0" y="528513"/>
                  </a:lnTo>
                  <a:lnTo>
                    <a:pt x="0" y="369959"/>
                  </a:lnTo>
                  <a:lnTo>
                    <a:pt x="0" y="379739"/>
                  </a:lnTo>
                  <a:lnTo>
                    <a:pt x="0" y="105705"/>
                  </a:lnTo>
                  <a:close/>
                </a:path>
              </a:pathLst>
            </a:custGeom>
            <a:solidFill>
              <a:srgbClr val="FFFFFE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b="1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All </a:t>
              </a:r>
              <a:r>
                <a:rPr lang="en-US" sz="2000" b="1">
                  <a:effectLst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(F2F) sample</a:t>
              </a:r>
            </a:p>
            <a:p>
              <a:pPr algn="ctr"/>
              <a:endParaRPr lang="en-GB" sz="360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0C00B07-DB50-A774-16A4-5533E3B49461}"/>
                </a:ext>
              </a:extLst>
            </p:cNvPr>
            <p:cNvSpPr/>
            <p:nvPr/>
          </p:nvSpPr>
          <p:spPr>
            <a:xfrm>
              <a:off x="5723649" y="1330923"/>
              <a:ext cx="2252187" cy="472154"/>
            </a:xfrm>
            <a:prstGeom prst="rect">
              <a:avLst/>
            </a:prstGeom>
            <a:solidFill>
              <a:srgbClr val="FFFFFE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HH Long-modules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E8D946-88F5-45B1-0B54-4524F62113A4}"/>
                </a:ext>
              </a:extLst>
            </p:cNvPr>
            <p:cNvSpPr/>
            <p:nvPr/>
          </p:nvSpPr>
          <p:spPr>
            <a:xfrm>
              <a:off x="5723650" y="2405450"/>
              <a:ext cx="2252186" cy="496362"/>
            </a:xfrm>
            <a:prstGeom prst="rect">
              <a:avLst/>
            </a:prstGeom>
            <a:solidFill>
              <a:srgbClr val="FFFFFE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HH Short Modules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A8A9CEE-FA75-C8AB-85C3-745271A3F907}"/>
                </a:ext>
              </a:extLst>
            </p:cNvPr>
            <p:cNvSpPr txBox="1"/>
            <p:nvPr/>
          </p:nvSpPr>
          <p:spPr>
            <a:xfrm>
              <a:off x="6531499" y="1786262"/>
              <a:ext cx="5847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>
                  <a:solidFill>
                    <a:schemeClr val="accent1">
                      <a:lumMod val="50000"/>
                    </a:schemeClr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vs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DDCF915-C6B7-A5DD-FB9F-E5986D85462B}"/>
              </a:ext>
            </a:extLst>
          </p:cNvPr>
          <p:cNvSpPr txBox="1"/>
          <p:nvPr/>
        </p:nvSpPr>
        <p:spPr>
          <a:xfrm>
            <a:off x="5700789" y="1435264"/>
            <a:ext cx="26940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2ndry Objective No. 1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8EA75993-9F3A-109A-72EB-A2C1C1FF18B0}"/>
              </a:ext>
            </a:extLst>
          </p:cNvPr>
          <p:cNvSpPr/>
          <p:nvPr/>
        </p:nvSpPr>
        <p:spPr>
          <a:xfrm>
            <a:off x="22860" y="2332220"/>
            <a:ext cx="350875" cy="1771150"/>
          </a:xfrm>
          <a:prstGeom prst="leftBrace">
            <a:avLst>
              <a:gd name="adj1" fmla="val 64545"/>
              <a:gd name="adj2" fmla="val 50000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BCCBE9-EEFA-EECB-092F-D2571EE0D3F1}"/>
              </a:ext>
            </a:extLst>
          </p:cNvPr>
          <p:cNvSpPr txBox="1"/>
          <p:nvPr/>
        </p:nvSpPr>
        <p:spPr>
          <a:xfrm>
            <a:off x="1000329" y="3017740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77163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ECEC-AB11-697C-D02F-FB6C279C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65" y="314498"/>
            <a:ext cx="10542124" cy="1152000"/>
          </a:xfrm>
        </p:spPr>
        <p:txBody>
          <a:bodyPr/>
          <a:lstStyle/>
          <a:p>
            <a:r>
              <a:rPr lang="en-GB"/>
              <a:t>Analysis plan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771D8B-8753-1D4F-B02F-F7C027B826BD}"/>
              </a:ext>
            </a:extLst>
          </p:cNvPr>
          <p:cNvSpPr/>
          <p:nvPr/>
        </p:nvSpPr>
        <p:spPr>
          <a:xfrm>
            <a:off x="478465" y="2085752"/>
            <a:ext cx="1605516" cy="7017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chemeClr val="bg1">
                    <a:lumMod val="75000"/>
                  </a:schemeClr>
                </a:solidFill>
              </a:rPr>
              <a:t>F2F 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6E71C1-51D7-88A2-A736-B1CB3D792E6A}"/>
              </a:ext>
            </a:extLst>
          </p:cNvPr>
          <p:cNvSpPr/>
          <p:nvPr/>
        </p:nvSpPr>
        <p:spPr>
          <a:xfrm>
            <a:off x="2941674" y="3719146"/>
            <a:ext cx="1605516" cy="7017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chemeClr val="bg1">
                    <a:lumMod val="75000"/>
                  </a:schemeClr>
                </a:solidFill>
              </a:rPr>
              <a:t>F2F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647C0B-EEAB-8BF2-6518-B32A9C1F32C8}"/>
              </a:ext>
            </a:extLst>
          </p:cNvPr>
          <p:cNvSpPr/>
          <p:nvPr/>
        </p:nvSpPr>
        <p:spPr>
          <a:xfrm>
            <a:off x="2856613" y="2117649"/>
            <a:ext cx="1605516" cy="70174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C000"/>
                </a:solidFill>
              </a:rPr>
              <a:t>Remote</a:t>
            </a:r>
            <a:r>
              <a:rPr lang="en-GB" b="1">
                <a:solidFill>
                  <a:srgbClr val="FFC000"/>
                </a:solidFill>
              </a:rPr>
              <a:t> 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418FFA-1DC2-D173-460A-AA992427156B}"/>
              </a:ext>
            </a:extLst>
          </p:cNvPr>
          <p:cNvSpPr/>
          <p:nvPr/>
        </p:nvSpPr>
        <p:spPr>
          <a:xfrm>
            <a:off x="478465" y="3719146"/>
            <a:ext cx="1605516" cy="70174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C000"/>
                </a:solidFill>
              </a:rPr>
              <a:t>Remote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256A8-D4FF-44DB-F223-CD256802B612}"/>
              </a:ext>
            </a:extLst>
          </p:cNvPr>
          <p:cNvSpPr txBox="1"/>
          <p:nvPr/>
        </p:nvSpPr>
        <p:spPr>
          <a:xfrm>
            <a:off x="2271822" y="2251960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</a:rPr>
              <a:t>vs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7F48A-5B9D-F6CA-2852-CC6D13583667}"/>
              </a:ext>
            </a:extLst>
          </p:cNvPr>
          <p:cNvSpPr txBox="1"/>
          <p:nvPr/>
        </p:nvSpPr>
        <p:spPr>
          <a:xfrm>
            <a:off x="2356883" y="3796959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</a:rPr>
              <a:t>vs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A266B76A-340B-B360-B055-B7F57C81D8D7}"/>
              </a:ext>
            </a:extLst>
          </p:cNvPr>
          <p:cNvSpPr/>
          <p:nvPr/>
        </p:nvSpPr>
        <p:spPr>
          <a:xfrm rot="16200000">
            <a:off x="2073426" y="2492544"/>
            <a:ext cx="851186" cy="4351522"/>
          </a:xfrm>
          <a:prstGeom prst="leftBrace">
            <a:avLst>
              <a:gd name="adj1" fmla="val 64545"/>
              <a:gd name="adj2" fmla="val 50000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161D56EF-493D-DED0-66A7-EF4E315EAF06}"/>
              </a:ext>
            </a:extLst>
          </p:cNvPr>
          <p:cNvSpPr/>
          <p:nvPr/>
        </p:nvSpPr>
        <p:spPr>
          <a:xfrm rot="16200000">
            <a:off x="6429187" y="3579565"/>
            <a:ext cx="743694" cy="2446528"/>
          </a:xfrm>
          <a:prstGeom prst="leftBrace">
            <a:avLst>
              <a:gd name="adj1" fmla="val 38810"/>
              <a:gd name="adj2" fmla="val 50425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856851-E161-B063-6EC2-6DE83E42CEAA}"/>
              </a:ext>
            </a:extLst>
          </p:cNvPr>
          <p:cNvSpPr txBox="1"/>
          <p:nvPr/>
        </p:nvSpPr>
        <p:spPr>
          <a:xfrm>
            <a:off x="1281223" y="5090186"/>
            <a:ext cx="3615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Quantitative tools</a:t>
            </a:r>
          </a:p>
          <a:p>
            <a:pPr marL="285750" indent="-285750">
              <a:buFontTx/>
              <a:buChar char="-"/>
            </a:pPr>
            <a:r>
              <a:rPr lang="en-GB"/>
              <a:t>Sensitivity, specificity, NPV, PPV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D83395-B19D-6A40-910F-E98486ED1A97}"/>
              </a:ext>
            </a:extLst>
          </p:cNvPr>
          <p:cNvSpPr txBox="1"/>
          <p:nvPr/>
        </p:nvSpPr>
        <p:spPr>
          <a:xfrm>
            <a:off x="5645866" y="5244506"/>
            <a:ext cx="2876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Quantitative tools</a:t>
            </a:r>
          </a:p>
          <a:p>
            <a:pPr marL="285750" indent="-285750">
              <a:buFontTx/>
              <a:buChar char="-"/>
            </a:pPr>
            <a:r>
              <a:rPr lang="en-GB"/>
              <a:t>Pearson correlation</a:t>
            </a:r>
          </a:p>
          <a:p>
            <a:pPr marL="285750" indent="-285750">
              <a:buFontTx/>
              <a:buChar char="-"/>
            </a:pPr>
            <a:r>
              <a:rPr lang="en-GB"/>
              <a:t>Pair t-test, etc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2E1453-7956-8A67-2BAB-859A5AB4DB44}"/>
              </a:ext>
            </a:extLst>
          </p:cNvPr>
          <p:cNvSpPr txBox="1"/>
          <p:nvPr/>
        </p:nvSpPr>
        <p:spPr>
          <a:xfrm>
            <a:off x="1423204" y="1435264"/>
            <a:ext cx="1867357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/>
              <a:t>Primary Objective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9CAEA1-BE6A-3F47-6625-B172C9198335}"/>
              </a:ext>
            </a:extLst>
          </p:cNvPr>
          <p:cNvGrpSpPr/>
          <p:nvPr/>
        </p:nvGrpSpPr>
        <p:grpSpPr>
          <a:xfrm>
            <a:off x="5629467" y="2087090"/>
            <a:ext cx="2323509" cy="2321541"/>
            <a:chOff x="5652327" y="829790"/>
            <a:chExt cx="2323509" cy="2321541"/>
          </a:xfrm>
        </p:grpSpPr>
        <p:sp>
          <p:nvSpPr>
            <p:cNvPr id="25" name="Speech Bubble: Rectangle with Corners Rounded 49">
              <a:extLst>
                <a:ext uri="{FF2B5EF4-FFF2-40B4-BE49-F238E27FC236}">
                  <a16:creationId xmlns:a16="http://schemas.microsoft.com/office/drawing/2014/main" id="{0879BDA6-F379-EA21-8321-8CAEE17B5CFD}"/>
                </a:ext>
              </a:extLst>
            </p:cNvPr>
            <p:cNvSpPr/>
            <p:nvPr/>
          </p:nvSpPr>
          <p:spPr>
            <a:xfrm>
              <a:off x="5652327" y="829790"/>
              <a:ext cx="2323509" cy="2321541"/>
            </a:xfrm>
            <a:custGeom>
              <a:avLst/>
              <a:gdLst>
                <a:gd name="connsiteX0" fmla="*/ 0 w 855640"/>
                <a:gd name="connsiteY0" fmla="*/ 105705 h 634215"/>
                <a:gd name="connsiteX1" fmla="*/ 105705 w 855640"/>
                <a:gd name="connsiteY1" fmla="*/ 0 h 634215"/>
                <a:gd name="connsiteX2" fmla="*/ 142607 w 855640"/>
                <a:gd name="connsiteY2" fmla="*/ 0 h 634215"/>
                <a:gd name="connsiteX3" fmla="*/ 142607 w 855640"/>
                <a:gd name="connsiteY3" fmla="*/ 0 h 634215"/>
                <a:gd name="connsiteX4" fmla="*/ 356517 w 855640"/>
                <a:gd name="connsiteY4" fmla="*/ 0 h 634215"/>
                <a:gd name="connsiteX5" fmla="*/ 749935 w 855640"/>
                <a:gd name="connsiteY5" fmla="*/ 0 h 634215"/>
                <a:gd name="connsiteX6" fmla="*/ 855640 w 855640"/>
                <a:gd name="connsiteY6" fmla="*/ 105705 h 634215"/>
                <a:gd name="connsiteX7" fmla="*/ 855640 w 855640"/>
                <a:gd name="connsiteY7" fmla="*/ 369959 h 634215"/>
                <a:gd name="connsiteX8" fmla="*/ 855640 w 855640"/>
                <a:gd name="connsiteY8" fmla="*/ 369959 h 634215"/>
                <a:gd name="connsiteX9" fmla="*/ 855640 w 855640"/>
                <a:gd name="connsiteY9" fmla="*/ 528513 h 634215"/>
                <a:gd name="connsiteX10" fmla="*/ 855640 w 855640"/>
                <a:gd name="connsiteY10" fmla="*/ 528510 h 634215"/>
                <a:gd name="connsiteX11" fmla="*/ 749935 w 855640"/>
                <a:gd name="connsiteY11" fmla="*/ 634215 h 634215"/>
                <a:gd name="connsiteX12" fmla="*/ 356517 w 855640"/>
                <a:gd name="connsiteY12" fmla="*/ 634215 h 634215"/>
                <a:gd name="connsiteX13" fmla="*/ 251464 w 855640"/>
                <a:gd name="connsiteY13" fmla="*/ 634215 h 634215"/>
                <a:gd name="connsiteX14" fmla="*/ 142607 w 855640"/>
                <a:gd name="connsiteY14" fmla="*/ 634215 h 634215"/>
                <a:gd name="connsiteX15" fmla="*/ 105705 w 855640"/>
                <a:gd name="connsiteY15" fmla="*/ 634215 h 634215"/>
                <a:gd name="connsiteX16" fmla="*/ 0 w 855640"/>
                <a:gd name="connsiteY16" fmla="*/ 528510 h 634215"/>
                <a:gd name="connsiteX17" fmla="*/ 0 w 855640"/>
                <a:gd name="connsiteY17" fmla="*/ 528513 h 634215"/>
                <a:gd name="connsiteX18" fmla="*/ 0 w 855640"/>
                <a:gd name="connsiteY18" fmla="*/ 369959 h 634215"/>
                <a:gd name="connsiteX19" fmla="*/ 0 w 855640"/>
                <a:gd name="connsiteY19" fmla="*/ 369959 h 634215"/>
                <a:gd name="connsiteX20" fmla="*/ 0 w 855640"/>
                <a:gd name="connsiteY20" fmla="*/ 105705 h 634215"/>
                <a:gd name="connsiteX0" fmla="*/ 0 w 855640"/>
                <a:gd name="connsiteY0" fmla="*/ 105705 h 634215"/>
                <a:gd name="connsiteX1" fmla="*/ 105705 w 855640"/>
                <a:gd name="connsiteY1" fmla="*/ 0 h 634215"/>
                <a:gd name="connsiteX2" fmla="*/ 142607 w 855640"/>
                <a:gd name="connsiteY2" fmla="*/ 0 h 634215"/>
                <a:gd name="connsiteX3" fmla="*/ 142607 w 855640"/>
                <a:gd name="connsiteY3" fmla="*/ 0 h 634215"/>
                <a:gd name="connsiteX4" fmla="*/ 356517 w 855640"/>
                <a:gd name="connsiteY4" fmla="*/ 0 h 634215"/>
                <a:gd name="connsiteX5" fmla="*/ 749935 w 855640"/>
                <a:gd name="connsiteY5" fmla="*/ 0 h 634215"/>
                <a:gd name="connsiteX6" fmla="*/ 855640 w 855640"/>
                <a:gd name="connsiteY6" fmla="*/ 105705 h 634215"/>
                <a:gd name="connsiteX7" fmla="*/ 855640 w 855640"/>
                <a:gd name="connsiteY7" fmla="*/ 369959 h 634215"/>
                <a:gd name="connsiteX8" fmla="*/ 855640 w 855640"/>
                <a:gd name="connsiteY8" fmla="*/ 369959 h 634215"/>
                <a:gd name="connsiteX9" fmla="*/ 855640 w 855640"/>
                <a:gd name="connsiteY9" fmla="*/ 528513 h 634215"/>
                <a:gd name="connsiteX10" fmla="*/ 855640 w 855640"/>
                <a:gd name="connsiteY10" fmla="*/ 528510 h 634215"/>
                <a:gd name="connsiteX11" fmla="*/ 749935 w 855640"/>
                <a:gd name="connsiteY11" fmla="*/ 634215 h 634215"/>
                <a:gd name="connsiteX12" fmla="*/ 356517 w 855640"/>
                <a:gd name="connsiteY12" fmla="*/ 634215 h 634215"/>
                <a:gd name="connsiteX13" fmla="*/ 251464 w 855640"/>
                <a:gd name="connsiteY13" fmla="*/ 634215 h 634215"/>
                <a:gd name="connsiteX14" fmla="*/ 142607 w 855640"/>
                <a:gd name="connsiteY14" fmla="*/ 634215 h 634215"/>
                <a:gd name="connsiteX15" fmla="*/ 105705 w 855640"/>
                <a:gd name="connsiteY15" fmla="*/ 634215 h 634215"/>
                <a:gd name="connsiteX16" fmla="*/ 0 w 855640"/>
                <a:gd name="connsiteY16" fmla="*/ 528510 h 634215"/>
                <a:gd name="connsiteX17" fmla="*/ 0 w 855640"/>
                <a:gd name="connsiteY17" fmla="*/ 528513 h 634215"/>
                <a:gd name="connsiteX18" fmla="*/ 0 w 855640"/>
                <a:gd name="connsiteY18" fmla="*/ 369959 h 634215"/>
                <a:gd name="connsiteX19" fmla="*/ 0 w 855640"/>
                <a:gd name="connsiteY19" fmla="*/ 379739 h 634215"/>
                <a:gd name="connsiteX20" fmla="*/ 0 w 855640"/>
                <a:gd name="connsiteY20" fmla="*/ 105705 h 634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5640" h="634215">
                  <a:moveTo>
                    <a:pt x="0" y="105705"/>
                  </a:moveTo>
                  <a:cubicBezTo>
                    <a:pt x="0" y="47326"/>
                    <a:pt x="47326" y="0"/>
                    <a:pt x="105705" y="0"/>
                  </a:cubicBezTo>
                  <a:lnTo>
                    <a:pt x="142607" y="0"/>
                  </a:lnTo>
                  <a:lnTo>
                    <a:pt x="142607" y="0"/>
                  </a:lnTo>
                  <a:lnTo>
                    <a:pt x="356517" y="0"/>
                  </a:lnTo>
                  <a:lnTo>
                    <a:pt x="749935" y="0"/>
                  </a:lnTo>
                  <a:cubicBezTo>
                    <a:pt x="808314" y="0"/>
                    <a:pt x="855640" y="47326"/>
                    <a:pt x="855640" y="105705"/>
                  </a:cubicBezTo>
                  <a:lnTo>
                    <a:pt x="855640" y="369959"/>
                  </a:lnTo>
                  <a:lnTo>
                    <a:pt x="855640" y="369959"/>
                  </a:lnTo>
                  <a:lnTo>
                    <a:pt x="855640" y="528513"/>
                  </a:lnTo>
                  <a:lnTo>
                    <a:pt x="855640" y="528510"/>
                  </a:lnTo>
                  <a:cubicBezTo>
                    <a:pt x="855640" y="586889"/>
                    <a:pt x="808314" y="634215"/>
                    <a:pt x="749935" y="634215"/>
                  </a:cubicBezTo>
                  <a:lnTo>
                    <a:pt x="356517" y="634215"/>
                  </a:lnTo>
                  <a:lnTo>
                    <a:pt x="251464" y="634215"/>
                  </a:lnTo>
                  <a:lnTo>
                    <a:pt x="142607" y="634215"/>
                  </a:lnTo>
                  <a:lnTo>
                    <a:pt x="105705" y="634215"/>
                  </a:lnTo>
                  <a:cubicBezTo>
                    <a:pt x="47326" y="634215"/>
                    <a:pt x="0" y="586889"/>
                    <a:pt x="0" y="528510"/>
                  </a:cubicBezTo>
                  <a:lnTo>
                    <a:pt x="0" y="528513"/>
                  </a:lnTo>
                  <a:lnTo>
                    <a:pt x="0" y="369959"/>
                  </a:lnTo>
                  <a:lnTo>
                    <a:pt x="0" y="379739"/>
                  </a:lnTo>
                  <a:lnTo>
                    <a:pt x="0" y="105705"/>
                  </a:lnTo>
                  <a:close/>
                </a:path>
              </a:pathLst>
            </a:custGeom>
            <a:solidFill>
              <a:srgbClr val="FFFFFE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b="1">
                  <a:ea typeface="Open Sans" panose="020B0606030504020204" pitchFamily="34" charset="0"/>
                  <a:cs typeface="Open Sans" panose="020B0606030504020204" pitchFamily="34" charset="0"/>
                </a:rPr>
                <a:t>All </a:t>
              </a:r>
              <a:r>
                <a:rPr lang="en-US" sz="2000" b="1">
                  <a:effectLst/>
                  <a:ea typeface="Open Sans" panose="020B0606030504020204" pitchFamily="34" charset="0"/>
                  <a:cs typeface="Open Sans" panose="020B0606030504020204" pitchFamily="34" charset="0"/>
                </a:rPr>
                <a:t>(F2F) sample</a:t>
              </a:r>
            </a:p>
            <a:p>
              <a:pPr algn="ctr"/>
              <a:endParaRPr lang="en-GB" sz="3600">
                <a:effectLst/>
                <a:ea typeface="Open Sans" panose="020B06060305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0C00B07-DB50-A774-16A4-5533E3B49461}"/>
                </a:ext>
              </a:extLst>
            </p:cNvPr>
            <p:cNvSpPr/>
            <p:nvPr/>
          </p:nvSpPr>
          <p:spPr>
            <a:xfrm>
              <a:off x="5847742" y="1330923"/>
              <a:ext cx="1960836" cy="472154"/>
            </a:xfrm>
            <a:prstGeom prst="rect">
              <a:avLst/>
            </a:prstGeom>
            <a:solidFill>
              <a:srgbClr val="FFFFFE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HH Long-modules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E8D946-88F5-45B1-0B54-4524F62113A4}"/>
                </a:ext>
              </a:extLst>
            </p:cNvPr>
            <p:cNvSpPr/>
            <p:nvPr/>
          </p:nvSpPr>
          <p:spPr>
            <a:xfrm>
              <a:off x="5847742" y="2405450"/>
              <a:ext cx="1960835" cy="496362"/>
            </a:xfrm>
            <a:prstGeom prst="rect">
              <a:avLst/>
            </a:prstGeom>
            <a:solidFill>
              <a:srgbClr val="FFFFFE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HH Short Modules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A8A9CEE-FA75-C8AB-85C3-745271A3F907}"/>
                </a:ext>
              </a:extLst>
            </p:cNvPr>
            <p:cNvSpPr txBox="1"/>
            <p:nvPr/>
          </p:nvSpPr>
          <p:spPr>
            <a:xfrm>
              <a:off x="6531499" y="1786262"/>
              <a:ext cx="5847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>
                  <a:solidFill>
                    <a:schemeClr val="accent1">
                      <a:lumMod val="50000"/>
                    </a:schemeClr>
                  </a:solidFill>
                </a:rPr>
                <a:t>vs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DDCF915-C6B7-A5DD-FB9F-E5986D85462B}"/>
              </a:ext>
            </a:extLst>
          </p:cNvPr>
          <p:cNvSpPr txBox="1"/>
          <p:nvPr/>
        </p:nvSpPr>
        <p:spPr>
          <a:xfrm>
            <a:off x="5699500" y="1432260"/>
            <a:ext cx="232350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/>
              <a:t>2ndry Objective No.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219756-6138-0101-138A-18CE54AF69CA}"/>
              </a:ext>
            </a:extLst>
          </p:cNvPr>
          <p:cNvSpPr txBox="1"/>
          <p:nvPr/>
        </p:nvSpPr>
        <p:spPr>
          <a:xfrm>
            <a:off x="8554619" y="5263828"/>
            <a:ext cx="35183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Quantitative tools</a:t>
            </a:r>
          </a:p>
          <a:p>
            <a:pPr marL="285750" indent="-285750">
              <a:buFontTx/>
              <a:buChar char="-"/>
            </a:pPr>
            <a:r>
              <a:rPr lang="en-GB"/>
              <a:t>Pearson correlation, t-test</a:t>
            </a:r>
          </a:p>
          <a:p>
            <a:pPr marL="285750" indent="-285750">
              <a:buFontTx/>
              <a:buChar char="-"/>
            </a:pPr>
            <a:r>
              <a:rPr lang="en-GB"/>
              <a:t>Simple regression analysis</a:t>
            </a:r>
          </a:p>
          <a:p>
            <a:pPr marL="285750" indent="-285750">
              <a:buFontTx/>
              <a:buChar char="-"/>
            </a:pPr>
            <a:r>
              <a:rPr lang="en-GB"/>
              <a:t>Test of specificity and sensitivity </a:t>
            </a:r>
          </a:p>
        </p:txBody>
      </p:sp>
      <p:sp>
        <p:nvSpPr>
          <p:cNvPr id="11" name="Speech Bubble: Rectangle with Corners Rounded 49">
            <a:extLst>
              <a:ext uri="{FF2B5EF4-FFF2-40B4-BE49-F238E27FC236}">
                <a16:creationId xmlns:a16="http://schemas.microsoft.com/office/drawing/2014/main" id="{B2B937A5-E2B3-BF5E-E312-B27523095077}"/>
              </a:ext>
            </a:extLst>
          </p:cNvPr>
          <p:cNvSpPr/>
          <p:nvPr/>
        </p:nvSpPr>
        <p:spPr>
          <a:xfrm>
            <a:off x="10300649" y="1596907"/>
            <a:ext cx="1545204" cy="3085510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FFFFFE"/>
          </a:solidFill>
          <a:ln w="381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>
              <a:effectLst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Qualitative approach – Case Identification to classify HH into the IPC Phases</a:t>
            </a:r>
            <a:endParaRPr lang="en-GB" sz="36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62493A-FC37-058C-E35B-1F22CEFF2827}"/>
              </a:ext>
            </a:extLst>
          </p:cNvPr>
          <p:cNvSpPr/>
          <p:nvPr/>
        </p:nvSpPr>
        <p:spPr>
          <a:xfrm>
            <a:off x="8894929" y="2144132"/>
            <a:ext cx="863269" cy="7769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accent3">
                    <a:lumMod val="50000"/>
                  </a:schemeClr>
                </a:solidFill>
              </a:rPr>
              <a:t>CARI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9E1460-A108-1CE6-EA72-5C6B2B81EDAB}"/>
              </a:ext>
            </a:extLst>
          </p:cNvPr>
          <p:cNvSpPr txBox="1"/>
          <p:nvPr/>
        </p:nvSpPr>
        <p:spPr>
          <a:xfrm>
            <a:off x="9775971" y="2271094"/>
            <a:ext cx="535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accent1">
                    <a:lumMod val="50000"/>
                  </a:schemeClr>
                </a:solidFill>
              </a:rPr>
              <a:t>vs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86992-5A89-D5F3-57FD-10BED8AE0797}"/>
              </a:ext>
            </a:extLst>
          </p:cNvPr>
          <p:cNvSpPr txBox="1"/>
          <p:nvPr/>
        </p:nvSpPr>
        <p:spPr>
          <a:xfrm>
            <a:off x="9300993" y="1154918"/>
            <a:ext cx="2222826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/>
              <a:t>2ndry Objective No. 2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73578D8-E0BE-77AC-4D52-09A6315CCDA9}"/>
              </a:ext>
            </a:extLst>
          </p:cNvPr>
          <p:cNvSpPr/>
          <p:nvPr/>
        </p:nvSpPr>
        <p:spPr>
          <a:xfrm rot="16200000">
            <a:off x="9923536" y="3423908"/>
            <a:ext cx="851186" cy="2993449"/>
          </a:xfrm>
          <a:prstGeom prst="leftBrace">
            <a:avLst>
              <a:gd name="adj1" fmla="val 32068"/>
              <a:gd name="adj2" fmla="val 50000"/>
            </a:avLst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E2B92C-2B27-C7D8-569F-DFCA900FC757}"/>
              </a:ext>
            </a:extLst>
          </p:cNvPr>
          <p:cNvSpPr/>
          <p:nvPr/>
        </p:nvSpPr>
        <p:spPr>
          <a:xfrm>
            <a:off x="8872234" y="3342051"/>
            <a:ext cx="863269" cy="7769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err="1">
                <a:solidFill>
                  <a:schemeClr val="accent3">
                    <a:lumMod val="50000"/>
                  </a:schemeClr>
                </a:solidFill>
              </a:rPr>
              <a:t>rCARI</a:t>
            </a:r>
            <a:endParaRPr lang="en-GB" b="1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C7B6F5FC-5980-8DB6-2193-45862C0B2FDD}"/>
              </a:ext>
            </a:extLst>
          </p:cNvPr>
          <p:cNvSpPr/>
          <p:nvPr/>
        </p:nvSpPr>
        <p:spPr>
          <a:xfrm>
            <a:off x="22860" y="2332220"/>
            <a:ext cx="350875" cy="1771150"/>
          </a:xfrm>
          <a:prstGeom prst="leftBrace">
            <a:avLst>
              <a:gd name="adj1" fmla="val 64545"/>
              <a:gd name="adj2" fmla="val 50000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639DD0-3BD2-EC83-DDB5-8D929B62FD14}"/>
              </a:ext>
            </a:extLst>
          </p:cNvPr>
          <p:cNvSpPr txBox="1"/>
          <p:nvPr/>
        </p:nvSpPr>
        <p:spPr>
          <a:xfrm>
            <a:off x="9772063" y="3468802"/>
            <a:ext cx="535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accent1">
                    <a:lumMod val="50000"/>
                  </a:schemeClr>
                </a:solidFill>
              </a:rPr>
              <a:t>vs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B16AC6-036D-B034-7571-A5CB050D5C44}"/>
              </a:ext>
            </a:extLst>
          </p:cNvPr>
          <p:cNvSpPr txBox="1"/>
          <p:nvPr/>
        </p:nvSpPr>
        <p:spPr>
          <a:xfrm>
            <a:off x="1000329" y="3017740"/>
            <a:ext cx="584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chemeClr val="accent1">
                    <a:lumMod val="50000"/>
                  </a:schemeClr>
                </a:solidFill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88221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 animBg="1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4E40-2BD0-3140-3458-9B9F7283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Study organogram…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A8BA3E-99B7-6885-5568-A4E2A386E7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9634275"/>
              </p:ext>
            </p:extLst>
          </p:nvPr>
        </p:nvGraphicFramePr>
        <p:xfrm>
          <a:off x="1553379" y="1575413"/>
          <a:ext cx="7182998" cy="4880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012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EE1F-3598-CC4E-6499-390BDB36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done…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FDB2-FDD1-4060-FD7E-A0F8F744C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552" y="1635743"/>
            <a:ext cx="9243151" cy="4137096"/>
          </a:xfrm>
        </p:spPr>
        <p:txBody>
          <a:bodyPr/>
          <a:lstStyle/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Conducted two training of trainers’ (ToT) workshops in for RBP &amp; RBD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pilots completed so far</a:t>
            </a:r>
          </a:p>
          <a:p>
            <a:pPr lvl="1"/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Myanmar</a:t>
            </a:r>
          </a:p>
          <a:p>
            <a:pPr lvl="1"/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Ecuador</a:t>
            </a:r>
          </a:p>
          <a:p>
            <a:pPr lvl="1"/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 –Two separate analysis produced</a:t>
            </a:r>
          </a:p>
          <a:p>
            <a:pPr lvl="1"/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BKF – yet to be analysed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Reports produced and presented to BHA (Draft reports)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 Advisory meetings held</a:t>
            </a:r>
            <a:endParaRPr lang="en-GB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1"/>
            <a:endParaRPr lang="en-GB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1"/>
            <a:endParaRPr lang="en-GB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73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493" y="723004"/>
            <a:ext cx="10326654" cy="655930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 completed and Workplan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E3A3C271-2BA7-44D2-9004-3A3B46657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96572"/>
              </p:ext>
            </p:extLst>
          </p:nvPr>
        </p:nvGraphicFramePr>
        <p:xfrm>
          <a:off x="849493" y="1566221"/>
          <a:ext cx="10493014" cy="4169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689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255923">
                  <a:extLst>
                    <a:ext uri="{9D8B030D-6E8A-4147-A177-3AD203B41FA5}">
                      <a16:colId xmlns:a16="http://schemas.microsoft.com/office/drawing/2014/main" val="209505532"/>
                    </a:ext>
                  </a:extLst>
                </a:gridCol>
                <a:gridCol w="1344058">
                  <a:extLst>
                    <a:ext uri="{9D8B030D-6E8A-4147-A177-3AD203B41FA5}">
                      <a16:colId xmlns:a16="http://schemas.microsoft.com/office/drawing/2014/main" val="2766482773"/>
                    </a:ext>
                  </a:extLst>
                </a:gridCol>
                <a:gridCol w="1399142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476260">
                  <a:extLst>
                    <a:ext uri="{9D8B030D-6E8A-4147-A177-3AD203B41FA5}">
                      <a16:colId xmlns:a16="http://schemas.microsoft.com/office/drawing/2014/main" val="2478887055"/>
                    </a:ext>
                  </a:extLst>
                </a:gridCol>
                <a:gridCol w="1806766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</a:tblGrid>
              <a:tr h="535110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             Status</a:t>
                      </a:r>
                    </a:p>
                    <a:p>
                      <a:r>
                        <a:rPr lang="en-GB" sz="1600" b="1" dirty="0">
                          <a:solidFill>
                            <a:srgbClr val="0070BA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Activity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In-progress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 preparation phases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3547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Pilot testing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35557"/>
                  </a:ext>
                </a:extLst>
              </a:tr>
              <a:tr h="3602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Myanmar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363913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Ecuador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highlight>
                          <a:srgbClr val="0000FF"/>
                        </a:highlight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highlight>
                          <a:srgbClr val="0000FF"/>
                        </a:highlight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367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Burkina Faso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195471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Iraq</a:t>
                      </a:r>
                      <a:endParaRPr lang="en-GB" sz="1600" b="1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514939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Guatemala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448847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Mauritania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53556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On going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330662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Report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On going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A78F-744D-6860-161C-3F53C72AF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488600"/>
            <a:ext cx="10542124" cy="1152000"/>
          </a:xfrm>
        </p:spPr>
        <p:txBody>
          <a:bodyPr/>
          <a:lstStyle/>
          <a:p>
            <a:r>
              <a:rPr lang="en-GB" dirty="0"/>
              <a:t>Key Changes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A1B9-BD00-31E0-1DA7-2D7017556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683" y="1519414"/>
            <a:ext cx="9542594" cy="495850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Change of the study methodology name</a:t>
            </a:r>
          </a:p>
          <a:p>
            <a:pPr lvl="1"/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Crossover design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RCT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Survey Experiment with Stratified Sample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Increase of the coverage at the ADMIN5 level</a:t>
            </a:r>
          </a:p>
          <a:p>
            <a:pPr lvl="1"/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20 35-40ADMIN5s</a:t>
            </a:r>
          </a:p>
          <a:p>
            <a:pPr lvl="1"/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Pilot Country composition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Increase of the sample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1,200HHs to 4,000HHS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Replace HH listing with full census 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All HHs in ADMIN5s included in the study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All pilot countries should have FEWS NET presence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Replacing Peru for Guatemala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1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Consideration of Mauritania</a:t>
            </a:r>
            <a:endParaRPr lang="en-GB" sz="1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363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7655-963F-8137-739D-7DCE3F08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923" y="653853"/>
            <a:ext cx="10542124" cy="1152000"/>
          </a:xfrm>
        </p:spPr>
        <p:txBody>
          <a:bodyPr/>
          <a:lstStyle/>
          <a:p>
            <a:r>
              <a:rPr lang="en-GB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survey experiment…</a:t>
            </a:r>
          </a:p>
        </p:txBody>
      </p:sp>
      <p:pic>
        <p:nvPicPr>
          <p:cNvPr id="4" name="Picture 3" descr="A diagram of a sample">
            <a:extLst>
              <a:ext uri="{FF2B5EF4-FFF2-40B4-BE49-F238E27FC236}">
                <a16:creationId xmlns:a16="http://schemas.microsoft.com/office/drawing/2014/main" id="{5F5B2978-6A59-3CA3-D6DD-E8F17FD3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066" y="1707137"/>
            <a:ext cx="6114154" cy="492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85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6" y="2445989"/>
            <a:ext cx="3900023" cy="2067230"/>
          </a:xfrm>
        </p:spPr>
        <p:txBody>
          <a:bodyPr/>
          <a:lstStyle/>
          <a:p>
            <a:r>
              <a:rPr lang="en-GB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Randomization</a:t>
            </a:r>
          </a:p>
        </p:txBody>
      </p:sp>
      <p:pic>
        <p:nvPicPr>
          <p:cNvPr id="6" name="Picture 5" descr="A diagram of a company&#10;&#10;Description automatically generated">
            <a:extLst>
              <a:ext uri="{FF2B5EF4-FFF2-40B4-BE49-F238E27FC236}">
                <a16:creationId xmlns:a16="http://schemas.microsoft.com/office/drawing/2014/main" id="{7E7A6FF6-F58E-F5AB-2390-8C69C39C0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108" y="1045028"/>
            <a:ext cx="7689337" cy="556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6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A78F-744D-6860-161C-3F53C72A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Where we stand…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A1B9-BD00-31E0-1DA7-2D7017556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179" y="1816870"/>
            <a:ext cx="10060387" cy="4550879"/>
          </a:xfrm>
        </p:spPr>
        <p:txBody>
          <a:bodyPr/>
          <a:lstStyle/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Discussion with Guatemala currently stalled 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VAM officer on BIS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OIC has not responded to my last emails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000">
                <a:solidFill>
                  <a:schemeClr val="tx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Follow </a:t>
            </a:r>
            <a:r>
              <a:rPr lang="en-GB" sz="2000" dirty="0">
                <a:solidFill>
                  <a:schemeClr val="tx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up in the coming days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 the budgeting study area selection stage for Mauritania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meeting to be arranged in coming days to discuss &amp; finalize the budget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Iraq discussion far advance, waiting to receive the list of potential study areas from CO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 target returnee IDPs and refugees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GB" sz="1600" dirty="0">
              <a:solidFill>
                <a:schemeClr val="tx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59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A78F-744D-6860-161C-3F53C72A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Going forward…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A1B9-BD00-31E0-1DA7-2D7017556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179" y="1816870"/>
            <a:ext cx="10060387" cy="38347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APP-FA must submit a methodology document for each pilot country to BHA through the TAB for approval before data collection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Include study area selection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Sampling ( sample size, sample selection, challenges and mitigations strategies)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WAE consultant hired to advise on statistical analysis (Prof. Michelle Lacey, University of Tulane, U.S.A)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NCE has been submitted to BHA through WAS (this has been informally approved awaiting formal communication)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 be extended until end of August 2025</a:t>
            </a:r>
          </a:p>
        </p:txBody>
      </p:sp>
    </p:spTree>
    <p:extLst>
      <p:ext uri="{BB962C8B-B14F-4D97-AF65-F5344CB8AC3E}">
        <p14:creationId xmlns:p14="http://schemas.microsoft.com/office/powerpoint/2010/main" val="1456274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3208C37F-52F9-7945-A874-663013F3D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49145"/>
              </p:ext>
            </p:extLst>
          </p:nvPr>
        </p:nvGraphicFramePr>
        <p:xfrm>
          <a:off x="466257" y="1762252"/>
          <a:ext cx="11523894" cy="34322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302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145754">
                  <a:extLst>
                    <a:ext uri="{9D8B030D-6E8A-4147-A177-3AD203B41FA5}">
                      <a16:colId xmlns:a16="http://schemas.microsoft.com/office/drawing/2014/main" val="209505532"/>
                    </a:ext>
                  </a:extLst>
                </a:gridCol>
                <a:gridCol w="1057620">
                  <a:extLst>
                    <a:ext uri="{9D8B030D-6E8A-4147-A177-3AD203B41FA5}">
                      <a16:colId xmlns:a16="http://schemas.microsoft.com/office/drawing/2014/main" val="1189111347"/>
                    </a:ext>
                  </a:extLst>
                </a:gridCol>
                <a:gridCol w="936433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211856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209069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3745430968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1812068250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1713016819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2254663835"/>
                    </a:ext>
                  </a:extLst>
                </a:gridCol>
              </a:tblGrid>
              <a:tr h="63272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               Time</a:t>
                      </a:r>
                    </a:p>
                    <a:p>
                      <a:endParaRPr lang="en-GB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GB" sz="1400" b="1" dirty="0">
                          <a:solidFill>
                            <a:srgbClr val="0070BA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Countries</a:t>
                      </a:r>
                    </a:p>
                  </a:txBody>
                  <a:tcPr anchor="b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Nov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Dec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2024</a:t>
                      </a:r>
                      <a:endParaRPr lang="en-GB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Jan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Feb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Mar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Apr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May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Jun 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Jul-Aug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3634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(1) Iraq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rgbClr val="00206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rgbClr val="00206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187876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(2) Mauritania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4252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(3) Guatemala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3634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(4) Burkina Faso</a:t>
                      </a:r>
                      <a:endParaRPr lang="en-US" sz="14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 Ongoing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093728"/>
                  </a:ext>
                </a:extLst>
              </a:tr>
              <a:tr h="419343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363477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Report writing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E8D96ED-F331-D820-3C17-E1C0D43E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57" y="965375"/>
            <a:ext cx="10326654" cy="655930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Tentative work for remaining pilot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9A8F9-CBA8-B36C-3F51-8EF645C3205B}"/>
              </a:ext>
            </a:extLst>
          </p:cNvPr>
          <p:cNvSpPr txBox="1"/>
          <p:nvPr/>
        </p:nvSpPr>
        <p:spPr>
          <a:xfrm>
            <a:off x="466257" y="5335495"/>
            <a:ext cx="10671796" cy="37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2" indent="-628650">
              <a:spcBef>
                <a:spcPts val="1000"/>
              </a:spcBef>
            </a:pPr>
            <a:r>
              <a:rPr lang="en-GB" sz="1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Note: There would be intermittent presentation to the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TAB and BHA after each pilot country</a:t>
            </a:r>
            <a:endParaRPr lang="en-GB" sz="18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08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BB310342-74D1-A202-46B3-5A0934966D09}"/>
              </a:ext>
            </a:extLst>
          </p:cNvPr>
          <p:cNvSpPr txBox="1">
            <a:spLocks/>
          </p:cNvSpPr>
          <p:nvPr/>
        </p:nvSpPr>
        <p:spPr>
          <a:xfrm>
            <a:off x="336087" y="2867800"/>
            <a:ext cx="11360800" cy="11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  <a:endParaRPr lang="en-GB" sz="6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5766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ppt/theme/themeOverride3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D21AC8-3694-4E72-88B8-41D22A634B76}"/>
</file>

<file path=customXml/itemProps2.xml><?xml version="1.0" encoding="utf-8"?>
<ds:datastoreItem xmlns:ds="http://schemas.openxmlformats.org/officeDocument/2006/customXml" ds:itemID="{FF2CF057-9F0A-4CCB-B937-805ED701A0E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940b711-dc1d-4235-b0a5-48d487f0d3b9"/>
    <ds:schemaRef ds:uri="http://purl.org/dc/terms/"/>
    <ds:schemaRef ds:uri="http://schemas.microsoft.com/office/2006/documentManagement/types"/>
    <ds:schemaRef ds:uri="http://purl.org/dc/elements/1.1/"/>
    <ds:schemaRef ds:uri="49256dcf-74b5-4e0f-b2ab-e17546be8a80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29865</TotalTime>
  <Words>1815</Words>
  <Application>Microsoft Office PowerPoint</Application>
  <PresentationFormat>Widescreen</PresentationFormat>
  <Paragraphs>393</Paragraphs>
  <Slides>32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ADLaM Display</vt:lpstr>
      <vt:lpstr>Arial</vt:lpstr>
      <vt:lpstr>Calibri</vt:lpstr>
      <vt:lpstr>HALDEN SOLID</vt:lpstr>
      <vt:lpstr>Open Sans</vt:lpstr>
      <vt:lpstr>Open Sans Extrabold</vt:lpstr>
      <vt:lpstr>Theme2</vt:lpstr>
      <vt:lpstr>PowerPoint Presentation</vt:lpstr>
      <vt:lpstr>Background</vt:lpstr>
      <vt:lpstr>Background</vt:lpstr>
      <vt:lpstr>Background</vt:lpstr>
      <vt:lpstr>PowerPoint Presentation</vt:lpstr>
      <vt:lpstr>Current Proposal </vt:lpstr>
      <vt:lpstr>The Technical Advisory Board</vt:lpstr>
      <vt:lpstr>Project Work Assignment</vt:lpstr>
      <vt:lpstr>The Remote CARI (rCARI) Component</vt:lpstr>
      <vt:lpstr>Objective</vt:lpstr>
      <vt:lpstr>Pilot Countries</vt:lpstr>
      <vt:lpstr>Inclusion criteria [ADMIN level selection]</vt:lpstr>
      <vt:lpstr>Methodology</vt:lpstr>
      <vt:lpstr>Study Setup - The Crossover Design </vt:lpstr>
      <vt:lpstr>Study Setup- Primary objective - [rCARI vs CARI]</vt:lpstr>
      <vt:lpstr>Study Setup- Primary objective - [rCARI vs CARI]</vt:lpstr>
      <vt:lpstr>Study Setup- Secondary objective no.1 – [validate diff. modules]</vt:lpstr>
      <vt:lpstr>Study Setup- Secondary objective no.2 - [rCARI/CARI vs IPC]</vt:lpstr>
      <vt:lpstr>Data collection </vt:lpstr>
      <vt:lpstr>Analysis plan </vt:lpstr>
      <vt:lpstr>Analysis plan </vt:lpstr>
      <vt:lpstr>Analysis plan </vt:lpstr>
      <vt:lpstr>Study organogram…</vt:lpstr>
      <vt:lpstr>Work done…</vt:lpstr>
      <vt:lpstr>Work completed and Workplan</vt:lpstr>
      <vt:lpstr>Key Changes to the Project</vt:lpstr>
      <vt:lpstr>The survey experiment…</vt:lpstr>
      <vt:lpstr>Randomization</vt:lpstr>
      <vt:lpstr>Where we stand…</vt:lpstr>
      <vt:lpstr>Going forward…</vt:lpstr>
      <vt:lpstr>Tentative work for remaining pilot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6</cp:revision>
  <dcterms:created xsi:type="dcterms:W3CDTF">2018-08-20T09:35:59Z</dcterms:created>
  <dcterms:modified xsi:type="dcterms:W3CDTF">2024-10-31T09:26:59Z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