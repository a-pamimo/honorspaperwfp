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2"/>
  </p:notesMasterIdLst>
  <p:handoutMasterIdLst>
    <p:handoutMasterId r:id="rId33"/>
  </p:handoutMasterIdLst>
  <p:sldIdLst>
    <p:sldId id="283" r:id="rId5"/>
    <p:sldId id="419" r:id="rId6"/>
    <p:sldId id="420" r:id="rId7"/>
    <p:sldId id="296" r:id="rId8"/>
    <p:sldId id="376" r:id="rId9"/>
    <p:sldId id="310" r:id="rId10"/>
    <p:sldId id="311" r:id="rId11"/>
    <p:sldId id="351" r:id="rId12"/>
    <p:sldId id="374" r:id="rId13"/>
    <p:sldId id="372" r:id="rId14"/>
    <p:sldId id="373" r:id="rId15"/>
    <p:sldId id="409" r:id="rId16"/>
    <p:sldId id="353" r:id="rId17"/>
    <p:sldId id="410" r:id="rId18"/>
    <p:sldId id="412" r:id="rId19"/>
    <p:sldId id="411" r:id="rId20"/>
    <p:sldId id="413" r:id="rId21"/>
    <p:sldId id="358" r:id="rId22"/>
    <p:sldId id="370" r:id="rId23"/>
    <p:sldId id="354" r:id="rId24"/>
    <p:sldId id="414" r:id="rId25"/>
    <p:sldId id="415" r:id="rId26"/>
    <p:sldId id="421" r:id="rId27"/>
    <p:sldId id="365" r:id="rId28"/>
    <p:sldId id="416" r:id="rId29"/>
    <p:sldId id="417" r:id="rId30"/>
    <p:sldId id="418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19"/>
            <p14:sldId id="420"/>
            <p14:sldId id="296"/>
            <p14:sldId id="376"/>
            <p14:sldId id="310"/>
          </p14:sldIdLst>
        </p14:section>
        <p14:section name="Results" id="{2C4D1EE9-A3E0-4084-9198-0FB1A973D7CA}">
          <p14:sldIdLst>
            <p14:sldId id="311"/>
            <p14:sldId id="351"/>
            <p14:sldId id="374"/>
            <p14:sldId id="372"/>
            <p14:sldId id="373"/>
            <p14:sldId id="409"/>
            <p14:sldId id="353"/>
            <p14:sldId id="410"/>
            <p14:sldId id="412"/>
            <p14:sldId id="411"/>
            <p14:sldId id="413"/>
            <p14:sldId id="358"/>
            <p14:sldId id="370"/>
            <p14:sldId id="354"/>
            <p14:sldId id="414"/>
            <p14:sldId id="415"/>
            <p14:sldId id="421"/>
            <p14:sldId id="365"/>
            <p14:sldId id="416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83B"/>
    <a:srgbClr val="A9D18E"/>
    <a:srgbClr val="5A9E16"/>
    <a:srgbClr val="59CAFF"/>
    <a:srgbClr val="0070BA"/>
    <a:srgbClr val="FFFFFE"/>
    <a:srgbClr val="FFFFFF"/>
    <a:srgbClr val="CFD6EA"/>
    <a:srgbClr val="F5B183"/>
    <a:srgbClr val="D4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BCCE1-3816-40DD-B12A-A9D2DE2CD790}" v="45" dt="2025-04-08T07:44:22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30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38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8AEBCCE1-3816-40DD-B12A-A9D2DE2CD790}"/>
    <pc:docChg chg="undo redo custSel addSld delSld modSld sldOrd modSection">
      <pc:chgData name="Alirah WEYORI" userId="1c7cbaa8-91f0-4806-8632-e4be5028c1b4" providerId="ADAL" clId="{8AEBCCE1-3816-40DD-B12A-A9D2DE2CD790}" dt="2025-04-09T08:32:52.834" v="2993" actId="6549"/>
      <pc:docMkLst>
        <pc:docMk/>
      </pc:docMkLst>
      <pc:sldChg chg="delSp modSp mod">
        <pc:chgData name="Alirah WEYORI" userId="1c7cbaa8-91f0-4806-8632-e4be5028c1b4" providerId="ADAL" clId="{8AEBCCE1-3816-40DD-B12A-A9D2DE2CD790}" dt="2025-02-11T14:40:26.602" v="2870" actId="1076"/>
        <pc:sldMkLst>
          <pc:docMk/>
          <pc:sldMk cId="3545166311" sldId="283"/>
        </pc:sldMkLst>
        <pc:spChg chg="mod">
          <ac:chgData name="Alirah WEYORI" userId="1c7cbaa8-91f0-4806-8632-e4be5028c1b4" providerId="ADAL" clId="{8AEBCCE1-3816-40DD-B12A-A9D2DE2CD790}" dt="2025-02-11T14:40:20.873" v="2869" actId="1076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Alirah WEYORI" userId="1c7cbaa8-91f0-4806-8632-e4be5028c1b4" providerId="ADAL" clId="{8AEBCCE1-3816-40DD-B12A-A9D2DE2CD790}" dt="2025-02-11T14:40:20.873" v="2869" actId="1076"/>
          <ac:spMkLst>
            <pc:docMk/>
            <pc:sldMk cId="3545166311" sldId="283"/>
            <ac:spMk id="3" creationId="{00000000-0000-0000-0000-000000000000}"/>
          </ac:spMkLst>
        </pc:spChg>
        <pc:spChg chg="del mod">
          <ac:chgData name="Alirah WEYORI" userId="1c7cbaa8-91f0-4806-8632-e4be5028c1b4" providerId="ADAL" clId="{8AEBCCE1-3816-40DD-B12A-A9D2DE2CD790}" dt="2025-02-11T09:37:48.088" v="11" actId="478"/>
          <ac:spMkLst>
            <pc:docMk/>
            <pc:sldMk cId="3545166311" sldId="283"/>
            <ac:spMk id="5" creationId="{B4C5CCBB-7D17-27A6-9271-864E77AE7611}"/>
          </ac:spMkLst>
        </pc:spChg>
        <pc:spChg chg="mod">
          <ac:chgData name="Alirah WEYORI" userId="1c7cbaa8-91f0-4806-8632-e4be5028c1b4" providerId="ADAL" clId="{8AEBCCE1-3816-40DD-B12A-A9D2DE2CD790}" dt="2025-02-11T14:40:26.602" v="2870" actId="1076"/>
          <ac:spMkLst>
            <pc:docMk/>
            <pc:sldMk cId="3545166311" sldId="283"/>
            <ac:spMk id="6" creationId="{53CD270A-9458-E7A9-9B9B-7F70A19E11F1}"/>
          </ac:spMkLst>
        </pc:spChg>
      </pc:sldChg>
      <pc:sldChg chg="del">
        <pc:chgData name="Alirah WEYORI" userId="1c7cbaa8-91f0-4806-8632-e4be5028c1b4" providerId="ADAL" clId="{8AEBCCE1-3816-40DD-B12A-A9D2DE2CD790}" dt="2025-02-11T10:33:06.459" v="386" actId="47"/>
        <pc:sldMkLst>
          <pc:docMk/>
          <pc:sldMk cId="1390366204" sldId="286"/>
        </pc:sldMkLst>
      </pc:sldChg>
      <pc:sldChg chg="modSp mod">
        <pc:chgData name="Alirah WEYORI" userId="1c7cbaa8-91f0-4806-8632-e4be5028c1b4" providerId="ADAL" clId="{8AEBCCE1-3816-40DD-B12A-A9D2DE2CD790}" dt="2025-02-11T13:33:12.267" v="2117" actId="255"/>
        <pc:sldMkLst>
          <pc:docMk/>
          <pc:sldMk cId="2571662685" sldId="296"/>
        </pc:sldMkLst>
        <pc:spChg chg="mod">
          <ac:chgData name="Alirah WEYORI" userId="1c7cbaa8-91f0-4806-8632-e4be5028c1b4" providerId="ADAL" clId="{8AEBCCE1-3816-40DD-B12A-A9D2DE2CD790}" dt="2025-02-11T10:43:54.268" v="430" actId="20577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Alirah WEYORI" userId="1c7cbaa8-91f0-4806-8632-e4be5028c1b4" providerId="ADAL" clId="{8AEBCCE1-3816-40DD-B12A-A9D2DE2CD790}" dt="2025-02-11T13:33:12.267" v="2117" actId="255"/>
          <ac:spMkLst>
            <pc:docMk/>
            <pc:sldMk cId="2571662685" sldId="296"/>
            <ac:spMk id="3" creationId="{63505D0D-7CB2-2242-BE0E-B72CE5E5E8F7}"/>
          </ac:spMkLst>
        </pc:spChg>
      </pc:sldChg>
      <pc:sldChg chg="addSp delSp modSp mod delAnim modAnim">
        <pc:chgData name="Alirah WEYORI" userId="1c7cbaa8-91f0-4806-8632-e4be5028c1b4" providerId="ADAL" clId="{8AEBCCE1-3816-40DD-B12A-A9D2DE2CD790}" dt="2025-02-11T15:20:29.214" v="2905" actId="164"/>
        <pc:sldMkLst>
          <pc:docMk/>
          <pc:sldMk cId="475964468" sldId="310"/>
        </pc:sldMkLst>
        <pc:spChg chg="add del mod">
          <ac:chgData name="Alirah WEYORI" userId="1c7cbaa8-91f0-4806-8632-e4be5028c1b4" providerId="ADAL" clId="{8AEBCCE1-3816-40DD-B12A-A9D2DE2CD790}" dt="2025-02-11T10:16:41.165" v="200" actId="478"/>
          <ac:spMkLst>
            <pc:docMk/>
            <pc:sldMk cId="475964468" sldId="310"/>
            <ac:spMk id="3" creationId="{2EA871E0-F985-1862-2E96-44A4628DBEA0}"/>
          </ac:spMkLst>
        </pc:spChg>
        <pc:spChg chg="mod">
          <ac:chgData name="Alirah WEYORI" userId="1c7cbaa8-91f0-4806-8632-e4be5028c1b4" providerId="ADAL" clId="{8AEBCCE1-3816-40DD-B12A-A9D2DE2CD790}" dt="2025-02-11T12:55:29.221" v="1789" actId="14100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2:54:58.480" v="1780" actId="20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Alirah WEYORI" userId="1c7cbaa8-91f0-4806-8632-e4be5028c1b4" providerId="ADAL" clId="{8AEBCCE1-3816-40DD-B12A-A9D2DE2CD790}" dt="2025-02-11T12:54:58.480" v="1780" actId="20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Alirah WEYORI" userId="1c7cbaa8-91f0-4806-8632-e4be5028c1b4" providerId="ADAL" clId="{8AEBCCE1-3816-40DD-B12A-A9D2DE2CD790}" dt="2025-02-11T10:48:04.032" v="450" actId="14100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Alirah WEYORI" userId="1c7cbaa8-91f0-4806-8632-e4be5028c1b4" providerId="ADAL" clId="{8AEBCCE1-3816-40DD-B12A-A9D2DE2CD790}" dt="2025-02-11T10:47:44.889" v="448" actId="113"/>
          <ac:spMkLst>
            <pc:docMk/>
            <pc:sldMk cId="475964468" sldId="310"/>
            <ac:spMk id="9" creationId="{5C2CACA0-144C-1FA4-3B93-3821251A134B}"/>
          </ac:spMkLst>
        </pc:spChg>
        <pc:spChg chg="del mod">
          <ac:chgData name="Alirah WEYORI" userId="1c7cbaa8-91f0-4806-8632-e4be5028c1b4" providerId="ADAL" clId="{8AEBCCE1-3816-40DD-B12A-A9D2DE2CD790}" dt="2025-02-11T10:24:20.646" v="259" actId="21"/>
          <ac:spMkLst>
            <pc:docMk/>
            <pc:sldMk cId="475964468" sldId="310"/>
            <ac:spMk id="17" creationId="{EBE5976E-B8EE-C91A-61C7-41EE920339DA}"/>
          </ac:spMkLst>
        </pc:spChg>
        <pc:spChg chg="del mod">
          <ac:chgData name="Alirah WEYORI" userId="1c7cbaa8-91f0-4806-8632-e4be5028c1b4" providerId="ADAL" clId="{8AEBCCE1-3816-40DD-B12A-A9D2DE2CD790}" dt="2025-02-11T10:24:20.646" v="259" actId="21"/>
          <ac:spMkLst>
            <pc:docMk/>
            <pc:sldMk cId="475964468" sldId="310"/>
            <ac:spMk id="18" creationId="{D18ED16F-1385-C386-3999-5DBC532DC256}"/>
          </ac:spMkLst>
        </pc:spChg>
        <pc:spChg chg="add del mod">
          <ac:chgData name="Alirah WEYORI" userId="1c7cbaa8-91f0-4806-8632-e4be5028c1b4" providerId="ADAL" clId="{8AEBCCE1-3816-40DD-B12A-A9D2DE2CD790}" dt="2025-02-11T10:17:12.848" v="205" actId="478"/>
          <ac:spMkLst>
            <pc:docMk/>
            <pc:sldMk cId="475964468" sldId="310"/>
            <ac:spMk id="24" creationId="{13FD664F-310F-4704-9763-A1DE3292EDFB}"/>
          </ac:spMkLst>
        </pc:spChg>
        <pc:spChg chg="mod">
          <ac:chgData name="Alirah WEYORI" userId="1c7cbaa8-91f0-4806-8632-e4be5028c1b4" providerId="ADAL" clId="{8AEBCCE1-3816-40DD-B12A-A9D2DE2CD790}" dt="2025-02-11T10:48:08.563" v="451" actId="14100"/>
          <ac:spMkLst>
            <pc:docMk/>
            <pc:sldMk cId="475964468" sldId="310"/>
            <ac:spMk id="25" creationId="{D4F18B0C-7E08-2DFA-2D85-1A2DF7C9DBE4}"/>
          </ac:spMkLst>
        </pc:spChg>
        <pc:spChg chg="mod">
          <ac:chgData name="Alirah WEYORI" userId="1c7cbaa8-91f0-4806-8632-e4be5028c1b4" providerId="ADAL" clId="{8AEBCCE1-3816-40DD-B12A-A9D2DE2CD790}" dt="2025-02-11T10:47:51.513" v="449" actId="113"/>
          <ac:spMkLst>
            <pc:docMk/>
            <pc:sldMk cId="475964468" sldId="310"/>
            <ac:spMk id="26" creationId="{6E95D51D-A3C2-CD0F-31BA-36DE4A850411}"/>
          </ac:spMkLst>
        </pc:spChg>
        <pc:spChg chg="add del mod">
          <ac:chgData name="Alirah WEYORI" userId="1c7cbaa8-91f0-4806-8632-e4be5028c1b4" providerId="ADAL" clId="{8AEBCCE1-3816-40DD-B12A-A9D2DE2CD790}" dt="2025-02-11T10:17:27.082" v="207" actId="478"/>
          <ac:spMkLst>
            <pc:docMk/>
            <pc:sldMk cId="475964468" sldId="310"/>
            <ac:spMk id="28" creationId="{7CEF4326-8A6A-2377-F5D5-39ED048A473F}"/>
          </ac:spMkLst>
        </pc:spChg>
        <pc:spChg chg="add del mod">
          <ac:chgData name="Alirah WEYORI" userId="1c7cbaa8-91f0-4806-8632-e4be5028c1b4" providerId="ADAL" clId="{8AEBCCE1-3816-40DD-B12A-A9D2DE2CD790}" dt="2025-02-11T15:20:19.419" v="2904" actId="164"/>
          <ac:spMkLst>
            <pc:docMk/>
            <pc:sldMk cId="475964468" sldId="310"/>
            <ac:spMk id="34" creationId="{CC10B166-C624-C74D-55EB-337080D15D3D}"/>
          </ac:spMkLst>
        </pc:spChg>
        <pc:spChg chg="mod">
          <ac:chgData name="Alirah WEYORI" userId="1c7cbaa8-91f0-4806-8632-e4be5028c1b4" providerId="ADAL" clId="{8AEBCCE1-3816-40DD-B12A-A9D2DE2CD790}" dt="2025-02-11T15:20:29.214" v="2905" actId="164"/>
          <ac:spMkLst>
            <pc:docMk/>
            <pc:sldMk cId="475964468" sldId="310"/>
            <ac:spMk id="35" creationId="{B97E7E15-B4A1-E60F-1DC3-8A4905028DD8}"/>
          </ac:spMkLst>
        </pc:spChg>
        <pc:spChg chg="add mod">
          <ac:chgData name="Alirah WEYORI" userId="1c7cbaa8-91f0-4806-8632-e4be5028c1b4" providerId="ADAL" clId="{8AEBCCE1-3816-40DD-B12A-A9D2DE2CD790}" dt="2025-02-11T12:54:00.114" v="1778" actId="207"/>
          <ac:spMkLst>
            <pc:docMk/>
            <pc:sldMk cId="475964468" sldId="310"/>
            <ac:spMk id="40" creationId="{EBE5976E-B8EE-C91A-61C7-41EE920339DA}"/>
          </ac:spMkLst>
        </pc:spChg>
        <pc:spChg chg="add mod">
          <ac:chgData name="Alirah WEYORI" userId="1c7cbaa8-91f0-4806-8632-e4be5028c1b4" providerId="ADAL" clId="{8AEBCCE1-3816-40DD-B12A-A9D2DE2CD790}" dt="2025-02-11T12:54:00.114" v="1778" actId="207"/>
          <ac:spMkLst>
            <pc:docMk/>
            <pc:sldMk cId="475964468" sldId="310"/>
            <ac:spMk id="41" creationId="{D18ED16F-1385-C386-3999-5DBC532DC256}"/>
          </ac:spMkLst>
        </pc:spChg>
        <pc:spChg chg="add mod">
          <ac:chgData name="Alirah WEYORI" userId="1c7cbaa8-91f0-4806-8632-e4be5028c1b4" providerId="ADAL" clId="{8AEBCCE1-3816-40DD-B12A-A9D2DE2CD790}" dt="2025-02-11T15:20:29.214" v="2905" actId="164"/>
          <ac:spMkLst>
            <pc:docMk/>
            <pc:sldMk cId="475964468" sldId="310"/>
            <ac:spMk id="48" creationId="{8F6402C0-CE79-AD6E-CCAA-61EB99A2FFFD}"/>
          </ac:spMkLst>
        </pc:spChg>
        <pc:spChg chg="add mod">
          <ac:chgData name="Alirah WEYORI" userId="1c7cbaa8-91f0-4806-8632-e4be5028c1b4" providerId="ADAL" clId="{8AEBCCE1-3816-40DD-B12A-A9D2DE2CD790}" dt="2025-02-11T15:20:19.419" v="2904" actId="164"/>
          <ac:spMkLst>
            <pc:docMk/>
            <pc:sldMk cId="475964468" sldId="310"/>
            <ac:spMk id="49" creationId="{26C84AFB-12B2-DDEF-4EC3-E27A7A939E5E}"/>
          </ac:spMkLst>
        </pc:spChg>
        <pc:grpChg chg="del">
          <ac:chgData name="Alirah WEYORI" userId="1c7cbaa8-91f0-4806-8632-e4be5028c1b4" providerId="ADAL" clId="{8AEBCCE1-3816-40DD-B12A-A9D2DE2CD790}" dt="2025-02-11T10:24:20.646" v="259" actId="21"/>
          <ac:grpSpMkLst>
            <pc:docMk/>
            <pc:sldMk cId="475964468" sldId="310"/>
            <ac:grpSpMk id="14" creationId="{059EBAA2-DCB2-1066-C49D-16416B1BE106}"/>
          </ac:grpSpMkLst>
        </pc:grpChg>
        <pc:grpChg chg="mod">
          <ac:chgData name="Alirah WEYORI" userId="1c7cbaa8-91f0-4806-8632-e4be5028c1b4" providerId="ADAL" clId="{8AEBCCE1-3816-40DD-B12A-A9D2DE2CD790}" dt="2025-02-11T10:49:28.483" v="458" actId="14100"/>
          <ac:grpSpMkLst>
            <pc:docMk/>
            <pc:sldMk cId="475964468" sldId="310"/>
            <ac:grpSpMk id="33" creationId="{2C2DF42A-ABC6-49D7-6506-2A399396AF3F}"/>
          </ac:grpSpMkLst>
        </pc:grpChg>
        <pc:grpChg chg="add mod">
          <ac:chgData name="Alirah WEYORI" userId="1c7cbaa8-91f0-4806-8632-e4be5028c1b4" providerId="ADAL" clId="{8AEBCCE1-3816-40DD-B12A-A9D2DE2CD790}" dt="2025-02-11T15:20:19.419" v="2904" actId="164"/>
          <ac:grpSpMkLst>
            <pc:docMk/>
            <pc:sldMk cId="475964468" sldId="310"/>
            <ac:grpSpMk id="54" creationId="{007A0C09-FCDE-0C85-8FC1-93F8010173C8}"/>
          </ac:grpSpMkLst>
        </pc:grpChg>
        <pc:grpChg chg="add mod">
          <ac:chgData name="Alirah WEYORI" userId="1c7cbaa8-91f0-4806-8632-e4be5028c1b4" providerId="ADAL" clId="{8AEBCCE1-3816-40DD-B12A-A9D2DE2CD790}" dt="2025-02-11T15:20:29.214" v="2905" actId="164"/>
          <ac:grpSpMkLst>
            <pc:docMk/>
            <pc:sldMk cId="475964468" sldId="310"/>
            <ac:grpSpMk id="55" creationId="{F32B73E6-19EF-5D65-FA46-75744629088C}"/>
          </ac:grpSpMkLst>
        </pc:grpChg>
        <pc:cxnChg chg="mod">
          <ac:chgData name="Alirah WEYORI" userId="1c7cbaa8-91f0-4806-8632-e4be5028c1b4" providerId="ADAL" clId="{8AEBCCE1-3816-40DD-B12A-A9D2DE2CD790}" dt="2025-02-11T10:48:19.879" v="452" actId="14100"/>
          <ac:cxnSpMkLst>
            <pc:docMk/>
            <pc:sldMk cId="475964468" sldId="310"/>
            <ac:cxnSpMk id="20" creationId="{4BD0F997-4148-528C-D6B2-9C613B3C7706}"/>
          </ac:cxnSpMkLst>
        </pc:cxnChg>
        <pc:cxnChg chg="mod">
          <ac:chgData name="Alirah WEYORI" userId="1c7cbaa8-91f0-4806-8632-e4be5028c1b4" providerId="ADAL" clId="{8AEBCCE1-3816-40DD-B12A-A9D2DE2CD790}" dt="2025-02-11T10:28:38.750" v="383" actId="1037"/>
          <ac:cxnSpMkLst>
            <pc:docMk/>
            <pc:sldMk cId="475964468" sldId="310"/>
            <ac:cxnSpMk id="27" creationId="{068FBBD6-EA21-932E-06E7-072E72A9DAB2}"/>
          </ac:cxnSpMkLst>
        </pc:cxnChg>
        <pc:cxnChg chg="add mod">
          <ac:chgData name="Alirah WEYORI" userId="1c7cbaa8-91f0-4806-8632-e4be5028c1b4" providerId="ADAL" clId="{8AEBCCE1-3816-40DD-B12A-A9D2DE2CD790}" dt="2025-02-11T10:49:36.251" v="459" actId="14100"/>
          <ac:cxnSpMkLst>
            <pc:docMk/>
            <pc:sldMk cId="475964468" sldId="310"/>
            <ac:cxnSpMk id="45" creationId="{00062189-4679-A9F6-B6D1-ADB93518DBAC}"/>
          </ac:cxnSpMkLst>
        </pc:cxnChg>
        <pc:cxnChg chg="add mod">
          <ac:chgData name="Alirah WEYORI" userId="1c7cbaa8-91f0-4806-8632-e4be5028c1b4" providerId="ADAL" clId="{8AEBCCE1-3816-40DD-B12A-A9D2DE2CD790}" dt="2025-02-11T10:48:52.609" v="455" actId="208"/>
          <ac:cxnSpMkLst>
            <pc:docMk/>
            <pc:sldMk cId="475964468" sldId="310"/>
            <ac:cxnSpMk id="47" creationId="{BCA34283-DD41-5E40-80D1-FC3254BC0A46}"/>
          </ac:cxnSpMkLst>
        </pc:cxnChg>
        <pc:cxnChg chg="mod">
          <ac:chgData name="Alirah WEYORI" userId="1c7cbaa8-91f0-4806-8632-e4be5028c1b4" providerId="ADAL" clId="{8AEBCCE1-3816-40DD-B12A-A9D2DE2CD790}" dt="2025-02-11T10:48:26.313" v="453" actId="14100"/>
          <ac:cxnSpMkLst>
            <pc:docMk/>
            <pc:sldMk cId="475964468" sldId="310"/>
            <ac:cxnSpMk id="58" creationId="{B60F1896-1466-4105-B802-82071799A00B}"/>
          </ac:cxnSpMkLst>
        </pc:cxnChg>
      </pc:sldChg>
      <pc:sldChg chg="addSp delSp modSp mod ord modAnim modNotesTx">
        <pc:chgData name="Alirah WEYORI" userId="1c7cbaa8-91f0-4806-8632-e4be5028c1b4" providerId="ADAL" clId="{8AEBCCE1-3816-40DD-B12A-A9D2DE2CD790}" dt="2025-02-17T12:54:07.269" v="2907" actId="6549"/>
        <pc:sldMkLst>
          <pc:docMk/>
          <pc:sldMk cId="2986976553" sldId="311"/>
        </pc:sldMkLst>
        <pc:spChg chg="mod">
          <ac:chgData name="Alirah WEYORI" userId="1c7cbaa8-91f0-4806-8632-e4be5028c1b4" providerId="ADAL" clId="{8AEBCCE1-3816-40DD-B12A-A9D2DE2CD790}" dt="2025-02-11T14:21:59.175" v="2657" actId="6549"/>
          <ac:spMkLst>
            <pc:docMk/>
            <pc:sldMk cId="2986976553" sldId="311"/>
            <ac:spMk id="2" creationId="{F029B89D-5416-48E5-81EA-436AE51F041C}"/>
          </ac:spMkLst>
        </pc:spChg>
        <pc:spChg chg="add del mod">
          <ac:chgData name="Alirah WEYORI" userId="1c7cbaa8-91f0-4806-8632-e4be5028c1b4" providerId="ADAL" clId="{8AEBCCE1-3816-40DD-B12A-A9D2DE2CD790}" dt="2025-02-11T10:14:10.289" v="173" actId="478"/>
          <ac:spMkLst>
            <pc:docMk/>
            <pc:sldMk cId="2986976553" sldId="311"/>
            <ac:spMk id="5" creationId="{547724F0-51F7-D21C-4251-C8261A175CA1}"/>
          </ac:spMkLst>
        </pc:spChg>
        <pc:spChg chg="del">
          <ac:chgData name="Alirah WEYORI" userId="1c7cbaa8-91f0-4806-8632-e4be5028c1b4" providerId="ADAL" clId="{8AEBCCE1-3816-40DD-B12A-A9D2DE2CD790}" dt="2025-02-11T10:14:03.088" v="171" actId="478"/>
          <ac:spMkLst>
            <pc:docMk/>
            <pc:sldMk cId="2986976553" sldId="311"/>
            <ac:spMk id="6" creationId="{C77D6C2F-AC0C-CDE5-6C26-DEC4BD426D97}"/>
          </ac:spMkLst>
        </pc:spChg>
        <pc:spChg chg="add mod">
          <ac:chgData name="Alirah WEYORI" userId="1c7cbaa8-91f0-4806-8632-e4be5028c1b4" providerId="ADAL" clId="{8AEBCCE1-3816-40DD-B12A-A9D2DE2CD790}" dt="2025-02-11T13:31:46.659" v="2111" actId="1036"/>
          <ac:spMkLst>
            <pc:docMk/>
            <pc:sldMk cId="2986976553" sldId="311"/>
            <ac:spMk id="9" creationId="{2F02FB11-0BFF-906B-39E0-4BC9FEB3295C}"/>
          </ac:spMkLst>
        </pc:spChg>
        <pc:spChg chg="add mod">
          <ac:chgData name="Alirah WEYORI" userId="1c7cbaa8-91f0-4806-8632-e4be5028c1b4" providerId="ADAL" clId="{8AEBCCE1-3816-40DD-B12A-A9D2DE2CD790}" dt="2025-02-11T12:49:17.803" v="1688" actId="1038"/>
          <ac:spMkLst>
            <pc:docMk/>
            <pc:sldMk cId="2986976553" sldId="311"/>
            <ac:spMk id="10" creationId="{75B3478C-4AC0-ECFE-D865-2B664B5A9D76}"/>
          </ac:spMkLst>
        </pc:spChg>
        <pc:spChg chg="add mod">
          <ac:chgData name="Alirah WEYORI" userId="1c7cbaa8-91f0-4806-8632-e4be5028c1b4" providerId="ADAL" clId="{8AEBCCE1-3816-40DD-B12A-A9D2DE2CD790}" dt="2025-02-11T12:49:22.800" v="1696" actId="1036"/>
          <ac:spMkLst>
            <pc:docMk/>
            <pc:sldMk cId="2986976553" sldId="311"/>
            <ac:spMk id="11" creationId="{B4A3F56A-7444-6739-4C02-04F1339A7C50}"/>
          </ac:spMkLst>
        </pc:spChg>
        <pc:spChg chg="add del mod">
          <ac:chgData name="Alirah WEYORI" userId="1c7cbaa8-91f0-4806-8632-e4be5028c1b4" providerId="ADAL" clId="{8AEBCCE1-3816-40DD-B12A-A9D2DE2CD790}" dt="2025-02-11T12:40:32.988" v="1553" actId="478"/>
          <ac:spMkLst>
            <pc:docMk/>
            <pc:sldMk cId="2986976553" sldId="311"/>
            <ac:spMk id="12" creationId="{C16A5EC3-FE7C-5C16-B985-E15859A95075}"/>
          </ac:spMkLst>
        </pc:spChg>
        <pc:spChg chg="add mod">
          <ac:chgData name="Alirah WEYORI" userId="1c7cbaa8-91f0-4806-8632-e4be5028c1b4" providerId="ADAL" clId="{8AEBCCE1-3816-40DD-B12A-A9D2DE2CD790}" dt="2025-02-11T12:49:04.449" v="1681" actId="1038"/>
          <ac:spMkLst>
            <pc:docMk/>
            <pc:sldMk cId="2986976553" sldId="311"/>
            <ac:spMk id="13" creationId="{0A5FD161-8801-8C49-D5F3-A9B0B81BF656}"/>
          </ac:spMkLst>
        </pc:spChg>
        <pc:spChg chg="add mod">
          <ac:chgData name="Alirah WEYORI" userId="1c7cbaa8-91f0-4806-8632-e4be5028c1b4" providerId="ADAL" clId="{8AEBCCE1-3816-40DD-B12A-A9D2DE2CD790}" dt="2025-02-11T13:00:10.715" v="1801" actId="14100"/>
          <ac:spMkLst>
            <pc:docMk/>
            <pc:sldMk cId="2986976553" sldId="311"/>
            <ac:spMk id="14" creationId="{4446DF81-4BD5-EE2F-558E-80A8AA8D32A6}"/>
          </ac:spMkLst>
        </pc:spChg>
        <pc:spChg chg="add mod">
          <ac:chgData name="Alirah WEYORI" userId="1c7cbaa8-91f0-4806-8632-e4be5028c1b4" providerId="ADAL" clId="{8AEBCCE1-3816-40DD-B12A-A9D2DE2CD790}" dt="2025-02-11T12:51:10.107" v="1719" actId="14100"/>
          <ac:spMkLst>
            <pc:docMk/>
            <pc:sldMk cId="2986976553" sldId="311"/>
            <ac:spMk id="15" creationId="{CAE450F7-90CB-0AD0-B886-283746F455E9}"/>
          </ac:spMkLst>
        </pc:spChg>
        <pc:graphicFrameChg chg="add mod modGraphic">
          <ac:chgData name="Alirah WEYORI" userId="1c7cbaa8-91f0-4806-8632-e4be5028c1b4" providerId="ADAL" clId="{8AEBCCE1-3816-40DD-B12A-A9D2DE2CD790}" dt="2025-02-11T16:02:12.771" v="2906" actId="113"/>
          <ac:graphicFrameMkLst>
            <pc:docMk/>
            <pc:sldMk cId="2986976553" sldId="311"/>
            <ac:graphicFrameMk id="7" creationId="{195054BC-D3B9-9CB6-A877-1E5BF232EFE5}"/>
          </ac:graphicFrameMkLst>
        </pc:graphicFrameChg>
        <pc:picChg chg="del">
          <ac:chgData name="Alirah WEYORI" userId="1c7cbaa8-91f0-4806-8632-e4be5028c1b4" providerId="ADAL" clId="{8AEBCCE1-3816-40DD-B12A-A9D2DE2CD790}" dt="2025-02-11T10:13:59.439" v="170" actId="478"/>
          <ac:picMkLst>
            <pc:docMk/>
            <pc:sldMk cId="2986976553" sldId="311"/>
            <ac:picMk id="8" creationId="{9F548F5E-1645-A988-92FC-24A524438847}"/>
          </ac:picMkLst>
        </pc:picChg>
      </pc:sldChg>
      <pc:sldChg chg="del">
        <pc:chgData name="Alirah WEYORI" userId="1c7cbaa8-91f0-4806-8632-e4be5028c1b4" providerId="ADAL" clId="{8AEBCCE1-3816-40DD-B12A-A9D2DE2CD790}" dt="2025-02-11T11:28:48.526" v="751" actId="47"/>
        <pc:sldMkLst>
          <pc:docMk/>
          <pc:sldMk cId="763011548" sldId="318"/>
        </pc:sldMkLst>
      </pc:sldChg>
      <pc:sldChg chg="del">
        <pc:chgData name="Alirah WEYORI" userId="1c7cbaa8-91f0-4806-8632-e4be5028c1b4" providerId="ADAL" clId="{8AEBCCE1-3816-40DD-B12A-A9D2DE2CD790}" dt="2025-02-11T10:33:05.296" v="385" actId="47"/>
        <pc:sldMkLst>
          <pc:docMk/>
          <pc:sldMk cId="1237851312" sldId="320"/>
        </pc:sldMkLst>
      </pc:sldChg>
      <pc:sldChg chg="del">
        <pc:chgData name="Alirah WEYORI" userId="1c7cbaa8-91f0-4806-8632-e4be5028c1b4" providerId="ADAL" clId="{8AEBCCE1-3816-40DD-B12A-A9D2DE2CD790}" dt="2025-02-11T11:55:43.334" v="852" actId="47"/>
        <pc:sldMkLst>
          <pc:docMk/>
          <pc:sldMk cId="1674716470" sldId="321"/>
        </pc:sldMkLst>
      </pc:sldChg>
      <pc:sldChg chg="del">
        <pc:chgData name="Alirah WEYORI" userId="1c7cbaa8-91f0-4806-8632-e4be5028c1b4" providerId="ADAL" clId="{8AEBCCE1-3816-40DD-B12A-A9D2DE2CD790}" dt="2025-02-11T11:55:45.458" v="853" actId="47"/>
        <pc:sldMkLst>
          <pc:docMk/>
          <pc:sldMk cId="3086938220" sldId="323"/>
        </pc:sldMkLst>
      </pc:sldChg>
      <pc:sldChg chg="delSp del mod delAnim">
        <pc:chgData name="Alirah WEYORI" userId="1c7cbaa8-91f0-4806-8632-e4be5028c1b4" providerId="ADAL" clId="{8AEBCCE1-3816-40DD-B12A-A9D2DE2CD790}" dt="2025-02-11T11:55:56.655" v="858" actId="47"/>
        <pc:sldMkLst>
          <pc:docMk/>
          <pc:sldMk cId="584995391" sldId="324"/>
        </pc:sldMkLst>
        <pc:spChg chg="del">
          <ac:chgData name="Alirah WEYORI" userId="1c7cbaa8-91f0-4806-8632-e4be5028c1b4" providerId="ADAL" clId="{8AEBCCE1-3816-40DD-B12A-A9D2DE2CD790}" dt="2025-02-11T11:31:15.321" v="797" actId="478"/>
          <ac:spMkLst>
            <pc:docMk/>
            <pc:sldMk cId="584995391" sldId="324"/>
            <ac:spMk id="5" creationId="{376D1B6F-AC30-3654-22D1-B4F03C2C75A4}"/>
          </ac:spMkLst>
        </pc:spChg>
        <pc:spChg chg="del">
          <ac:chgData name="Alirah WEYORI" userId="1c7cbaa8-91f0-4806-8632-e4be5028c1b4" providerId="ADAL" clId="{8AEBCCE1-3816-40DD-B12A-A9D2DE2CD790}" dt="2025-02-11T11:31:13.789" v="795" actId="478"/>
          <ac:spMkLst>
            <pc:docMk/>
            <pc:sldMk cId="584995391" sldId="324"/>
            <ac:spMk id="7" creationId="{33DC40FD-1136-7FA9-C475-9D9121718C02}"/>
          </ac:spMkLst>
        </pc:spChg>
        <pc:spChg chg="del">
          <ac:chgData name="Alirah WEYORI" userId="1c7cbaa8-91f0-4806-8632-e4be5028c1b4" providerId="ADAL" clId="{8AEBCCE1-3816-40DD-B12A-A9D2DE2CD790}" dt="2025-02-11T11:31:14.449" v="796" actId="478"/>
          <ac:spMkLst>
            <pc:docMk/>
            <pc:sldMk cId="584995391" sldId="324"/>
            <ac:spMk id="10" creationId="{A12273C7-9671-F36A-E606-74B0CEBE0972}"/>
          </ac:spMkLst>
        </pc:spChg>
        <pc:spChg chg="del">
          <ac:chgData name="Alirah WEYORI" userId="1c7cbaa8-91f0-4806-8632-e4be5028c1b4" providerId="ADAL" clId="{8AEBCCE1-3816-40DD-B12A-A9D2DE2CD790}" dt="2025-02-11T11:31:16.351" v="798" actId="478"/>
          <ac:spMkLst>
            <pc:docMk/>
            <pc:sldMk cId="584995391" sldId="324"/>
            <ac:spMk id="11" creationId="{90853CE8-E01B-99D0-A5EB-E08374D0F1E1}"/>
          </ac:spMkLst>
        </pc:spChg>
        <pc:picChg chg="del">
          <ac:chgData name="Alirah WEYORI" userId="1c7cbaa8-91f0-4806-8632-e4be5028c1b4" providerId="ADAL" clId="{8AEBCCE1-3816-40DD-B12A-A9D2DE2CD790}" dt="2025-02-11T11:31:12.335" v="794" actId="478"/>
          <ac:picMkLst>
            <pc:docMk/>
            <pc:sldMk cId="584995391" sldId="324"/>
            <ac:picMk id="6" creationId="{80BC7B68-63FB-37E5-9445-C9B01126493A}"/>
          </ac:picMkLst>
        </pc:picChg>
      </pc:sldChg>
      <pc:sldChg chg="delSp del mod">
        <pc:chgData name="Alirah WEYORI" userId="1c7cbaa8-91f0-4806-8632-e4be5028c1b4" providerId="ADAL" clId="{8AEBCCE1-3816-40DD-B12A-A9D2DE2CD790}" dt="2025-02-11T11:56:12.152" v="866" actId="47"/>
        <pc:sldMkLst>
          <pc:docMk/>
          <pc:sldMk cId="2566885915" sldId="325"/>
        </pc:sldMkLst>
        <pc:spChg chg="del">
          <ac:chgData name="Alirah WEYORI" userId="1c7cbaa8-91f0-4806-8632-e4be5028c1b4" providerId="ADAL" clId="{8AEBCCE1-3816-40DD-B12A-A9D2DE2CD790}" dt="2025-02-11T11:30:25.535" v="779" actId="478"/>
          <ac:spMkLst>
            <pc:docMk/>
            <pc:sldMk cId="2566885915" sldId="325"/>
            <ac:spMk id="4" creationId="{072D0C57-2C19-A30F-0C53-2EA29138166C}"/>
          </ac:spMkLst>
        </pc:spChg>
        <pc:spChg chg="del">
          <ac:chgData name="Alirah WEYORI" userId="1c7cbaa8-91f0-4806-8632-e4be5028c1b4" providerId="ADAL" clId="{8AEBCCE1-3816-40DD-B12A-A9D2DE2CD790}" dt="2025-02-11T11:30:26.502" v="780" actId="478"/>
          <ac:spMkLst>
            <pc:docMk/>
            <pc:sldMk cId="2566885915" sldId="325"/>
            <ac:spMk id="6" creationId="{907C91D2-5089-C86A-A5F5-9A2E6B7347C8}"/>
          </ac:spMkLst>
        </pc:spChg>
        <pc:picChg chg="del">
          <ac:chgData name="Alirah WEYORI" userId="1c7cbaa8-91f0-4806-8632-e4be5028c1b4" providerId="ADAL" clId="{8AEBCCE1-3816-40DD-B12A-A9D2DE2CD790}" dt="2025-02-11T11:30:23.498" v="778" actId="478"/>
          <ac:picMkLst>
            <pc:docMk/>
            <pc:sldMk cId="2566885915" sldId="325"/>
            <ac:picMk id="5" creationId="{8C3E88A8-ADB3-3025-0851-E6196466009B}"/>
          </ac:picMkLst>
        </pc:picChg>
      </pc:sldChg>
      <pc:sldChg chg="add del">
        <pc:chgData name="Alirah WEYORI" userId="1c7cbaa8-91f0-4806-8632-e4be5028c1b4" providerId="ADAL" clId="{8AEBCCE1-3816-40DD-B12A-A9D2DE2CD790}" dt="2025-02-11T11:55:54.760" v="857" actId="47"/>
        <pc:sldMkLst>
          <pc:docMk/>
          <pc:sldMk cId="840639942" sldId="326"/>
        </pc:sldMkLst>
      </pc:sldChg>
      <pc:sldChg chg="del">
        <pc:chgData name="Alirah WEYORI" userId="1c7cbaa8-91f0-4806-8632-e4be5028c1b4" providerId="ADAL" clId="{8AEBCCE1-3816-40DD-B12A-A9D2DE2CD790}" dt="2025-02-11T11:28:54.677" v="761" actId="47"/>
        <pc:sldMkLst>
          <pc:docMk/>
          <pc:sldMk cId="1824988097" sldId="328"/>
        </pc:sldMkLst>
      </pc:sldChg>
      <pc:sldChg chg="delSp del mod ord">
        <pc:chgData name="Alirah WEYORI" userId="1c7cbaa8-91f0-4806-8632-e4be5028c1b4" providerId="ADAL" clId="{8AEBCCE1-3816-40DD-B12A-A9D2DE2CD790}" dt="2025-02-11T12:21:18.444" v="1118" actId="47"/>
        <pc:sldMkLst>
          <pc:docMk/>
          <pc:sldMk cId="1965202995" sldId="329"/>
        </pc:sldMkLst>
        <pc:spChg chg="del">
          <ac:chgData name="Alirah WEYORI" userId="1c7cbaa8-91f0-4806-8632-e4be5028c1b4" providerId="ADAL" clId="{8AEBCCE1-3816-40DD-B12A-A9D2DE2CD790}" dt="2025-02-11T11:31:01.737" v="789" actId="478"/>
          <ac:spMkLst>
            <pc:docMk/>
            <pc:sldMk cId="1965202995" sldId="329"/>
            <ac:spMk id="2" creationId="{BBFD7092-52BF-22E4-447A-F54AB7E3603D}"/>
          </ac:spMkLst>
        </pc:spChg>
        <pc:spChg chg="del">
          <ac:chgData name="Alirah WEYORI" userId="1c7cbaa8-91f0-4806-8632-e4be5028c1b4" providerId="ADAL" clId="{8AEBCCE1-3816-40DD-B12A-A9D2DE2CD790}" dt="2025-02-11T11:31:00.410" v="788" actId="478"/>
          <ac:spMkLst>
            <pc:docMk/>
            <pc:sldMk cId="1965202995" sldId="329"/>
            <ac:spMk id="3" creationId="{722098F1-1081-6D41-5B07-8D1BA1AD3D77}"/>
          </ac:spMkLst>
        </pc:spChg>
        <pc:graphicFrameChg chg="del">
          <ac:chgData name="Alirah WEYORI" userId="1c7cbaa8-91f0-4806-8632-e4be5028c1b4" providerId="ADAL" clId="{8AEBCCE1-3816-40DD-B12A-A9D2DE2CD790}" dt="2025-02-11T11:30:59.055" v="787" actId="478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56:06.715" v="863" actId="47"/>
        <pc:sldMkLst>
          <pc:docMk/>
          <pc:sldMk cId="4061635016" sldId="330"/>
        </pc:sldMkLst>
        <pc:graphicFrameChg chg="del">
          <ac:chgData name="Alirah WEYORI" userId="1c7cbaa8-91f0-4806-8632-e4be5028c1b4" providerId="ADAL" clId="{8AEBCCE1-3816-40DD-B12A-A9D2DE2CD790}" dt="2025-02-11T11:30:46.503" v="784" actId="478"/>
          <ac:graphicFrameMkLst>
            <pc:docMk/>
            <pc:sldMk cId="4061635016" sldId="330"/>
            <ac:graphicFrameMk id="6" creationId="{9D52D563-BD7E-B2CB-64B1-26C6D6374F10}"/>
          </ac:graphicFrameMkLst>
        </pc:graphicFrameChg>
      </pc:sldChg>
      <pc:sldChg chg="addSp delSp modSp del mod">
        <pc:chgData name="Alirah WEYORI" userId="1c7cbaa8-91f0-4806-8632-e4be5028c1b4" providerId="ADAL" clId="{8AEBCCE1-3816-40DD-B12A-A9D2DE2CD790}" dt="2025-02-11T12:28:12.830" v="1379" actId="47"/>
        <pc:sldMkLst>
          <pc:docMk/>
          <pc:sldMk cId="1669664080" sldId="331"/>
        </pc:sldMkLst>
        <pc:spChg chg="add mod">
          <ac:chgData name="Alirah WEYORI" userId="1c7cbaa8-91f0-4806-8632-e4be5028c1b4" providerId="ADAL" clId="{8AEBCCE1-3816-40DD-B12A-A9D2DE2CD790}" dt="2025-02-11T12:27:53.271" v="1370" actId="21"/>
          <ac:spMkLst>
            <pc:docMk/>
            <pc:sldMk cId="1669664080" sldId="331"/>
            <ac:spMk id="3" creationId="{4621DD6D-9295-4F7F-A80C-1F4529D2AD16}"/>
          </ac:spMkLst>
        </pc:spChg>
        <pc:spChg chg="del mod">
          <ac:chgData name="Alirah WEYORI" userId="1c7cbaa8-91f0-4806-8632-e4be5028c1b4" providerId="ADAL" clId="{8AEBCCE1-3816-40DD-B12A-A9D2DE2CD790}" dt="2025-02-11T12:27:53.271" v="1370" actId="21"/>
          <ac:spMkLst>
            <pc:docMk/>
            <pc:sldMk cId="1669664080" sldId="331"/>
            <ac:spMk id="4" creationId="{3ECF8963-4DED-C55E-B926-36AA487C8500}"/>
          </ac:spMkLst>
        </pc:spChg>
      </pc:sldChg>
      <pc:sldChg chg="del">
        <pc:chgData name="Alirah WEYORI" userId="1c7cbaa8-91f0-4806-8632-e4be5028c1b4" providerId="ADAL" clId="{8AEBCCE1-3816-40DD-B12A-A9D2DE2CD790}" dt="2025-02-11T10:51:01.513" v="482" actId="47"/>
        <pc:sldMkLst>
          <pc:docMk/>
          <pc:sldMk cId="1820479352" sldId="333"/>
        </pc:sldMkLst>
      </pc:sldChg>
      <pc:sldChg chg="del">
        <pc:chgData name="Alirah WEYORI" userId="1c7cbaa8-91f0-4806-8632-e4be5028c1b4" providerId="ADAL" clId="{8AEBCCE1-3816-40DD-B12A-A9D2DE2CD790}" dt="2025-02-11T11:28:57.316" v="763" actId="47"/>
        <pc:sldMkLst>
          <pc:docMk/>
          <pc:sldMk cId="198036346" sldId="335"/>
        </pc:sldMkLst>
      </pc:sldChg>
      <pc:sldChg chg="del">
        <pc:chgData name="Alirah WEYORI" userId="1c7cbaa8-91f0-4806-8632-e4be5028c1b4" providerId="ADAL" clId="{8AEBCCE1-3816-40DD-B12A-A9D2DE2CD790}" dt="2025-02-11T11:28:52.175" v="752" actId="47"/>
        <pc:sldMkLst>
          <pc:docMk/>
          <pc:sldMk cId="2047381616" sldId="336"/>
        </pc:sldMkLst>
      </pc:sldChg>
      <pc:sldChg chg="del">
        <pc:chgData name="Alirah WEYORI" userId="1c7cbaa8-91f0-4806-8632-e4be5028c1b4" providerId="ADAL" clId="{8AEBCCE1-3816-40DD-B12A-A9D2DE2CD790}" dt="2025-02-11T11:28:52.520" v="753" actId="47"/>
        <pc:sldMkLst>
          <pc:docMk/>
          <pc:sldMk cId="3046301208" sldId="337"/>
        </pc:sldMkLst>
      </pc:sldChg>
      <pc:sldChg chg="del">
        <pc:chgData name="Alirah WEYORI" userId="1c7cbaa8-91f0-4806-8632-e4be5028c1b4" providerId="ADAL" clId="{8AEBCCE1-3816-40DD-B12A-A9D2DE2CD790}" dt="2025-02-11T11:28:53.086" v="755" actId="47"/>
        <pc:sldMkLst>
          <pc:docMk/>
          <pc:sldMk cId="731193161" sldId="338"/>
        </pc:sldMkLst>
      </pc:sldChg>
      <pc:sldChg chg="del">
        <pc:chgData name="Alirah WEYORI" userId="1c7cbaa8-91f0-4806-8632-e4be5028c1b4" providerId="ADAL" clId="{8AEBCCE1-3816-40DD-B12A-A9D2DE2CD790}" dt="2025-02-11T11:28:53.556" v="757" actId="47"/>
        <pc:sldMkLst>
          <pc:docMk/>
          <pc:sldMk cId="1520372727" sldId="339"/>
        </pc:sldMkLst>
      </pc:sldChg>
      <pc:sldChg chg="del">
        <pc:chgData name="Alirah WEYORI" userId="1c7cbaa8-91f0-4806-8632-e4be5028c1b4" providerId="ADAL" clId="{8AEBCCE1-3816-40DD-B12A-A9D2DE2CD790}" dt="2025-02-11T11:28:54.063" v="759" actId="47"/>
        <pc:sldMkLst>
          <pc:docMk/>
          <pc:sldMk cId="1341858918" sldId="340"/>
        </pc:sldMkLst>
      </pc:sldChg>
      <pc:sldChg chg="del">
        <pc:chgData name="Alirah WEYORI" userId="1c7cbaa8-91f0-4806-8632-e4be5028c1b4" providerId="ADAL" clId="{8AEBCCE1-3816-40DD-B12A-A9D2DE2CD790}" dt="2025-02-11T11:28:54.357" v="760" actId="47"/>
        <pc:sldMkLst>
          <pc:docMk/>
          <pc:sldMk cId="439196160" sldId="342"/>
        </pc:sldMkLst>
      </pc:sldChg>
      <pc:sldChg chg="del">
        <pc:chgData name="Alirah WEYORI" userId="1c7cbaa8-91f0-4806-8632-e4be5028c1b4" providerId="ADAL" clId="{8AEBCCE1-3816-40DD-B12A-A9D2DE2CD790}" dt="2025-02-11T11:28:53.816" v="758" actId="47"/>
        <pc:sldMkLst>
          <pc:docMk/>
          <pc:sldMk cId="3374689230" sldId="343"/>
        </pc:sldMkLst>
      </pc:sldChg>
      <pc:sldChg chg="delSp del mod">
        <pc:chgData name="Alirah WEYORI" userId="1c7cbaa8-91f0-4806-8632-e4be5028c1b4" providerId="ADAL" clId="{8AEBCCE1-3816-40DD-B12A-A9D2DE2CD790}" dt="2025-02-11T11:56:05.532" v="862" actId="47"/>
        <pc:sldMkLst>
          <pc:docMk/>
          <pc:sldMk cId="13122226" sldId="344"/>
        </pc:sldMkLst>
        <pc:spChg chg="del">
          <ac:chgData name="Alirah WEYORI" userId="1c7cbaa8-91f0-4806-8632-e4be5028c1b4" providerId="ADAL" clId="{8AEBCCE1-3816-40DD-B12A-A9D2DE2CD790}" dt="2025-02-11T11:30:54.584" v="786" actId="478"/>
          <ac:spMkLst>
            <pc:docMk/>
            <pc:sldMk cId="13122226" sldId="344"/>
            <ac:spMk id="3" creationId="{F802A158-8BE9-AD8E-6CEE-420B6CF9A4D8}"/>
          </ac:spMkLst>
        </pc:spChg>
        <pc:graphicFrameChg chg="del">
          <ac:chgData name="Alirah WEYORI" userId="1c7cbaa8-91f0-4806-8632-e4be5028c1b4" providerId="ADAL" clId="{8AEBCCE1-3816-40DD-B12A-A9D2DE2CD790}" dt="2025-02-11T11:30:52.456" v="785" actId="478"/>
          <ac:graphicFrameMkLst>
            <pc:docMk/>
            <pc:sldMk cId="13122226" sldId="344"/>
            <ac:graphicFrameMk id="6" creationId="{3889A90B-877E-1B6F-4346-2353736CD8B1}"/>
          </ac:graphicFrameMkLst>
        </pc:graphicFrameChg>
      </pc:sldChg>
      <pc:sldChg chg="addSp delSp del mod">
        <pc:chgData name="Alirah WEYORI" userId="1c7cbaa8-91f0-4806-8632-e4be5028c1b4" providerId="ADAL" clId="{8AEBCCE1-3816-40DD-B12A-A9D2DE2CD790}" dt="2025-02-11T11:56:15.249" v="867" actId="47"/>
        <pc:sldMkLst>
          <pc:docMk/>
          <pc:sldMk cId="2622523669" sldId="345"/>
        </pc:sldMkLst>
        <pc:graphicFrameChg chg="add del">
          <ac:chgData name="Alirah WEYORI" userId="1c7cbaa8-91f0-4806-8632-e4be5028c1b4" providerId="ADAL" clId="{8AEBCCE1-3816-40DD-B12A-A9D2DE2CD790}" dt="2025-02-11T11:30:43.056" v="783" actId="478"/>
          <ac:graphicFrameMkLst>
            <pc:docMk/>
            <pc:sldMk cId="2622523669" sldId="345"/>
            <ac:graphicFrameMk id="6" creationId="{9D52D563-BD7E-B2CB-64B1-26C6D6374F10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6.219" v="762" actId="47"/>
        <pc:sldMkLst>
          <pc:docMk/>
          <pc:sldMk cId="4067060010" sldId="346"/>
        </pc:sldMkLst>
      </pc:sldChg>
      <pc:sldChg chg="delSp del mod">
        <pc:chgData name="Alirah WEYORI" userId="1c7cbaa8-91f0-4806-8632-e4be5028c1b4" providerId="ADAL" clId="{8AEBCCE1-3816-40DD-B12A-A9D2DE2CD790}" dt="2025-02-11T11:56:10.747" v="865" actId="47"/>
        <pc:sldMkLst>
          <pc:docMk/>
          <pc:sldMk cId="1269601775" sldId="348"/>
        </pc:sldMkLst>
        <pc:spChg chg="del">
          <ac:chgData name="Alirah WEYORI" userId="1c7cbaa8-91f0-4806-8632-e4be5028c1b4" providerId="ADAL" clId="{8AEBCCE1-3816-40DD-B12A-A9D2DE2CD790}" dt="2025-02-11T11:30:17.840" v="777" actId="478"/>
          <ac:spMkLst>
            <pc:docMk/>
            <pc:sldMk cId="1269601775" sldId="348"/>
            <ac:spMk id="3" creationId="{5F502638-203D-B2B7-27A3-1DE160F39D26}"/>
          </ac:spMkLst>
        </pc:spChg>
      </pc:sldChg>
      <pc:sldChg chg="delSp modSp del mod">
        <pc:chgData name="Alirah WEYORI" userId="1c7cbaa8-91f0-4806-8632-e4be5028c1b4" providerId="ADAL" clId="{8AEBCCE1-3816-40DD-B12A-A9D2DE2CD790}" dt="2025-02-11T11:24:48.550" v="664" actId="47"/>
        <pc:sldMkLst>
          <pc:docMk/>
          <pc:sldMk cId="1362778151" sldId="350"/>
        </pc:sldMkLst>
        <pc:graphicFrameChg chg="del mod">
          <ac:chgData name="Alirah WEYORI" userId="1c7cbaa8-91f0-4806-8632-e4be5028c1b4" providerId="ADAL" clId="{8AEBCCE1-3816-40DD-B12A-A9D2DE2CD790}" dt="2025-02-11T10:50:50.820" v="480" actId="478"/>
          <ac:graphicFrameMkLst>
            <pc:docMk/>
            <pc:sldMk cId="1362778151" sldId="350"/>
            <ac:graphicFrameMk id="5" creationId="{5A53646E-6FED-CFF5-990E-258CD0670F6F}"/>
          </ac:graphicFrameMkLst>
        </pc:graphicFrameChg>
        <pc:picChg chg="del">
          <ac:chgData name="Alirah WEYORI" userId="1c7cbaa8-91f0-4806-8632-e4be5028c1b4" providerId="ADAL" clId="{8AEBCCE1-3816-40DD-B12A-A9D2DE2CD790}" dt="2025-02-11T10:50:56.377" v="481" actId="478"/>
          <ac:picMkLst>
            <pc:docMk/>
            <pc:sldMk cId="1362778151" sldId="350"/>
            <ac:picMk id="3" creationId="{760D8C4C-5BD9-40A8-597B-B87710A028FF}"/>
          </ac:picMkLst>
        </pc:picChg>
      </pc:sldChg>
      <pc:sldChg chg="addSp delSp modSp mod">
        <pc:chgData name="Alirah WEYORI" userId="1c7cbaa8-91f0-4806-8632-e4be5028c1b4" providerId="ADAL" clId="{8AEBCCE1-3816-40DD-B12A-A9D2DE2CD790}" dt="2025-02-11T14:43:41.300" v="2893" actId="403"/>
        <pc:sldMkLst>
          <pc:docMk/>
          <pc:sldMk cId="3879222848" sldId="351"/>
        </pc:sldMkLst>
        <pc:spChg chg="mod">
          <ac:chgData name="Alirah WEYORI" userId="1c7cbaa8-91f0-4806-8632-e4be5028c1b4" providerId="ADAL" clId="{8AEBCCE1-3816-40DD-B12A-A9D2DE2CD790}" dt="2025-02-11T14:43:41.300" v="2893" actId="403"/>
          <ac:spMkLst>
            <pc:docMk/>
            <pc:sldMk cId="3879222848" sldId="351"/>
            <ac:spMk id="8" creationId="{B4DF6B13-2A3F-62E0-7659-F39391BA0526}"/>
          </ac:spMkLst>
        </pc:spChg>
        <pc:spChg chg="del">
          <ac:chgData name="Alirah WEYORI" userId="1c7cbaa8-91f0-4806-8632-e4be5028c1b4" providerId="ADAL" clId="{8AEBCCE1-3816-40DD-B12A-A9D2DE2CD790}" dt="2025-02-11T10:55:43.639" v="487" actId="478"/>
          <ac:spMkLst>
            <pc:docMk/>
            <pc:sldMk cId="3879222848" sldId="351"/>
            <ac:spMk id="9" creationId="{550A590B-BC1D-F7F7-5741-B7DB5A8EC6BA}"/>
          </ac:spMkLst>
        </pc:spChg>
        <pc:spChg chg="del mod">
          <ac:chgData name="Alirah WEYORI" userId="1c7cbaa8-91f0-4806-8632-e4be5028c1b4" providerId="ADAL" clId="{8AEBCCE1-3816-40DD-B12A-A9D2DE2CD790}" dt="2025-02-11T10:55:52.867" v="490" actId="478"/>
          <ac:spMkLst>
            <pc:docMk/>
            <pc:sldMk cId="3879222848" sldId="351"/>
            <ac:spMk id="10" creationId="{74EBE5C2-8078-86E5-FC72-CA7EC2A7E64D}"/>
          </ac:spMkLst>
        </pc:spChg>
        <pc:graphicFrameChg chg="del">
          <ac:chgData name="Alirah WEYORI" userId="1c7cbaa8-91f0-4806-8632-e4be5028c1b4" providerId="ADAL" clId="{8AEBCCE1-3816-40DD-B12A-A9D2DE2CD790}" dt="2025-02-11T10:51:10.931" v="483" actId="478"/>
          <ac:graphicFrameMkLst>
            <pc:docMk/>
            <pc:sldMk cId="3879222848" sldId="351"/>
            <ac:graphicFrameMk id="7" creationId="{E6BFD192-0546-ABF6-B3E1-041E14EE9D12}"/>
          </ac:graphicFrameMkLst>
        </pc:graphicFrameChg>
        <pc:picChg chg="add mod">
          <ac:chgData name="Alirah WEYORI" userId="1c7cbaa8-91f0-4806-8632-e4be5028c1b4" providerId="ADAL" clId="{8AEBCCE1-3816-40DD-B12A-A9D2DE2CD790}" dt="2025-02-11T14:43:27.621" v="2890" actId="1076"/>
          <ac:picMkLst>
            <pc:docMk/>
            <pc:sldMk cId="3879222848" sldId="351"/>
            <ac:picMk id="3" creationId="{6E916862-152A-0E74-63B5-F4E53C88788D}"/>
          </ac:picMkLst>
        </pc:picChg>
      </pc:sldChg>
      <pc:sldChg chg="addSp delSp modSp mod delAnim">
        <pc:chgData name="Alirah WEYORI" userId="1c7cbaa8-91f0-4806-8632-e4be5028c1b4" providerId="ADAL" clId="{8AEBCCE1-3816-40DD-B12A-A9D2DE2CD790}" dt="2025-02-11T11:12:18.906" v="583" actId="14100"/>
        <pc:sldMkLst>
          <pc:docMk/>
          <pc:sldMk cId="2601313420" sldId="353"/>
        </pc:sldMkLst>
        <pc:spChg chg="del">
          <ac:chgData name="Alirah WEYORI" userId="1c7cbaa8-91f0-4806-8632-e4be5028c1b4" providerId="ADAL" clId="{8AEBCCE1-3816-40DD-B12A-A9D2DE2CD790}" dt="2025-02-11T11:09:31.314" v="563" actId="478"/>
          <ac:spMkLst>
            <pc:docMk/>
            <pc:sldMk cId="2601313420" sldId="353"/>
            <ac:spMk id="4" creationId="{6B9BE1BA-366D-1BA9-DC1B-DA7B78E8C202}"/>
          </ac:spMkLst>
        </pc:spChg>
        <pc:spChg chg="mod">
          <ac:chgData name="Alirah WEYORI" userId="1c7cbaa8-91f0-4806-8632-e4be5028c1b4" providerId="ADAL" clId="{8AEBCCE1-3816-40DD-B12A-A9D2DE2CD790}" dt="2025-02-11T11:04:55.297" v="552" actId="403"/>
          <ac:spMkLst>
            <pc:docMk/>
            <pc:sldMk cId="2601313420" sldId="353"/>
            <ac:spMk id="5" creationId="{E6D71742-F85E-262D-E0B0-1FCDC9314B70}"/>
          </ac:spMkLst>
        </pc:spChg>
        <pc:spChg chg="del">
          <ac:chgData name="Alirah WEYORI" userId="1c7cbaa8-91f0-4806-8632-e4be5028c1b4" providerId="ADAL" clId="{8AEBCCE1-3816-40DD-B12A-A9D2DE2CD790}" dt="2025-02-11T11:09:30.014" v="562" actId="478"/>
          <ac:spMkLst>
            <pc:docMk/>
            <pc:sldMk cId="2601313420" sldId="353"/>
            <ac:spMk id="6" creationId="{CD678661-4B6F-98A4-7DCE-22CD13AB1153}"/>
          </ac:spMkLst>
        </pc:spChg>
        <pc:spChg chg="del">
          <ac:chgData name="Alirah WEYORI" userId="1c7cbaa8-91f0-4806-8632-e4be5028c1b4" providerId="ADAL" clId="{8AEBCCE1-3816-40DD-B12A-A9D2DE2CD790}" dt="2025-02-11T11:12:00.870" v="579" actId="478"/>
          <ac:spMkLst>
            <pc:docMk/>
            <pc:sldMk cId="2601313420" sldId="353"/>
            <ac:spMk id="7" creationId="{AB396A7F-EE33-B84F-234F-74D4E5BEC832}"/>
          </ac:spMkLst>
        </pc:spChg>
        <pc:graphicFrameChg chg="del modGraphic">
          <ac:chgData name="Alirah WEYORI" userId="1c7cbaa8-91f0-4806-8632-e4be5028c1b4" providerId="ADAL" clId="{8AEBCCE1-3816-40DD-B12A-A9D2DE2CD790}" dt="2025-02-11T11:09:28.378" v="561" actId="478"/>
          <ac:graphicFrameMkLst>
            <pc:docMk/>
            <pc:sldMk cId="2601313420" sldId="353"/>
            <ac:graphicFrameMk id="3" creationId="{0F90CDD4-B15D-F0BA-71BB-AC501D1DD353}"/>
          </ac:graphicFrameMkLst>
        </pc:graphicFrameChg>
        <pc:picChg chg="add mod">
          <ac:chgData name="Alirah WEYORI" userId="1c7cbaa8-91f0-4806-8632-e4be5028c1b4" providerId="ADAL" clId="{8AEBCCE1-3816-40DD-B12A-A9D2DE2CD790}" dt="2025-02-11T11:12:18.906" v="583" actId="14100"/>
          <ac:picMkLst>
            <pc:docMk/>
            <pc:sldMk cId="2601313420" sldId="353"/>
            <ac:picMk id="8" creationId="{77A9DD0A-63A0-2138-ACB8-58AE50F1F822}"/>
          </ac:picMkLst>
        </pc:picChg>
      </pc:sldChg>
      <pc:sldChg chg="addSp delSp modSp mod delAnim">
        <pc:chgData name="Alirah WEYORI" userId="1c7cbaa8-91f0-4806-8632-e4be5028c1b4" providerId="ADAL" clId="{8AEBCCE1-3816-40DD-B12A-A9D2DE2CD790}" dt="2025-02-11T12:26:52.771" v="1357" actId="14100"/>
        <pc:sldMkLst>
          <pc:docMk/>
          <pc:sldMk cId="3222502438" sldId="354"/>
        </pc:sldMkLst>
        <pc:spChg chg="add del mod">
          <ac:chgData name="Alirah WEYORI" userId="1c7cbaa8-91f0-4806-8632-e4be5028c1b4" providerId="ADAL" clId="{8AEBCCE1-3816-40DD-B12A-A9D2DE2CD790}" dt="2025-02-11T11:43:30.498" v="829" actId="478"/>
          <ac:spMkLst>
            <pc:docMk/>
            <pc:sldMk cId="3222502438" sldId="354"/>
            <ac:spMk id="3" creationId="{3181E71F-76D5-1653-AD4A-AEA96A0397AC}"/>
          </ac:spMkLst>
        </pc:spChg>
        <pc:spChg chg="del">
          <ac:chgData name="Alirah WEYORI" userId="1c7cbaa8-91f0-4806-8632-e4be5028c1b4" providerId="ADAL" clId="{8AEBCCE1-3816-40DD-B12A-A9D2DE2CD790}" dt="2025-02-11T11:43:03.355" v="828" actId="478"/>
          <ac:spMkLst>
            <pc:docMk/>
            <pc:sldMk cId="3222502438" sldId="354"/>
            <ac:spMk id="5" creationId="{AA63B20C-B421-BFBF-6CE4-8F9FC41B9CDA}"/>
          </ac:spMkLst>
        </pc:spChg>
        <pc:spChg chg="del">
          <ac:chgData name="Alirah WEYORI" userId="1c7cbaa8-91f0-4806-8632-e4be5028c1b4" providerId="ADAL" clId="{8AEBCCE1-3816-40DD-B12A-A9D2DE2CD790}" dt="2025-02-11T11:28:32.060" v="750" actId="478"/>
          <ac:spMkLst>
            <pc:docMk/>
            <pc:sldMk cId="3222502438" sldId="354"/>
            <ac:spMk id="6" creationId="{706585C5-5CCC-FE17-E39B-B99E585B3DD0}"/>
          </ac:spMkLst>
        </pc:spChg>
        <pc:spChg chg="add mod">
          <ac:chgData name="Alirah WEYORI" userId="1c7cbaa8-91f0-4806-8632-e4be5028c1b4" providerId="ADAL" clId="{8AEBCCE1-3816-40DD-B12A-A9D2DE2CD790}" dt="2025-02-11T12:26:43.980" v="1354"/>
          <ac:spMkLst>
            <pc:docMk/>
            <pc:sldMk cId="3222502438" sldId="354"/>
            <ac:spMk id="10" creationId="{A00062FE-B232-F784-52F6-867BD3357F1D}"/>
          </ac:spMkLst>
        </pc:spChg>
        <pc:graphicFrameChg chg="del">
          <ac:chgData name="Alirah WEYORI" userId="1c7cbaa8-91f0-4806-8632-e4be5028c1b4" providerId="ADAL" clId="{8AEBCCE1-3816-40DD-B12A-A9D2DE2CD790}" dt="2025-02-11T11:28:30.551" v="749" actId="478"/>
          <ac:graphicFrameMkLst>
            <pc:docMk/>
            <pc:sldMk cId="3222502438" sldId="354"/>
            <ac:graphicFrameMk id="4" creationId="{3DD13452-505C-FB35-D2BF-C785AE158B0C}"/>
          </ac:graphicFrameMkLst>
        </pc:graphicFrameChg>
        <pc:picChg chg="add mod">
          <ac:chgData name="Alirah WEYORI" userId="1c7cbaa8-91f0-4806-8632-e4be5028c1b4" providerId="ADAL" clId="{8AEBCCE1-3816-40DD-B12A-A9D2DE2CD790}" dt="2025-02-11T12:26:52.771" v="1357" actId="14100"/>
          <ac:picMkLst>
            <pc:docMk/>
            <pc:sldMk cId="3222502438" sldId="354"/>
            <ac:picMk id="9" creationId="{BA2E644A-3FCD-5527-B53E-3CCFBA307E32}"/>
          </ac:picMkLst>
        </pc:picChg>
      </pc:sldChg>
      <pc:sldChg chg="delSp del mod delAnim">
        <pc:chgData name="Alirah WEYORI" userId="1c7cbaa8-91f0-4806-8632-e4be5028c1b4" providerId="ADAL" clId="{8AEBCCE1-3816-40DD-B12A-A9D2DE2CD790}" dt="2025-02-11T11:46:36.103" v="843" actId="47"/>
        <pc:sldMkLst>
          <pc:docMk/>
          <pc:sldMk cId="2189758441" sldId="355"/>
        </pc:sldMkLst>
        <pc:spChg chg="del">
          <ac:chgData name="Alirah WEYORI" userId="1c7cbaa8-91f0-4806-8632-e4be5028c1b4" providerId="ADAL" clId="{8AEBCCE1-3816-40DD-B12A-A9D2DE2CD790}" dt="2025-02-11T11:32:05.685" v="809" actId="478"/>
          <ac:spMkLst>
            <pc:docMk/>
            <pc:sldMk cId="2189758441" sldId="355"/>
            <ac:spMk id="5" creationId="{B5134334-8F54-1C75-460F-7E46B41FD407}"/>
          </ac:spMkLst>
        </pc:spChg>
        <pc:graphicFrameChg chg="del">
          <ac:chgData name="Alirah WEYORI" userId="1c7cbaa8-91f0-4806-8632-e4be5028c1b4" providerId="ADAL" clId="{8AEBCCE1-3816-40DD-B12A-A9D2DE2CD790}" dt="2025-02-11T11:32:03.086" v="808" actId="478"/>
          <ac:graphicFrameMkLst>
            <pc:docMk/>
            <pc:sldMk cId="2189758441" sldId="355"/>
            <ac:graphicFrameMk id="3" creationId="{35E214CE-1CD5-10DB-ED81-143343CE3F40}"/>
          </ac:graphicFrameMkLst>
        </pc:graphicFrameChg>
      </pc:sldChg>
      <pc:sldChg chg="delSp del mod delAnim">
        <pc:chgData name="Alirah WEYORI" userId="1c7cbaa8-91f0-4806-8632-e4be5028c1b4" providerId="ADAL" clId="{8AEBCCE1-3816-40DD-B12A-A9D2DE2CD790}" dt="2025-02-11T11:46:33.143" v="842" actId="47"/>
        <pc:sldMkLst>
          <pc:docMk/>
          <pc:sldMk cId="1026855783" sldId="356"/>
        </pc:sldMkLst>
        <pc:spChg chg="del">
          <ac:chgData name="Alirah WEYORI" userId="1c7cbaa8-91f0-4806-8632-e4be5028c1b4" providerId="ADAL" clId="{8AEBCCE1-3816-40DD-B12A-A9D2DE2CD790}" dt="2025-02-11T11:32:45.809" v="820" actId="478"/>
          <ac:spMkLst>
            <pc:docMk/>
            <pc:sldMk cId="1026855783" sldId="356"/>
            <ac:spMk id="5" creationId="{CF07441E-A759-2082-2203-CFBEDD8F4209}"/>
          </ac:spMkLst>
        </pc:spChg>
        <pc:graphicFrameChg chg="del">
          <ac:chgData name="Alirah WEYORI" userId="1c7cbaa8-91f0-4806-8632-e4be5028c1b4" providerId="ADAL" clId="{8AEBCCE1-3816-40DD-B12A-A9D2DE2CD790}" dt="2025-02-11T11:32:44.245" v="819" actId="478"/>
          <ac:graphicFrameMkLst>
            <pc:docMk/>
            <pc:sldMk cId="1026855783" sldId="356"/>
            <ac:graphicFrameMk id="3" creationId="{3F9FD26E-6FCE-BE32-5F36-B7D07E1EE80F}"/>
          </ac:graphicFrameMkLst>
        </pc:graphicFrameChg>
      </pc:sldChg>
      <pc:sldChg chg="addSp delSp modSp mod delAnim">
        <pc:chgData name="Alirah WEYORI" userId="1c7cbaa8-91f0-4806-8632-e4be5028c1b4" providerId="ADAL" clId="{8AEBCCE1-3816-40DD-B12A-A9D2DE2CD790}" dt="2025-02-11T12:26:15.984" v="1349" actId="1076"/>
        <pc:sldMkLst>
          <pc:docMk/>
          <pc:sldMk cId="3950372013" sldId="358"/>
        </pc:sldMkLst>
        <pc:spChg chg="del">
          <ac:chgData name="Alirah WEYORI" userId="1c7cbaa8-91f0-4806-8632-e4be5028c1b4" providerId="ADAL" clId="{8AEBCCE1-3816-40DD-B12A-A9D2DE2CD790}" dt="2025-02-11T11:39:40.945" v="824" actId="478"/>
          <ac:spMkLst>
            <pc:docMk/>
            <pc:sldMk cId="3950372013" sldId="358"/>
            <ac:spMk id="2" creationId="{6FDAE502-2F77-6D86-F4B9-38725262DE7D}"/>
          </ac:spMkLst>
        </pc:spChg>
        <pc:spChg chg="del">
          <ac:chgData name="Alirah WEYORI" userId="1c7cbaa8-91f0-4806-8632-e4be5028c1b4" providerId="ADAL" clId="{8AEBCCE1-3816-40DD-B12A-A9D2DE2CD790}" dt="2025-02-11T11:28:04.169" v="745" actId="478"/>
          <ac:spMkLst>
            <pc:docMk/>
            <pc:sldMk cId="3950372013" sldId="358"/>
            <ac:spMk id="4" creationId="{9A94FE39-A35A-D660-F096-B3803757D0BC}"/>
          </ac:spMkLst>
        </pc:spChg>
        <pc:spChg chg="del">
          <ac:chgData name="Alirah WEYORI" userId="1c7cbaa8-91f0-4806-8632-e4be5028c1b4" providerId="ADAL" clId="{8AEBCCE1-3816-40DD-B12A-A9D2DE2CD790}" dt="2025-02-11T11:28:03.407" v="744" actId="478"/>
          <ac:spMkLst>
            <pc:docMk/>
            <pc:sldMk cId="3950372013" sldId="358"/>
            <ac:spMk id="8" creationId="{9556F04F-D5F0-BC85-479D-244A35489755}"/>
          </ac:spMkLst>
        </pc:spChg>
        <pc:spChg chg="mod">
          <ac:chgData name="Alirah WEYORI" userId="1c7cbaa8-91f0-4806-8632-e4be5028c1b4" providerId="ADAL" clId="{8AEBCCE1-3816-40DD-B12A-A9D2DE2CD790}" dt="2025-02-11T12:26:15.984" v="1349" actId="1076"/>
          <ac:spMkLst>
            <pc:docMk/>
            <pc:sldMk cId="3950372013" sldId="358"/>
            <ac:spMk id="9" creationId="{FE0E28B4-BC7B-F6A6-3A38-DC86E9FF259F}"/>
          </ac:spMkLst>
        </pc:spChg>
        <pc:spChg chg="del">
          <ac:chgData name="Alirah WEYORI" userId="1c7cbaa8-91f0-4806-8632-e4be5028c1b4" providerId="ADAL" clId="{8AEBCCE1-3816-40DD-B12A-A9D2DE2CD790}" dt="2025-02-11T11:28:06.722" v="747" actId="478"/>
          <ac:spMkLst>
            <pc:docMk/>
            <pc:sldMk cId="3950372013" sldId="358"/>
            <ac:spMk id="12" creationId="{EB7D4C59-D2C9-0214-D52F-65ADFF4929E1}"/>
          </ac:spMkLst>
        </pc:spChg>
        <pc:spChg chg="del">
          <ac:chgData name="Alirah WEYORI" userId="1c7cbaa8-91f0-4806-8632-e4be5028c1b4" providerId="ADAL" clId="{8AEBCCE1-3816-40DD-B12A-A9D2DE2CD790}" dt="2025-02-11T11:28:05.306" v="746" actId="478"/>
          <ac:spMkLst>
            <pc:docMk/>
            <pc:sldMk cId="3950372013" sldId="358"/>
            <ac:spMk id="13" creationId="{A31DFC57-6C6C-6A4F-916D-DCF8477AA720}"/>
          </ac:spMkLst>
        </pc:spChg>
        <pc:graphicFrameChg chg="del">
          <ac:chgData name="Alirah WEYORI" userId="1c7cbaa8-91f0-4806-8632-e4be5028c1b4" providerId="ADAL" clId="{8AEBCCE1-3816-40DD-B12A-A9D2DE2CD790}" dt="2025-02-11T11:28:01.986" v="743" actId="478"/>
          <ac:graphicFrameMkLst>
            <pc:docMk/>
            <pc:sldMk cId="3950372013" sldId="358"/>
            <ac:graphicFrameMk id="3" creationId="{D123D0A8-2386-F08E-75E8-33501E646DE7}"/>
          </ac:graphicFrameMkLst>
        </pc:graphicFrameChg>
        <pc:picChg chg="add mod">
          <ac:chgData name="Alirah WEYORI" userId="1c7cbaa8-91f0-4806-8632-e4be5028c1b4" providerId="ADAL" clId="{8AEBCCE1-3816-40DD-B12A-A9D2DE2CD790}" dt="2025-02-11T11:39:45.055" v="825" actId="1076"/>
          <ac:picMkLst>
            <pc:docMk/>
            <pc:sldMk cId="3950372013" sldId="358"/>
            <ac:picMk id="6" creationId="{CA1B3F84-AD5E-9A04-9415-9C875F56C853}"/>
          </ac:picMkLst>
        </pc:picChg>
      </pc:sldChg>
      <pc:sldChg chg="delSp del mod delAnim">
        <pc:chgData name="Alirah WEYORI" userId="1c7cbaa8-91f0-4806-8632-e4be5028c1b4" providerId="ADAL" clId="{8AEBCCE1-3816-40DD-B12A-A9D2DE2CD790}" dt="2025-02-11T11:46:27.495" v="839" actId="47"/>
        <pc:sldMkLst>
          <pc:docMk/>
          <pc:sldMk cId="2628492940" sldId="359"/>
        </pc:sldMkLst>
        <pc:spChg chg="del">
          <ac:chgData name="Alirah WEYORI" userId="1c7cbaa8-91f0-4806-8632-e4be5028c1b4" providerId="ADAL" clId="{8AEBCCE1-3816-40DD-B12A-A9D2DE2CD790}" dt="2025-02-11T11:32:28.058" v="814" actId="478"/>
          <ac:spMkLst>
            <pc:docMk/>
            <pc:sldMk cId="2628492940" sldId="359"/>
            <ac:spMk id="2" creationId="{E2EC85C3-77B3-6EBF-B8E8-679D624D832B}"/>
          </ac:spMkLst>
        </pc:spChg>
        <pc:graphicFrameChg chg="del">
          <ac:chgData name="Alirah WEYORI" userId="1c7cbaa8-91f0-4806-8632-e4be5028c1b4" providerId="ADAL" clId="{8AEBCCE1-3816-40DD-B12A-A9D2DE2CD790}" dt="2025-02-11T11:32:26.556" v="813" actId="478"/>
          <ac:graphicFrameMkLst>
            <pc:docMk/>
            <pc:sldMk cId="2628492940" sldId="359"/>
            <ac:graphicFrameMk id="6" creationId="{9D52D563-BD7E-B2CB-64B1-26C6D6374F10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46:29.706" v="840" actId="47"/>
        <pc:sldMkLst>
          <pc:docMk/>
          <pc:sldMk cId="1616816788" sldId="360"/>
        </pc:sldMkLst>
        <pc:spChg chg="del">
          <ac:chgData name="Alirah WEYORI" userId="1c7cbaa8-91f0-4806-8632-e4be5028c1b4" providerId="ADAL" clId="{8AEBCCE1-3816-40DD-B12A-A9D2DE2CD790}" dt="2025-02-11T11:32:33.798" v="816" actId="478"/>
          <ac:spMkLst>
            <pc:docMk/>
            <pc:sldMk cId="1616816788" sldId="360"/>
            <ac:spMk id="2" creationId="{55D67623-F4D4-6D6E-92DC-FEA185796297}"/>
          </ac:spMkLst>
        </pc:spChg>
        <pc:spChg chg="del">
          <ac:chgData name="Alirah WEYORI" userId="1c7cbaa8-91f0-4806-8632-e4be5028c1b4" providerId="ADAL" clId="{8AEBCCE1-3816-40DD-B12A-A9D2DE2CD790}" dt="2025-02-11T11:32:34.971" v="817" actId="478"/>
          <ac:spMkLst>
            <pc:docMk/>
            <pc:sldMk cId="1616816788" sldId="360"/>
            <ac:spMk id="4" creationId="{5BD6B7C8-58B5-B620-4E13-5DFCF3724BBA}"/>
          </ac:spMkLst>
        </pc:spChg>
        <pc:graphicFrameChg chg="del">
          <ac:chgData name="Alirah WEYORI" userId="1c7cbaa8-91f0-4806-8632-e4be5028c1b4" providerId="ADAL" clId="{8AEBCCE1-3816-40DD-B12A-A9D2DE2CD790}" dt="2025-02-11T11:32:32.136" v="815" actId="478"/>
          <ac:graphicFrameMkLst>
            <pc:docMk/>
            <pc:sldMk cId="1616816788" sldId="360"/>
            <ac:graphicFrameMk id="6" creationId="{9D52D563-BD7E-B2CB-64B1-26C6D6374F10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46:31.252" v="841" actId="47"/>
        <pc:sldMkLst>
          <pc:docMk/>
          <pc:sldMk cId="516720094" sldId="361"/>
        </pc:sldMkLst>
        <pc:graphicFrameChg chg="del">
          <ac:chgData name="Alirah WEYORI" userId="1c7cbaa8-91f0-4806-8632-e4be5028c1b4" providerId="ADAL" clId="{8AEBCCE1-3816-40DD-B12A-A9D2DE2CD790}" dt="2025-02-11T11:32:39.983" v="818" actId="478"/>
          <ac:graphicFrameMkLst>
            <pc:docMk/>
            <pc:sldMk cId="516720094" sldId="361"/>
            <ac:graphicFrameMk id="7" creationId="{7C3EA471-3ADD-76F3-1E3B-51018EB4B5F8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3.313" v="756" actId="47"/>
        <pc:sldMkLst>
          <pc:docMk/>
          <pc:sldMk cId="1979215391" sldId="362"/>
        </pc:sldMkLst>
      </pc:sldChg>
      <pc:sldChg chg="delSp del mod delAnim">
        <pc:chgData name="Alirah WEYORI" userId="1c7cbaa8-91f0-4806-8632-e4be5028c1b4" providerId="ADAL" clId="{8AEBCCE1-3816-40DD-B12A-A9D2DE2CD790}" dt="2025-02-11T11:46:40.102" v="845" actId="47"/>
        <pc:sldMkLst>
          <pc:docMk/>
          <pc:sldMk cId="835992911" sldId="363"/>
        </pc:sldMkLst>
        <pc:spChg chg="del">
          <ac:chgData name="Alirah WEYORI" userId="1c7cbaa8-91f0-4806-8632-e4be5028c1b4" providerId="ADAL" clId="{8AEBCCE1-3816-40DD-B12A-A9D2DE2CD790}" dt="2025-02-11T11:31:45.232" v="804" actId="478"/>
          <ac:spMkLst>
            <pc:docMk/>
            <pc:sldMk cId="835992911" sldId="363"/>
            <ac:spMk id="5" creationId="{CF07441E-A759-2082-2203-CFBEDD8F4209}"/>
          </ac:spMkLst>
        </pc:spChg>
        <pc:graphicFrameChg chg="del">
          <ac:chgData name="Alirah WEYORI" userId="1c7cbaa8-91f0-4806-8632-e4be5028c1b4" providerId="ADAL" clId="{8AEBCCE1-3816-40DD-B12A-A9D2DE2CD790}" dt="2025-02-11T11:31:43.480" v="803" actId="478"/>
          <ac:graphicFrameMkLst>
            <pc:docMk/>
            <pc:sldMk cId="835992911" sldId="363"/>
            <ac:graphicFrameMk id="3" creationId="{3F9FD26E-6FCE-BE32-5F36-B7D07E1EE80F}"/>
          </ac:graphicFrameMkLst>
        </pc:graphicFrameChg>
      </pc:sldChg>
      <pc:sldChg chg="addSp delSp modSp del mod">
        <pc:chgData name="Alirah WEYORI" userId="1c7cbaa8-91f0-4806-8632-e4be5028c1b4" providerId="ADAL" clId="{8AEBCCE1-3816-40DD-B12A-A9D2DE2CD790}" dt="2025-02-11T11:46:41.528" v="846" actId="47"/>
        <pc:sldMkLst>
          <pc:docMk/>
          <pc:sldMk cId="944851729" sldId="364"/>
        </pc:sldMkLst>
        <pc:spChg chg="del">
          <ac:chgData name="Alirah WEYORI" userId="1c7cbaa8-91f0-4806-8632-e4be5028c1b4" providerId="ADAL" clId="{8AEBCCE1-3816-40DD-B12A-A9D2DE2CD790}" dt="2025-02-11T11:32:15.627" v="811" actId="478"/>
          <ac:spMkLst>
            <pc:docMk/>
            <pc:sldMk cId="944851729" sldId="364"/>
            <ac:spMk id="2" creationId="{96DDB886-5CD9-8C78-572A-0BF2625A2AD1}"/>
          </ac:spMkLst>
        </pc:spChg>
        <pc:spChg chg="add del mod">
          <ac:chgData name="Alirah WEYORI" userId="1c7cbaa8-91f0-4806-8632-e4be5028c1b4" providerId="ADAL" clId="{8AEBCCE1-3816-40DD-B12A-A9D2DE2CD790}" dt="2025-02-11T11:32:18.144" v="812" actId="478"/>
          <ac:spMkLst>
            <pc:docMk/>
            <pc:sldMk cId="944851729" sldId="364"/>
            <ac:spMk id="4" creationId="{2113C893-E9B2-CB6A-5034-343C693AF8FE}"/>
          </ac:spMkLst>
        </pc:spChg>
        <pc:graphicFrameChg chg="del">
          <ac:chgData name="Alirah WEYORI" userId="1c7cbaa8-91f0-4806-8632-e4be5028c1b4" providerId="ADAL" clId="{8AEBCCE1-3816-40DD-B12A-A9D2DE2CD790}" dt="2025-02-11T11:32:10.058" v="810" actId="478"/>
          <ac:graphicFrameMkLst>
            <pc:docMk/>
            <pc:sldMk cId="944851729" sldId="364"/>
            <ac:graphicFrameMk id="7" creationId="{2615A3E3-73F6-573A-4F9F-BC11257267A7}"/>
          </ac:graphicFrameMkLst>
        </pc:graphicFrameChg>
      </pc:sldChg>
      <pc:sldChg chg="modSp mod">
        <pc:chgData name="Alirah WEYORI" userId="1c7cbaa8-91f0-4806-8632-e4be5028c1b4" providerId="ADAL" clId="{8AEBCCE1-3816-40DD-B12A-A9D2DE2CD790}" dt="2025-02-17T12:55:37.415" v="2909" actId="108"/>
        <pc:sldMkLst>
          <pc:docMk/>
          <pc:sldMk cId="860340241" sldId="365"/>
        </pc:sldMkLst>
        <pc:spChg chg="mod">
          <ac:chgData name="Alirah WEYORI" userId="1c7cbaa8-91f0-4806-8632-e4be5028c1b4" providerId="ADAL" clId="{8AEBCCE1-3816-40DD-B12A-A9D2DE2CD790}" dt="2025-02-11T11:46:53.111" v="851" actId="403"/>
          <ac:spMkLst>
            <pc:docMk/>
            <pc:sldMk cId="860340241" sldId="365"/>
            <ac:spMk id="2" creationId="{FCD16E23-B95D-E373-6EDB-2C8510CBEE16}"/>
          </ac:spMkLst>
        </pc:spChg>
        <pc:spChg chg="mod">
          <ac:chgData name="Alirah WEYORI" userId="1c7cbaa8-91f0-4806-8632-e4be5028c1b4" providerId="ADAL" clId="{8AEBCCE1-3816-40DD-B12A-A9D2DE2CD790}" dt="2025-02-17T12:55:37.415" v="2909" actId="108"/>
          <ac:spMkLst>
            <pc:docMk/>
            <pc:sldMk cId="860340241" sldId="365"/>
            <ac:spMk id="3" creationId="{DE7C056F-9D7F-4B72-99AA-CBF424D71D1A}"/>
          </ac:spMkLst>
        </pc:spChg>
      </pc:sldChg>
      <pc:sldChg chg="delSp del mod delAnim">
        <pc:chgData name="Alirah WEYORI" userId="1c7cbaa8-91f0-4806-8632-e4be5028c1b4" providerId="ADAL" clId="{8AEBCCE1-3816-40DD-B12A-A9D2DE2CD790}" dt="2025-02-11T11:46:38.637" v="844" actId="47"/>
        <pc:sldMkLst>
          <pc:docMk/>
          <pc:sldMk cId="4094758878" sldId="366"/>
        </pc:sldMkLst>
        <pc:spChg chg="del">
          <ac:chgData name="Alirah WEYORI" userId="1c7cbaa8-91f0-4806-8632-e4be5028c1b4" providerId="ADAL" clId="{8AEBCCE1-3816-40DD-B12A-A9D2DE2CD790}" dt="2025-02-11T11:31:52.826" v="807" actId="478"/>
          <ac:spMkLst>
            <pc:docMk/>
            <pc:sldMk cId="4094758878" sldId="366"/>
            <ac:spMk id="10" creationId="{DB16AACB-5EFF-7769-2E1B-7995B5A33EB2}"/>
          </ac:spMkLst>
        </pc:spChg>
        <pc:grpChg chg="del">
          <ac:chgData name="Alirah WEYORI" userId="1c7cbaa8-91f0-4806-8632-e4be5028c1b4" providerId="ADAL" clId="{8AEBCCE1-3816-40DD-B12A-A9D2DE2CD790}" dt="2025-02-11T11:31:51.771" v="806" actId="478"/>
          <ac:grpSpMkLst>
            <pc:docMk/>
            <pc:sldMk cId="4094758878" sldId="366"/>
            <ac:grpSpMk id="9" creationId="{B276A796-85A0-0F7F-D883-F34240ED51EA}"/>
          </ac:grpSpMkLst>
        </pc:grpChg>
        <pc:graphicFrameChg chg="del">
          <ac:chgData name="Alirah WEYORI" userId="1c7cbaa8-91f0-4806-8632-e4be5028c1b4" providerId="ADAL" clId="{8AEBCCE1-3816-40DD-B12A-A9D2DE2CD790}" dt="2025-02-11T11:31:49.126" v="805" actId="478"/>
          <ac:graphicFrameMkLst>
            <pc:docMk/>
            <pc:sldMk cId="4094758878" sldId="366"/>
            <ac:graphicFrameMk id="6" creationId="{975C97BF-1916-20FA-76B2-F10279C2EBCF}"/>
          </ac:graphicFrameMkLst>
        </pc:graphicFrameChg>
      </pc:sldChg>
      <pc:sldChg chg="delSp del mod delAnim">
        <pc:chgData name="Alirah WEYORI" userId="1c7cbaa8-91f0-4806-8632-e4be5028c1b4" providerId="ADAL" clId="{8AEBCCE1-3816-40DD-B12A-A9D2DE2CD790}" dt="2025-02-11T11:46:42.799" v="847" actId="47"/>
        <pc:sldMkLst>
          <pc:docMk/>
          <pc:sldMk cId="1742775768" sldId="367"/>
        </pc:sldMkLst>
        <pc:spChg chg="del">
          <ac:chgData name="Alirah WEYORI" userId="1c7cbaa8-91f0-4806-8632-e4be5028c1b4" providerId="ADAL" clId="{8AEBCCE1-3816-40DD-B12A-A9D2DE2CD790}" dt="2025-02-11T11:31:37.283" v="801" actId="478"/>
          <ac:spMkLst>
            <pc:docMk/>
            <pc:sldMk cId="1742775768" sldId="367"/>
            <ac:spMk id="8" creationId="{7B88BD7E-BFF8-6E40-8CEA-9C92DE6A8A19}"/>
          </ac:spMkLst>
        </pc:spChg>
        <pc:grpChg chg="del">
          <ac:chgData name="Alirah WEYORI" userId="1c7cbaa8-91f0-4806-8632-e4be5028c1b4" providerId="ADAL" clId="{8AEBCCE1-3816-40DD-B12A-A9D2DE2CD790}" dt="2025-02-11T11:31:38.418" v="802" actId="478"/>
          <ac:grpSpMkLst>
            <pc:docMk/>
            <pc:sldMk cId="1742775768" sldId="367"/>
            <ac:grpSpMk id="9" creationId="{0D05B52C-7A01-DA80-3121-D0D26ECAB55D}"/>
          </ac:grpSpMkLst>
        </pc:grpChg>
        <pc:graphicFrameChg chg="del">
          <ac:chgData name="Alirah WEYORI" userId="1c7cbaa8-91f0-4806-8632-e4be5028c1b4" providerId="ADAL" clId="{8AEBCCE1-3816-40DD-B12A-A9D2DE2CD790}" dt="2025-02-11T11:31:35.858" v="800" actId="478"/>
          <ac:graphicFrameMkLst>
            <pc:docMk/>
            <pc:sldMk cId="1742775768" sldId="367"/>
            <ac:graphicFrameMk id="5" creationId="{97238490-36A9-E32B-4C21-C087B56803D9}"/>
          </ac:graphicFrameMkLst>
        </pc:graphicFrameChg>
      </pc:sldChg>
      <pc:sldChg chg="del">
        <pc:chgData name="Alirah WEYORI" userId="1c7cbaa8-91f0-4806-8632-e4be5028c1b4" providerId="ADAL" clId="{8AEBCCE1-3816-40DD-B12A-A9D2DE2CD790}" dt="2025-02-11T11:28:52.813" v="754" actId="47"/>
        <pc:sldMkLst>
          <pc:docMk/>
          <pc:sldMk cId="834591373" sldId="368"/>
        </pc:sldMkLst>
      </pc:sldChg>
      <pc:sldChg chg="delSp del mod delAnim">
        <pc:chgData name="Alirah WEYORI" userId="1c7cbaa8-91f0-4806-8632-e4be5028c1b4" providerId="ADAL" clId="{8AEBCCE1-3816-40DD-B12A-A9D2DE2CD790}" dt="2025-02-11T11:55:59.834" v="859" actId="47"/>
        <pc:sldMkLst>
          <pc:docMk/>
          <pc:sldMk cId="3074545810" sldId="369"/>
        </pc:sldMkLst>
        <pc:spChg chg="del">
          <ac:chgData name="Alirah WEYORI" userId="1c7cbaa8-91f0-4806-8632-e4be5028c1b4" providerId="ADAL" clId="{8AEBCCE1-3816-40DD-B12A-A9D2DE2CD790}" dt="2025-02-11T11:31:09.826" v="793" actId="478"/>
          <ac:spMkLst>
            <pc:docMk/>
            <pc:sldMk cId="3074545810" sldId="369"/>
            <ac:spMk id="5" creationId="{ED59459E-BFE2-29FC-2B49-89B462160672}"/>
          </ac:spMkLst>
        </pc:spChg>
        <pc:spChg chg="del">
          <ac:chgData name="Alirah WEYORI" userId="1c7cbaa8-91f0-4806-8632-e4be5028c1b4" providerId="ADAL" clId="{8AEBCCE1-3816-40DD-B12A-A9D2DE2CD790}" dt="2025-02-11T11:31:07.735" v="791" actId="478"/>
          <ac:spMkLst>
            <pc:docMk/>
            <pc:sldMk cId="3074545810" sldId="369"/>
            <ac:spMk id="6" creationId="{D69CE62F-9BCA-CE43-950C-21B6143433F3}"/>
          </ac:spMkLst>
        </pc:spChg>
        <pc:spChg chg="del">
          <ac:chgData name="Alirah WEYORI" userId="1c7cbaa8-91f0-4806-8632-e4be5028c1b4" providerId="ADAL" clId="{8AEBCCE1-3816-40DD-B12A-A9D2DE2CD790}" dt="2025-02-11T11:31:08.934" v="792" actId="478"/>
          <ac:spMkLst>
            <pc:docMk/>
            <pc:sldMk cId="3074545810" sldId="369"/>
            <ac:spMk id="7" creationId="{B152D1CA-017B-F128-AF9D-C2784B2B76D7}"/>
          </ac:spMkLst>
        </pc:spChg>
        <pc:graphicFrameChg chg="del">
          <ac:chgData name="Alirah WEYORI" userId="1c7cbaa8-91f0-4806-8632-e4be5028c1b4" providerId="ADAL" clId="{8AEBCCE1-3816-40DD-B12A-A9D2DE2CD790}" dt="2025-02-11T11:31:06.271" v="790" actId="478"/>
          <ac:graphicFrameMkLst>
            <pc:docMk/>
            <pc:sldMk cId="3074545810" sldId="369"/>
            <ac:graphicFrameMk id="4" creationId="{58EB915C-AE9E-21CE-CB34-035965F29516}"/>
          </ac:graphicFrameMkLst>
        </pc:graphicFrameChg>
      </pc:sldChg>
      <pc:sldChg chg="addSp delSp modSp mod">
        <pc:chgData name="Alirah WEYORI" userId="1c7cbaa8-91f0-4806-8632-e4be5028c1b4" providerId="ADAL" clId="{8AEBCCE1-3816-40DD-B12A-A9D2DE2CD790}" dt="2025-02-11T12:26:36.826" v="1353" actId="14100"/>
        <pc:sldMkLst>
          <pc:docMk/>
          <pc:sldMk cId="697079262" sldId="370"/>
        </pc:sldMkLst>
        <pc:spChg chg="add mod">
          <ac:chgData name="Alirah WEYORI" userId="1c7cbaa8-91f0-4806-8632-e4be5028c1b4" providerId="ADAL" clId="{8AEBCCE1-3816-40DD-B12A-A9D2DE2CD790}" dt="2025-02-11T12:26:23.904" v="1350"/>
          <ac:spMkLst>
            <pc:docMk/>
            <pc:sldMk cId="697079262" sldId="370"/>
            <ac:spMk id="4" creationId="{A496096A-8AD3-AC62-3702-AE87D84BCB9B}"/>
          </ac:spMkLst>
        </pc:spChg>
        <pc:spChg chg="del">
          <ac:chgData name="Alirah WEYORI" userId="1c7cbaa8-91f0-4806-8632-e4be5028c1b4" providerId="ADAL" clId="{8AEBCCE1-3816-40DD-B12A-A9D2DE2CD790}" dt="2025-02-11T11:42:56.856" v="826" actId="478"/>
          <ac:spMkLst>
            <pc:docMk/>
            <pc:sldMk cId="697079262" sldId="370"/>
            <ac:spMk id="6" creationId="{4E78554B-CE24-3F21-77D8-115436A6D0B5}"/>
          </ac:spMkLst>
        </pc:spChg>
        <pc:graphicFrameChg chg="del">
          <ac:chgData name="Alirah WEYORI" userId="1c7cbaa8-91f0-4806-8632-e4be5028c1b4" providerId="ADAL" clId="{8AEBCCE1-3816-40DD-B12A-A9D2DE2CD790}" dt="2025-02-11T11:28:22.506" v="748" actId="478"/>
          <ac:graphicFrameMkLst>
            <pc:docMk/>
            <pc:sldMk cId="697079262" sldId="370"/>
            <ac:graphicFrameMk id="5" creationId="{7BB34341-ACA4-A61C-AACD-8F9D6EC1FF2D}"/>
          </ac:graphicFrameMkLst>
        </pc:graphicFrameChg>
        <pc:picChg chg="add mod">
          <ac:chgData name="Alirah WEYORI" userId="1c7cbaa8-91f0-4806-8632-e4be5028c1b4" providerId="ADAL" clId="{8AEBCCE1-3816-40DD-B12A-A9D2DE2CD790}" dt="2025-02-11T12:26:36.826" v="1353" actId="14100"/>
          <ac:picMkLst>
            <pc:docMk/>
            <pc:sldMk cId="697079262" sldId="370"/>
            <ac:picMk id="3" creationId="{D1112213-02AE-407A-BCB4-40F2376A2BAC}"/>
          </ac:picMkLst>
        </pc:picChg>
      </pc:sldChg>
      <pc:sldChg chg="delSp del mod">
        <pc:chgData name="Alirah WEYORI" userId="1c7cbaa8-91f0-4806-8632-e4be5028c1b4" providerId="ADAL" clId="{8AEBCCE1-3816-40DD-B12A-A9D2DE2CD790}" dt="2025-02-11T11:56:09.670" v="864" actId="47"/>
        <pc:sldMkLst>
          <pc:docMk/>
          <pc:sldMk cId="1348763344" sldId="371"/>
        </pc:sldMkLst>
        <pc:graphicFrameChg chg="del">
          <ac:chgData name="Alirah WEYORI" userId="1c7cbaa8-91f0-4806-8632-e4be5028c1b4" providerId="ADAL" clId="{8AEBCCE1-3816-40DD-B12A-A9D2DE2CD790}" dt="2025-02-11T11:30:05.026" v="776" actId="478"/>
          <ac:graphicFrameMkLst>
            <pc:docMk/>
            <pc:sldMk cId="1348763344" sldId="371"/>
            <ac:graphicFrameMk id="3" creationId="{DEEE57D2-63CB-E563-C85A-58D618C3E9D6}"/>
          </ac:graphicFrameMkLst>
        </pc:graphicFrameChg>
      </pc:sldChg>
      <pc:sldChg chg="addSp delSp modSp mod">
        <pc:chgData name="Alirah WEYORI" userId="1c7cbaa8-91f0-4806-8632-e4be5028c1b4" providerId="ADAL" clId="{8AEBCCE1-3816-40DD-B12A-A9D2DE2CD790}" dt="2025-02-11T14:44:03.122" v="2897" actId="404"/>
        <pc:sldMkLst>
          <pc:docMk/>
          <pc:sldMk cId="1006839409" sldId="372"/>
        </pc:sldMkLst>
        <pc:spChg chg="add del mod">
          <ac:chgData name="Alirah WEYORI" userId="1c7cbaa8-91f0-4806-8632-e4be5028c1b4" providerId="ADAL" clId="{8AEBCCE1-3816-40DD-B12A-A9D2DE2CD790}" dt="2025-02-11T13:13:29.394" v="1805" actId="478"/>
          <ac:spMkLst>
            <pc:docMk/>
            <pc:sldMk cId="1006839409" sldId="372"/>
            <ac:spMk id="5" creationId="{B8FCD516-82EC-0E19-C169-FD3483DD096F}"/>
          </ac:spMkLst>
        </pc:spChg>
        <pc:spChg chg="add mod">
          <ac:chgData name="Alirah WEYORI" userId="1c7cbaa8-91f0-4806-8632-e4be5028c1b4" providerId="ADAL" clId="{8AEBCCE1-3816-40DD-B12A-A9D2DE2CD790}" dt="2025-02-11T14:44:03.122" v="2897" actId="404"/>
          <ac:spMkLst>
            <pc:docMk/>
            <pc:sldMk cId="1006839409" sldId="372"/>
            <ac:spMk id="6" creationId="{81A07D06-128A-F0E5-30CC-CBFC3FBAD041}"/>
          </ac:spMkLst>
        </pc:spChg>
        <pc:spChg chg="del mod">
          <ac:chgData name="Alirah WEYORI" userId="1c7cbaa8-91f0-4806-8632-e4be5028c1b4" providerId="ADAL" clId="{8AEBCCE1-3816-40DD-B12A-A9D2DE2CD790}" dt="2025-02-11T13:13:25.721" v="1803" actId="478"/>
          <ac:spMkLst>
            <pc:docMk/>
            <pc:sldMk cId="1006839409" sldId="372"/>
            <ac:spMk id="9" creationId="{AC269B25-D61C-26EE-B0A6-529B1A193E00}"/>
          </ac:spMkLst>
        </pc:spChg>
        <pc:spChg chg="del">
          <ac:chgData name="Alirah WEYORI" userId="1c7cbaa8-91f0-4806-8632-e4be5028c1b4" providerId="ADAL" clId="{8AEBCCE1-3816-40DD-B12A-A9D2DE2CD790}" dt="2025-02-11T10:56:29.878" v="496" actId="478"/>
          <ac:spMkLst>
            <pc:docMk/>
            <pc:sldMk cId="1006839409" sldId="372"/>
            <ac:spMk id="12" creationId="{D965C711-AA96-7235-B353-A495A7B91488}"/>
          </ac:spMkLst>
        </pc:spChg>
        <pc:graphicFrameChg chg="del">
          <ac:chgData name="Alirah WEYORI" userId="1c7cbaa8-91f0-4806-8632-e4be5028c1b4" providerId="ADAL" clId="{8AEBCCE1-3816-40DD-B12A-A9D2DE2CD790}" dt="2025-02-11T10:56:26.357" v="495" actId="478"/>
          <ac:graphicFrameMkLst>
            <pc:docMk/>
            <pc:sldMk cId="1006839409" sldId="372"/>
            <ac:graphicFrameMk id="11" creationId="{8E657DE8-4C75-5026-F952-83BCA7FBA8A1}"/>
          </ac:graphicFrameMkLst>
        </pc:graphicFrameChg>
        <pc:picChg chg="add mod">
          <ac:chgData name="Alirah WEYORI" userId="1c7cbaa8-91f0-4806-8632-e4be5028c1b4" providerId="ADAL" clId="{8AEBCCE1-3816-40DD-B12A-A9D2DE2CD790}" dt="2025-02-11T10:58:46.401" v="514" actId="1076"/>
          <ac:picMkLst>
            <pc:docMk/>
            <pc:sldMk cId="1006839409" sldId="372"/>
            <ac:picMk id="3" creationId="{B2262E83-F534-9312-1917-C6502E59FAB6}"/>
          </ac:picMkLst>
        </pc:picChg>
      </pc:sldChg>
      <pc:sldChg chg="addSp delSp modSp mod">
        <pc:chgData name="Alirah WEYORI" userId="1c7cbaa8-91f0-4806-8632-e4be5028c1b4" providerId="ADAL" clId="{8AEBCCE1-3816-40DD-B12A-A9D2DE2CD790}" dt="2025-02-11T14:44:10.265" v="2899" actId="403"/>
        <pc:sldMkLst>
          <pc:docMk/>
          <pc:sldMk cId="458538487" sldId="373"/>
        </pc:sldMkLst>
        <pc:spChg chg="del">
          <ac:chgData name="Alirah WEYORI" userId="1c7cbaa8-91f0-4806-8632-e4be5028c1b4" providerId="ADAL" clId="{8AEBCCE1-3816-40DD-B12A-A9D2DE2CD790}" dt="2025-02-11T10:59:32.762" v="539" actId="478"/>
          <ac:spMkLst>
            <pc:docMk/>
            <pc:sldMk cId="458538487" sldId="373"/>
            <ac:spMk id="2" creationId="{BDA7B8F7-438B-081B-836A-8FDDF7DA4BAC}"/>
          </ac:spMkLst>
        </pc:spChg>
        <pc:spChg chg="del">
          <ac:chgData name="Alirah WEYORI" userId="1c7cbaa8-91f0-4806-8632-e4be5028c1b4" providerId="ADAL" clId="{8AEBCCE1-3816-40DD-B12A-A9D2DE2CD790}" dt="2025-02-11T10:59:33.950" v="540" actId="478"/>
          <ac:spMkLst>
            <pc:docMk/>
            <pc:sldMk cId="458538487" sldId="373"/>
            <ac:spMk id="3" creationId="{2878876E-5251-4766-C642-3C1BAB550DBB}"/>
          </ac:spMkLst>
        </pc:spChg>
        <pc:spChg chg="del">
          <ac:chgData name="Alirah WEYORI" userId="1c7cbaa8-91f0-4806-8632-e4be5028c1b4" providerId="ADAL" clId="{8AEBCCE1-3816-40DD-B12A-A9D2DE2CD790}" dt="2025-02-11T10:58:56.907" v="516" actId="478"/>
          <ac:spMkLst>
            <pc:docMk/>
            <pc:sldMk cId="458538487" sldId="373"/>
            <ac:spMk id="4" creationId="{53243254-D96C-A7E0-C41B-9C402C8A1869}"/>
          </ac:spMkLst>
        </pc:spChg>
        <pc:spChg chg="mod">
          <ac:chgData name="Alirah WEYORI" userId="1c7cbaa8-91f0-4806-8632-e4be5028c1b4" providerId="ADAL" clId="{8AEBCCE1-3816-40DD-B12A-A9D2DE2CD790}" dt="2025-02-11T14:44:10.265" v="2899" actId="403"/>
          <ac:spMkLst>
            <pc:docMk/>
            <pc:sldMk cId="458538487" sldId="373"/>
            <ac:spMk id="9" creationId="{AC269B25-D61C-26EE-B0A6-529B1A193E00}"/>
          </ac:spMkLst>
        </pc:spChg>
        <pc:graphicFrameChg chg="del">
          <ac:chgData name="Alirah WEYORI" userId="1c7cbaa8-91f0-4806-8632-e4be5028c1b4" providerId="ADAL" clId="{8AEBCCE1-3816-40DD-B12A-A9D2DE2CD790}" dt="2025-02-11T10:58:52.092" v="515" actId="478"/>
          <ac:graphicFrameMkLst>
            <pc:docMk/>
            <pc:sldMk cId="458538487" sldId="373"/>
            <ac:graphicFrameMk id="5" creationId="{90728190-440C-45AA-4A21-8B2FC04E4198}"/>
          </ac:graphicFrameMkLst>
        </pc:graphicFrameChg>
        <pc:picChg chg="add mod">
          <ac:chgData name="Alirah WEYORI" userId="1c7cbaa8-91f0-4806-8632-e4be5028c1b4" providerId="ADAL" clId="{8AEBCCE1-3816-40DD-B12A-A9D2DE2CD790}" dt="2025-02-11T12:11:31.846" v="900" actId="1076"/>
          <ac:picMkLst>
            <pc:docMk/>
            <pc:sldMk cId="458538487" sldId="373"/>
            <ac:picMk id="7" creationId="{52A46C00-D943-B1E5-F025-CCE9ADA54482}"/>
          </ac:picMkLst>
        </pc:picChg>
      </pc:sldChg>
      <pc:sldChg chg="modSp mod ord">
        <pc:chgData name="Alirah WEYORI" userId="1c7cbaa8-91f0-4806-8632-e4be5028c1b4" providerId="ADAL" clId="{8AEBCCE1-3816-40DD-B12A-A9D2DE2CD790}" dt="2025-04-08T07:44:24.540" v="2953" actId="108"/>
        <pc:sldMkLst>
          <pc:docMk/>
          <pc:sldMk cId="1031546385" sldId="374"/>
        </pc:sldMkLst>
        <pc:spChg chg="mod">
          <ac:chgData name="Alirah WEYORI" userId="1c7cbaa8-91f0-4806-8632-e4be5028c1b4" providerId="ADAL" clId="{8AEBCCE1-3816-40DD-B12A-A9D2DE2CD790}" dt="2025-02-11T12:10:08.331" v="890" actId="14100"/>
          <ac:spMkLst>
            <pc:docMk/>
            <pc:sldMk cId="1031546385" sldId="374"/>
            <ac:spMk id="5" creationId="{78F16BC6-4EB0-D038-A32F-D9023BF114F8}"/>
          </ac:spMkLst>
        </pc:spChg>
        <pc:graphicFrameChg chg="mod modGraphic">
          <ac:chgData name="Alirah WEYORI" userId="1c7cbaa8-91f0-4806-8632-e4be5028c1b4" providerId="ADAL" clId="{8AEBCCE1-3816-40DD-B12A-A9D2DE2CD790}" dt="2025-04-08T07:44:24.540" v="2953" actId="108"/>
          <ac:graphicFrameMkLst>
            <pc:docMk/>
            <pc:sldMk cId="1031546385" sldId="374"/>
            <ac:graphicFrameMk id="4" creationId="{403D1D6D-6292-E639-D4AF-073B49922A77}"/>
          </ac:graphicFrameMkLst>
        </pc:graphicFrameChg>
      </pc:sldChg>
      <pc:sldChg chg="delSp del mod">
        <pc:chgData name="Alirah WEYORI" userId="1c7cbaa8-91f0-4806-8632-e4be5028c1b4" providerId="ADAL" clId="{8AEBCCE1-3816-40DD-B12A-A9D2DE2CD790}" dt="2025-02-11T11:55:47.352" v="854" actId="47"/>
        <pc:sldMkLst>
          <pc:docMk/>
          <pc:sldMk cId="262548455" sldId="375"/>
        </pc:sldMkLst>
        <pc:graphicFrameChg chg="del">
          <ac:chgData name="Alirah WEYORI" userId="1c7cbaa8-91f0-4806-8632-e4be5028c1b4" providerId="ADAL" clId="{8AEBCCE1-3816-40DD-B12A-A9D2DE2CD790}" dt="2025-02-11T11:31:29.977" v="799" actId="478"/>
          <ac:graphicFrameMkLst>
            <pc:docMk/>
            <pc:sldMk cId="262548455" sldId="375"/>
            <ac:graphicFrameMk id="4" creationId="{9E8F275E-E259-F2EC-CCD3-2627469E398D}"/>
          </ac:graphicFrameMkLst>
        </pc:graphicFrameChg>
      </pc:sldChg>
      <pc:sldChg chg="addSp delSp modSp mod ord modClrScheme chgLayout">
        <pc:chgData name="Alirah WEYORI" userId="1c7cbaa8-91f0-4806-8632-e4be5028c1b4" providerId="ADAL" clId="{8AEBCCE1-3816-40DD-B12A-A9D2DE2CD790}" dt="2025-02-11T13:33:27.870" v="2118" actId="14100"/>
        <pc:sldMkLst>
          <pc:docMk/>
          <pc:sldMk cId="1483743704" sldId="376"/>
        </pc:sldMkLst>
        <pc:spChg chg="mod ord">
          <ac:chgData name="Alirah WEYORI" userId="1c7cbaa8-91f0-4806-8632-e4be5028c1b4" providerId="ADAL" clId="{8AEBCCE1-3816-40DD-B12A-A9D2DE2CD790}" dt="2025-02-11T10:13:25.445" v="151" actId="14100"/>
          <ac:spMkLst>
            <pc:docMk/>
            <pc:sldMk cId="1483743704" sldId="376"/>
            <ac:spMk id="25" creationId="{C4793960-97FD-5AE3-34FE-71F229830B09}"/>
          </ac:spMkLst>
        </pc:spChg>
        <pc:grpChg chg="del">
          <ac:chgData name="Alirah WEYORI" userId="1c7cbaa8-91f0-4806-8632-e4be5028c1b4" providerId="ADAL" clId="{8AEBCCE1-3816-40DD-B12A-A9D2DE2CD790}" dt="2025-02-11T09:40:06.353" v="64" actId="478"/>
          <ac:grpSpMkLst>
            <pc:docMk/>
            <pc:sldMk cId="1483743704" sldId="376"/>
            <ac:grpSpMk id="24" creationId="{2EF35892-2378-D494-50FA-77FAF1AE8F71}"/>
          </ac:grpSpMkLst>
        </pc:grpChg>
        <pc:picChg chg="add del mod">
          <ac:chgData name="Alirah WEYORI" userId="1c7cbaa8-91f0-4806-8632-e4be5028c1b4" providerId="ADAL" clId="{8AEBCCE1-3816-40DD-B12A-A9D2DE2CD790}" dt="2025-02-11T10:15:06.643" v="175" actId="478"/>
          <ac:picMkLst>
            <pc:docMk/>
            <pc:sldMk cId="1483743704" sldId="376"/>
            <ac:picMk id="3" creationId="{8B31CD7B-A6EC-A2DC-C44A-8F813F8568C5}"/>
          </ac:picMkLst>
        </pc:picChg>
        <pc:picChg chg="add mod">
          <ac:chgData name="Alirah WEYORI" userId="1c7cbaa8-91f0-4806-8632-e4be5028c1b4" providerId="ADAL" clId="{8AEBCCE1-3816-40DD-B12A-A9D2DE2CD790}" dt="2025-02-11T13:33:27.870" v="2118" actId="14100"/>
          <ac:picMkLst>
            <pc:docMk/>
            <pc:sldMk cId="1483743704" sldId="376"/>
            <ac:picMk id="27" creationId="{27C4EE89-D611-EFC9-8A6F-BB2CCD0AF0CC}"/>
          </ac:picMkLst>
        </pc:picChg>
      </pc:sldChg>
      <pc:sldChg chg="delSp modSp del mod modShow">
        <pc:chgData name="Alirah WEYORI" userId="1c7cbaa8-91f0-4806-8632-e4be5028c1b4" providerId="ADAL" clId="{8AEBCCE1-3816-40DD-B12A-A9D2DE2CD790}" dt="2025-02-11T15:16:10.671" v="2902" actId="47"/>
        <pc:sldMkLst>
          <pc:docMk/>
          <pc:sldMk cId="83693828" sldId="377"/>
        </pc:sldMkLst>
        <pc:spChg chg="mod">
          <ac:chgData name="Alirah WEYORI" userId="1c7cbaa8-91f0-4806-8632-e4be5028c1b4" providerId="ADAL" clId="{8AEBCCE1-3816-40DD-B12A-A9D2DE2CD790}" dt="2025-02-11T12:10:31.490" v="894" actId="14100"/>
          <ac:spMkLst>
            <pc:docMk/>
            <pc:sldMk cId="83693828" sldId="377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2:10:40.099" v="896" actId="12"/>
          <ac:spMkLst>
            <pc:docMk/>
            <pc:sldMk cId="83693828" sldId="377"/>
            <ac:spMk id="8" creationId="{F6408080-6780-95D1-DE2E-434D7DF66BC7}"/>
          </ac:spMkLst>
        </pc:spChg>
        <pc:spChg chg="del">
          <ac:chgData name="Alirah WEYORI" userId="1c7cbaa8-91f0-4806-8632-e4be5028c1b4" providerId="ADAL" clId="{8AEBCCE1-3816-40DD-B12A-A9D2DE2CD790}" dt="2025-02-11T12:10:45.025" v="897" actId="478"/>
          <ac:spMkLst>
            <pc:docMk/>
            <pc:sldMk cId="83693828" sldId="377"/>
            <ac:spMk id="16" creationId="{DE215E3B-A317-2B96-8370-007D27E127CC}"/>
          </ac:spMkLst>
        </pc:spChg>
      </pc:sldChg>
      <pc:sldChg chg="modSp del mod modShow">
        <pc:chgData name="Alirah WEYORI" userId="1c7cbaa8-91f0-4806-8632-e4be5028c1b4" providerId="ADAL" clId="{8AEBCCE1-3816-40DD-B12A-A9D2DE2CD790}" dt="2025-02-11T15:16:13.607" v="2903" actId="47"/>
        <pc:sldMkLst>
          <pc:docMk/>
          <pc:sldMk cId="3453604601" sldId="408"/>
        </pc:sldMkLst>
        <pc:spChg chg="mod">
          <ac:chgData name="Alirah WEYORI" userId="1c7cbaa8-91f0-4806-8632-e4be5028c1b4" providerId="ADAL" clId="{8AEBCCE1-3816-40DD-B12A-A9D2DE2CD790}" dt="2025-02-11T11:26:21.899" v="716" actId="1076"/>
          <ac:spMkLst>
            <pc:docMk/>
            <pc:sldMk cId="3453604601" sldId="408"/>
            <ac:spMk id="3" creationId="{221E7C27-0E56-9287-E78F-E752CA7EC760}"/>
          </ac:spMkLst>
        </pc:spChg>
        <pc:spChg chg="mod">
          <ac:chgData name="Alirah WEYORI" userId="1c7cbaa8-91f0-4806-8632-e4be5028c1b4" providerId="ADAL" clId="{8AEBCCE1-3816-40DD-B12A-A9D2DE2CD790}" dt="2025-02-11T11:26:13.694" v="714" actId="1076"/>
          <ac:spMkLst>
            <pc:docMk/>
            <pc:sldMk cId="3453604601" sldId="408"/>
            <ac:spMk id="4" creationId="{75A77ED1-5BEC-95BD-E876-FF96B3716765}"/>
          </ac:spMkLst>
        </pc:spChg>
        <pc:spChg chg="mod">
          <ac:chgData name="Alirah WEYORI" userId="1c7cbaa8-91f0-4806-8632-e4be5028c1b4" providerId="ADAL" clId="{8AEBCCE1-3816-40DD-B12A-A9D2DE2CD790}" dt="2025-02-11T11:26:34.627" v="723" actId="20577"/>
          <ac:spMkLst>
            <pc:docMk/>
            <pc:sldMk cId="3453604601" sldId="408"/>
            <ac:spMk id="16" creationId="{DE215E3B-A317-2B96-8370-007D27E127CC}"/>
          </ac:spMkLst>
        </pc:spChg>
      </pc:sldChg>
      <pc:sldChg chg="addSp delSp modSp add mod ord">
        <pc:chgData name="Alirah WEYORI" userId="1c7cbaa8-91f0-4806-8632-e4be5028c1b4" providerId="ADAL" clId="{8AEBCCE1-3816-40DD-B12A-A9D2DE2CD790}" dt="2025-02-11T11:27:21.318" v="742" actId="1038"/>
        <pc:sldMkLst>
          <pc:docMk/>
          <pc:sldMk cId="4010390916" sldId="409"/>
        </pc:sldMkLst>
        <pc:spChg chg="del mod">
          <ac:chgData name="Alirah WEYORI" userId="1c7cbaa8-91f0-4806-8632-e4be5028c1b4" providerId="ADAL" clId="{8AEBCCE1-3816-40DD-B12A-A9D2DE2CD790}" dt="2025-02-11T11:11:51.185" v="576" actId="478"/>
          <ac:spMkLst>
            <pc:docMk/>
            <pc:sldMk cId="4010390916" sldId="409"/>
            <ac:spMk id="7" creationId="{AB396A7F-EE33-B84F-234F-74D4E5BEC832}"/>
          </ac:spMkLst>
        </pc:spChg>
        <pc:picChg chg="add mod">
          <ac:chgData name="Alirah WEYORI" userId="1c7cbaa8-91f0-4806-8632-e4be5028c1b4" providerId="ADAL" clId="{8AEBCCE1-3816-40DD-B12A-A9D2DE2CD790}" dt="2025-02-11T11:27:21.318" v="742" actId="1038"/>
          <ac:picMkLst>
            <pc:docMk/>
            <pc:sldMk cId="4010390916" sldId="409"/>
            <ac:picMk id="3" creationId="{9E81D80B-C5ED-EBD2-63AC-08D3D4EF03B5}"/>
          </ac:picMkLst>
        </pc:picChg>
        <pc:picChg chg="del">
          <ac:chgData name="Alirah WEYORI" userId="1c7cbaa8-91f0-4806-8632-e4be5028c1b4" providerId="ADAL" clId="{8AEBCCE1-3816-40DD-B12A-A9D2DE2CD790}" dt="2025-02-11T11:10:52.458" v="571" actId="478"/>
          <ac:picMkLst>
            <pc:docMk/>
            <pc:sldMk cId="4010390916" sldId="409"/>
            <ac:picMk id="8" creationId="{77A9DD0A-63A0-2138-ACB8-58AE50F1F822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1:14:28.308" v="593" actId="14100"/>
        <pc:sldMkLst>
          <pc:docMk/>
          <pc:sldMk cId="2094095997" sldId="410"/>
        </pc:sldMkLst>
        <pc:spChg chg="del">
          <ac:chgData name="Alirah WEYORI" userId="1c7cbaa8-91f0-4806-8632-e4be5028c1b4" providerId="ADAL" clId="{8AEBCCE1-3816-40DD-B12A-A9D2DE2CD790}" dt="2025-02-11T11:12:32.467" v="585" actId="478"/>
          <ac:spMkLst>
            <pc:docMk/>
            <pc:sldMk cId="2094095997" sldId="410"/>
            <ac:spMk id="7" creationId="{AB396A7F-EE33-B84F-234F-74D4E5BEC832}"/>
          </ac:spMkLst>
        </pc:spChg>
        <pc:picChg chg="add mod">
          <ac:chgData name="Alirah WEYORI" userId="1c7cbaa8-91f0-4806-8632-e4be5028c1b4" providerId="ADAL" clId="{8AEBCCE1-3816-40DD-B12A-A9D2DE2CD790}" dt="2025-02-11T11:14:28.308" v="593" actId="14100"/>
          <ac:picMkLst>
            <pc:docMk/>
            <pc:sldMk cId="2094095997" sldId="410"/>
            <ac:picMk id="3" creationId="{2CF1DA81-D395-E4E2-326B-46E09EA6BEFD}"/>
          </ac:picMkLst>
        </pc:picChg>
        <pc:picChg chg="del">
          <ac:chgData name="Alirah WEYORI" userId="1c7cbaa8-91f0-4806-8632-e4be5028c1b4" providerId="ADAL" clId="{8AEBCCE1-3816-40DD-B12A-A9D2DE2CD790}" dt="2025-02-11T11:10:49.128" v="570" actId="478"/>
          <ac:picMkLst>
            <pc:docMk/>
            <pc:sldMk cId="2094095997" sldId="410"/>
            <ac:picMk id="8" creationId="{77A9DD0A-63A0-2138-ACB8-58AE50F1F822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19:33.947" v="607" actId="14100"/>
        <pc:sldMkLst>
          <pc:docMk/>
          <pc:sldMk cId="3837660330" sldId="411"/>
        </pc:sldMkLst>
        <pc:picChg chg="add mod">
          <ac:chgData name="Alirah WEYORI" userId="1c7cbaa8-91f0-4806-8632-e4be5028c1b4" providerId="ADAL" clId="{8AEBCCE1-3816-40DD-B12A-A9D2DE2CD790}" dt="2025-02-11T11:19:33.947" v="607" actId="14100"/>
          <ac:picMkLst>
            <pc:docMk/>
            <pc:sldMk cId="3837660330" sldId="411"/>
            <ac:picMk id="3" creationId="{A1EC54E4-D85D-972F-A86B-E6CD87A5B575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16:17.290" v="600" actId="14100"/>
        <pc:sldMkLst>
          <pc:docMk/>
          <pc:sldMk cId="2153013317" sldId="412"/>
        </pc:sldMkLst>
        <pc:picChg chg="add mod">
          <ac:chgData name="Alirah WEYORI" userId="1c7cbaa8-91f0-4806-8632-e4be5028c1b4" providerId="ADAL" clId="{8AEBCCE1-3816-40DD-B12A-A9D2DE2CD790}" dt="2025-02-11T11:16:17.290" v="600" actId="14100"/>
          <ac:picMkLst>
            <pc:docMk/>
            <pc:sldMk cId="2153013317" sldId="412"/>
            <ac:picMk id="3" creationId="{9D6A0C8D-5E8D-8A30-0643-F67482C651BD}"/>
          </ac:picMkLst>
        </pc:picChg>
      </pc:sldChg>
      <pc:sldChg chg="addSp modSp add mod">
        <pc:chgData name="Alirah WEYORI" userId="1c7cbaa8-91f0-4806-8632-e4be5028c1b4" providerId="ADAL" clId="{8AEBCCE1-3816-40DD-B12A-A9D2DE2CD790}" dt="2025-02-11T11:24:24.951" v="663" actId="1076"/>
        <pc:sldMkLst>
          <pc:docMk/>
          <pc:sldMk cId="2234625589" sldId="413"/>
        </pc:sldMkLst>
        <pc:spChg chg="mod">
          <ac:chgData name="Alirah WEYORI" userId="1c7cbaa8-91f0-4806-8632-e4be5028c1b4" providerId="ADAL" clId="{8AEBCCE1-3816-40DD-B12A-A9D2DE2CD790}" dt="2025-02-11T11:23:05.144" v="653" actId="20577"/>
          <ac:spMkLst>
            <pc:docMk/>
            <pc:sldMk cId="2234625589" sldId="413"/>
            <ac:spMk id="5" creationId="{E6D71742-F85E-262D-E0B0-1FCDC9314B70}"/>
          </ac:spMkLst>
        </pc:spChg>
        <pc:picChg chg="add mod">
          <ac:chgData name="Alirah WEYORI" userId="1c7cbaa8-91f0-4806-8632-e4be5028c1b4" providerId="ADAL" clId="{8AEBCCE1-3816-40DD-B12A-A9D2DE2CD790}" dt="2025-02-11T11:24:24.951" v="663" actId="1076"/>
          <ac:picMkLst>
            <pc:docMk/>
            <pc:sldMk cId="2234625589" sldId="413"/>
            <ac:picMk id="3" creationId="{75CA8780-5A0E-0BFA-FFFF-D0BA13933507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2:27:02.343" v="1360" actId="1076"/>
        <pc:sldMkLst>
          <pc:docMk/>
          <pc:sldMk cId="2667951179" sldId="414"/>
        </pc:sldMkLst>
        <pc:spChg chg="add mod">
          <ac:chgData name="Alirah WEYORI" userId="1c7cbaa8-91f0-4806-8632-e4be5028c1b4" providerId="ADAL" clId="{8AEBCCE1-3816-40DD-B12A-A9D2DE2CD790}" dt="2025-02-11T12:26:59.499" v="1359"/>
          <ac:spMkLst>
            <pc:docMk/>
            <pc:sldMk cId="2667951179" sldId="414"/>
            <ac:spMk id="4" creationId="{721756A4-5EB9-3F12-B572-66468C81E0FB}"/>
          </ac:spMkLst>
        </pc:spChg>
        <pc:spChg chg="del">
          <ac:chgData name="Alirah WEYORI" userId="1c7cbaa8-91f0-4806-8632-e4be5028c1b4" providerId="ADAL" clId="{8AEBCCE1-3816-40DD-B12A-A9D2DE2CD790}" dt="2025-02-11T11:44:19.724" v="834" actId="478"/>
          <ac:spMkLst>
            <pc:docMk/>
            <pc:sldMk cId="2667951179" sldId="414"/>
            <ac:spMk id="7" creationId="{F8C4F116-EC5C-956A-C17F-4480C55C03F8}"/>
          </ac:spMkLst>
        </pc:spChg>
        <pc:picChg chg="add mod">
          <ac:chgData name="Alirah WEYORI" userId="1c7cbaa8-91f0-4806-8632-e4be5028c1b4" providerId="ADAL" clId="{8AEBCCE1-3816-40DD-B12A-A9D2DE2CD790}" dt="2025-02-11T12:27:02.343" v="1360" actId="1076"/>
          <ac:picMkLst>
            <pc:docMk/>
            <pc:sldMk cId="2667951179" sldId="414"/>
            <ac:picMk id="3" creationId="{3250BAC8-95E9-9920-FC92-DF326A195C5F}"/>
          </ac:picMkLst>
        </pc:picChg>
        <pc:picChg chg="del">
          <ac:chgData name="Alirah WEYORI" userId="1c7cbaa8-91f0-4806-8632-e4be5028c1b4" providerId="ADAL" clId="{8AEBCCE1-3816-40DD-B12A-A9D2DE2CD790}" dt="2025-02-11T11:44:12.270" v="832" actId="478"/>
          <ac:picMkLst>
            <pc:docMk/>
            <pc:sldMk cId="2667951179" sldId="414"/>
            <ac:picMk id="9" creationId="{BA2E644A-3FCD-5527-B53E-3CCFBA307E32}"/>
          </ac:picMkLst>
        </pc:picChg>
      </pc:sldChg>
      <pc:sldChg chg="addSp delSp modSp add mod">
        <pc:chgData name="Alirah WEYORI" userId="1c7cbaa8-91f0-4806-8632-e4be5028c1b4" providerId="ADAL" clId="{8AEBCCE1-3816-40DD-B12A-A9D2DE2CD790}" dt="2025-02-11T12:27:09.785" v="1362" actId="1076"/>
        <pc:sldMkLst>
          <pc:docMk/>
          <pc:sldMk cId="792800996" sldId="415"/>
        </pc:sldMkLst>
        <pc:spChg chg="add mod">
          <ac:chgData name="Alirah WEYORI" userId="1c7cbaa8-91f0-4806-8632-e4be5028c1b4" providerId="ADAL" clId="{8AEBCCE1-3816-40DD-B12A-A9D2DE2CD790}" dt="2025-02-11T12:27:05.920" v="1361"/>
          <ac:spMkLst>
            <pc:docMk/>
            <pc:sldMk cId="792800996" sldId="415"/>
            <ac:spMk id="4" creationId="{BA736E30-8EC4-1CF1-2DC9-9EBF92A2B57E}"/>
          </ac:spMkLst>
        </pc:spChg>
        <pc:spChg chg="del">
          <ac:chgData name="Alirah WEYORI" userId="1c7cbaa8-91f0-4806-8632-e4be5028c1b4" providerId="ADAL" clId="{8AEBCCE1-3816-40DD-B12A-A9D2DE2CD790}" dt="2025-02-11T11:44:26.793" v="836" actId="478"/>
          <ac:spMkLst>
            <pc:docMk/>
            <pc:sldMk cId="792800996" sldId="415"/>
            <ac:spMk id="7" creationId="{F8C4F116-EC5C-956A-C17F-4480C55C03F8}"/>
          </ac:spMkLst>
        </pc:spChg>
        <pc:picChg chg="add mod">
          <ac:chgData name="Alirah WEYORI" userId="1c7cbaa8-91f0-4806-8632-e4be5028c1b4" providerId="ADAL" clId="{8AEBCCE1-3816-40DD-B12A-A9D2DE2CD790}" dt="2025-02-11T12:27:09.785" v="1362" actId="1076"/>
          <ac:picMkLst>
            <pc:docMk/>
            <pc:sldMk cId="792800996" sldId="415"/>
            <ac:picMk id="3" creationId="{C8F3CE1C-FD20-7952-7C05-5554D2341AF2}"/>
          </ac:picMkLst>
        </pc:picChg>
      </pc:sldChg>
      <pc:sldChg chg="add del">
        <pc:chgData name="Alirah WEYORI" userId="1c7cbaa8-91f0-4806-8632-e4be5028c1b4" providerId="ADAL" clId="{8AEBCCE1-3816-40DD-B12A-A9D2DE2CD790}" dt="2025-02-11T12:21:16.952" v="1117" actId="47"/>
        <pc:sldMkLst>
          <pc:docMk/>
          <pc:sldMk cId="1554018748" sldId="416"/>
        </pc:sldMkLst>
      </pc:sldChg>
      <pc:sldChg chg="modSp add mod">
        <pc:chgData name="Alirah WEYORI" userId="1c7cbaa8-91f0-4806-8632-e4be5028c1b4" providerId="ADAL" clId="{8AEBCCE1-3816-40DD-B12A-A9D2DE2CD790}" dt="2025-02-11T14:25:10.958" v="2761" actId="20577"/>
        <pc:sldMkLst>
          <pc:docMk/>
          <pc:sldMk cId="1980840550" sldId="416"/>
        </pc:sldMkLst>
        <pc:spChg chg="mod">
          <ac:chgData name="Alirah WEYORI" userId="1c7cbaa8-91f0-4806-8632-e4be5028c1b4" providerId="ADAL" clId="{8AEBCCE1-3816-40DD-B12A-A9D2DE2CD790}" dt="2025-02-11T14:25:10.958" v="2761" actId="20577"/>
          <ac:spMkLst>
            <pc:docMk/>
            <pc:sldMk cId="1980840550" sldId="416"/>
            <ac:spMk id="3" creationId="{DE7C056F-9D7F-4B72-99AA-CBF424D71D1A}"/>
          </ac:spMkLst>
        </pc:spChg>
      </pc:sldChg>
      <pc:sldChg chg="modSp add mod">
        <pc:chgData name="Alirah WEYORI" userId="1c7cbaa8-91f0-4806-8632-e4be5028c1b4" providerId="ADAL" clId="{8AEBCCE1-3816-40DD-B12A-A9D2DE2CD790}" dt="2025-02-11T14:24:41.271" v="2756" actId="14100"/>
        <pc:sldMkLst>
          <pc:docMk/>
          <pc:sldMk cId="1691155876" sldId="417"/>
        </pc:sldMkLst>
        <pc:spChg chg="mod">
          <ac:chgData name="Alirah WEYORI" userId="1c7cbaa8-91f0-4806-8632-e4be5028c1b4" providerId="ADAL" clId="{8AEBCCE1-3816-40DD-B12A-A9D2DE2CD790}" dt="2025-02-11T13:38:38.308" v="2183" actId="20577"/>
          <ac:spMkLst>
            <pc:docMk/>
            <pc:sldMk cId="1691155876" sldId="417"/>
            <ac:spMk id="2" creationId="{FCD16E23-B95D-E373-6EDB-2C8510CBEE16}"/>
          </ac:spMkLst>
        </pc:spChg>
        <pc:spChg chg="mod">
          <ac:chgData name="Alirah WEYORI" userId="1c7cbaa8-91f0-4806-8632-e4be5028c1b4" providerId="ADAL" clId="{8AEBCCE1-3816-40DD-B12A-A9D2DE2CD790}" dt="2025-02-11T14:24:41.271" v="2756" actId="14100"/>
          <ac:spMkLst>
            <pc:docMk/>
            <pc:sldMk cId="1691155876" sldId="417"/>
            <ac:spMk id="3" creationId="{DE7C056F-9D7F-4B72-99AA-CBF424D71D1A}"/>
          </ac:spMkLst>
        </pc:spChg>
      </pc:sldChg>
      <pc:sldChg chg="addSp delSp modSp new mod modNotesTx">
        <pc:chgData name="Alirah WEYORI" userId="1c7cbaa8-91f0-4806-8632-e4be5028c1b4" providerId="ADAL" clId="{8AEBCCE1-3816-40DD-B12A-A9D2DE2CD790}" dt="2025-02-17T12:58:15.837" v="2949" actId="20577"/>
        <pc:sldMkLst>
          <pc:docMk/>
          <pc:sldMk cId="613363560" sldId="418"/>
        </pc:sldMkLst>
        <pc:spChg chg="del">
          <ac:chgData name="Alirah WEYORI" userId="1c7cbaa8-91f0-4806-8632-e4be5028c1b4" providerId="ADAL" clId="{8AEBCCE1-3816-40DD-B12A-A9D2DE2CD790}" dt="2025-02-11T12:27:42.743" v="1368" actId="478"/>
          <ac:spMkLst>
            <pc:docMk/>
            <pc:sldMk cId="613363560" sldId="418"/>
            <ac:spMk id="2" creationId="{6F7BEB9D-E800-3F87-FF5E-F45E7A330F06}"/>
          </ac:spMkLst>
        </pc:spChg>
        <pc:spChg chg="del">
          <ac:chgData name="Alirah WEYORI" userId="1c7cbaa8-91f0-4806-8632-e4be5028c1b4" providerId="ADAL" clId="{8AEBCCE1-3816-40DD-B12A-A9D2DE2CD790}" dt="2025-02-11T12:27:40.870" v="1367" actId="478"/>
          <ac:spMkLst>
            <pc:docMk/>
            <pc:sldMk cId="613363560" sldId="418"/>
            <ac:spMk id="3" creationId="{61E5AC74-722B-FA46-BD3F-55EDAF8801BD}"/>
          </ac:spMkLst>
        </pc:spChg>
        <pc:spChg chg="add mod">
          <ac:chgData name="Alirah WEYORI" userId="1c7cbaa8-91f0-4806-8632-e4be5028c1b4" providerId="ADAL" clId="{8AEBCCE1-3816-40DD-B12A-A9D2DE2CD790}" dt="2025-02-17T12:56:54.016" v="2946" actId="1076"/>
          <ac:spMkLst>
            <pc:docMk/>
            <pc:sldMk cId="613363560" sldId="418"/>
            <ac:spMk id="4" creationId="{3ECF8963-4DED-C55E-B926-36AA487C8500}"/>
          </ac:spMkLst>
        </pc:spChg>
      </pc:sldChg>
      <pc:sldChg chg="addSp delSp modSp add mod ord">
        <pc:chgData name="Alirah WEYORI" userId="1c7cbaa8-91f0-4806-8632-e4be5028c1b4" providerId="ADAL" clId="{8AEBCCE1-3816-40DD-B12A-A9D2DE2CD790}" dt="2025-02-11T14:34:32.999" v="2860" actId="1076"/>
        <pc:sldMkLst>
          <pc:docMk/>
          <pc:sldMk cId="2741791513" sldId="419"/>
        </pc:sldMkLst>
        <pc:spChg chg="add mod">
          <ac:chgData name="Alirah WEYORI" userId="1c7cbaa8-91f0-4806-8632-e4be5028c1b4" providerId="ADAL" clId="{8AEBCCE1-3816-40DD-B12A-A9D2DE2CD790}" dt="2025-02-11T14:34:32.999" v="2860" actId="1076"/>
          <ac:spMkLst>
            <pc:docMk/>
            <pc:sldMk cId="2741791513" sldId="419"/>
            <ac:spMk id="5" creationId="{DB1F39EC-C84B-24F1-1E9F-06E96870D340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9" creationId="{2F02FB11-0BFF-906B-39E0-4BC9FEB3295C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0" creationId="{75B3478C-4AC0-ECFE-D865-2B664B5A9D76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1" creationId="{B4A3F56A-7444-6739-4C02-04F1339A7C50}"/>
          </ac:spMkLst>
        </pc:spChg>
        <pc:spChg chg="del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3" creationId="{0A5FD161-8801-8C49-D5F3-A9B0B81BF656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4" creationId="{4446DF81-4BD5-EE2F-558E-80A8AA8D32A6}"/>
          </ac:spMkLst>
        </pc:spChg>
        <pc:spChg chg="del mod">
          <ac:chgData name="Alirah WEYORI" userId="1c7cbaa8-91f0-4806-8632-e4be5028c1b4" providerId="ADAL" clId="{8AEBCCE1-3816-40DD-B12A-A9D2DE2CD790}" dt="2025-02-11T13:00:02.538" v="1800" actId="478"/>
          <ac:spMkLst>
            <pc:docMk/>
            <pc:sldMk cId="2741791513" sldId="419"/>
            <ac:spMk id="15" creationId="{CAE450F7-90CB-0AD0-B886-283746F455E9}"/>
          </ac:spMkLst>
        </pc:spChg>
        <pc:graphicFrameChg chg="del">
          <ac:chgData name="Alirah WEYORI" userId="1c7cbaa8-91f0-4806-8632-e4be5028c1b4" providerId="ADAL" clId="{8AEBCCE1-3816-40DD-B12A-A9D2DE2CD790}" dt="2025-02-11T12:59:48.387" v="1799" actId="478"/>
          <ac:graphicFrameMkLst>
            <pc:docMk/>
            <pc:sldMk cId="2741791513" sldId="419"/>
            <ac:graphicFrameMk id="7" creationId="{195054BC-D3B9-9CB6-A877-1E5BF232EFE5}"/>
          </ac:graphicFrameMkLst>
        </pc:graphicFrameChg>
      </pc:sldChg>
      <pc:sldChg chg="addSp delSp modSp add mod modAnim">
        <pc:chgData name="Alirah WEYORI" userId="1c7cbaa8-91f0-4806-8632-e4be5028c1b4" providerId="ADAL" clId="{8AEBCCE1-3816-40DD-B12A-A9D2DE2CD790}" dt="2025-02-11T14:35:43.431" v="2865" actId="1076"/>
        <pc:sldMkLst>
          <pc:docMk/>
          <pc:sldMk cId="106320344" sldId="420"/>
        </pc:sldMkLst>
        <pc:spChg chg="del">
          <ac:chgData name="Alirah WEYORI" userId="1c7cbaa8-91f0-4806-8632-e4be5028c1b4" providerId="ADAL" clId="{8AEBCCE1-3816-40DD-B12A-A9D2DE2CD790}" dt="2025-02-11T14:31:06.737" v="2831" actId="478"/>
          <ac:spMkLst>
            <pc:docMk/>
            <pc:sldMk cId="106320344" sldId="420"/>
            <ac:spMk id="5" creationId="{DB1F39EC-C84B-24F1-1E9F-06E96870D340}"/>
          </ac:spMkLst>
        </pc:spChg>
        <pc:spChg chg="add mod">
          <ac:chgData name="Alirah WEYORI" userId="1c7cbaa8-91f0-4806-8632-e4be5028c1b4" providerId="ADAL" clId="{8AEBCCE1-3816-40DD-B12A-A9D2DE2CD790}" dt="2025-02-11T14:35:43.431" v="2865" actId="1076"/>
          <ac:spMkLst>
            <pc:docMk/>
            <pc:sldMk cId="106320344" sldId="420"/>
            <ac:spMk id="8" creationId="{CF52F19F-C02F-F870-C124-CAEF0FA8B114}"/>
          </ac:spMkLst>
        </pc:spChg>
        <pc:spChg chg="add mod">
          <ac:chgData name="Alirah WEYORI" userId="1c7cbaa8-91f0-4806-8632-e4be5028c1b4" providerId="ADAL" clId="{8AEBCCE1-3816-40DD-B12A-A9D2DE2CD790}" dt="2025-02-11T14:34:06.312" v="2857" actId="207"/>
          <ac:spMkLst>
            <pc:docMk/>
            <pc:sldMk cId="106320344" sldId="420"/>
            <ac:spMk id="9" creationId="{0F4F6247-7AB9-40E4-6AC9-A5906E26B180}"/>
          </ac:spMkLst>
        </pc:spChg>
        <pc:spChg chg="add mod">
          <ac:chgData name="Alirah WEYORI" userId="1c7cbaa8-91f0-4806-8632-e4be5028c1b4" providerId="ADAL" clId="{8AEBCCE1-3816-40DD-B12A-A9D2DE2CD790}" dt="2025-02-11T14:34:20.971" v="2859" actId="207"/>
          <ac:spMkLst>
            <pc:docMk/>
            <pc:sldMk cId="106320344" sldId="420"/>
            <ac:spMk id="10" creationId="{5BFD418A-EF9D-372B-CE8D-F7B17DE0AD21}"/>
          </ac:spMkLst>
        </pc:spChg>
        <pc:picChg chg="add mod">
          <ac:chgData name="Alirah WEYORI" userId="1c7cbaa8-91f0-4806-8632-e4be5028c1b4" providerId="ADAL" clId="{8AEBCCE1-3816-40DD-B12A-A9D2DE2CD790}" dt="2025-02-11T14:31:26.201" v="2836" actId="1076"/>
          <ac:picMkLst>
            <pc:docMk/>
            <pc:sldMk cId="106320344" sldId="420"/>
            <ac:picMk id="1026" creationId="{C761AC35-3575-AFDE-37F6-1FFFA76AE933}"/>
          </ac:picMkLst>
        </pc:picChg>
        <pc:cxnChg chg="add del mod">
          <ac:chgData name="Alirah WEYORI" userId="1c7cbaa8-91f0-4806-8632-e4be5028c1b4" providerId="ADAL" clId="{8AEBCCE1-3816-40DD-B12A-A9D2DE2CD790}" dt="2025-02-11T14:32:34.586" v="2840" actId="478"/>
          <ac:cxnSpMkLst>
            <pc:docMk/>
            <pc:sldMk cId="106320344" sldId="420"/>
            <ac:cxnSpMk id="6" creationId="{323029C5-3040-AF47-AD3B-DE19AD224833}"/>
          </ac:cxnSpMkLst>
        </pc:cxnChg>
      </pc:sldChg>
      <pc:sldChg chg="delSp modSp add mod">
        <pc:chgData name="Alirah WEYORI" userId="1c7cbaa8-91f0-4806-8632-e4be5028c1b4" providerId="ADAL" clId="{8AEBCCE1-3816-40DD-B12A-A9D2DE2CD790}" dt="2025-04-09T08:32:52.834" v="2993" actId="6549"/>
        <pc:sldMkLst>
          <pc:docMk/>
          <pc:sldMk cId="607051114" sldId="421"/>
        </pc:sldMkLst>
        <pc:spChg chg="mod">
          <ac:chgData name="Alirah WEYORI" userId="1c7cbaa8-91f0-4806-8632-e4be5028c1b4" providerId="ADAL" clId="{8AEBCCE1-3816-40DD-B12A-A9D2DE2CD790}" dt="2025-04-09T08:32:52.834" v="2993" actId="6549"/>
          <ac:spMkLst>
            <pc:docMk/>
            <pc:sldMk cId="607051114" sldId="421"/>
            <ac:spMk id="4" creationId="{BA736E30-8EC4-1CF1-2DC9-9EBF92A2B57E}"/>
          </ac:spMkLst>
        </pc:spChg>
        <pc:picChg chg="del">
          <ac:chgData name="Alirah WEYORI" userId="1c7cbaa8-91f0-4806-8632-e4be5028c1b4" providerId="ADAL" clId="{8AEBCCE1-3816-40DD-B12A-A9D2DE2CD790}" dt="2025-04-09T08:32:23.425" v="2955" actId="478"/>
          <ac:picMkLst>
            <pc:docMk/>
            <pc:sldMk cId="607051114" sldId="421"/>
            <ac:picMk id="3" creationId="{C8F3CE1C-FD20-7952-7C05-5554D2341AF2}"/>
          </ac:picMkLst>
        </pc:picChg>
      </pc:sldChg>
      <pc:sldMasterChg chg="delSldLayout">
        <pc:chgData name="Alirah WEYORI" userId="1c7cbaa8-91f0-4806-8632-e4be5028c1b4" providerId="ADAL" clId="{8AEBCCE1-3816-40DD-B12A-A9D2DE2CD790}" dt="2025-02-11T12:28:12.830" v="1379" actId="47"/>
        <pc:sldMasterMkLst>
          <pc:docMk/>
          <pc:sldMasterMk cId="818424624" sldId="2147483665"/>
        </pc:sldMasterMkLst>
        <pc:sldLayoutChg chg="del">
          <pc:chgData name="Alirah WEYORI" userId="1c7cbaa8-91f0-4806-8632-e4be5028c1b4" providerId="ADAL" clId="{8AEBCCE1-3816-40DD-B12A-A9D2DE2CD790}" dt="2025-02-11T12:28:12.830" v="1379" actId="47"/>
          <pc:sldLayoutMkLst>
            <pc:docMk/>
            <pc:sldMasterMk cId="818424624" sldId="2147483665"/>
            <pc:sldLayoutMk cId="3291487820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209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9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61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81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960370" y="1519729"/>
            <a:ext cx="7555230" cy="741309"/>
          </a:xfrm>
        </p:spPr>
        <p:txBody>
          <a:bodyPr>
            <a:normAutofit/>
          </a:bodyPr>
          <a:lstStyle/>
          <a:p>
            <a:r>
              <a:rPr lang="en-US" dirty="0">
                <a:latin typeface="HALDEN SOLID" pitchFamily="2" charset="0"/>
              </a:rPr>
              <a:t>Remote CARI (rCARI) Validation pilot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836669" y="2363908"/>
            <a:ext cx="5206121" cy="534731"/>
          </a:xfrm>
        </p:spPr>
        <p:txBody>
          <a:bodyPr/>
          <a:lstStyle/>
          <a:p>
            <a:pPr algn="ctr"/>
            <a:r>
              <a:rPr lang="en-US" dirty="0">
                <a:latin typeface="HALDEN SOLID" pitchFamily="2" charset="0"/>
              </a:rPr>
              <a:t>Preliminary Results from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960370" y="5668585"/>
            <a:ext cx="868076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HALDEN SOLID" pitchFamily="2" charset="0"/>
                <a:ea typeface="Open Sans"/>
                <a:cs typeface="Open Sans"/>
              </a:rPr>
              <a:t>APP-FA | February 2025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Background –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F39EC-C84B-24F1-1E9F-06E96870D340}"/>
              </a:ext>
            </a:extLst>
          </p:cNvPr>
          <p:cNvSpPr txBox="1"/>
          <p:nvPr/>
        </p:nvSpPr>
        <p:spPr>
          <a:xfrm>
            <a:off x="979849" y="1683440"/>
            <a:ext cx="10324421" cy="447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Burkina Faso, one of the pilot countries in RBD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Protracted conflict &amp; instability has increased food insecurity prevalence in the population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Piloted remote data collection for CH &amp; PDMs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Implemented in the general population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3 Regions in total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CH classification of 2024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Accessibility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Livelihood (urban &amp; rural)</a:t>
            </a:r>
          </a:p>
        </p:txBody>
      </p:sp>
    </p:spTree>
    <p:extLst>
      <p:ext uri="{BB962C8B-B14F-4D97-AF65-F5344CB8AC3E}">
        <p14:creationId xmlns:p14="http://schemas.microsoft.com/office/powerpoint/2010/main" val="274179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Background – Burkina Faso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1026" name="Picture 2" descr="Burkina Faso: Acute Malnutrition Situation August 2023 - January 2024 ...">
            <a:extLst>
              <a:ext uri="{FF2B5EF4-FFF2-40B4-BE49-F238E27FC236}">
                <a16:creationId xmlns:a16="http://schemas.microsoft.com/office/drawing/2014/main" id="{C761AC35-3575-AFDE-37F6-1FFFA76AE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1405890"/>
            <a:ext cx="7785417" cy="52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F52F19F-C02F-F870-C124-CAEF0FA8B114}"/>
              </a:ext>
            </a:extLst>
          </p:cNvPr>
          <p:cNvSpPr/>
          <p:nvPr/>
        </p:nvSpPr>
        <p:spPr>
          <a:xfrm rot="2891301">
            <a:off x="7310987" y="1205400"/>
            <a:ext cx="286148" cy="216027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F4F6247-7AB9-40E4-6AC9-A5906E26B180}"/>
              </a:ext>
            </a:extLst>
          </p:cNvPr>
          <p:cNvSpPr/>
          <p:nvPr/>
        </p:nvSpPr>
        <p:spPr>
          <a:xfrm rot="18914860">
            <a:off x="4233199" y="1391865"/>
            <a:ext cx="286148" cy="216027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BFD418A-EF9D-372B-CE8D-F7B17DE0AD21}"/>
              </a:ext>
            </a:extLst>
          </p:cNvPr>
          <p:cNvSpPr/>
          <p:nvPr/>
        </p:nvSpPr>
        <p:spPr>
          <a:xfrm rot="9727931">
            <a:off x="6698662" y="4015160"/>
            <a:ext cx="286148" cy="216027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096" y="1957250"/>
            <a:ext cx="10401808" cy="310624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endParaRPr lang="en-GB" sz="1200" b="1" dirty="0">
              <a:solidFill>
                <a:srgbClr val="0070BA"/>
              </a:solidFill>
              <a:latin typeface="HALDEN SOLID" pitchFamily="2" charset="0"/>
              <a:ea typeface="MS Mincho"/>
              <a:cs typeface="Times New Roman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3200" b="1" dirty="0">
                <a:solidFill>
                  <a:srgbClr val="0070BA"/>
                </a:solidFill>
                <a:latin typeface="HALDEN SOLID" pitchFamily="2" charset="0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food security indicators collected remotely (FCS, rCSI, LCS, FES, income sources and income change) against the F2F modality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6" y="668994"/>
            <a:ext cx="11006856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overall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86" y="640080"/>
            <a:ext cx="9597273" cy="1108036"/>
          </a:xfrm>
        </p:spPr>
        <p:txBody>
          <a:bodyPr/>
          <a:lstStyle/>
          <a:p>
            <a:r>
              <a:rPr lang="en-GB" sz="3200" dirty="0">
                <a:latin typeface="HALDEN SOLID" pitchFamily="2" charset="0"/>
              </a:rPr>
              <a:t>Overall sampling framework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7C4EE89-D611-EFC9-8A6F-BB2CCD0A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030" y="1748116"/>
            <a:ext cx="7909559" cy="44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45424"/>
            <a:ext cx="10299652" cy="871908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Survey SETUP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C2DF42A-ABC6-49D7-6506-2A399396AF3F}"/>
              </a:ext>
            </a:extLst>
          </p:cNvPr>
          <p:cNvGrpSpPr/>
          <p:nvPr/>
        </p:nvGrpSpPr>
        <p:grpSpPr>
          <a:xfrm>
            <a:off x="2731770" y="1279745"/>
            <a:ext cx="6120895" cy="4945679"/>
            <a:chOff x="2959587" y="1398320"/>
            <a:chExt cx="5077958" cy="519141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EE7676-0C97-5601-EDF9-F44557AC3417}"/>
                </a:ext>
              </a:extLst>
            </p:cNvPr>
            <p:cNvGrpSpPr/>
            <p:nvPr/>
          </p:nvGrpSpPr>
          <p:grpSpPr>
            <a:xfrm>
              <a:off x="2959587" y="2771182"/>
              <a:ext cx="5077958" cy="3818552"/>
              <a:chOff x="2125008" y="1863599"/>
              <a:chExt cx="5077958" cy="381855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60F1896-1466-4105-B802-82071799A00B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 flipH="1">
                <a:off x="3358242" y="2530170"/>
                <a:ext cx="1229966" cy="10752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Speech Bubble: Rectangle with Corners Rounded 6">
                <a:extLst>
                  <a:ext uri="{FF2B5EF4-FFF2-40B4-BE49-F238E27FC236}">
                    <a16:creationId xmlns:a16="http://schemas.microsoft.com/office/drawing/2014/main" id="{D4F18B0C-7E08-2DFA-2D85-1A2DF7C9DBE4}"/>
                  </a:ext>
                </a:extLst>
              </p:cNvPr>
              <p:cNvSpPr/>
              <p:nvPr/>
            </p:nvSpPr>
            <p:spPr>
              <a:xfrm>
                <a:off x="5321244" y="3607418"/>
                <a:ext cx="1881722" cy="508579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2000" b="1" dirty="0">
                    <a:solidFill>
                      <a:srgbClr val="002060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Remote modality</a:t>
                </a: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5E2DAA7-5DBC-B96B-EF30-53E608FAC5A7}"/>
                  </a:ext>
                </a:extLst>
              </p:cNvPr>
              <p:cNvGrpSpPr/>
              <p:nvPr/>
            </p:nvGrpSpPr>
            <p:grpSpPr>
              <a:xfrm>
                <a:off x="2125008" y="3607419"/>
                <a:ext cx="2109334" cy="2074732"/>
                <a:chOff x="1785018" y="3495837"/>
                <a:chExt cx="2109334" cy="2074732"/>
              </a:xfrm>
            </p:grpSpPr>
            <p:sp>
              <p:nvSpPr>
                <p:cNvPr id="7" name="Speech Bubble: Rectangle with Corners Rounded 6">
                  <a:extLst>
                    <a:ext uri="{FF2B5EF4-FFF2-40B4-BE49-F238E27FC236}">
                      <a16:creationId xmlns:a16="http://schemas.microsoft.com/office/drawing/2014/main" id="{93750393-C4E8-2A3B-967F-A064AE94C8AB}"/>
                    </a:ext>
                  </a:extLst>
                </p:cNvPr>
                <p:cNvSpPr/>
                <p:nvPr/>
              </p:nvSpPr>
              <p:spPr>
                <a:xfrm>
                  <a:off x="1785018" y="3495837"/>
                  <a:ext cx="1857435" cy="508576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F2F modality</a:t>
                  </a:r>
                  <a:endParaRPr lang="en-GB" sz="2000" dirty="0">
                    <a:solidFill>
                      <a:srgbClr val="002060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74D01CA-E7C1-205C-7EDF-BEF60690F3B2}"/>
                    </a:ext>
                  </a:extLst>
                </p:cNvPr>
                <p:cNvSpPr/>
                <p:nvPr/>
              </p:nvSpPr>
              <p:spPr>
                <a:xfrm>
                  <a:off x="1785018" y="4611591"/>
                  <a:ext cx="2109334" cy="406354"/>
                </a:xfrm>
                <a:prstGeom prst="rect">
                  <a:avLst/>
                </a:prstGeom>
                <a:solidFill>
                  <a:srgbClr val="F7D83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Long f2f modules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C28ED0F-3DF9-473D-5DD5-50D48ED082FA}"/>
                    </a:ext>
                  </a:extLst>
                </p:cNvPr>
                <p:cNvSpPr/>
                <p:nvPr/>
              </p:nvSpPr>
              <p:spPr>
                <a:xfrm>
                  <a:off x="1785018" y="5164216"/>
                  <a:ext cx="2109334" cy="406353"/>
                </a:xfrm>
                <a:prstGeom prst="rect">
                  <a:avLst/>
                </a:prstGeom>
                <a:solidFill>
                  <a:srgbClr val="F7D83B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ln w="0"/>
                      <a:solidFill>
                        <a:srgbClr val="FFFFFE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HALDEN SOLID" pitchFamily="2" charset="0"/>
                      <a:ea typeface="Open Sans" pitchFamily="2" charset="0"/>
                      <a:cs typeface="Open Sans" pitchFamily="2" charset="0"/>
                    </a:rPr>
                    <a:t>Short f2f Modules</a:t>
                  </a:r>
                </a:p>
              </p:txBody>
            </p:sp>
          </p:grpSp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5C2CACA0-144C-1FA4-3B93-3821251A134B}"/>
                  </a:ext>
                </a:extLst>
              </p:cNvPr>
              <p:cNvSpPr/>
              <p:nvPr/>
            </p:nvSpPr>
            <p:spPr>
              <a:xfrm>
                <a:off x="3114868" y="1863599"/>
                <a:ext cx="2946679" cy="666571"/>
              </a:xfrm>
              <a:prstGeom prst="wedgeRoundRectCallout">
                <a:avLst>
                  <a:gd name="adj1" fmla="val -20611"/>
                  <a:gd name="adj2" fmla="val 49015"/>
                  <a:gd name="adj3" fmla="val 16667"/>
                </a:avLst>
              </a:prstGeom>
              <a:solidFill>
                <a:srgbClr val="007CC5"/>
              </a:solidFill>
              <a:ln>
                <a:solidFill>
                  <a:srgbClr val="007CC5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4256</a:t>
                </a:r>
                <a:r>
                  <a:rPr lang="zh-TW" altLang="en-US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lang="en-GB" sz="2000" dirty="0">
                    <a:solidFill>
                      <a:srgbClr val="FFFFFE"/>
                    </a:solidFill>
                    <a:latin typeface="HALDEN SOLID" pitchFamily="2" charset="0"/>
                    <a:ea typeface="Open Sans" pitchFamily="2" charset="0"/>
                    <a:cs typeface="Open Sans" pitchFamily="2" charset="0"/>
                  </a:rPr>
                  <a:t>Sampled Households 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BD0F997-4148-528C-D6B2-9C613B3C7706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>
                <a:off x="4588208" y="2530170"/>
                <a:ext cx="1160599" cy="107521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E95D51D-A3C2-CD0F-31BA-36DE4A850411}"/>
                </a:ext>
              </a:extLst>
            </p:cNvPr>
            <p:cNvSpPr/>
            <p:nvPr/>
          </p:nvSpPr>
          <p:spPr>
            <a:xfrm>
              <a:off x="4192821" y="1398320"/>
              <a:ext cx="2489381" cy="666571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0070BA"/>
            </a:solidFill>
            <a:ln>
              <a:solidFill>
                <a:srgbClr val="007CC5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dirty="0">
                  <a:solidFill>
                    <a:srgbClr val="FFFFFE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Full CENSUS of HHs </a:t>
              </a:r>
            </a:p>
            <a:p>
              <a:pPr algn="ctr"/>
              <a:r>
                <a:rPr lang="en-GB" dirty="0">
                  <a:solidFill>
                    <a:srgbClr val="FFFFFE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10,456 HHs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FBBD6-EA21-932E-06E7-072E72A9DAB2}"/>
                </a:ext>
              </a:extLst>
            </p:cNvPr>
            <p:cNvCxnSpPr>
              <a:cxnSpLocks/>
            </p:cNvCxnSpPr>
            <p:nvPr/>
          </p:nvCxnSpPr>
          <p:spPr>
            <a:xfrm>
              <a:off x="5401764" y="2064891"/>
              <a:ext cx="0" cy="7062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6626016" y="5330837"/>
            <a:ext cx="2330657" cy="384871"/>
          </a:xfrm>
          <a:prstGeom prst="rect">
            <a:avLst/>
          </a:prstGeom>
          <a:solidFill>
            <a:srgbClr val="A9D18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rgbClr val="FFFFF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LDEN SOLID" pitchFamily="2" charset="0"/>
                <a:ea typeface="Open Sans" pitchFamily="2" charset="0"/>
                <a:cs typeface="Open Sans" pitchFamily="2" charset="0"/>
              </a:rPr>
              <a:t>Long remote-modules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6626017" y="5781608"/>
            <a:ext cx="2330658" cy="404604"/>
          </a:xfrm>
          <a:prstGeom prst="rect">
            <a:avLst/>
          </a:prstGeom>
          <a:solidFill>
            <a:srgbClr val="A9D18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rgbClr val="FFFFF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HALDEN SOLID" pitchFamily="2" charset="0"/>
                <a:ea typeface="Open Sans" pitchFamily="2" charset="0"/>
                <a:cs typeface="Open Sans" pitchFamily="2" charset="0"/>
              </a:rPr>
              <a:t>Short remote Modules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062189-4679-A9F6-B6D1-ADB93518DBA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851233" y="4733402"/>
            <a:ext cx="3216" cy="59743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CA34283-DD41-5E40-80D1-FC3254BC0A46}"/>
              </a:ext>
            </a:extLst>
          </p:cNvPr>
          <p:cNvCxnSpPr>
            <a:cxnSpLocks/>
          </p:cNvCxnSpPr>
          <p:nvPr/>
        </p:nvCxnSpPr>
        <p:spPr>
          <a:xfrm flipH="1">
            <a:off x="7737696" y="4735344"/>
            <a:ext cx="3216" cy="59743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2B73E6-19EF-5D65-FA46-75744629088C}"/>
              </a:ext>
            </a:extLst>
          </p:cNvPr>
          <p:cNvGrpSpPr/>
          <p:nvPr/>
        </p:nvGrpSpPr>
        <p:grpSpPr>
          <a:xfrm>
            <a:off x="8994726" y="5276730"/>
            <a:ext cx="3052496" cy="1002095"/>
            <a:chOff x="8994726" y="5276730"/>
            <a:chExt cx="3052496" cy="100209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7E7E15-B4A1-E60F-1DC3-8A4905028DD8}"/>
                </a:ext>
              </a:extLst>
            </p:cNvPr>
            <p:cNvSpPr txBox="1"/>
            <p:nvPr/>
          </p:nvSpPr>
          <p:spPr>
            <a:xfrm>
              <a:off x="9217601" y="5440854"/>
              <a:ext cx="28296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7030A0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Module length</a:t>
              </a:r>
            </a:p>
            <a:p>
              <a:r>
                <a:rPr lang="en-US" sz="2400" b="1" dirty="0">
                  <a:solidFill>
                    <a:srgbClr val="7030A0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2nd Random Assignment</a:t>
              </a:r>
            </a:p>
          </p:txBody>
        </p:sp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8F6402C0-CE79-AD6E-CCAA-61EB99A2FFFD}"/>
                </a:ext>
              </a:extLst>
            </p:cNvPr>
            <p:cNvSpPr/>
            <p:nvPr/>
          </p:nvSpPr>
          <p:spPr>
            <a:xfrm>
              <a:off x="8994726" y="5276730"/>
              <a:ext cx="200015" cy="1002095"/>
            </a:xfrm>
            <a:prstGeom prst="rightBrace">
              <a:avLst/>
            </a:prstGeom>
            <a:ln w="38100">
              <a:solidFill>
                <a:srgbClr val="7030A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07A0C09-FCDE-0C85-8FC1-93F8010173C8}"/>
              </a:ext>
            </a:extLst>
          </p:cNvPr>
          <p:cNvGrpSpPr/>
          <p:nvPr/>
        </p:nvGrpSpPr>
        <p:grpSpPr>
          <a:xfrm>
            <a:off x="8935126" y="4060862"/>
            <a:ext cx="2968722" cy="830997"/>
            <a:chOff x="8935126" y="4060862"/>
            <a:chExt cx="2968722" cy="83099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10B166-C624-C74D-55EB-337080D15D3D}"/>
                </a:ext>
              </a:extLst>
            </p:cNvPr>
            <p:cNvSpPr txBox="1"/>
            <p:nvPr/>
          </p:nvSpPr>
          <p:spPr>
            <a:xfrm>
              <a:off x="9135141" y="4060862"/>
              <a:ext cx="276870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Modality Assignment</a:t>
              </a:r>
            </a:p>
            <a:p>
              <a:r>
                <a:rPr lang="en-US" sz="2400" b="1" dirty="0">
                  <a:solidFill>
                    <a:schemeClr val="accent2"/>
                  </a:solidFill>
                  <a:latin typeface="HALDEN SOLID" pitchFamily="2" charset="0"/>
                  <a:ea typeface="Open Sans" pitchFamily="2" charset="0"/>
                  <a:cs typeface="Open Sans" pitchFamily="2" charset="0"/>
                </a:rPr>
                <a:t>1st Random Assignment</a:t>
              </a:r>
              <a:endParaRPr lang="en-US" b="1" dirty="0">
                <a:solidFill>
                  <a:schemeClr val="accent2"/>
                </a:solidFill>
                <a:latin typeface="HALDEN SOLID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26C84AFB-12B2-DDEF-4EC3-E27A7A939E5E}"/>
                </a:ext>
              </a:extLst>
            </p:cNvPr>
            <p:cNvSpPr/>
            <p:nvPr/>
          </p:nvSpPr>
          <p:spPr>
            <a:xfrm>
              <a:off x="8935126" y="4152959"/>
              <a:ext cx="200015" cy="676381"/>
            </a:xfrm>
            <a:prstGeom prst="rightBrace">
              <a:avLst/>
            </a:prstGeom>
            <a:ln w="381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49" y="570582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Timelines of the pilot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5054BC-D3B9-9CB6-A877-1E5BF232E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4207"/>
              </p:ext>
            </p:extLst>
          </p:nvPr>
        </p:nvGraphicFramePr>
        <p:xfrm>
          <a:off x="1060450" y="2255397"/>
          <a:ext cx="10735310" cy="2865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37230">
                  <a:extLst>
                    <a:ext uri="{9D8B030D-6E8A-4147-A177-3AD203B41FA5}">
                      <a16:colId xmlns:a16="http://schemas.microsoft.com/office/drawing/2014/main" val="185800318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36099928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492583933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8540038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995013345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523130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348368016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HALDEN SOLID" pitchFamily="2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Activity\Timeline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Aug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Aug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Sept 24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Week 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Oct-dec</a:t>
                      </a:r>
                    </a:p>
                    <a:p>
                      <a:pPr algn="ctr"/>
                      <a:r>
                        <a:rPr lang="en-GB" b="0" dirty="0">
                          <a:latin typeface="HALDEN SOLID" pitchFamily="2" charset="0"/>
                        </a:rPr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51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Household Census (ADMIN5s)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2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Enumerator training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64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Field Testing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61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Finalizing Tool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84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Field Survey/HFC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4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Data cleaning &amp; Analysis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44649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2F02FB11-0BFF-906B-39E0-4BC9FEB3295C}"/>
              </a:ext>
            </a:extLst>
          </p:cNvPr>
          <p:cNvSpPr/>
          <p:nvPr/>
        </p:nvSpPr>
        <p:spPr>
          <a:xfrm>
            <a:off x="4296410" y="2876428"/>
            <a:ext cx="1234440" cy="37706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5B3478C-4AC0-ECFE-D865-2B664B5A9D76}"/>
              </a:ext>
            </a:extLst>
          </p:cNvPr>
          <p:cNvSpPr/>
          <p:nvPr/>
        </p:nvSpPr>
        <p:spPr>
          <a:xfrm>
            <a:off x="5530850" y="3209802"/>
            <a:ext cx="1234440" cy="377066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4A3F56A-7444-6739-4C02-04F1339A7C50}"/>
              </a:ext>
            </a:extLst>
          </p:cNvPr>
          <p:cNvSpPr/>
          <p:nvPr/>
        </p:nvSpPr>
        <p:spPr>
          <a:xfrm>
            <a:off x="6804660" y="3575562"/>
            <a:ext cx="1234440" cy="377066"/>
          </a:xfrm>
          <a:prstGeom prst="rightArrow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5FD161-8801-8C49-D5F3-A9B0B81BF656}"/>
              </a:ext>
            </a:extLst>
          </p:cNvPr>
          <p:cNvSpPr/>
          <p:nvPr/>
        </p:nvSpPr>
        <p:spPr>
          <a:xfrm>
            <a:off x="8050530" y="3981449"/>
            <a:ext cx="1234440" cy="377067"/>
          </a:xfrm>
          <a:prstGeom prst="rightArrow">
            <a:avLst/>
          </a:prstGeom>
          <a:solidFill>
            <a:srgbClr val="59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446DF81-4BD5-EE2F-558E-80A8AA8D32A6}"/>
              </a:ext>
            </a:extLst>
          </p:cNvPr>
          <p:cNvSpPr/>
          <p:nvPr/>
        </p:nvSpPr>
        <p:spPr>
          <a:xfrm>
            <a:off x="9284970" y="4358639"/>
            <a:ext cx="1268051" cy="377067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AE450F7-90CB-0AD0-B886-283746F455E9}"/>
              </a:ext>
            </a:extLst>
          </p:cNvPr>
          <p:cNvSpPr/>
          <p:nvPr/>
        </p:nvSpPr>
        <p:spPr>
          <a:xfrm>
            <a:off x="10553021" y="4735706"/>
            <a:ext cx="1207179" cy="377067"/>
          </a:xfrm>
          <a:prstGeom prst="rightArrow">
            <a:avLst/>
          </a:prstGeom>
          <a:solidFill>
            <a:srgbClr val="5A9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DF6B13-2A3F-62E0-7659-F39391BA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94749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4000" dirty="0">
                <a:latin typeface="HALDEN SOLID" pitchFamily="2" charset="0"/>
              </a:rPr>
              <a:t>Sample Completion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16862-152A-0E74-63B5-F4E53C88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2099490"/>
            <a:ext cx="7114711" cy="240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2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10">
            <a:extLst>
              <a:ext uri="{FF2B5EF4-FFF2-40B4-BE49-F238E27FC236}">
                <a16:creationId xmlns:a16="http://schemas.microsoft.com/office/drawing/2014/main" id="{403D1D6D-6292-E639-D4AF-073B49922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89917"/>
              </p:ext>
            </p:extLst>
          </p:nvPr>
        </p:nvGraphicFramePr>
        <p:xfrm>
          <a:off x="1394460" y="1782580"/>
          <a:ext cx="9852660" cy="3640287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438933011"/>
                    </a:ext>
                  </a:extLst>
                </a:gridCol>
                <a:gridCol w="1311006">
                  <a:extLst>
                    <a:ext uri="{9D8B030D-6E8A-4147-A177-3AD203B41FA5}">
                      <a16:colId xmlns:a16="http://schemas.microsoft.com/office/drawing/2014/main" val="1685720268"/>
                    </a:ext>
                  </a:extLst>
                </a:gridCol>
                <a:gridCol w="1592891">
                  <a:extLst>
                    <a:ext uri="{9D8B030D-6E8A-4147-A177-3AD203B41FA5}">
                      <a16:colId xmlns:a16="http://schemas.microsoft.com/office/drawing/2014/main" val="2438233364"/>
                    </a:ext>
                  </a:extLst>
                </a:gridCol>
                <a:gridCol w="1738804">
                  <a:extLst>
                    <a:ext uri="{9D8B030D-6E8A-4147-A177-3AD203B41FA5}">
                      <a16:colId xmlns:a16="http://schemas.microsoft.com/office/drawing/2014/main" val="424258167"/>
                    </a:ext>
                  </a:extLst>
                </a:gridCol>
                <a:gridCol w="1735239">
                  <a:extLst>
                    <a:ext uri="{9D8B030D-6E8A-4147-A177-3AD203B41FA5}">
                      <a16:colId xmlns:a16="http://schemas.microsoft.com/office/drawing/2014/main" val="2345839991"/>
                    </a:ext>
                  </a:extLst>
                </a:gridCol>
              </a:tblGrid>
              <a:tr h="5585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kern="1200" dirty="0">
                          <a:solidFill>
                            <a:srgbClr val="FFFFFF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Aggregation Methodology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5601818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Indicator 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CARI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(FES)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(Income)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rCARI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effectLst/>
                          <a:latin typeface="HALDEN SOLID" pitchFamily="2" charset="0"/>
                          <a:ea typeface="Open Sans" pitchFamily="2" charset="0"/>
                          <a:cs typeface="Open Sans" pitchFamily="2" charset="0"/>
                        </a:rPr>
                        <a:t>(F2F)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672722"/>
                  </a:ext>
                </a:extLst>
              </a:tr>
              <a:tr h="49909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8526945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FES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565462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LCS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1135992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rCSI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601668"/>
                  </a:ext>
                </a:extLst>
              </a:tr>
              <a:tr h="4295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Income source &amp; income change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00206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071324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8F16BC6-4EB0-D038-A32F-D9023BF1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01231"/>
            <a:ext cx="8152572" cy="907529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Aggregation methods to be tested</a:t>
            </a:r>
          </a:p>
        </p:txBody>
      </p:sp>
    </p:spTree>
    <p:extLst>
      <p:ext uri="{BB962C8B-B14F-4D97-AF65-F5344CB8AC3E}">
        <p14:creationId xmlns:p14="http://schemas.microsoft.com/office/powerpoint/2010/main" val="103154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62E83-F534-9312-1917-C6502E59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719" y="1084481"/>
            <a:ext cx="5385292" cy="524537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1A07D06-128A-F0E5-30CC-CBFC3FBAD041}"/>
              </a:ext>
            </a:extLst>
          </p:cNvPr>
          <p:cNvSpPr txBox="1">
            <a:spLocks/>
          </p:cNvSpPr>
          <p:nvPr/>
        </p:nvSpPr>
        <p:spPr>
          <a:xfrm>
            <a:off x="466701" y="2522640"/>
            <a:ext cx="3791790" cy="1812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3600" dirty="0">
                <a:latin typeface="HALDEN SOLID" pitchFamily="2" charset="0"/>
              </a:rPr>
              <a:t>Balance tests for</a:t>
            </a:r>
            <a:br>
              <a:rPr lang="en-US" sz="3600" dirty="0">
                <a:latin typeface="HALDEN SOLID" pitchFamily="2" charset="0"/>
              </a:rPr>
            </a:br>
            <a:r>
              <a:rPr lang="en-US" sz="3600" dirty="0">
                <a:latin typeface="HALDEN SOLID" pitchFamily="2" charset="0"/>
              </a:rPr>
              <a:t>completed sample </a:t>
            </a:r>
          </a:p>
        </p:txBody>
      </p:sp>
    </p:spTree>
    <p:extLst>
      <p:ext uri="{BB962C8B-B14F-4D97-AF65-F5344CB8AC3E}">
        <p14:creationId xmlns:p14="http://schemas.microsoft.com/office/powerpoint/2010/main" val="100683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C269B25-D61C-26EE-B0A6-529B1A19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01" y="2522640"/>
            <a:ext cx="3791790" cy="1812719"/>
          </a:xfrm>
        </p:spPr>
        <p:txBody>
          <a:bodyPr/>
          <a:lstStyle/>
          <a:p>
            <a:r>
              <a:rPr lang="en-US" sz="3600" dirty="0">
                <a:latin typeface="HALDEN SOLID" pitchFamily="2" charset="0"/>
              </a:rPr>
              <a:t>Balance tests for</a:t>
            </a:r>
            <a:br>
              <a:rPr lang="en-US" sz="3600" dirty="0">
                <a:latin typeface="HALDEN SOLID" pitchFamily="2" charset="0"/>
              </a:rPr>
            </a:br>
            <a:r>
              <a:rPr lang="en-US" sz="3600" dirty="0">
                <a:latin typeface="HALDEN SOLID" pitchFamily="2" charset="0"/>
              </a:rPr>
              <a:t>Full sample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A46C00-D943-B1E5-F025-CCE9ADA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076562"/>
            <a:ext cx="5401491" cy="53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3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1D80B-C5ED-EBD2-63AC-08D3D4EF0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16" y="1609631"/>
            <a:ext cx="5700303" cy="436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90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DD0A-63A0-2138-ACB8-58AE50F1F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87645"/>
            <a:ext cx="5326379" cy="424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1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F1DA81-D395-E4E2-326B-46E09EA6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1" y="1541924"/>
            <a:ext cx="6126480" cy="421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9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A0C8D-5E8D-8A30-0643-F67482C65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577" y="1541925"/>
            <a:ext cx="6178732" cy="46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1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CARI vs. rCARI Disaggregation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C54E4-D85D-972F-A86B-E6CD87A5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579" y="1384664"/>
            <a:ext cx="6179050" cy="48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60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D71742-F85E-262D-E0B0-1FCDC931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389925"/>
            <a:ext cx="10542124" cy="115200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</a:rPr>
              <a:t>Sensitivity analysis of the 4-cari categories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A8780-5A0E-0BFA-FFFF-D0BA13933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58" y="2006802"/>
            <a:ext cx="7631662" cy="212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2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B3F84-AD5E-9A04-9415-9C875F56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25" y="566170"/>
            <a:ext cx="6617040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72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12213-02AE-407A-BCB4-40F2376A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872993"/>
            <a:ext cx="6892290" cy="53449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96096A-8AD3-AC62-3702-AE87D84B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697079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C4F116-EC5C-956A-C17F-4480C55C03F8}"/>
              </a:ext>
            </a:extLst>
          </p:cNvPr>
          <p:cNvSpPr txBox="1"/>
          <p:nvPr/>
        </p:nvSpPr>
        <p:spPr>
          <a:xfrm>
            <a:off x="3409613" y="5989501"/>
            <a:ext cx="6096000" cy="57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Source: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rCARI survey 2023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en-GB" sz="1400" b="1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Note: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Significance * p&lt;0.10, ** p&lt;0.05, *** p&lt;0.01 </a:t>
            </a:r>
            <a:endParaRPr lang="en-GB" sz="2000" dirty="0">
              <a:solidFill>
                <a:schemeClr val="tx1">
                  <a:lumMod val="50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E644A-3FCD-5527-B53E-3CCFBA30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733" y="1683998"/>
            <a:ext cx="6547007" cy="360809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00062FE-B232-F784-52F6-867BD335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322250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50BAC8-95E9-9920-FC92-DF326A195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11" y="787264"/>
            <a:ext cx="7429882" cy="52834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1756A4-5EB9-3F12-B572-66468C81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2667951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3CE1C-FD20-7952-7C05-5554D234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262" y="1234962"/>
            <a:ext cx="5162815" cy="43880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A736E30-8EC4-1CF1-2DC9-9EBF92A2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Other Food Security Outcome Indicators</a:t>
            </a:r>
          </a:p>
        </p:txBody>
      </p:sp>
    </p:spTree>
    <p:extLst>
      <p:ext uri="{BB962C8B-B14F-4D97-AF65-F5344CB8AC3E}">
        <p14:creationId xmlns:p14="http://schemas.microsoft.com/office/powerpoint/2010/main" val="79280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736E30-8EC4-1CF1-2DC9-9EBF92A2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23" y="2434590"/>
            <a:ext cx="3758588" cy="1700653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</a:rPr>
              <a:t>Supplementary analysis</a:t>
            </a:r>
          </a:p>
        </p:txBody>
      </p:sp>
    </p:spTree>
    <p:extLst>
      <p:ext uri="{BB962C8B-B14F-4D97-AF65-F5344CB8AC3E}">
        <p14:creationId xmlns:p14="http://schemas.microsoft.com/office/powerpoint/2010/main" val="607051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Summary and Key Points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99456" y="1748290"/>
            <a:ext cx="10330543" cy="4290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Survey Modality: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CARI from remote surveys tend to be conservative regardless indicators used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 to 15 p.p. compared to F2F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difference is largely driven by the Income Source &amp; Income Change Indicator classification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FES indicator shows consistency across modalities (no significant difference observed)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Households in the remote arm have significantly higher and varied food consumption, and less vulnerable in terms of FES </a:t>
            </a:r>
          </a:p>
        </p:txBody>
      </p:sp>
    </p:spTree>
    <p:extLst>
      <p:ext uri="{BB962C8B-B14F-4D97-AF65-F5344CB8AC3E}">
        <p14:creationId xmlns:p14="http://schemas.microsoft.com/office/powerpoint/2010/main" val="860340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Summary and Key Points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099457" y="1805440"/>
            <a:ext cx="9993086" cy="335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Individual FS Indicators: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Households tend to report slightly higher FCS and better livelihood coping over the phone compared to F2F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terms of the Short- and Long-modules, results show no significant different between F2F and Remote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shortened FES module piloted remotely tend to generally produce results comparable to the standard F2F FES module.</a:t>
            </a:r>
          </a:p>
        </p:txBody>
      </p:sp>
    </p:spTree>
    <p:extLst>
      <p:ext uri="{BB962C8B-B14F-4D97-AF65-F5344CB8AC3E}">
        <p14:creationId xmlns:p14="http://schemas.microsoft.com/office/powerpoint/2010/main" val="1980840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</a:rPr>
              <a:t>Next steps…</a:t>
            </a:r>
            <a:endParaRPr lang="en-GB" sz="4000" dirty="0">
              <a:latin typeface="HALDEN SOLI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472564" y="2399800"/>
            <a:ext cx="9785985" cy="2351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Conduct further in-depth analysis of the data - FES and income indicators.</a:t>
            </a:r>
          </a:p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the actual categorization of the different income sources into the four rCARI income groups to identify trends across different pilot countries</a:t>
            </a:r>
          </a:p>
          <a:p>
            <a:pPr marL="354013" lvl="1" indent="-2619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with the overall data collection in the remaining pilot countries (Iraq, Mauritania &amp; Guatemala)</a:t>
            </a:r>
          </a:p>
        </p:txBody>
      </p:sp>
    </p:spTree>
    <p:extLst>
      <p:ext uri="{BB962C8B-B14F-4D97-AF65-F5344CB8AC3E}">
        <p14:creationId xmlns:p14="http://schemas.microsoft.com/office/powerpoint/2010/main" val="1691155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886" y="2248783"/>
            <a:ext cx="7326630" cy="2360434"/>
          </a:xfrm>
        </p:spPr>
        <p:txBody>
          <a:bodyPr/>
          <a:lstStyle/>
          <a:p>
            <a:pPr algn="ctr"/>
            <a:r>
              <a:rPr lang="en-US" sz="5400" dirty="0">
                <a:latin typeface="HALDEN SOLID" pitchFamily="2" charset="0"/>
              </a:rPr>
              <a:t>Comments &amp; Questions</a:t>
            </a:r>
            <a:endParaRPr lang="en-GB" sz="5400" dirty="0"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635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295407-0C28-4F91-A4C7-2FAE58A103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16317</TotalTime>
  <Words>692</Words>
  <Application>Microsoft Office PowerPoint</Application>
  <PresentationFormat>Widescreen</PresentationFormat>
  <Paragraphs>154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HALDEN SOLID</vt:lpstr>
      <vt:lpstr>Open Sans</vt:lpstr>
      <vt:lpstr>Open Sans Extrabold</vt:lpstr>
      <vt:lpstr>Wingdings</vt:lpstr>
      <vt:lpstr>Theme2</vt:lpstr>
      <vt:lpstr>Remote CARI (rCARI) Validation pilot Study</vt:lpstr>
      <vt:lpstr>Background – Burkina Faso</vt:lpstr>
      <vt:lpstr>Background – Burkina Faso</vt:lpstr>
      <vt:lpstr>overall Research Objective</vt:lpstr>
      <vt:lpstr>Overall sampling framework</vt:lpstr>
      <vt:lpstr>Survey SETUP</vt:lpstr>
      <vt:lpstr>Timelines of the pilot</vt:lpstr>
      <vt:lpstr>Sample Completion</vt:lpstr>
      <vt:lpstr>Aggregation methods to be tested</vt:lpstr>
      <vt:lpstr>PowerPoint Presentation</vt:lpstr>
      <vt:lpstr>Balance tests for Full sample </vt:lpstr>
      <vt:lpstr>CARI vs. rCARI Disaggregation</vt:lpstr>
      <vt:lpstr>CARI vs. rCARI Disaggregation</vt:lpstr>
      <vt:lpstr>CARI vs. rCARI Disaggregation</vt:lpstr>
      <vt:lpstr>CARI vs. rCARI Disaggregation</vt:lpstr>
      <vt:lpstr>CARI vs. rCARI Disaggregation</vt:lpstr>
      <vt:lpstr>Sensitivity analysis of the 4-cari categories</vt:lpstr>
      <vt:lpstr>Other Food Security Outcome Indicators</vt:lpstr>
      <vt:lpstr>Other Food Security Outcome Indicators</vt:lpstr>
      <vt:lpstr>Other Food Security Outcome Indicators</vt:lpstr>
      <vt:lpstr>Other Food Security Outcome Indicators</vt:lpstr>
      <vt:lpstr>Other Food Security Outcome Indicators</vt:lpstr>
      <vt:lpstr>Supplementary analysis</vt:lpstr>
      <vt:lpstr>Summary and Key Points</vt:lpstr>
      <vt:lpstr>Summary and Key Points</vt:lpstr>
      <vt:lpstr>Next steps…</vt:lpstr>
      <vt:lpstr>Comments &amp;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3</cp:revision>
  <dcterms:created xsi:type="dcterms:W3CDTF">2018-08-20T09:35:59Z</dcterms:created>
  <dcterms:modified xsi:type="dcterms:W3CDTF">2025-04-09T08:32:58Z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  <property fmtid="{D5CDD505-2E9C-101B-9397-08002B2CF9AE}" pid="4" name="MSIP_Label_2a3a108f-898d-4589-9ebc-7ee3b46df9b8_Enabled">
    <vt:lpwstr>true</vt:lpwstr>
  </property>
  <property fmtid="{D5CDD505-2E9C-101B-9397-08002B2CF9AE}" pid="5" name="MSIP_Label_2a3a108f-898d-4589-9ebc-7ee3b46df9b8_SetDate">
    <vt:lpwstr>2025-02-11T09:36:12Z</vt:lpwstr>
  </property>
  <property fmtid="{D5CDD505-2E9C-101B-9397-08002B2CF9AE}" pid="6" name="MSIP_Label_2a3a108f-898d-4589-9ebc-7ee3b46df9b8_Method">
    <vt:lpwstr>Standard</vt:lpwstr>
  </property>
  <property fmtid="{D5CDD505-2E9C-101B-9397-08002B2CF9AE}" pid="7" name="MSIP_Label_2a3a108f-898d-4589-9ebc-7ee3b46df9b8_Name">
    <vt:lpwstr>Official use only</vt:lpwstr>
  </property>
  <property fmtid="{D5CDD505-2E9C-101B-9397-08002B2CF9AE}" pid="8" name="MSIP_Label_2a3a108f-898d-4589-9ebc-7ee3b46df9b8_SiteId">
    <vt:lpwstr>462ad9ae-d7d9-4206-b874-71b1e079776f</vt:lpwstr>
  </property>
  <property fmtid="{D5CDD505-2E9C-101B-9397-08002B2CF9AE}" pid="9" name="MSIP_Label_2a3a108f-898d-4589-9ebc-7ee3b46df9b8_ActionId">
    <vt:lpwstr>d028c2b6-9eae-4396-aa35-082a826c9b99</vt:lpwstr>
  </property>
  <property fmtid="{D5CDD505-2E9C-101B-9397-08002B2CF9AE}" pid="10" name="MSIP_Label_2a3a108f-898d-4589-9ebc-7ee3b46df9b8_ContentBits">
    <vt:lpwstr>0</vt:lpwstr>
  </property>
</Properties>
</file>