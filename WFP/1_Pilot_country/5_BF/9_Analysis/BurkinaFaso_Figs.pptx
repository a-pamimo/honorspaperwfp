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62" r:id="rId6"/>
    <p:sldId id="263" r:id="rId7"/>
    <p:sldId id="264" r:id="rId8"/>
    <p:sldId id="265" r:id="rId9"/>
    <p:sldId id="259" r:id="rId10"/>
    <p:sldId id="268" r:id="rId11"/>
    <p:sldId id="266" r:id="rId12"/>
    <p:sldId id="267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rah WEYORI" userId="1c7cbaa8-91f0-4806-8632-e4be5028c1b4" providerId="ADAL" clId="{DA3E462D-1EF8-4119-AFBF-2C5CFF00D06D}"/>
    <pc:docChg chg="modSld">
      <pc:chgData name="Alirah WEYORI" userId="1c7cbaa8-91f0-4806-8632-e4be5028c1b4" providerId="ADAL" clId="{DA3E462D-1EF8-4119-AFBF-2C5CFF00D06D}" dt="2025-04-15T12:06:40.608" v="0" actId="1076"/>
      <pc:docMkLst>
        <pc:docMk/>
      </pc:docMkLst>
      <pc:sldChg chg="modSp mod">
        <pc:chgData name="Alirah WEYORI" userId="1c7cbaa8-91f0-4806-8632-e4be5028c1b4" providerId="ADAL" clId="{DA3E462D-1EF8-4119-AFBF-2C5CFF00D06D}" dt="2025-04-15T12:06:40.608" v="0" actId="1076"/>
        <pc:sldMkLst>
          <pc:docMk/>
          <pc:sldMk cId="221105894" sldId="266"/>
        </pc:sldMkLst>
        <pc:picChg chg="mod">
          <ac:chgData name="Alirah WEYORI" userId="1c7cbaa8-91f0-4806-8632-e4be5028c1b4" providerId="ADAL" clId="{DA3E462D-1EF8-4119-AFBF-2C5CFF00D06D}" dt="2025-04-15T12:06:40.608" v="0" actId="1076"/>
          <ac:picMkLst>
            <pc:docMk/>
            <pc:sldMk cId="221105894" sldId="266"/>
            <ac:picMk id="3" creationId="{113AA377-3525-E40C-DAA9-8277E9B6B17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116E5C-4DE8-4372-8FC3-CD2559853CCD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D21958-A2F0-4F31-84D9-0935958E3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1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21958-A2F0-4F31-84D9-0935958E3B7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6C05B-ECC2-C71B-7626-6FD3951A9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09954-9DB4-A1E7-7CD0-6504AFABC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23E45-C13B-BFE6-0B3A-0B0EF17C8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A27D7-342D-4B7B-A897-E843986A8D4B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44F68-E8EF-AAF9-71B2-DC22C6842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AC637-4F1A-DCBF-0C65-3ED28DA4D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F738-1242-45B1-A355-82CE5023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33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567F-9F21-A7BB-D8F8-7270B2D83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A94D6-51E5-DBD9-9A59-9B4DADAC8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36C9D-F0B2-E985-01D0-A67EA72F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A27D7-342D-4B7B-A897-E843986A8D4B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A03CD-5529-80D7-AB03-6FEBF9583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B8D3B-C1D4-F572-9EAC-DD8B40174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F738-1242-45B1-A355-82CE5023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56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FB494-8791-AD84-C9FD-6AF08F774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1823B-B1FD-D325-634A-C2661D87B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7B995-A62A-E3A8-0E08-F8513F47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A27D7-342D-4B7B-A897-E843986A8D4B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13DB4-F9AF-8FAD-C6E6-3FD3A6B53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9F094-ED9B-5296-7827-009E0F27D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F738-1242-45B1-A355-82CE5023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464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CE723-0AD9-9953-CE38-CD8406A54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23E7B-0F80-1ACF-221F-CD019452F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DC298C-0C62-33F7-F27A-B12EE533C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7271C-9F3E-BC4F-7B6F-A27C55BB6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A27D7-342D-4B7B-A897-E843986A8D4B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9AD9D-19C0-9267-02DC-A7B7E14E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4D2F8-40B9-CDA5-2C4E-9EE961A9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F738-1242-45B1-A355-82CE5023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80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0B0FA-2C1D-2DB3-539F-8B119611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9E0ED-C112-39AF-0E29-A599AC7F9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3E7C0-097D-DE3A-845E-2699C3598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58AE26-0BAB-620D-A266-2E0C51E7DD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DE48C3-91C8-30FC-D5CF-EE87EF3827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C68A4A-E02E-980F-E942-A65EBC1F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A27D7-342D-4B7B-A897-E843986A8D4B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02CB4A-F61F-4485-EFB9-368777B61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2E9998-ECB4-C51E-052A-A52D61AE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F738-1242-45B1-A355-82CE5023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8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34B8F-95CC-6DF1-E0AB-3E314291E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AE833-7460-F47B-FA88-1FD5CED26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A27D7-342D-4B7B-A897-E843986A8D4B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5FC85A-E1E2-F3DA-9546-47ACC0D24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25F7EA-CB46-F1C0-67D4-08CC984A4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F738-1242-45B1-A355-82CE5023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030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66010A-03A7-4DEA-1420-36CE18E83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A27D7-342D-4B7B-A897-E843986A8D4B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0955E7-D9F1-690B-1EC8-DAA7E743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84465-387D-3A3A-5F77-45AD4CF9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F738-1242-45B1-A355-82CE5023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089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B8B1B-5A9D-912D-4368-C5051442C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2E5FE-A6B2-D464-0A96-4BA741DA0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13FC8-4F33-33E4-1A1B-55AFC27B2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75947-A9D1-D4BE-2DE0-15796BA46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A27D7-342D-4B7B-A897-E843986A8D4B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D27C3-2083-5EDA-9EB4-DD287947A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DD62A-A655-BDEE-B7F8-232CDE407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F738-1242-45B1-A355-82CE5023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0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F025-0C0E-3B7E-54B8-AFD667113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EF591F-2460-A860-2DF5-E5A9AAC01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B92C3-D76F-9011-788C-61A56F3C6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97544-1DAB-2125-5319-A5D97B9D1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A27D7-342D-4B7B-A897-E843986A8D4B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B0BD2-2801-2BA0-5937-9C3585A42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C826C-A58A-F4FC-EA8E-FFD7E4E6D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F738-1242-45B1-A355-82CE5023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30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E7C2A-5D7F-38B0-66B7-9C30DE737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13F69-1A5B-0486-B2CF-1017F4F50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639A7-8BD9-6621-7C0E-25DAB23ED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A27D7-342D-4B7B-A897-E843986A8D4B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E1717-3D87-4EA9-6F5E-F436124BA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A826F-EC16-8600-8E9D-11E2D363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F738-1242-45B1-A355-82CE5023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3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6462FC-DC52-8B74-C31D-40A813DEC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DA9A7-C1E2-21CD-DF06-2635E96E4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66605-B612-7067-0146-2E500FBE2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A27D7-342D-4B7B-A897-E843986A8D4B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2C8F-E582-0550-3DEA-2083C32E8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0EA17-9D25-3AB7-7427-02437CFB2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F738-1242-45B1-A355-82CE5023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05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129BDE-7470-7D92-E13D-60D52EA03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8A70F-63D1-ADCE-C084-B163E123F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2735D-AA1D-9594-653C-7E381F32F2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A27D7-342D-4B7B-A897-E843986A8D4B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E92E9-D182-9206-7779-2DB1D27ACF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1618C-3E03-000C-4655-CF3979E08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3FF738-1242-45B1-A355-82CE5023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84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100861-7E94-93E5-2207-A675C898C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66" y="0"/>
            <a:ext cx="100348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620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97BE50-2426-51A6-E380-B309F014E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160" y="9832"/>
            <a:ext cx="9261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585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1791FB-4ECF-57B3-F659-550C47584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160" y="0"/>
            <a:ext cx="9261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08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C49A8B-5E3B-4827-1CDE-EF617F8E4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160" y="0"/>
            <a:ext cx="9261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558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AFC0C9-7710-2F37-4EC2-3EE86C53D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160" y="0"/>
            <a:ext cx="9261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91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C64BFEAE-33AC-BA9B-4E6B-A7AEB028C2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-8188" y="0"/>
            <a:ext cx="9652000" cy="6858000"/>
            <a:chOff x="800" y="0"/>
            <a:chExt cx="6080" cy="4320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7DF4215E-E0F8-0B23-01E8-EF436F83AD6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800" y="0"/>
              <a:ext cx="608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D4820C22-D1A1-961E-6F2F-47E8AF6FC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9" y="138"/>
              <a:ext cx="272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Enumerator and Respondent Gender by Assignment Group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385B181B-7ED1-E9EB-E78F-4B8E09E6E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7" y="3965"/>
              <a:ext cx="766" cy="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Respondent Gender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3A801C44-EDD8-6379-BFC1-C01318F4A1E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73" y="2063"/>
              <a:ext cx="752" cy="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Enumerator Gender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54C4D088-A675-612D-15B1-AEBDEEBE1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1" y="323"/>
              <a:ext cx="381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F2F/Long</a:t>
              </a:r>
              <a:endPara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94552DCA-04EB-DD26-9142-887E87612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2" y="328"/>
              <a:ext cx="395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F2F/Short</a:t>
              </a:r>
              <a:endPara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DFFB08F0-D306-B450-C966-3B63EFED1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323"/>
              <a:ext cx="533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Remote/Long</a:t>
              </a:r>
              <a:endPara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27626A73-0867-0F9B-B144-668C1BFD3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9" y="328"/>
              <a:ext cx="547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Remote/Short</a:t>
              </a:r>
              <a:endPara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B74B0956-7D85-3C83-1906-6358528C3D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56" y="1104"/>
              <a:ext cx="232" cy="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Féminin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53ADCDB2-3B14-32E7-A55B-A12209F40DA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43" y="2919"/>
              <a:ext cx="250" cy="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Masculin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3E3506BF-367A-C977-AF2E-1F38D6307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2" y="474"/>
              <a:ext cx="232" cy="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Féminin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B55AFF18-AEDB-0B5A-12DE-EC94042B4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2" y="474"/>
              <a:ext cx="250" cy="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Masculin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64DC7CCC-65B6-8804-9A9B-E7F19CFCD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9" y="545"/>
              <a:ext cx="403" cy="119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23E74D9F-6857-F3D0-0085-11E38066E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9" y="545"/>
              <a:ext cx="403" cy="1198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A9A0469A-8ACA-894D-969F-BD35739E9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9" y="545"/>
              <a:ext cx="956" cy="119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9872F60E-AE99-879E-3726-A7E993678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9" y="545"/>
              <a:ext cx="956" cy="1198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id="{FCBB407A-469D-8134-9D19-67C40722E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9" y="2075"/>
              <a:ext cx="318" cy="177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4D054214-3AF3-3491-B90E-B489143B7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9" y="2075"/>
              <a:ext cx="318" cy="1776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C8B87BBB-0B15-B1B7-7FC6-3AD197C25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3" y="2075"/>
              <a:ext cx="1042" cy="1776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039E23B0-2078-84D4-7CFD-8CA6C325D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3" y="2075"/>
              <a:ext cx="1042" cy="1776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id="{05F10D8D-F99F-42D5-1240-AC6A8F2DF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" y="474"/>
              <a:ext cx="232" cy="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Féminin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519FA4E6-CEBA-E3AB-B553-C3E0AA615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" y="474"/>
              <a:ext cx="250" cy="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Masculin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26">
              <a:extLst>
                <a:ext uri="{FF2B5EF4-FFF2-40B4-BE49-F238E27FC236}">
                  <a16:creationId xmlns:a16="http://schemas.microsoft.com/office/drawing/2014/main" id="{2436FC05-A2E8-2112-0BEF-334A4E2BC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" y="545"/>
              <a:ext cx="525" cy="123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6BAA3848-7B61-4E11-2D12-C635BED2C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" y="545"/>
              <a:ext cx="525" cy="1236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4E316433-6B65-8BC1-B0E3-010E2EA71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4" y="545"/>
              <a:ext cx="729" cy="12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E5D63610-5BC1-502A-C495-90DF3BE8D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4" y="545"/>
              <a:ext cx="729" cy="1236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id="{2629B47C-A18D-1968-DBA0-E5F59A74C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" y="2113"/>
              <a:ext cx="327" cy="173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31">
              <a:extLst>
                <a:ext uri="{FF2B5EF4-FFF2-40B4-BE49-F238E27FC236}">
                  <a16:creationId xmlns:a16="http://schemas.microsoft.com/office/drawing/2014/main" id="{7C397DEE-E9F0-F4E7-6479-3C7B3E961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" y="2113"/>
              <a:ext cx="327" cy="1738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32">
              <a:extLst>
                <a:ext uri="{FF2B5EF4-FFF2-40B4-BE49-F238E27FC236}">
                  <a16:creationId xmlns:a16="http://schemas.microsoft.com/office/drawing/2014/main" id="{8EC5982C-AF95-BAB5-B878-CABA6E284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0" y="2113"/>
              <a:ext cx="923" cy="1738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33">
              <a:extLst>
                <a:ext uri="{FF2B5EF4-FFF2-40B4-BE49-F238E27FC236}">
                  <a16:creationId xmlns:a16="http://schemas.microsoft.com/office/drawing/2014/main" id="{96C2A10F-9CE3-35B7-D94A-BBC6D10A2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0" y="2113"/>
              <a:ext cx="923" cy="1738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34">
              <a:extLst>
                <a:ext uri="{FF2B5EF4-FFF2-40B4-BE49-F238E27FC236}">
                  <a16:creationId xmlns:a16="http://schemas.microsoft.com/office/drawing/2014/main" id="{CE74DF7E-F242-07D1-E367-11A57EF61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9" y="474"/>
              <a:ext cx="232" cy="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Féminin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35">
              <a:extLst>
                <a:ext uri="{FF2B5EF4-FFF2-40B4-BE49-F238E27FC236}">
                  <a16:creationId xmlns:a16="http://schemas.microsoft.com/office/drawing/2014/main" id="{C727BC09-9A23-09F6-24EC-832A6E963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6" y="474"/>
              <a:ext cx="250" cy="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Masculin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36">
              <a:extLst>
                <a:ext uri="{FF2B5EF4-FFF2-40B4-BE49-F238E27FC236}">
                  <a16:creationId xmlns:a16="http://schemas.microsoft.com/office/drawing/2014/main" id="{7A48EDA3-61DF-9083-A7C1-F385479DE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9" y="545"/>
              <a:ext cx="137" cy="6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37">
              <a:extLst>
                <a:ext uri="{FF2B5EF4-FFF2-40B4-BE49-F238E27FC236}">
                  <a16:creationId xmlns:a16="http://schemas.microsoft.com/office/drawing/2014/main" id="{1F9D2887-5355-9D54-63AE-C08EBB977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9" y="545"/>
              <a:ext cx="137" cy="620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38">
              <a:extLst>
                <a:ext uri="{FF2B5EF4-FFF2-40B4-BE49-F238E27FC236}">
                  <a16:creationId xmlns:a16="http://schemas.microsoft.com/office/drawing/2014/main" id="{8923701D-96ED-687A-B3C7-83FB13840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" y="545"/>
              <a:ext cx="554" cy="62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Rectangle 39">
              <a:extLst>
                <a:ext uri="{FF2B5EF4-FFF2-40B4-BE49-F238E27FC236}">
                  <a16:creationId xmlns:a16="http://schemas.microsoft.com/office/drawing/2014/main" id="{87371013-6BA1-04F6-88A8-A981F963B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" y="545"/>
              <a:ext cx="554" cy="620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40">
              <a:extLst>
                <a:ext uri="{FF2B5EF4-FFF2-40B4-BE49-F238E27FC236}">
                  <a16:creationId xmlns:a16="http://schemas.microsoft.com/office/drawing/2014/main" id="{96654E2D-9C20-E2A4-45CB-235094E4A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9" y="1497"/>
              <a:ext cx="151" cy="235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41">
              <a:extLst>
                <a:ext uri="{FF2B5EF4-FFF2-40B4-BE49-F238E27FC236}">
                  <a16:creationId xmlns:a16="http://schemas.microsoft.com/office/drawing/2014/main" id="{C68E4E54-21D2-2756-137F-D108BAA39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9" y="1497"/>
              <a:ext cx="151" cy="235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Rectangle 42">
              <a:extLst>
                <a:ext uri="{FF2B5EF4-FFF2-40B4-BE49-F238E27FC236}">
                  <a16:creationId xmlns:a16="http://schemas.microsoft.com/office/drawing/2014/main" id="{4E06B306-B479-AA41-E965-59BF799EA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1497"/>
              <a:ext cx="545" cy="2354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43">
              <a:extLst>
                <a:ext uri="{FF2B5EF4-FFF2-40B4-BE49-F238E27FC236}">
                  <a16:creationId xmlns:a16="http://schemas.microsoft.com/office/drawing/2014/main" id="{FF15B626-601F-BAFD-C966-3BE5121AA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1497"/>
              <a:ext cx="545" cy="235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44">
              <a:extLst>
                <a:ext uri="{FF2B5EF4-FFF2-40B4-BE49-F238E27FC236}">
                  <a16:creationId xmlns:a16="http://schemas.microsoft.com/office/drawing/2014/main" id="{07AF0B43-682C-5AAA-C532-AAAC09116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1" y="474"/>
              <a:ext cx="232" cy="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Féminin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45">
              <a:extLst>
                <a:ext uri="{FF2B5EF4-FFF2-40B4-BE49-F238E27FC236}">
                  <a16:creationId xmlns:a16="http://schemas.microsoft.com/office/drawing/2014/main" id="{CAE6E27E-4DDF-C6FB-7D61-A55CFB8B0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3" y="474"/>
              <a:ext cx="250" cy="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Masculin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Rectangle 46">
              <a:extLst>
                <a:ext uri="{FF2B5EF4-FFF2-40B4-BE49-F238E27FC236}">
                  <a16:creationId xmlns:a16="http://schemas.microsoft.com/office/drawing/2014/main" id="{701393B4-D73B-2D9F-8246-2D395E388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6" y="545"/>
              <a:ext cx="138" cy="45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47">
              <a:extLst>
                <a:ext uri="{FF2B5EF4-FFF2-40B4-BE49-F238E27FC236}">
                  <a16:creationId xmlns:a16="http://schemas.microsoft.com/office/drawing/2014/main" id="{209D68D6-73F5-8E84-36B8-432014232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6" y="545"/>
              <a:ext cx="138" cy="459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48">
              <a:extLst>
                <a:ext uri="{FF2B5EF4-FFF2-40B4-BE49-F238E27FC236}">
                  <a16:creationId xmlns:a16="http://schemas.microsoft.com/office/drawing/2014/main" id="{471DE93D-483F-B7B0-3BC1-8C906E874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4" y="545"/>
              <a:ext cx="592" cy="45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49">
              <a:extLst>
                <a:ext uri="{FF2B5EF4-FFF2-40B4-BE49-F238E27FC236}">
                  <a16:creationId xmlns:a16="http://schemas.microsoft.com/office/drawing/2014/main" id="{B1EA7BC3-0161-FEB8-51DD-1F121F6AE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4" y="545"/>
              <a:ext cx="592" cy="459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50">
              <a:extLst>
                <a:ext uri="{FF2B5EF4-FFF2-40B4-BE49-F238E27FC236}">
                  <a16:creationId xmlns:a16="http://schemas.microsoft.com/office/drawing/2014/main" id="{2884E504-7A11-3017-63DE-FEBC7B920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6" y="1331"/>
              <a:ext cx="138" cy="25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Rectangle 51">
              <a:extLst>
                <a:ext uri="{FF2B5EF4-FFF2-40B4-BE49-F238E27FC236}">
                  <a16:creationId xmlns:a16="http://schemas.microsoft.com/office/drawing/2014/main" id="{7365C9D5-9216-553E-0465-911624313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6" y="1331"/>
              <a:ext cx="138" cy="2520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52">
              <a:extLst>
                <a:ext uri="{FF2B5EF4-FFF2-40B4-BE49-F238E27FC236}">
                  <a16:creationId xmlns:a16="http://schemas.microsoft.com/office/drawing/2014/main" id="{6B6EB8B8-C8DB-F529-C3D8-1923E354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4" y="1331"/>
              <a:ext cx="592" cy="252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53">
              <a:extLst>
                <a:ext uri="{FF2B5EF4-FFF2-40B4-BE49-F238E27FC236}">
                  <a16:creationId xmlns:a16="http://schemas.microsoft.com/office/drawing/2014/main" id="{BE78232F-6262-E8CF-E3B1-362D599B2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4" y="1331"/>
              <a:ext cx="592" cy="2520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C10FE6FD-1DA7-9201-FDE6-A393002BF589}"/>
              </a:ext>
            </a:extLst>
          </p:cNvPr>
          <p:cNvSpPr/>
          <p:nvPr/>
        </p:nvSpPr>
        <p:spPr>
          <a:xfrm>
            <a:off x="9497960" y="2670534"/>
            <a:ext cx="693790" cy="308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226C2A5-8347-9A8E-9045-25855D85261C}"/>
              </a:ext>
            </a:extLst>
          </p:cNvPr>
          <p:cNvSpPr/>
          <p:nvPr/>
        </p:nvSpPr>
        <p:spPr>
          <a:xfrm>
            <a:off x="9507792" y="3034329"/>
            <a:ext cx="693790" cy="3086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7D81DCB-0747-9626-EB48-1E23083F03B6}"/>
              </a:ext>
            </a:extLst>
          </p:cNvPr>
          <p:cNvSpPr/>
          <p:nvPr/>
        </p:nvSpPr>
        <p:spPr>
          <a:xfrm>
            <a:off x="9502880" y="3393206"/>
            <a:ext cx="693790" cy="3086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C49023D-C241-9FCE-DAF9-082D32BD4CF4}"/>
              </a:ext>
            </a:extLst>
          </p:cNvPr>
          <p:cNvSpPr/>
          <p:nvPr/>
        </p:nvSpPr>
        <p:spPr>
          <a:xfrm>
            <a:off x="9497962" y="3732421"/>
            <a:ext cx="693790" cy="3086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100ACFE-E5A9-9C92-DBFE-0A8AC972FBEC}"/>
              </a:ext>
            </a:extLst>
          </p:cNvPr>
          <p:cNvSpPr txBox="1"/>
          <p:nvPr/>
        </p:nvSpPr>
        <p:spPr>
          <a:xfrm>
            <a:off x="10166556" y="2694043"/>
            <a:ext cx="16956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Fem. Enum/Fem. Resp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138CD7-A888-BED2-76F3-A388A4414FBF}"/>
              </a:ext>
            </a:extLst>
          </p:cNvPr>
          <p:cNvSpPr txBox="1"/>
          <p:nvPr/>
        </p:nvSpPr>
        <p:spPr>
          <a:xfrm>
            <a:off x="10151809" y="3023419"/>
            <a:ext cx="1718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Fem. Enum/Male Resp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64C7A9-10B7-6A94-B55A-FD13867509CC}"/>
              </a:ext>
            </a:extLst>
          </p:cNvPr>
          <p:cNvSpPr txBox="1"/>
          <p:nvPr/>
        </p:nvSpPr>
        <p:spPr>
          <a:xfrm>
            <a:off x="10166561" y="3382297"/>
            <a:ext cx="1677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Male Enum/Male Resp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EDB877F-8B79-3915-C132-650D43380F64}"/>
              </a:ext>
            </a:extLst>
          </p:cNvPr>
          <p:cNvSpPr txBox="1"/>
          <p:nvPr/>
        </p:nvSpPr>
        <p:spPr>
          <a:xfrm>
            <a:off x="10176391" y="3736261"/>
            <a:ext cx="1686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Male Enum/Fem. Resp</a:t>
            </a:r>
          </a:p>
        </p:txBody>
      </p:sp>
    </p:spTree>
    <p:extLst>
      <p:ext uri="{BB962C8B-B14F-4D97-AF65-F5344CB8AC3E}">
        <p14:creationId xmlns:p14="http://schemas.microsoft.com/office/powerpoint/2010/main" val="4183920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0C91F8-729E-3BCC-5C2B-86D01D637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96" y="0"/>
            <a:ext cx="1158460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16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3AA377-3525-E40C-DAA9-8277E9B6B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39" y="0"/>
            <a:ext cx="10894131" cy="686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5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AC4CBD-C244-B716-88DD-DEBBEE4D9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30" y="0"/>
            <a:ext cx="108773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178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144B84-2FB8-C974-D51A-584146A0E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7202"/>
            <a:ext cx="12192000" cy="520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43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3289BB-2350-C01C-9B8D-A2C833385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5468"/>
            <a:ext cx="12192000" cy="532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192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65504F-094D-BDCB-E9EB-7F23084A8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034" y="0"/>
            <a:ext cx="100399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97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C5AEA005F3944B5281CE0F7F3B6DF" ma:contentTypeVersion="19" ma:contentTypeDescription="Create a new document." ma:contentTypeScope="" ma:versionID="43cac7850c215b99b189dd42ff5381b4">
  <xsd:schema xmlns:xsd="http://www.w3.org/2001/XMLSchema" xmlns:xs="http://www.w3.org/2001/XMLSchema" xmlns:p="http://schemas.microsoft.com/office/2006/metadata/properties" xmlns:ns2="49256dcf-74b5-4e0f-b2ab-e17546be8a80" xmlns:ns3="3940b711-dc1d-4235-b0a5-48d487f0d3b9" targetNamespace="http://schemas.microsoft.com/office/2006/metadata/properties" ma:root="true" ma:fieldsID="7f3b09dd81f609e653ddad0159f4af65" ns2:_="" ns3:_="">
    <xsd:import namespace="49256dcf-74b5-4e0f-b2ab-e17546be8a80"/>
    <xsd:import namespace="3940b711-dc1d-4235-b0a5-48d487f0d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56dcf-74b5-4e0f-b2ab-e17546be8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cc4dc2-1d7d-4ba2-9bc5-748c4ad50a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6" nillable="true" ma:displayName="Notes" ma:description="Describe what this folder should contain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0b711-dc1d-4235-b0a5-48d487f0d3b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7c2faf-511a-483c-a677-1ab92e51de83}" ma:internalName="TaxCatchAll" ma:showField="CatchAllData" ma:web="3940b711-dc1d-4235-b0a5-48d487f0d3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 xmlns="49256dcf-74b5-4e0f-b2ab-e17546be8a80" xsi:nil="true"/>
    <lcf76f155ced4ddcb4097134ff3c332f xmlns="49256dcf-74b5-4e0f-b2ab-e17546be8a80">
      <Terms xmlns="http://schemas.microsoft.com/office/infopath/2007/PartnerControls"/>
    </lcf76f155ced4ddcb4097134ff3c332f>
    <TaxCatchAll xmlns="3940b711-dc1d-4235-b0a5-48d487f0d3b9" xsi:nil="true"/>
  </documentManagement>
</p:properties>
</file>

<file path=customXml/itemProps1.xml><?xml version="1.0" encoding="utf-8"?>
<ds:datastoreItem xmlns:ds="http://schemas.openxmlformats.org/officeDocument/2006/customXml" ds:itemID="{33D3D64B-225F-4BBB-9660-93641EFB81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1075225-669F-4DEE-A246-C893C75487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256dcf-74b5-4e0f-b2ab-e17546be8a80"/>
    <ds:schemaRef ds:uri="3940b711-dc1d-4235-b0a5-48d487f0d3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92C4CC-E943-4082-9E35-EABB5C7B3C77}">
  <ds:schemaRefs>
    <ds:schemaRef ds:uri="http://schemas.microsoft.com/office/2006/metadata/properties"/>
    <ds:schemaRef ds:uri="http://schemas.microsoft.com/office/infopath/2007/PartnerControls"/>
    <ds:schemaRef ds:uri="49256dcf-74b5-4e0f-b2ab-e17546be8a80"/>
    <ds:schemaRef ds:uri="3940b711-dc1d-4235-b0a5-48d487f0d3b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58</Words>
  <Application>Microsoft Office PowerPoint</Application>
  <PresentationFormat>Widescreen</PresentationFormat>
  <Paragraphs>22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Lacey, Michelle R</dc:creator>
  <cp:lastModifiedBy>Alirah WEYORI</cp:lastModifiedBy>
  <cp:revision>3</cp:revision>
  <dcterms:created xsi:type="dcterms:W3CDTF">2025-01-23T19:09:55Z</dcterms:created>
  <dcterms:modified xsi:type="dcterms:W3CDTF">2025-04-15T12:06:51Z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0x01010007EC5AEA005F3944B5281CE0F7F3B6DF</vt:lpwstr>
  </property>
  <property fmtid="{D5CDD505-2E9C-101B-9397-08002B2CF9AE}" pid="3" name="MSIP_Label_2a3a108f-898d-4589-9ebc-7ee3b46df9b8_Enabled">
    <vt:lpwstr>true</vt:lpwstr>
  </property>
  <property fmtid="{D5CDD505-2E9C-101B-9397-08002B2CF9AE}" pid="4" name="MSIP_Label_2a3a108f-898d-4589-9ebc-7ee3b46df9b8_SetDate">
    <vt:lpwstr>2025-04-15T12:06:51Z</vt:lpwstr>
  </property>
  <property fmtid="{D5CDD505-2E9C-101B-9397-08002B2CF9AE}" pid="5" name="MSIP_Label_2a3a108f-898d-4589-9ebc-7ee3b46df9b8_Method">
    <vt:lpwstr>Standard</vt:lpwstr>
  </property>
  <property fmtid="{D5CDD505-2E9C-101B-9397-08002B2CF9AE}" pid="6" name="MSIP_Label_2a3a108f-898d-4589-9ebc-7ee3b46df9b8_Name">
    <vt:lpwstr>Official use only</vt:lpwstr>
  </property>
  <property fmtid="{D5CDD505-2E9C-101B-9397-08002B2CF9AE}" pid="7" name="MSIP_Label_2a3a108f-898d-4589-9ebc-7ee3b46df9b8_SiteId">
    <vt:lpwstr>462ad9ae-d7d9-4206-b874-71b1e079776f</vt:lpwstr>
  </property>
  <property fmtid="{D5CDD505-2E9C-101B-9397-08002B2CF9AE}" pid="8" name="MSIP_Label_2a3a108f-898d-4589-9ebc-7ee3b46df9b8_ActionId">
    <vt:lpwstr>3d554a9e-b3f2-4548-a02a-c71267946ec1</vt:lpwstr>
  </property>
  <property fmtid="{D5CDD505-2E9C-101B-9397-08002B2CF9AE}" pid="9" name="MSIP_Label_2a3a108f-898d-4589-9ebc-7ee3b46df9b8_ContentBits">
    <vt:lpwstr>0</vt:lpwstr>
  </property>
  <property fmtid="{D5CDD505-2E9C-101B-9397-08002B2CF9AE}" pid="10" name="MediaServiceImageTags">
    <vt:lpwstr/>
  </property>
</Properties>
</file>