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4"/>
  </p:notesMasterIdLst>
  <p:handoutMasterIdLst>
    <p:handoutMasterId r:id="rId15"/>
  </p:handoutMasterIdLst>
  <p:sldIdLst>
    <p:sldId id="261" r:id="rId5"/>
    <p:sldId id="293" r:id="rId6"/>
    <p:sldId id="311" r:id="rId7"/>
    <p:sldId id="312" r:id="rId8"/>
    <p:sldId id="304" r:id="rId9"/>
    <p:sldId id="310" r:id="rId10"/>
    <p:sldId id="287" r:id="rId11"/>
    <p:sldId id="286" r:id="rId12"/>
    <p:sldId id="306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E"/>
    <a:srgbClr val="FFC000"/>
    <a:srgbClr val="0070BA"/>
    <a:srgbClr val="898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10" autoAdjust="0"/>
    <p:restoredTop sz="74332" autoAdjust="0"/>
  </p:normalViewPr>
  <p:slideViewPr>
    <p:cSldViewPr snapToGrid="0">
      <p:cViewPr varScale="1">
        <p:scale>
          <a:sx n="46" d="100"/>
          <a:sy n="46" d="100"/>
        </p:scale>
        <p:origin x="82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57D702A9-1477-4E02-B2B3-D1F2D4C9BAF8}"/>
    <pc:docChg chg="undo custSel addSld modSld">
      <pc:chgData name="Alirah WEYORI" userId="1c7cbaa8-91f0-4806-8632-e4be5028c1b4" providerId="ADAL" clId="{57D702A9-1477-4E02-B2B3-D1F2D4C9BAF8}" dt="2024-04-24T10:03:49.802" v="589" actId="1037"/>
      <pc:docMkLst>
        <pc:docMk/>
      </pc:docMkLst>
      <pc:sldChg chg="modSp mod">
        <pc:chgData name="Alirah WEYORI" userId="1c7cbaa8-91f0-4806-8632-e4be5028c1b4" providerId="ADAL" clId="{57D702A9-1477-4E02-B2B3-D1F2D4C9BAF8}" dt="2024-04-24T10:03:49.802" v="589" actId="1037"/>
        <pc:sldMkLst>
          <pc:docMk/>
          <pc:sldMk cId="1472955817" sldId="261"/>
        </pc:sldMkLst>
        <pc:picChg chg="mod">
          <ac:chgData name="Alirah WEYORI" userId="1c7cbaa8-91f0-4806-8632-e4be5028c1b4" providerId="ADAL" clId="{57D702A9-1477-4E02-B2B3-D1F2D4C9BAF8}" dt="2024-04-24T10:03:49.802" v="589" actId="1037"/>
          <ac:picMkLst>
            <pc:docMk/>
            <pc:sldMk cId="1472955817" sldId="261"/>
            <ac:picMk id="3" creationId="{338928D0-70F9-C3B1-3AC0-30895A2118C3}"/>
          </ac:picMkLst>
        </pc:picChg>
      </pc:sldChg>
      <pc:sldChg chg="modSp mod">
        <pc:chgData name="Alirah WEYORI" userId="1c7cbaa8-91f0-4806-8632-e4be5028c1b4" providerId="ADAL" clId="{57D702A9-1477-4E02-B2B3-D1F2D4C9BAF8}" dt="2024-04-24T08:24:05.526" v="532" actId="20577"/>
        <pc:sldMkLst>
          <pc:docMk/>
          <pc:sldMk cId="1390366204" sldId="286"/>
        </pc:sldMkLst>
        <pc:graphicFrameChg chg="mod modGraphic">
          <ac:chgData name="Alirah WEYORI" userId="1c7cbaa8-91f0-4806-8632-e4be5028c1b4" providerId="ADAL" clId="{57D702A9-1477-4E02-B2B3-D1F2D4C9BAF8}" dt="2024-04-24T08:24:05.526" v="532" actId="20577"/>
          <ac:graphicFrameMkLst>
            <pc:docMk/>
            <pc:sldMk cId="1390366204" sldId="286"/>
            <ac:graphicFrameMk id="2" creationId="{9A9BC643-75E5-5ECD-6793-A987E0F86FF2}"/>
          </ac:graphicFrameMkLst>
        </pc:graphicFrameChg>
      </pc:sldChg>
      <pc:sldChg chg="mod modShow">
        <pc:chgData name="Alirah WEYORI" userId="1c7cbaa8-91f0-4806-8632-e4be5028c1b4" providerId="ADAL" clId="{57D702A9-1477-4E02-B2B3-D1F2D4C9BAF8}" dt="2024-04-24T08:11:34.645" v="385" actId="729"/>
        <pc:sldMkLst>
          <pc:docMk/>
          <pc:sldMk cId="1042580577" sldId="287"/>
        </pc:sldMkLst>
      </pc:sldChg>
      <pc:sldChg chg="modSp mod">
        <pc:chgData name="Alirah WEYORI" userId="1c7cbaa8-91f0-4806-8632-e4be5028c1b4" providerId="ADAL" clId="{57D702A9-1477-4E02-B2B3-D1F2D4C9BAF8}" dt="2024-04-24T08:22:34.052" v="501" actId="1076"/>
        <pc:sldMkLst>
          <pc:docMk/>
          <pc:sldMk cId="309291614" sldId="304"/>
        </pc:sldMkLst>
        <pc:spChg chg="mod">
          <ac:chgData name="Alirah WEYORI" userId="1c7cbaa8-91f0-4806-8632-e4be5028c1b4" providerId="ADAL" clId="{57D702A9-1477-4E02-B2B3-D1F2D4C9BAF8}" dt="2024-04-24T08:08:02.190" v="384" actId="20577"/>
          <ac:spMkLst>
            <pc:docMk/>
            <pc:sldMk cId="309291614" sldId="304"/>
            <ac:spMk id="3" creationId="{82B10C7A-2E3F-185C-4E55-0859BF7B2776}"/>
          </ac:spMkLst>
        </pc:spChg>
        <pc:spChg chg="mod">
          <ac:chgData name="Alirah WEYORI" userId="1c7cbaa8-91f0-4806-8632-e4be5028c1b4" providerId="ADAL" clId="{57D702A9-1477-4E02-B2B3-D1F2D4C9BAF8}" dt="2024-04-24T08:22:34.052" v="501" actId="1076"/>
          <ac:spMkLst>
            <pc:docMk/>
            <pc:sldMk cId="309291614" sldId="304"/>
            <ac:spMk id="4" creationId="{ACA21DB0-00E2-796F-97AE-E8B05DD20EAD}"/>
          </ac:spMkLst>
        </pc:spChg>
        <pc:spChg chg="mod">
          <ac:chgData name="Alirah WEYORI" userId="1c7cbaa8-91f0-4806-8632-e4be5028c1b4" providerId="ADAL" clId="{57D702A9-1477-4E02-B2B3-D1F2D4C9BAF8}" dt="2024-04-24T08:16:32.281" v="447" actId="20577"/>
          <ac:spMkLst>
            <pc:docMk/>
            <pc:sldMk cId="309291614" sldId="304"/>
            <ac:spMk id="7" creationId="{93750393-C4E8-2A3B-967F-A064AE94C8AB}"/>
          </ac:spMkLst>
        </pc:spChg>
        <pc:spChg chg="mod">
          <ac:chgData name="Alirah WEYORI" userId="1c7cbaa8-91f0-4806-8632-e4be5028c1b4" providerId="ADAL" clId="{57D702A9-1477-4E02-B2B3-D1F2D4C9BAF8}" dt="2024-04-24T08:16:39.279" v="457" actId="6549"/>
          <ac:spMkLst>
            <pc:docMk/>
            <pc:sldMk cId="309291614" sldId="304"/>
            <ac:spMk id="14" creationId="{CCE27503-62D8-5D32-C3BF-3FCB7E983EF2}"/>
          </ac:spMkLst>
        </pc:spChg>
      </pc:sldChg>
      <pc:sldChg chg="modSp mod">
        <pc:chgData name="Alirah WEYORI" userId="1c7cbaa8-91f0-4806-8632-e4be5028c1b4" providerId="ADAL" clId="{57D702A9-1477-4E02-B2B3-D1F2D4C9BAF8}" dt="2024-04-24T08:21:08.634" v="500" actId="20577"/>
        <pc:sldMkLst>
          <pc:docMk/>
          <pc:sldMk cId="475964468" sldId="310"/>
        </pc:sldMkLst>
        <pc:spChg chg="mod">
          <ac:chgData name="Alirah WEYORI" userId="1c7cbaa8-91f0-4806-8632-e4be5028c1b4" providerId="ADAL" clId="{57D702A9-1477-4E02-B2B3-D1F2D4C9BAF8}" dt="2024-04-24T08:20:14.481" v="475" actId="14100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Alirah WEYORI" userId="1c7cbaa8-91f0-4806-8632-e4be5028c1b4" providerId="ADAL" clId="{57D702A9-1477-4E02-B2B3-D1F2D4C9BAF8}" dt="2024-04-24T08:20:23.255" v="477" actId="14100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Alirah WEYORI" userId="1c7cbaa8-91f0-4806-8632-e4be5028c1b4" providerId="ADAL" clId="{57D702A9-1477-4E02-B2B3-D1F2D4C9BAF8}" dt="2024-04-24T08:20:07.515" v="474" actId="14100"/>
          <ac:spMkLst>
            <pc:docMk/>
            <pc:sldMk cId="475964468" sldId="310"/>
            <ac:spMk id="7" creationId="{93750393-C4E8-2A3B-967F-A064AE94C8AB}"/>
          </ac:spMkLst>
        </pc:spChg>
        <pc:spChg chg="mod">
          <ac:chgData name="Alirah WEYORI" userId="1c7cbaa8-91f0-4806-8632-e4be5028c1b4" providerId="ADAL" clId="{57D702A9-1477-4E02-B2B3-D1F2D4C9BAF8}" dt="2024-04-24T08:21:08.634" v="500" actId="20577"/>
          <ac:spMkLst>
            <pc:docMk/>
            <pc:sldMk cId="475964468" sldId="310"/>
            <ac:spMk id="9" creationId="{5C2CACA0-144C-1FA4-3B93-3821251A134B}"/>
          </ac:spMkLst>
        </pc:spChg>
        <pc:spChg chg="mod">
          <ac:chgData name="Alirah WEYORI" userId="1c7cbaa8-91f0-4806-8632-e4be5028c1b4" providerId="ADAL" clId="{57D702A9-1477-4E02-B2B3-D1F2D4C9BAF8}" dt="2024-04-24T08:19:48.519" v="470" actId="14100"/>
          <ac:spMkLst>
            <pc:docMk/>
            <pc:sldMk cId="475964468" sldId="310"/>
            <ac:spMk id="14" creationId="{CCE27503-62D8-5D32-C3BF-3FCB7E983EF2}"/>
          </ac:spMkLst>
        </pc:spChg>
        <pc:spChg chg="mod">
          <ac:chgData name="Alirah WEYORI" userId="1c7cbaa8-91f0-4806-8632-e4be5028c1b4" providerId="ADAL" clId="{57D702A9-1477-4E02-B2B3-D1F2D4C9BAF8}" dt="2024-04-24T08:19:53.795" v="471" actId="14100"/>
          <ac:spMkLst>
            <pc:docMk/>
            <pc:sldMk cId="475964468" sldId="310"/>
            <ac:spMk id="17" creationId="{EBE5976E-B8EE-C91A-61C7-41EE920339DA}"/>
          </ac:spMkLst>
        </pc:spChg>
        <pc:spChg chg="mod">
          <ac:chgData name="Alirah WEYORI" userId="1c7cbaa8-91f0-4806-8632-e4be5028c1b4" providerId="ADAL" clId="{57D702A9-1477-4E02-B2B3-D1F2D4C9BAF8}" dt="2024-04-24T08:19:58.190" v="472" actId="14100"/>
          <ac:spMkLst>
            <pc:docMk/>
            <pc:sldMk cId="475964468" sldId="310"/>
            <ac:spMk id="18" creationId="{D18ED16F-1385-C386-3999-5DBC532DC256}"/>
          </ac:spMkLst>
        </pc:spChg>
        <pc:cxnChg chg="mod">
          <ac:chgData name="Alirah WEYORI" userId="1c7cbaa8-91f0-4806-8632-e4be5028c1b4" providerId="ADAL" clId="{57D702A9-1477-4E02-B2B3-D1F2D4C9BAF8}" dt="2024-04-24T08:19:48.519" v="470" actId="14100"/>
          <ac:cxnSpMkLst>
            <pc:docMk/>
            <pc:sldMk cId="475964468" sldId="310"/>
            <ac:cxnSpMk id="54" creationId="{ECA74230-3527-4E4E-BBE6-8334D4626557}"/>
          </ac:cxnSpMkLst>
        </pc:cxnChg>
        <pc:cxnChg chg="mod">
          <ac:chgData name="Alirah WEYORI" userId="1c7cbaa8-91f0-4806-8632-e4be5028c1b4" providerId="ADAL" clId="{57D702A9-1477-4E02-B2B3-D1F2D4C9BAF8}" dt="2024-04-24T08:20:07.515" v="474" actId="14100"/>
          <ac:cxnSpMkLst>
            <pc:docMk/>
            <pc:sldMk cId="475964468" sldId="310"/>
            <ac:cxnSpMk id="58" creationId="{B60F1896-1466-4105-B802-82071799A00B}"/>
          </ac:cxnSpMkLst>
        </pc:cxnChg>
      </pc:sldChg>
      <pc:sldChg chg="addSp delSp modSp new mod">
        <pc:chgData name="Alirah WEYORI" userId="1c7cbaa8-91f0-4806-8632-e4be5028c1b4" providerId="ADAL" clId="{57D702A9-1477-4E02-B2B3-D1F2D4C9BAF8}" dt="2024-04-24T08:26:10.570" v="549" actId="14100"/>
        <pc:sldMkLst>
          <pc:docMk/>
          <pc:sldMk cId="893464234" sldId="312"/>
        </pc:sldMkLst>
        <pc:spChg chg="del">
          <ac:chgData name="Alirah WEYORI" userId="1c7cbaa8-91f0-4806-8632-e4be5028c1b4" providerId="ADAL" clId="{57D702A9-1477-4E02-B2B3-D1F2D4C9BAF8}" dt="2024-04-24T07:39:27.365" v="85" actId="478"/>
          <ac:spMkLst>
            <pc:docMk/>
            <pc:sldMk cId="893464234" sldId="312"/>
            <ac:spMk id="2" creationId="{CC9ADE98-3177-E8A6-D2A9-7401D1565DCF}"/>
          </ac:spMkLst>
        </pc:spChg>
        <pc:spChg chg="del">
          <ac:chgData name="Alirah WEYORI" userId="1c7cbaa8-91f0-4806-8632-e4be5028c1b4" providerId="ADAL" clId="{57D702A9-1477-4E02-B2B3-D1F2D4C9BAF8}" dt="2024-04-24T07:39:25.606" v="84" actId="478"/>
          <ac:spMkLst>
            <pc:docMk/>
            <pc:sldMk cId="893464234" sldId="312"/>
            <ac:spMk id="3" creationId="{C156F3E6-1A5F-A5BD-6B32-8BB20FD8E798}"/>
          </ac:spMkLst>
        </pc:spChg>
        <pc:spChg chg="add mod">
          <ac:chgData name="Alirah WEYORI" userId="1c7cbaa8-91f0-4806-8632-e4be5028c1b4" providerId="ADAL" clId="{57D702A9-1477-4E02-B2B3-D1F2D4C9BAF8}" dt="2024-04-24T08:26:10.570" v="549" actId="14100"/>
          <ac:spMkLst>
            <pc:docMk/>
            <pc:sldMk cId="893464234" sldId="312"/>
            <ac:spMk id="5" creationId="{D3964112-71C2-361B-295B-56621246BD6F}"/>
          </ac:spMkLst>
        </pc:spChg>
        <pc:spChg chg="add mod">
          <ac:chgData name="Alirah WEYORI" userId="1c7cbaa8-91f0-4806-8632-e4be5028c1b4" providerId="ADAL" clId="{57D702A9-1477-4E02-B2B3-D1F2D4C9BAF8}" dt="2024-04-24T08:25:32.323" v="546" actId="1038"/>
          <ac:spMkLst>
            <pc:docMk/>
            <pc:sldMk cId="893464234" sldId="312"/>
            <ac:spMk id="6" creationId="{58E437C5-DB7B-3A29-D1D3-C6919CA3AC1F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7" creationId="{7C0487C3-10AE-1D45-BF1F-33F92D7D5DAF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8" creationId="{C24CED5F-6FC0-05C2-C2B0-0C8888E4D2AA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9" creationId="{47A60996-E1BC-A530-D55B-4A3D05DAA152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10" creationId="{3206F446-4C82-A297-06E9-AD2B5D273E97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11" creationId="{F384A5C6-D21B-954A-CE9A-479F1C5D6FF5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12" creationId="{886B9E27-5F9A-0F25-C715-32186CFB46DD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13" creationId="{F0B066D7-2279-BBE7-8A29-521B279B70AF}"/>
          </ac:spMkLst>
        </pc:spChg>
        <pc:spChg chg="add mod">
          <ac:chgData name="Alirah WEYORI" userId="1c7cbaa8-91f0-4806-8632-e4be5028c1b4" providerId="ADAL" clId="{57D702A9-1477-4E02-B2B3-D1F2D4C9BAF8}" dt="2024-04-24T08:25:14.386" v="538" actId="14100"/>
          <ac:spMkLst>
            <pc:docMk/>
            <pc:sldMk cId="893464234" sldId="312"/>
            <ac:spMk id="14" creationId="{3A31BFF0-C7B6-89D5-E7F0-C7021DDF4E5F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15" creationId="{8C617B64-0737-FBFE-7902-BBDB75492D41}"/>
          </ac:spMkLst>
        </pc:spChg>
        <pc:spChg chg="add mod">
          <ac:chgData name="Alirah WEYORI" userId="1c7cbaa8-91f0-4806-8632-e4be5028c1b4" providerId="ADAL" clId="{57D702A9-1477-4E02-B2B3-D1F2D4C9BAF8}" dt="2024-04-24T08:24:50.724" v="535" actId="14100"/>
          <ac:spMkLst>
            <pc:docMk/>
            <pc:sldMk cId="893464234" sldId="312"/>
            <ac:spMk id="16" creationId="{492CC588-C432-F11F-B5BB-2C41BBD0B4E2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18" creationId="{0493B955-DFCD-394B-8291-6039EA0C1DD3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19" creationId="{39305D39-FD48-8353-616F-BBA248333C39}"/>
          </ac:spMkLst>
        </pc:spChg>
        <pc:spChg chg="add mod">
          <ac:chgData name="Alirah WEYORI" userId="1c7cbaa8-91f0-4806-8632-e4be5028c1b4" providerId="ADAL" clId="{57D702A9-1477-4E02-B2B3-D1F2D4C9BAF8}" dt="2024-04-24T08:18:23.289" v="463" actId="2711"/>
          <ac:spMkLst>
            <pc:docMk/>
            <pc:sldMk cId="893464234" sldId="312"/>
            <ac:spMk id="20" creationId="{635189BF-9571-2D3C-7B09-6A6925A28175}"/>
          </ac:spMkLst>
        </pc:spChg>
        <pc:spChg chg="add mod">
          <ac:chgData name="Alirah WEYORI" userId="1c7cbaa8-91f0-4806-8632-e4be5028c1b4" providerId="ADAL" clId="{57D702A9-1477-4E02-B2B3-D1F2D4C9BAF8}" dt="2024-04-24T08:24:40.088" v="534" actId="14100"/>
          <ac:spMkLst>
            <pc:docMk/>
            <pc:sldMk cId="893464234" sldId="312"/>
            <ac:spMk id="22" creationId="{AFBC4D20-01B0-F4A2-5E17-D0E92799F175}"/>
          </ac:spMkLst>
        </pc:spChg>
        <pc:spChg chg="add mod">
          <ac:chgData name="Alirah WEYORI" userId="1c7cbaa8-91f0-4806-8632-e4be5028c1b4" providerId="ADAL" clId="{57D702A9-1477-4E02-B2B3-D1F2D4C9BAF8}" dt="2024-04-24T08:25:42.315" v="547" actId="14100"/>
          <ac:spMkLst>
            <pc:docMk/>
            <pc:sldMk cId="893464234" sldId="312"/>
            <ac:spMk id="23" creationId="{0FEA2FF0-598C-7B31-A1EB-7AF7507CE2BE}"/>
          </ac:spMkLst>
        </pc:spChg>
        <pc:spChg chg="add del">
          <ac:chgData name="Alirah WEYORI" userId="1c7cbaa8-91f0-4806-8632-e4be5028c1b4" providerId="ADAL" clId="{57D702A9-1477-4E02-B2B3-D1F2D4C9BAF8}" dt="2024-04-24T07:54:00.886" v="293" actId="22"/>
          <ac:spMkLst>
            <pc:docMk/>
            <pc:sldMk cId="893464234" sldId="312"/>
            <ac:spMk id="25" creationId="{81882280-1C19-71D1-3A51-DC539A43437F}"/>
          </ac:spMkLst>
        </pc:spChg>
        <pc:grpChg chg="add mod topLvl">
          <ac:chgData name="Alirah WEYORI" userId="1c7cbaa8-91f0-4806-8632-e4be5028c1b4" providerId="ADAL" clId="{57D702A9-1477-4E02-B2B3-D1F2D4C9BAF8}" dt="2024-04-24T08:02:11.592" v="348" actId="164"/>
          <ac:grpSpMkLst>
            <pc:docMk/>
            <pc:sldMk cId="893464234" sldId="312"/>
            <ac:grpSpMk id="4" creationId="{17A4983A-FA94-9CC9-C5FE-8ABFF37C9B9E}"/>
          </ac:grpSpMkLst>
        </pc:grpChg>
        <pc:grpChg chg="add mod topLvl">
          <ac:chgData name="Alirah WEYORI" userId="1c7cbaa8-91f0-4806-8632-e4be5028c1b4" providerId="ADAL" clId="{57D702A9-1477-4E02-B2B3-D1F2D4C9BAF8}" dt="2024-04-24T08:01:39.275" v="346" actId="164"/>
          <ac:grpSpMkLst>
            <pc:docMk/>
            <pc:sldMk cId="893464234" sldId="312"/>
            <ac:grpSpMk id="17" creationId="{FE516F90-B431-8E84-F197-77C9E5D070F0}"/>
          </ac:grpSpMkLst>
        </pc:grpChg>
        <pc:grpChg chg="add del mod">
          <ac:chgData name="Alirah WEYORI" userId="1c7cbaa8-91f0-4806-8632-e4be5028c1b4" providerId="ADAL" clId="{57D702A9-1477-4E02-B2B3-D1F2D4C9BAF8}" dt="2024-04-24T08:01:15.666" v="345" actId="165"/>
          <ac:grpSpMkLst>
            <pc:docMk/>
            <pc:sldMk cId="893464234" sldId="312"/>
            <ac:grpSpMk id="21" creationId="{602D43D4-D4B0-EAB4-630D-414640A98564}"/>
          </ac:grpSpMkLst>
        </pc:grpChg>
        <pc:grpChg chg="add mod">
          <ac:chgData name="Alirah WEYORI" userId="1c7cbaa8-91f0-4806-8632-e4be5028c1b4" providerId="ADAL" clId="{57D702A9-1477-4E02-B2B3-D1F2D4C9BAF8}" dt="2024-04-24T08:02:11.592" v="348" actId="164"/>
          <ac:grpSpMkLst>
            <pc:docMk/>
            <pc:sldMk cId="893464234" sldId="312"/>
            <ac:grpSpMk id="26" creationId="{77B659E6-8E3A-C76C-CE16-2F2F9B4EF258}"/>
          </ac:grpSpMkLst>
        </pc:grpChg>
        <pc:grpChg chg="add mod">
          <ac:chgData name="Alirah WEYORI" userId="1c7cbaa8-91f0-4806-8632-e4be5028c1b4" providerId="ADAL" clId="{57D702A9-1477-4E02-B2B3-D1F2D4C9BAF8}" dt="2024-04-24T08:02:20.426" v="349" actId="164"/>
          <ac:grpSpMkLst>
            <pc:docMk/>
            <pc:sldMk cId="893464234" sldId="312"/>
            <ac:grpSpMk id="27" creationId="{73569774-179B-D521-86FB-320594F11FA3}"/>
          </ac:grpSpMkLst>
        </pc:grpChg>
        <pc:grpChg chg="add mod">
          <ac:chgData name="Alirah WEYORI" userId="1c7cbaa8-91f0-4806-8632-e4be5028c1b4" providerId="ADAL" clId="{57D702A9-1477-4E02-B2B3-D1F2D4C9BAF8}" dt="2024-04-24T08:17:25.074" v="459" actId="14100"/>
          <ac:grpSpMkLst>
            <pc:docMk/>
            <pc:sldMk cId="893464234" sldId="312"/>
            <ac:grpSpMk id="28" creationId="{22EF04C6-611E-E4B3-3B81-B57112DD8968}"/>
          </ac:grpSpMkLst>
        </pc:grpChg>
      </pc:sldChg>
    </pc:docChg>
  </pc:docChgLst>
  <pc:docChgLst>
    <pc:chgData name="Jonas DEMEYER" userId="S::jonas.demeyer@wfp.org::1c45f721-f288-4a8d-8f07-b4395c318810" providerId="AD" clId="Web-{74ADD7B2-CF2D-D060-1578-DF4240EDB8F9}"/>
    <pc:docChg chg="modSld">
      <pc:chgData name="Jonas DEMEYER" userId="S::jonas.demeyer@wfp.org::1c45f721-f288-4a8d-8f07-b4395c318810" providerId="AD" clId="Web-{74ADD7B2-CF2D-D060-1578-DF4240EDB8F9}" dt="2024-09-06T13:39:13.728" v="27"/>
      <pc:docMkLst>
        <pc:docMk/>
      </pc:docMkLst>
      <pc:sldChg chg="modSp">
        <pc:chgData name="Jonas DEMEYER" userId="S::jonas.demeyer@wfp.org::1c45f721-f288-4a8d-8f07-b4395c318810" providerId="AD" clId="Web-{74ADD7B2-CF2D-D060-1578-DF4240EDB8F9}" dt="2024-09-06T13:39:13.728" v="27"/>
        <pc:sldMkLst>
          <pc:docMk/>
          <pc:sldMk cId="1390366204" sldId="286"/>
        </pc:sldMkLst>
        <pc:graphicFrameChg chg="mod modGraphic">
          <ac:chgData name="Jonas DEMEYER" userId="S::jonas.demeyer@wfp.org::1c45f721-f288-4a8d-8f07-b4395c318810" providerId="AD" clId="Web-{74ADD7B2-CF2D-D060-1578-DF4240EDB8F9}" dt="2024-09-06T13:39:13.728" v="27"/>
          <ac:graphicFrameMkLst>
            <pc:docMk/>
            <pc:sldMk cId="1390366204" sldId="286"/>
            <ac:graphicFrameMk id="2" creationId="{9A9BC643-75E5-5ECD-6793-A987E0F86FF2}"/>
          </ac:graphicFrameMkLst>
        </pc:graphicFrameChg>
      </pc:sldChg>
    </pc:docChg>
  </pc:docChgLst>
  <pc:docChgLst>
    <pc:chgData name="Cassandra WALKER" userId="7d551a76-2a3b-46ce-9612-27f9694a0380" providerId="ADAL" clId="{6AAC3E8D-2558-4C91-B425-AB719F17C52A}"/>
    <pc:docChg chg="undo custSel delSld modSld modMainMaster">
      <pc:chgData name="Cassandra WALKER" userId="7d551a76-2a3b-46ce-9612-27f9694a0380" providerId="ADAL" clId="{6AAC3E8D-2558-4C91-B425-AB719F17C52A}" dt="2023-07-13T16:22:32" v="414"/>
      <pc:docMkLst>
        <pc:docMk/>
      </pc:docMkLst>
      <pc:sldChg chg="modSp del mod">
        <pc:chgData name="Cassandra WALKER" userId="7d551a76-2a3b-46ce-9612-27f9694a0380" providerId="ADAL" clId="{6AAC3E8D-2558-4C91-B425-AB719F17C52A}" dt="2023-07-13T15:39:06.810" v="133" actId="47"/>
        <pc:sldMkLst>
          <pc:docMk/>
          <pc:sldMk cId="1261453650" sldId="277"/>
        </pc:sldMkLst>
        <pc:spChg chg="mod">
          <ac:chgData name="Cassandra WALKER" userId="7d551a76-2a3b-46ce-9612-27f9694a0380" providerId="ADAL" clId="{6AAC3E8D-2558-4C91-B425-AB719F17C52A}" dt="2023-07-13T15:32:12.320" v="1" actId="108"/>
          <ac:spMkLst>
            <pc:docMk/>
            <pc:sldMk cId="1261453650" sldId="277"/>
            <ac:spMk id="5" creationId="{AA2E673B-7418-3875-06A7-6B9E0C1DFEC1}"/>
          </ac:spMkLst>
        </pc:spChg>
      </pc:sldChg>
      <pc:sldChg chg="addSp modSp mod">
        <pc:chgData name="Cassandra WALKER" userId="7d551a76-2a3b-46ce-9612-27f9694a0380" providerId="ADAL" clId="{6AAC3E8D-2558-4C91-B425-AB719F17C52A}" dt="2023-07-13T15:44:41.120" v="210" actId="122"/>
        <pc:sldMkLst>
          <pc:docMk/>
          <pc:sldMk cId="1390366204" sldId="286"/>
        </pc:sldMkLst>
        <pc:spChg chg="mod">
          <ac:chgData name="Cassandra WALKER" userId="7d551a76-2a3b-46ce-9612-27f9694a0380" providerId="ADAL" clId="{6AAC3E8D-2558-4C91-B425-AB719F17C52A}" dt="2023-07-13T15:32:39.678" v="5" actId="108"/>
          <ac:spMkLst>
            <pc:docMk/>
            <pc:sldMk cId="1390366204" sldId="286"/>
            <ac:spMk id="5" creationId="{7E44B879-13DF-B1BE-7393-04AE90432AD3}"/>
          </ac:spMkLst>
        </pc:spChg>
        <pc:graphicFrameChg chg="add mod modGraphic">
          <ac:chgData name="Cassandra WALKER" userId="7d551a76-2a3b-46ce-9612-27f9694a0380" providerId="ADAL" clId="{6AAC3E8D-2558-4C91-B425-AB719F17C52A}" dt="2023-07-13T15:44:41.120" v="210" actId="122"/>
          <ac:graphicFrameMkLst>
            <pc:docMk/>
            <pc:sldMk cId="1390366204" sldId="286"/>
            <ac:graphicFrameMk id="2" creationId="{9A9BC643-75E5-5ECD-6793-A987E0F86FF2}"/>
          </ac:graphicFrameMkLst>
        </pc:graphicFrameChg>
      </pc:sldChg>
      <pc:sldChg chg="modSp mod">
        <pc:chgData name="Cassandra WALKER" userId="7d551a76-2a3b-46ce-9612-27f9694a0380" providerId="ADAL" clId="{6AAC3E8D-2558-4C91-B425-AB719F17C52A}" dt="2023-07-13T15:32:43.655" v="6" actId="108"/>
        <pc:sldMkLst>
          <pc:docMk/>
          <pc:sldMk cId="1042580577" sldId="287"/>
        </pc:sldMkLst>
        <pc:spChg chg="mod">
          <ac:chgData name="Cassandra WALKER" userId="7d551a76-2a3b-46ce-9612-27f9694a0380" providerId="ADAL" clId="{6AAC3E8D-2558-4C91-B425-AB719F17C52A}" dt="2023-07-13T15:32:43.655" v="6" actId="108"/>
          <ac:spMkLst>
            <pc:docMk/>
            <pc:sldMk cId="1042580577" sldId="287"/>
            <ac:spMk id="2" creationId="{F029B89D-5416-48E5-81EA-436AE51F041C}"/>
          </ac:spMkLst>
        </pc:spChg>
      </pc:sldChg>
      <pc:sldChg chg="modSp mod modNotesTx">
        <pc:chgData name="Cassandra WALKER" userId="7d551a76-2a3b-46ce-9612-27f9694a0380" providerId="ADAL" clId="{6AAC3E8D-2558-4C91-B425-AB719F17C52A}" dt="2023-07-13T16:17:23.476" v="372" actId="20577"/>
        <pc:sldMkLst>
          <pc:docMk/>
          <pc:sldMk cId="12140453" sldId="293"/>
        </pc:sldMkLst>
        <pc:spChg chg="mod">
          <ac:chgData name="Cassandra WALKER" userId="7d551a76-2a3b-46ce-9612-27f9694a0380" providerId="ADAL" clId="{6AAC3E8D-2558-4C91-B425-AB719F17C52A}" dt="2023-07-13T15:49:47.159" v="371" actId="20577"/>
          <ac:spMkLst>
            <pc:docMk/>
            <pc:sldMk cId="12140453" sldId="293"/>
            <ac:spMk id="3" creationId="{BA0B35CF-F8D9-4777-A432-1DE7A6FC16DC}"/>
          </ac:spMkLst>
        </pc:spChg>
      </pc:sldChg>
      <pc:sldChg chg="del">
        <pc:chgData name="Cassandra WALKER" userId="7d551a76-2a3b-46ce-9612-27f9694a0380" providerId="ADAL" clId="{6AAC3E8D-2558-4C91-B425-AB719F17C52A}" dt="2023-07-13T15:48:12.200" v="301" actId="47"/>
        <pc:sldMkLst>
          <pc:docMk/>
          <pc:sldMk cId="2571662685" sldId="296"/>
        </pc:sldMkLst>
      </pc:sldChg>
      <pc:sldChg chg="modSp del mod">
        <pc:chgData name="Cassandra WALKER" userId="7d551a76-2a3b-46ce-9612-27f9694a0380" providerId="ADAL" clId="{6AAC3E8D-2558-4C91-B425-AB719F17C52A}" dt="2023-07-13T16:21:45.052" v="410" actId="47"/>
        <pc:sldMkLst>
          <pc:docMk/>
          <pc:sldMk cId="667740432" sldId="301"/>
        </pc:sldMkLst>
        <pc:spChg chg="mod">
          <ac:chgData name="Cassandra WALKER" userId="7d551a76-2a3b-46ce-9612-27f9694a0380" providerId="ADAL" clId="{6AAC3E8D-2558-4C91-B425-AB719F17C52A}" dt="2023-07-13T15:32:35.527" v="4" actId="108"/>
          <ac:spMkLst>
            <pc:docMk/>
            <pc:sldMk cId="667740432" sldId="301"/>
            <ac:spMk id="2" creationId="{F029B89D-5416-48E5-81EA-436AE51F041C}"/>
          </ac:spMkLst>
        </pc:spChg>
      </pc:sldChg>
      <pc:sldChg chg="addSp delSp modSp mod">
        <pc:chgData name="Cassandra WALKER" userId="7d551a76-2a3b-46ce-9612-27f9694a0380" providerId="ADAL" clId="{6AAC3E8D-2558-4C91-B425-AB719F17C52A}" dt="2023-07-13T16:22:00.676" v="413" actId="14100"/>
        <pc:sldMkLst>
          <pc:docMk/>
          <pc:sldMk cId="309291614" sldId="304"/>
        </pc:sldMkLst>
        <pc:spChg chg="mod">
          <ac:chgData name="Cassandra WALKER" userId="7d551a76-2a3b-46ce-9612-27f9694a0380" providerId="ADAL" clId="{6AAC3E8D-2558-4C91-B425-AB719F17C52A}" dt="2023-07-13T15:42:50.189" v="189"/>
          <ac:spMkLst>
            <pc:docMk/>
            <pc:sldMk cId="309291614" sldId="304"/>
            <ac:spMk id="3" creationId="{82B10C7A-2E3F-185C-4E55-0859BF7B2776}"/>
          </ac:spMkLst>
        </pc:spChg>
        <pc:spChg chg="add mod">
          <ac:chgData name="Cassandra WALKER" userId="7d551a76-2a3b-46ce-9612-27f9694a0380" providerId="ADAL" clId="{6AAC3E8D-2558-4C91-B425-AB719F17C52A}" dt="2023-07-13T15:42:42.186" v="187" actId="1076"/>
          <ac:spMkLst>
            <pc:docMk/>
            <pc:sldMk cId="309291614" sldId="304"/>
            <ac:spMk id="4" creationId="{ACA21DB0-00E2-796F-97AE-E8B05DD20EAD}"/>
          </ac:spMkLst>
        </pc:spChg>
        <pc:spChg chg="mod">
          <ac:chgData name="Cassandra WALKER" userId="7d551a76-2a3b-46ce-9612-27f9694a0380" providerId="ADAL" clId="{6AAC3E8D-2558-4C91-B425-AB719F17C52A}" dt="2023-07-13T16:21:57.107" v="412" actId="14100"/>
          <ac:spMkLst>
            <pc:docMk/>
            <pc:sldMk cId="309291614" sldId="304"/>
            <ac:spMk id="7" creationId="{93750393-C4E8-2A3B-967F-A064AE94C8AB}"/>
          </ac:spMkLst>
        </pc:spChg>
        <pc:spChg chg="mod">
          <ac:chgData name="Cassandra WALKER" userId="7d551a76-2a3b-46ce-9612-27f9694a0380" providerId="ADAL" clId="{6AAC3E8D-2558-4C91-B425-AB719F17C52A}" dt="2023-07-13T16:22:00.676" v="413" actId="14100"/>
          <ac:spMkLst>
            <pc:docMk/>
            <pc:sldMk cId="309291614" sldId="304"/>
            <ac:spMk id="14" creationId="{CCE27503-62D8-5D32-C3BF-3FCB7E983EF2}"/>
          </ac:spMkLst>
        </pc:spChg>
        <pc:spChg chg="mod">
          <ac:chgData name="Cassandra WALKER" userId="7d551a76-2a3b-46ce-9612-27f9694a0380" providerId="ADAL" clId="{6AAC3E8D-2558-4C91-B425-AB719F17C52A}" dt="2023-07-13T15:44:19.542" v="205" actId="20577"/>
          <ac:spMkLst>
            <pc:docMk/>
            <pc:sldMk cId="309291614" sldId="304"/>
            <ac:spMk id="27" creationId="{2D0E0F6B-5083-5435-2B47-5382D68547FE}"/>
          </ac:spMkLst>
        </pc:spChg>
        <pc:cxnChg chg="del mod">
          <ac:chgData name="Cassandra WALKER" userId="7d551a76-2a3b-46ce-9612-27f9694a0380" providerId="ADAL" clId="{6AAC3E8D-2558-4C91-B425-AB719F17C52A}" dt="2023-07-13T15:39:33.552" v="140" actId="478"/>
          <ac:cxnSpMkLst>
            <pc:docMk/>
            <pc:sldMk cId="309291614" sldId="304"/>
            <ac:cxnSpMk id="5" creationId="{A14532CF-B3C2-EF49-8FEF-AFDDDBD45423}"/>
          </ac:cxnSpMkLst>
        </pc:cxnChg>
        <pc:cxnChg chg="mod">
          <ac:chgData name="Cassandra WALKER" userId="7d551a76-2a3b-46ce-9612-27f9694a0380" providerId="ADAL" clId="{6AAC3E8D-2558-4C91-B425-AB719F17C52A}" dt="2023-07-13T15:39:54.429" v="148" actId="14100"/>
          <ac:cxnSpMkLst>
            <pc:docMk/>
            <pc:sldMk cId="309291614" sldId="304"/>
            <ac:cxnSpMk id="54" creationId="{ECA74230-3527-4E4E-BBE6-8334D4626557}"/>
          </ac:cxnSpMkLst>
        </pc:cxnChg>
        <pc:cxnChg chg="mod">
          <ac:chgData name="Cassandra WALKER" userId="7d551a76-2a3b-46ce-9612-27f9694a0380" providerId="ADAL" clId="{6AAC3E8D-2558-4C91-B425-AB719F17C52A}" dt="2023-07-13T15:39:50.539" v="147" actId="14100"/>
          <ac:cxnSpMkLst>
            <pc:docMk/>
            <pc:sldMk cId="309291614" sldId="304"/>
            <ac:cxnSpMk id="58" creationId="{B60F1896-1466-4105-B802-82071799A00B}"/>
          </ac:cxnSpMkLst>
        </pc:cxnChg>
      </pc:sldChg>
      <pc:sldChg chg="modSp mod modNotesTx">
        <pc:chgData name="Cassandra WALKER" userId="7d551a76-2a3b-46ce-9612-27f9694a0380" providerId="ADAL" clId="{6AAC3E8D-2558-4C91-B425-AB719F17C52A}" dt="2023-07-13T16:22:32" v="414"/>
        <pc:sldMkLst>
          <pc:docMk/>
          <pc:sldMk cId="1860416198" sldId="306"/>
        </pc:sldMkLst>
        <pc:spChg chg="mod">
          <ac:chgData name="Cassandra WALKER" userId="7d551a76-2a3b-46ce-9612-27f9694a0380" providerId="ADAL" clId="{6AAC3E8D-2558-4C91-B425-AB719F17C52A}" dt="2023-07-13T15:44:27.408" v="207" actId="20577"/>
          <ac:spMkLst>
            <pc:docMk/>
            <pc:sldMk cId="1860416198" sldId="306"/>
            <ac:spMk id="4" creationId="{43641339-8560-7BE9-2C09-A2F73AFF18B0}"/>
          </ac:spMkLst>
        </pc:spChg>
      </pc:sldChg>
      <pc:sldChg chg="modSp mod setBg">
        <pc:chgData name="Cassandra WALKER" userId="7d551a76-2a3b-46ce-9612-27f9694a0380" providerId="ADAL" clId="{6AAC3E8D-2558-4C91-B425-AB719F17C52A}" dt="2023-07-13T16:21:50.158" v="411" actId="14100"/>
        <pc:sldMkLst>
          <pc:docMk/>
          <pc:sldMk cId="475964468" sldId="310"/>
        </pc:sldMkLst>
        <pc:spChg chg="mod">
          <ac:chgData name="Cassandra WALKER" userId="7d551a76-2a3b-46ce-9612-27f9694a0380" providerId="ADAL" clId="{6AAC3E8D-2558-4C91-B425-AB719F17C52A}" dt="2023-07-13T16:21:35.168" v="409" actId="20577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Cassandra WALKER" userId="7d551a76-2a3b-46ce-9612-27f9694a0380" providerId="ADAL" clId="{6AAC3E8D-2558-4C91-B425-AB719F17C52A}" dt="2023-07-13T16:20:51.632" v="379" actId="20577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Cassandra WALKER" userId="7d551a76-2a3b-46ce-9612-27f9694a0380" providerId="ADAL" clId="{6AAC3E8D-2558-4C91-B425-AB719F17C52A}" dt="2023-07-13T16:20:54.655" v="386" actId="20577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Cassandra WALKER" userId="7d551a76-2a3b-46ce-9612-27f9694a0380" providerId="ADAL" clId="{6AAC3E8D-2558-4C91-B425-AB719F17C52A}" dt="2023-07-13T16:21:16.932" v="399" actId="20577"/>
          <ac:spMkLst>
            <pc:docMk/>
            <pc:sldMk cId="475964468" sldId="310"/>
            <ac:spMk id="9" creationId="{5C2CACA0-144C-1FA4-3B93-3821251A134B}"/>
          </ac:spMkLst>
        </pc:spChg>
        <pc:spChg chg="mod">
          <ac:chgData name="Cassandra WALKER" userId="7d551a76-2a3b-46ce-9612-27f9694a0380" providerId="ADAL" clId="{6AAC3E8D-2558-4C91-B425-AB719F17C52A}" dt="2023-07-13T16:20:59.917" v="389" actId="20577"/>
          <ac:spMkLst>
            <pc:docMk/>
            <pc:sldMk cId="475964468" sldId="310"/>
            <ac:spMk id="17" creationId="{EBE5976E-B8EE-C91A-61C7-41EE920339DA}"/>
          </ac:spMkLst>
        </pc:spChg>
        <pc:spChg chg="mod">
          <ac:chgData name="Cassandra WALKER" userId="7d551a76-2a3b-46ce-9612-27f9694a0380" providerId="ADAL" clId="{6AAC3E8D-2558-4C91-B425-AB719F17C52A}" dt="2023-07-13T16:21:02.812" v="394" actId="20577"/>
          <ac:spMkLst>
            <pc:docMk/>
            <pc:sldMk cId="475964468" sldId="310"/>
            <ac:spMk id="18" creationId="{D18ED16F-1385-C386-3999-5DBC532DC256}"/>
          </ac:spMkLst>
        </pc:spChg>
        <pc:cxnChg chg="mod">
          <ac:chgData name="Cassandra WALKER" userId="7d551a76-2a3b-46ce-9612-27f9694a0380" providerId="ADAL" clId="{6AAC3E8D-2558-4C91-B425-AB719F17C52A}" dt="2023-07-13T16:21:50.158" v="411" actId="14100"/>
          <ac:cxnSpMkLst>
            <pc:docMk/>
            <pc:sldMk cId="475964468" sldId="310"/>
            <ac:cxnSpMk id="8" creationId="{9D59422C-9108-259D-0994-4049D64FC570}"/>
          </ac:cxnSpMkLst>
        </pc:cxnChg>
      </pc:sldChg>
      <pc:sldChg chg="modSp mod">
        <pc:chgData name="Cassandra WALKER" userId="7d551a76-2a3b-46ce-9612-27f9694a0380" providerId="ADAL" clId="{6AAC3E8D-2558-4C91-B425-AB719F17C52A}" dt="2023-07-13T15:47:42.650" v="300" actId="20577"/>
        <pc:sldMkLst>
          <pc:docMk/>
          <pc:sldMk cId="721206394" sldId="311"/>
        </pc:sldMkLst>
        <pc:spChg chg="mod">
          <ac:chgData name="Cassandra WALKER" userId="7d551a76-2a3b-46ce-9612-27f9694a0380" providerId="ADAL" clId="{6AAC3E8D-2558-4C91-B425-AB719F17C52A}" dt="2023-07-13T15:47:42.650" v="300" actId="20577"/>
          <ac:spMkLst>
            <pc:docMk/>
            <pc:sldMk cId="721206394" sldId="311"/>
            <ac:spMk id="3" creationId="{00000000-0000-0000-0000-000000000000}"/>
          </ac:spMkLst>
        </pc:spChg>
      </pc:sldChg>
      <pc:sldChg chg="modSp del mod">
        <pc:chgData name="Cassandra WALKER" userId="7d551a76-2a3b-46ce-9612-27f9694a0380" providerId="ADAL" clId="{6AAC3E8D-2558-4C91-B425-AB719F17C52A}" dt="2023-07-13T15:44:03.710" v="198" actId="47"/>
        <pc:sldMkLst>
          <pc:docMk/>
          <pc:sldMk cId="358726913" sldId="312"/>
        </pc:sldMkLst>
        <pc:spChg chg="mod">
          <ac:chgData name="Cassandra WALKER" userId="7d551a76-2a3b-46ce-9612-27f9694a0380" providerId="ADAL" clId="{6AAC3E8D-2558-4C91-B425-AB719F17C52A}" dt="2023-07-13T15:43:59.521" v="195" actId="21"/>
          <ac:spMkLst>
            <pc:docMk/>
            <pc:sldMk cId="358726913" sldId="312"/>
            <ac:spMk id="3" creationId="{00000000-0000-0000-0000-000000000000}"/>
          </ac:spMkLst>
        </pc:spChg>
      </pc:sldChg>
      <pc:sldMasterChg chg="modSldLayout">
        <pc:chgData name="Cassandra WALKER" userId="7d551a76-2a3b-46ce-9612-27f9694a0380" providerId="ADAL" clId="{6AAC3E8D-2558-4C91-B425-AB719F17C52A}" dt="2023-07-13T15:45:30.539" v="213" actId="790"/>
        <pc:sldMasterMkLst>
          <pc:docMk/>
          <pc:sldMasterMk cId="818424624" sldId="2147483665"/>
        </pc:sldMasterMkLst>
        <pc:sldLayoutChg chg="modSp mod">
          <pc:chgData name="Cassandra WALKER" userId="7d551a76-2a3b-46ce-9612-27f9694a0380" providerId="ADAL" clId="{6AAC3E8D-2558-4C91-B425-AB719F17C52A}" dt="2023-07-13T15:45:30.539" v="213" actId="790"/>
          <pc:sldLayoutMkLst>
            <pc:docMk/>
            <pc:sldMasterMk cId="818424624" sldId="2147483665"/>
            <pc:sldLayoutMk cId="92110770" sldId="2147483672"/>
          </pc:sldLayoutMkLst>
          <pc:spChg chg="mod">
            <ac:chgData name="Cassandra WALKER" userId="7d551a76-2a3b-46ce-9612-27f9694a0380" providerId="ADAL" clId="{6AAC3E8D-2558-4C91-B425-AB719F17C52A}" dt="2023-07-13T15:45:30.539" v="213" actId="790"/>
            <ac:spMkLst>
              <pc:docMk/>
              <pc:sldMasterMk cId="818424624" sldId="2147483665"/>
              <pc:sldLayoutMk cId="92110770" sldId="2147483672"/>
              <ac:spMk id="7" creationId="{45E43B2A-AD48-1C47-BB21-AA2602857130}"/>
            </ac:spMkLst>
          </pc:spChg>
        </pc:sldLayoutChg>
      </pc:sldMasterChg>
    </pc:docChg>
  </pc:docChgLst>
  <pc:docChgLst>
    <pc:chgData name="Ndeye Fatou DIEME" userId="S::ndeyefatou.dieme@wfp.org::fcd7c9ff-0ca7-4b50-a3f5-34a106a66dea" providerId="AD" clId="Web-{D26D0DF4-B055-840B-6ACF-3B7466E20CB5}"/>
    <pc:docChg chg="modSld">
      <pc:chgData name="Ndeye Fatou DIEME" userId="S::ndeyefatou.dieme@wfp.org::fcd7c9ff-0ca7-4b50-a3f5-34a106a66dea" providerId="AD" clId="Web-{D26D0DF4-B055-840B-6ACF-3B7466E20CB5}" dt="2024-08-14T14:17:58.655" v="72" actId="14100"/>
      <pc:docMkLst>
        <pc:docMk/>
      </pc:docMkLst>
      <pc:sldChg chg="modSp">
        <pc:chgData name="Ndeye Fatou DIEME" userId="S::ndeyefatou.dieme@wfp.org::fcd7c9ff-0ca7-4b50-a3f5-34a106a66dea" providerId="AD" clId="Web-{D26D0DF4-B055-840B-6ACF-3B7466E20CB5}" dt="2024-08-14T14:00:29.334" v="4" actId="20577"/>
        <pc:sldMkLst>
          <pc:docMk/>
          <pc:sldMk cId="1472955817" sldId="261"/>
        </pc:sldMkLst>
        <pc:spChg chg="mod">
          <ac:chgData name="Ndeye Fatou DIEME" userId="S::ndeyefatou.dieme@wfp.org::fcd7c9ff-0ca7-4b50-a3f5-34a106a66dea" providerId="AD" clId="Web-{D26D0DF4-B055-840B-6ACF-3B7466E20CB5}" dt="2024-08-14T14:00:29.334" v="4" actId="20577"/>
          <ac:spMkLst>
            <pc:docMk/>
            <pc:sldMk cId="1472955817" sldId="261"/>
            <ac:spMk id="9" creationId="{1A015D9C-C9D3-D64F-ADA5-742B12AEEA7C}"/>
          </ac:spMkLst>
        </pc:spChg>
      </pc:sldChg>
      <pc:sldChg chg="modSp">
        <pc:chgData name="Ndeye Fatou DIEME" userId="S::ndeyefatou.dieme@wfp.org::fcd7c9ff-0ca7-4b50-a3f5-34a106a66dea" providerId="AD" clId="Web-{D26D0DF4-B055-840B-6ACF-3B7466E20CB5}" dt="2024-08-14T14:09:12.494" v="15" actId="20577"/>
        <pc:sldMkLst>
          <pc:docMk/>
          <pc:sldMk cId="12140453" sldId="293"/>
        </pc:sldMkLst>
        <pc:spChg chg="mod">
          <ac:chgData name="Ndeye Fatou DIEME" userId="S::ndeyefatou.dieme@wfp.org::fcd7c9ff-0ca7-4b50-a3f5-34a106a66dea" providerId="AD" clId="Web-{D26D0DF4-B055-840B-6ACF-3B7466E20CB5}" dt="2024-08-14T14:09:12.494" v="15" actId="20577"/>
          <ac:spMkLst>
            <pc:docMk/>
            <pc:sldMk cId="12140453" sldId="293"/>
            <ac:spMk id="3" creationId="{BA0B35CF-F8D9-4777-A432-1DE7A6FC16DC}"/>
          </ac:spMkLst>
        </pc:spChg>
      </pc:sldChg>
      <pc:sldChg chg="modSp">
        <pc:chgData name="Ndeye Fatou DIEME" userId="S::ndeyefatou.dieme@wfp.org::fcd7c9ff-0ca7-4b50-a3f5-34a106a66dea" providerId="AD" clId="Web-{D26D0DF4-B055-840B-6ACF-3B7466E20CB5}" dt="2024-08-14T14:14:51.423" v="41" actId="20577"/>
        <pc:sldMkLst>
          <pc:docMk/>
          <pc:sldMk cId="309291614" sldId="304"/>
        </pc:sldMkLst>
        <pc:spChg chg="mod">
          <ac:chgData name="Ndeye Fatou DIEME" userId="S::ndeyefatou.dieme@wfp.org::fcd7c9ff-0ca7-4b50-a3f5-34a106a66dea" providerId="AD" clId="Web-{D26D0DF4-B055-840B-6ACF-3B7466E20CB5}" dt="2024-08-14T14:14:22.390" v="35" actId="20577"/>
          <ac:spMkLst>
            <pc:docMk/>
            <pc:sldMk cId="309291614" sldId="304"/>
            <ac:spMk id="3" creationId="{82B10C7A-2E3F-185C-4E55-0859BF7B2776}"/>
          </ac:spMkLst>
        </pc:spChg>
        <pc:spChg chg="mod">
          <ac:chgData name="Ndeye Fatou DIEME" userId="S::ndeyefatou.dieme@wfp.org::fcd7c9ff-0ca7-4b50-a3f5-34a106a66dea" providerId="AD" clId="Web-{D26D0DF4-B055-840B-6ACF-3B7466E20CB5}" dt="2024-08-14T14:14:51.423" v="41" actId="20577"/>
          <ac:spMkLst>
            <pc:docMk/>
            <pc:sldMk cId="309291614" sldId="304"/>
            <ac:spMk id="7" creationId="{93750393-C4E8-2A3B-967F-A064AE94C8AB}"/>
          </ac:spMkLst>
        </pc:spChg>
      </pc:sldChg>
      <pc:sldChg chg="modSp">
        <pc:chgData name="Ndeye Fatou DIEME" userId="S::ndeyefatou.dieme@wfp.org::fcd7c9ff-0ca7-4b50-a3f5-34a106a66dea" providerId="AD" clId="Web-{D26D0DF4-B055-840B-6ACF-3B7466E20CB5}" dt="2024-08-14T14:17:58.655" v="72" actId="14100"/>
        <pc:sldMkLst>
          <pc:docMk/>
          <pc:sldMk cId="475964468" sldId="310"/>
        </pc:sldMkLst>
        <pc:spChg chg="mod">
          <ac:chgData name="Ndeye Fatou DIEME" userId="S::ndeyefatou.dieme@wfp.org::fcd7c9ff-0ca7-4b50-a3f5-34a106a66dea" providerId="AD" clId="Web-{D26D0DF4-B055-840B-6ACF-3B7466E20CB5}" dt="2024-08-14T14:17:09.355" v="66" actId="14100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Ndeye Fatou DIEME" userId="S::ndeyefatou.dieme@wfp.org::fcd7c9ff-0ca7-4b50-a3f5-34a106a66dea" providerId="AD" clId="Web-{D26D0DF4-B055-840B-6ACF-3B7466E20CB5}" dt="2024-08-14T14:16:34.977" v="59" actId="14100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Ndeye Fatou DIEME" userId="S::ndeyefatou.dieme@wfp.org::fcd7c9ff-0ca7-4b50-a3f5-34a106a66dea" providerId="AD" clId="Web-{D26D0DF4-B055-840B-6ACF-3B7466E20CB5}" dt="2024-08-14T14:17:05.386" v="65" actId="14100"/>
          <ac:spMkLst>
            <pc:docMk/>
            <pc:sldMk cId="475964468" sldId="310"/>
            <ac:spMk id="7" creationId="{93750393-C4E8-2A3B-967F-A064AE94C8AB}"/>
          </ac:spMkLst>
        </pc:spChg>
        <pc:spChg chg="mod">
          <ac:chgData name="Ndeye Fatou DIEME" userId="S::ndeyefatou.dieme@wfp.org::fcd7c9ff-0ca7-4b50-a3f5-34a106a66dea" providerId="AD" clId="Web-{D26D0DF4-B055-840B-6ACF-3B7466E20CB5}" dt="2024-08-14T14:15:15.503" v="43" actId="20577"/>
          <ac:spMkLst>
            <pc:docMk/>
            <pc:sldMk cId="475964468" sldId="310"/>
            <ac:spMk id="9" creationId="{5C2CACA0-144C-1FA4-3B93-3821251A134B}"/>
          </ac:spMkLst>
        </pc:spChg>
        <pc:spChg chg="mod">
          <ac:chgData name="Ndeye Fatou DIEME" userId="S::ndeyefatou.dieme@wfp.org::fcd7c9ff-0ca7-4b50-a3f5-34a106a66dea" providerId="AD" clId="Web-{D26D0DF4-B055-840B-6ACF-3B7466E20CB5}" dt="2024-08-14T14:17:01.073" v="64" actId="14100"/>
          <ac:spMkLst>
            <pc:docMk/>
            <pc:sldMk cId="475964468" sldId="310"/>
            <ac:spMk id="14" creationId="{CCE27503-62D8-5D32-C3BF-3FCB7E983EF2}"/>
          </ac:spMkLst>
        </pc:spChg>
        <pc:spChg chg="mod">
          <ac:chgData name="Ndeye Fatou DIEME" userId="S::ndeyefatou.dieme@wfp.org::fcd7c9ff-0ca7-4b50-a3f5-34a106a66dea" providerId="AD" clId="Web-{D26D0DF4-B055-840B-6ACF-3B7466E20CB5}" dt="2024-08-14T14:16:54.604" v="63" actId="14100"/>
          <ac:spMkLst>
            <pc:docMk/>
            <pc:sldMk cId="475964468" sldId="310"/>
            <ac:spMk id="17" creationId="{EBE5976E-B8EE-C91A-61C7-41EE920339DA}"/>
          </ac:spMkLst>
        </pc:spChg>
        <pc:spChg chg="mod">
          <ac:chgData name="Ndeye Fatou DIEME" userId="S::ndeyefatou.dieme@wfp.org::fcd7c9ff-0ca7-4b50-a3f5-34a106a66dea" providerId="AD" clId="Web-{D26D0DF4-B055-840B-6ACF-3B7466E20CB5}" dt="2024-08-14T14:17:58.655" v="72" actId="14100"/>
          <ac:spMkLst>
            <pc:docMk/>
            <pc:sldMk cId="475964468" sldId="310"/>
            <ac:spMk id="18" creationId="{D18ED16F-1385-C386-3999-5DBC532DC256}"/>
          </ac:spMkLst>
        </pc:spChg>
        <pc:cxnChg chg="mod">
          <ac:chgData name="Ndeye Fatou DIEME" userId="S::ndeyefatou.dieme@wfp.org::fcd7c9ff-0ca7-4b50-a3f5-34a106a66dea" providerId="AD" clId="Web-{D26D0DF4-B055-840B-6ACF-3B7466E20CB5}" dt="2024-08-14T14:17:01.073" v="64" actId="14100"/>
          <ac:cxnSpMkLst>
            <pc:docMk/>
            <pc:sldMk cId="475964468" sldId="310"/>
            <ac:cxnSpMk id="54" creationId="{ECA74230-3527-4E4E-BBE6-8334D4626557}"/>
          </ac:cxnSpMkLst>
        </pc:cxnChg>
        <pc:cxnChg chg="mod">
          <ac:chgData name="Ndeye Fatou DIEME" userId="S::ndeyefatou.dieme@wfp.org::fcd7c9ff-0ca7-4b50-a3f5-34a106a66dea" providerId="AD" clId="Web-{D26D0DF4-B055-840B-6ACF-3B7466E20CB5}" dt="2024-08-14T14:17:05.386" v="65" actId="14100"/>
          <ac:cxnSpMkLst>
            <pc:docMk/>
            <pc:sldMk cId="475964468" sldId="310"/>
            <ac:cxnSpMk id="58" creationId="{B60F1896-1466-4105-B802-82071799A00B}"/>
          </ac:cxnSpMkLst>
        </pc:cxnChg>
      </pc:sldChg>
      <pc:sldChg chg="modSp">
        <pc:chgData name="Ndeye Fatou DIEME" userId="S::ndeyefatou.dieme@wfp.org::fcd7c9ff-0ca7-4b50-a3f5-34a106a66dea" providerId="AD" clId="Web-{D26D0DF4-B055-840B-6ACF-3B7466E20CB5}" dt="2024-08-14T14:12:30.633" v="33" actId="20577"/>
        <pc:sldMkLst>
          <pc:docMk/>
          <pc:sldMk cId="721206394" sldId="311"/>
        </pc:sldMkLst>
        <pc:spChg chg="mod">
          <ac:chgData name="Ndeye Fatou DIEME" userId="S::ndeyefatou.dieme@wfp.org::fcd7c9ff-0ca7-4b50-a3f5-34a106a66dea" providerId="AD" clId="Web-{D26D0DF4-B055-840B-6ACF-3B7466E20CB5}" dt="2024-08-14T14:12:30.633" v="33" actId="20577"/>
          <ac:spMkLst>
            <pc:docMk/>
            <pc:sldMk cId="721206394" sldId="311"/>
            <ac:spMk id="3" creationId="{00000000-0000-0000-0000-000000000000}"/>
          </ac:spMkLst>
        </pc:spChg>
        <pc:spChg chg="mod">
          <ac:chgData name="Ndeye Fatou DIEME" userId="S::ndeyefatou.dieme@wfp.org::fcd7c9ff-0ca7-4b50-a3f5-34a106a66dea" providerId="AD" clId="Web-{D26D0DF4-B055-840B-6ACF-3B7466E20CB5}" dt="2024-08-14T14:11:48.942" v="29" actId="20577"/>
          <ac:spMkLst>
            <pc:docMk/>
            <pc:sldMk cId="721206394" sldId="311"/>
            <ac:spMk id="8" creationId="{BB642E77-5AC9-D346-BC1E-D93A00D9631D}"/>
          </ac:spMkLst>
        </pc:spChg>
      </pc:sldChg>
    </pc:docChg>
  </pc:docChgLst>
  <pc:docChgLst>
    <pc:chgData name="Cassandra WALKER" userId="S::cassandra.walker@wfp.org::7d551a76-2a3b-46ce-9612-27f9694a0380" providerId="AD" clId="Web-{132A0B34-5DC9-8ADB-EDCE-5F2B39A9AC77}"/>
    <pc:docChg chg="addSld delSld modSld sldOrd">
      <pc:chgData name="Cassandra WALKER" userId="S::cassandra.walker@wfp.org::7d551a76-2a3b-46ce-9612-27f9694a0380" providerId="AD" clId="Web-{132A0B34-5DC9-8ADB-EDCE-5F2B39A9AC77}" dt="2023-07-13T15:29:50.366" v="236" actId="20577"/>
      <pc:docMkLst>
        <pc:docMk/>
      </pc:docMkLst>
      <pc:sldChg chg="addSp delSp modSp modNotes">
        <pc:chgData name="Cassandra WALKER" userId="S::cassandra.walker@wfp.org::7d551a76-2a3b-46ce-9612-27f9694a0380" providerId="AD" clId="Web-{132A0B34-5DC9-8ADB-EDCE-5F2B39A9AC77}" dt="2023-07-13T15:17:08.929" v="213"/>
        <pc:sldMkLst>
          <pc:docMk/>
          <pc:sldMk cId="1472955817" sldId="261"/>
        </pc:sldMkLst>
        <pc:spChg chg="mod">
          <ac:chgData name="Cassandra WALKER" userId="S::cassandra.walker@wfp.org::7d551a76-2a3b-46ce-9612-27f9694a0380" providerId="AD" clId="Web-{132A0B34-5DC9-8ADB-EDCE-5F2B39A9AC77}" dt="2023-07-13T15:13:45.467" v="207" actId="1076"/>
          <ac:spMkLst>
            <pc:docMk/>
            <pc:sldMk cId="1472955817" sldId="261"/>
            <ac:spMk id="9" creationId="{1A015D9C-C9D3-D64F-ADA5-742B12AEEA7C}"/>
          </ac:spMkLst>
        </pc:spChg>
        <pc:picChg chg="add del mod">
          <ac:chgData name="Cassandra WALKER" userId="S::cassandra.walker@wfp.org::7d551a76-2a3b-46ce-9612-27f9694a0380" providerId="AD" clId="Web-{132A0B34-5DC9-8ADB-EDCE-5F2B39A9AC77}" dt="2023-07-13T15:13:20.826" v="198"/>
          <ac:picMkLst>
            <pc:docMk/>
            <pc:sldMk cId="1472955817" sldId="261"/>
            <ac:picMk id="2" creationId="{5113492D-7AFE-F7F4-0841-32EA86940509}"/>
          </ac:picMkLst>
        </pc:picChg>
        <pc:picChg chg="add mod">
          <ac:chgData name="Cassandra WALKER" userId="S::cassandra.walker@wfp.org::7d551a76-2a3b-46ce-9612-27f9694a0380" providerId="AD" clId="Web-{132A0B34-5DC9-8ADB-EDCE-5F2B39A9AC77}" dt="2023-07-13T15:13:32.686" v="204" actId="1076"/>
          <ac:picMkLst>
            <pc:docMk/>
            <pc:sldMk cId="1472955817" sldId="261"/>
            <ac:picMk id="3" creationId="{338928D0-70F9-C3B1-3AC0-30895A2118C3}"/>
          </ac:picMkLst>
        </pc:picChg>
      </pc:sldChg>
      <pc:sldChg chg="modSp ord">
        <pc:chgData name="Cassandra WALKER" userId="S::cassandra.walker@wfp.org::7d551a76-2a3b-46ce-9612-27f9694a0380" providerId="AD" clId="Web-{132A0B34-5DC9-8ADB-EDCE-5F2B39A9AC77}" dt="2023-07-13T15:07:02.045" v="151" actId="20577"/>
        <pc:sldMkLst>
          <pc:docMk/>
          <pc:sldMk cId="1261453650" sldId="277"/>
        </pc:sldMkLst>
        <pc:spChg chg="mod">
          <ac:chgData name="Cassandra WALKER" userId="S::cassandra.walker@wfp.org::7d551a76-2a3b-46ce-9612-27f9694a0380" providerId="AD" clId="Web-{132A0B34-5DC9-8ADB-EDCE-5F2B39A9AC77}" dt="2023-07-13T15:07:02.045" v="151" actId="20577"/>
          <ac:spMkLst>
            <pc:docMk/>
            <pc:sldMk cId="1261453650" sldId="277"/>
            <ac:spMk id="5" creationId="{AA2E673B-7418-3875-06A7-6B9E0C1DFEC1}"/>
          </ac:spMkLst>
        </pc:spChg>
      </pc:sldChg>
      <pc:sldChg chg="delSp">
        <pc:chgData name="Cassandra WALKER" userId="S::cassandra.walker@wfp.org::7d551a76-2a3b-46ce-9612-27f9694a0380" providerId="AD" clId="Web-{132A0B34-5DC9-8ADB-EDCE-5F2B39A9AC77}" dt="2023-07-13T15:07:41.234" v="154"/>
        <pc:sldMkLst>
          <pc:docMk/>
          <pc:sldMk cId="1390366204" sldId="286"/>
        </pc:sldMkLst>
        <pc:spChg chg="del">
          <ac:chgData name="Cassandra WALKER" userId="S::cassandra.walker@wfp.org::7d551a76-2a3b-46ce-9612-27f9694a0380" providerId="AD" clId="Web-{132A0B34-5DC9-8ADB-EDCE-5F2B39A9AC77}" dt="2023-07-13T15:07:41.234" v="154"/>
          <ac:spMkLst>
            <pc:docMk/>
            <pc:sldMk cId="1390366204" sldId="286"/>
            <ac:spMk id="6" creationId="{976CF346-227C-9D0A-FCA6-48B7717B8252}"/>
          </ac:spMkLst>
        </pc:spChg>
        <pc:graphicFrameChg chg="del">
          <ac:chgData name="Cassandra WALKER" userId="S::cassandra.walker@wfp.org::7d551a76-2a3b-46ce-9612-27f9694a0380" providerId="AD" clId="Web-{132A0B34-5DC9-8ADB-EDCE-5F2B39A9AC77}" dt="2023-07-13T15:07:33.515" v="153"/>
          <ac:graphicFrameMkLst>
            <pc:docMk/>
            <pc:sldMk cId="1390366204" sldId="286"/>
            <ac:graphicFrameMk id="7" creationId="{4DC19564-DA97-85B7-C134-AB5663E5E240}"/>
          </ac:graphicFrameMkLst>
        </pc:graphicFrameChg>
      </pc:sldChg>
      <pc:sldChg chg="modSp">
        <pc:chgData name="Cassandra WALKER" userId="S::cassandra.walker@wfp.org::7d551a76-2a3b-46ce-9612-27f9694a0380" providerId="AD" clId="Web-{132A0B34-5DC9-8ADB-EDCE-5F2B39A9AC77}" dt="2023-07-13T15:10:38.991" v="179" actId="20577"/>
        <pc:sldMkLst>
          <pc:docMk/>
          <pc:sldMk cId="1042580577" sldId="287"/>
        </pc:sldMkLst>
        <pc:spChg chg="mod">
          <ac:chgData name="Cassandra WALKER" userId="S::cassandra.walker@wfp.org::7d551a76-2a3b-46ce-9612-27f9694a0380" providerId="AD" clId="Web-{132A0B34-5DC9-8ADB-EDCE-5F2B39A9AC77}" dt="2023-07-13T15:07:13.483" v="152" actId="20577"/>
          <ac:spMkLst>
            <pc:docMk/>
            <pc:sldMk cId="1042580577" sldId="287"/>
            <ac:spMk id="2" creationId="{F029B89D-5416-48E5-81EA-436AE51F041C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10:38.991" v="179" actId="20577"/>
          <ac:spMkLst>
            <pc:docMk/>
            <pc:sldMk cId="1042580577" sldId="287"/>
            <ac:spMk id="3" creationId="{BA0B35CF-F8D9-4777-A432-1DE7A6FC16DC}"/>
          </ac:spMkLst>
        </pc:spChg>
      </pc:sldChg>
      <pc:sldChg chg="modSp del">
        <pc:chgData name="Cassandra WALKER" userId="S::cassandra.walker@wfp.org::7d551a76-2a3b-46ce-9612-27f9694a0380" providerId="AD" clId="Web-{132A0B34-5DC9-8ADB-EDCE-5F2B39A9AC77}" dt="2023-07-13T14:54:19.810" v="20"/>
        <pc:sldMkLst>
          <pc:docMk/>
          <pc:sldMk cId="434839054" sldId="292"/>
        </pc:sldMkLst>
        <pc:spChg chg="mod">
          <ac:chgData name="Cassandra WALKER" userId="S::cassandra.walker@wfp.org::7d551a76-2a3b-46ce-9612-27f9694a0380" providerId="AD" clId="Web-{132A0B34-5DC9-8ADB-EDCE-5F2B39A9AC77}" dt="2023-07-13T14:53:53.231" v="19" actId="20577"/>
          <ac:spMkLst>
            <pc:docMk/>
            <pc:sldMk cId="434839054" sldId="292"/>
            <ac:spMk id="2" creationId="{F029B89D-5416-48E5-81EA-436AE51F041C}"/>
          </ac:spMkLst>
        </pc:spChg>
      </pc:sldChg>
      <pc:sldChg chg="modSp">
        <pc:chgData name="Cassandra WALKER" userId="S::cassandra.walker@wfp.org::7d551a76-2a3b-46ce-9612-27f9694a0380" providerId="AD" clId="Web-{132A0B34-5DC9-8ADB-EDCE-5F2B39A9AC77}" dt="2023-07-13T15:29:01.271" v="226"/>
        <pc:sldMkLst>
          <pc:docMk/>
          <pc:sldMk cId="12140453" sldId="293"/>
        </pc:sldMkLst>
        <pc:spChg chg="mod">
          <ac:chgData name="Cassandra WALKER" userId="S::cassandra.walker@wfp.org::7d551a76-2a3b-46ce-9612-27f9694a0380" providerId="AD" clId="Web-{132A0B34-5DC9-8ADB-EDCE-5F2B39A9AC77}" dt="2023-07-13T15:29:01.271" v="226"/>
          <ac:spMkLst>
            <pc:docMk/>
            <pc:sldMk cId="12140453" sldId="293"/>
            <ac:spMk id="2" creationId="{F029B89D-5416-48E5-81EA-436AE51F041C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28:52.083" v="225" actId="20577"/>
          <ac:spMkLst>
            <pc:docMk/>
            <pc:sldMk cId="12140453" sldId="293"/>
            <ac:spMk id="3" creationId="{BA0B35CF-F8D9-4777-A432-1DE7A6FC16DC}"/>
          </ac:spMkLst>
        </pc:spChg>
      </pc:sldChg>
      <pc:sldChg chg="modSp">
        <pc:chgData name="Cassandra WALKER" userId="S::cassandra.walker@wfp.org::7d551a76-2a3b-46ce-9612-27f9694a0380" providerId="AD" clId="Web-{132A0B34-5DC9-8ADB-EDCE-5F2B39A9AC77}" dt="2023-07-13T15:29:07.099" v="227"/>
        <pc:sldMkLst>
          <pc:docMk/>
          <pc:sldMk cId="2571662685" sldId="296"/>
        </pc:sldMkLst>
        <pc:spChg chg="mod">
          <ac:chgData name="Cassandra WALKER" userId="S::cassandra.walker@wfp.org::7d551a76-2a3b-46ce-9612-27f9694a0380" providerId="AD" clId="Web-{132A0B34-5DC9-8ADB-EDCE-5F2B39A9AC77}" dt="2023-07-13T15:29:07.099" v="227"/>
          <ac:spMkLst>
            <pc:docMk/>
            <pc:sldMk cId="2571662685" sldId="296"/>
            <ac:spMk id="2" creationId="{7F999FF3-0E37-AD51-18F7-3D20C12981BD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12:09.948" v="192" actId="20577"/>
          <ac:spMkLst>
            <pc:docMk/>
            <pc:sldMk cId="2571662685" sldId="296"/>
            <ac:spMk id="3" creationId="{63505D0D-7CB2-2242-BE0E-B72CE5E5E8F7}"/>
          </ac:spMkLst>
        </pc:spChg>
      </pc:sldChg>
      <pc:sldChg chg="modSp">
        <pc:chgData name="Cassandra WALKER" userId="S::cassandra.walker@wfp.org::7d551a76-2a3b-46ce-9612-27f9694a0380" providerId="AD" clId="Web-{132A0B34-5DC9-8ADB-EDCE-5F2B39A9AC77}" dt="2023-07-13T15:11:10.961" v="189" actId="20577"/>
        <pc:sldMkLst>
          <pc:docMk/>
          <pc:sldMk cId="667740432" sldId="301"/>
        </pc:sldMkLst>
        <pc:spChg chg="mod">
          <ac:chgData name="Cassandra WALKER" userId="S::cassandra.walker@wfp.org::7d551a76-2a3b-46ce-9612-27f9694a0380" providerId="AD" clId="Web-{132A0B34-5DC9-8ADB-EDCE-5F2B39A9AC77}" dt="2023-07-13T15:11:10.961" v="189" actId="20577"/>
          <ac:spMkLst>
            <pc:docMk/>
            <pc:sldMk cId="667740432" sldId="301"/>
            <ac:spMk id="107" creationId="{B8E08D19-9EC5-420E-85B6-D43143E224B1}"/>
          </ac:spMkLst>
        </pc:spChg>
      </pc:sldChg>
      <pc:sldChg chg="modSp">
        <pc:chgData name="Cassandra WALKER" userId="S::cassandra.walker@wfp.org::7d551a76-2a3b-46ce-9612-27f9694a0380" providerId="AD" clId="Web-{132A0B34-5DC9-8ADB-EDCE-5F2B39A9AC77}" dt="2023-07-13T15:29:50.366" v="236" actId="20577"/>
        <pc:sldMkLst>
          <pc:docMk/>
          <pc:sldMk cId="309291614" sldId="304"/>
        </pc:sldMkLst>
        <pc:spChg chg="mod">
          <ac:chgData name="Cassandra WALKER" userId="S::cassandra.walker@wfp.org::7d551a76-2a3b-46ce-9612-27f9694a0380" providerId="AD" clId="Web-{132A0B34-5DC9-8ADB-EDCE-5F2B39A9AC77}" dt="2023-07-13T15:29:50.366" v="236" actId="20577"/>
          <ac:spMkLst>
            <pc:docMk/>
            <pc:sldMk cId="309291614" sldId="304"/>
            <ac:spMk id="3" creationId="{82B10C7A-2E3F-185C-4E55-0859BF7B2776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29:36.428" v="233" actId="20577"/>
          <ac:spMkLst>
            <pc:docMk/>
            <pc:sldMk cId="309291614" sldId="304"/>
            <ac:spMk id="7" creationId="{93750393-C4E8-2A3B-967F-A064AE94C8AB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29:42.116" v="235" actId="20577"/>
          <ac:spMkLst>
            <pc:docMk/>
            <pc:sldMk cId="309291614" sldId="304"/>
            <ac:spMk id="14" creationId="{CCE27503-62D8-5D32-C3BF-3FCB7E983EF2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29:14.084" v="229" actId="20577"/>
          <ac:spMkLst>
            <pc:docMk/>
            <pc:sldMk cId="309291614" sldId="304"/>
            <ac:spMk id="27" creationId="{2D0E0F6B-5083-5435-2B47-5382D68547FE}"/>
          </ac:spMkLst>
        </pc:spChg>
        <pc:cxnChg chg="mod">
          <ac:chgData name="Cassandra WALKER" userId="S::cassandra.walker@wfp.org::7d551a76-2a3b-46ce-9612-27f9694a0380" providerId="AD" clId="Web-{132A0B34-5DC9-8ADB-EDCE-5F2B39A9AC77}" dt="2023-07-13T15:14:24.656" v="211" actId="1076"/>
          <ac:cxnSpMkLst>
            <pc:docMk/>
            <pc:sldMk cId="309291614" sldId="304"/>
            <ac:cxnSpMk id="58" creationId="{B60F1896-1466-4105-B802-82071799A00B}"/>
          </ac:cxnSpMkLst>
        </pc:cxnChg>
      </pc:sldChg>
      <pc:sldChg chg="modSp">
        <pc:chgData name="Cassandra WALKER" userId="S::cassandra.walker@wfp.org::7d551a76-2a3b-46ce-9612-27f9694a0380" providerId="AD" clId="Web-{132A0B34-5DC9-8ADB-EDCE-5F2B39A9AC77}" dt="2023-07-13T14:55:18.625" v="30" actId="20577"/>
        <pc:sldMkLst>
          <pc:docMk/>
          <pc:sldMk cId="1860416198" sldId="306"/>
        </pc:sldMkLst>
        <pc:spChg chg="mod">
          <ac:chgData name="Cassandra WALKER" userId="S::cassandra.walker@wfp.org::7d551a76-2a3b-46ce-9612-27f9694a0380" providerId="AD" clId="Web-{132A0B34-5DC9-8ADB-EDCE-5F2B39A9AC77}" dt="2023-07-13T14:55:18.625" v="30" actId="20577"/>
          <ac:spMkLst>
            <pc:docMk/>
            <pc:sldMk cId="1860416198" sldId="306"/>
            <ac:spMk id="4" creationId="{43641339-8560-7BE9-2C09-A2F73AFF18B0}"/>
          </ac:spMkLst>
        </pc:spChg>
      </pc:sldChg>
      <pc:sldChg chg="add modNotes">
        <pc:chgData name="Cassandra WALKER" userId="S::cassandra.walker@wfp.org::7d551a76-2a3b-46ce-9612-27f9694a0380" providerId="AD" clId="Web-{132A0B34-5DC9-8ADB-EDCE-5F2B39A9AC77}" dt="2023-07-13T15:28:22.347" v="217"/>
        <pc:sldMkLst>
          <pc:docMk/>
          <pc:sldMk cId="721206394" sldId="311"/>
        </pc:sldMkLst>
      </pc:sldChg>
      <pc:sldChg chg="del">
        <pc:chgData name="Cassandra WALKER" userId="S::cassandra.walker@wfp.org::7d551a76-2a3b-46ce-9612-27f9694a0380" providerId="AD" clId="Web-{132A0B34-5DC9-8ADB-EDCE-5F2B39A9AC77}" dt="2023-07-13T15:05:22.337" v="135"/>
        <pc:sldMkLst>
          <pc:docMk/>
          <pc:sldMk cId="2986976553" sldId="311"/>
        </pc:sldMkLst>
      </pc:sldChg>
      <pc:sldChg chg="add">
        <pc:chgData name="Cassandra WALKER" userId="S::cassandra.walker@wfp.org::7d551a76-2a3b-46ce-9612-27f9694a0380" providerId="AD" clId="Web-{132A0B34-5DC9-8ADB-EDCE-5F2B39A9AC77}" dt="2023-07-13T15:17:32.414" v="215"/>
        <pc:sldMkLst>
          <pc:docMk/>
          <pc:sldMk cId="358726913" sldId="312"/>
        </pc:sldMkLst>
      </pc:sldChg>
      <pc:sldMasterChg chg="addSldLayout">
        <pc:chgData name="Cassandra WALKER" userId="S::cassandra.walker@wfp.org::7d551a76-2a3b-46ce-9612-27f9694a0380" providerId="AD" clId="Web-{132A0B34-5DC9-8ADB-EDCE-5F2B39A9AC77}" dt="2023-07-13T15:17:19.085" v="214"/>
        <pc:sldMasterMkLst>
          <pc:docMk/>
          <pc:sldMasterMk cId="818424624" sldId="2147483665"/>
        </pc:sldMasterMkLst>
        <pc:sldLayoutChg chg="add">
          <pc:chgData name="Cassandra WALKER" userId="S::cassandra.walker@wfp.org::7d551a76-2a3b-46ce-9612-27f9694a0380" providerId="AD" clId="Web-{132A0B34-5DC9-8ADB-EDCE-5F2B39A9AC77}" dt="2023-07-13T15:17:19.085" v="214"/>
          <pc:sldLayoutMkLst>
            <pc:docMk/>
            <pc:sldMasterMk cId="818424624" sldId="2147483665"/>
            <pc:sldLayoutMk cId="1046272739" sldId="2147483675"/>
          </pc:sldLayoutMkLst>
        </pc:sldLayoutChg>
        <pc:sldLayoutChg chg="add">
          <pc:chgData name="Cassandra WALKER" userId="S::cassandra.walker@wfp.org::7d551a76-2a3b-46ce-9612-27f9694a0380" providerId="AD" clId="Web-{132A0B34-5DC9-8ADB-EDCE-5F2B39A9AC77}" dt="2023-07-13T15:17:19.085" v="214"/>
          <pc:sldLayoutMkLst>
            <pc:docMk/>
            <pc:sldMasterMk cId="818424624" sldId="2147483665"/>
            <pc:sldLayoutMk cId="2145421068" sldId="214748367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09/09/2024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09/09/2024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fp.org/publications/consolidated-approach-reporting-indicators-food-security-cari-guidelines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CARI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l'abréviation</a:t>
            </a:r>
            <a:r>
              <a:rPr lang="en-GB" dirty="0"/>
              <a:t> de Consolidated Approach for Reporting Indicators of Food Security (</a:t>
            </a:r>
            <a:r>
              <a:rPr lang="en-GB" dirty="0" err="1"/>
              <a:t>approche</a:t>
            </a:r>
            <a:r>
              <a:rPr lang="en-GB" dirty="0"/>
              <a:t> </a:t>
            </a:r>
            <a:r>
              <a:rPr lang="en-GB" dirty="0" err="1"/>
              <a:t>consolidée</a:t>
            </a:r>
            <a:r>
              <a:rPr lang="en-GB" dirty="0"/>
              <a:t> pour </a:t>
            </a:r>
            <a:r>
              <a:rPr lang="en-GB" dirty="0" err="1"/>
              <a:t>l'établissement</a:t>
            </a:r>
            <a:r>
              <a:rPr lang="en-GB" dirty="0"/>
              <a:t> de rapports sur les </a:t>
            </a:r>
            <a:r>
              <a:rPr lang="en-GB" dirty="0" err="1"/>
              <a:t>indicateurs</a:t>
            </a:r>
            <a:r>
              <a:rPr lang="en-GB" dirty="0"/>
              <a:t> de </a:t>
            </a:r>
            <a:r>
              <a:rPr lang="en-GB" dirty="0" err="1"/>
              <a:t>sécurité</a:t>
            </a:r>
            <a:r>
              <a:rPr lang="en-GB" dirty="0"/>
              <a:t> </a:t>
            </a:r>
            <a:r>
              <a:rPr lang="en-GB" dirty="0" err="1"/>
              <a:t>alimentaire</a:t>
            </a:r>
            <a:r>
              <a:rPr lang="en-GB" dirty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0672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1" indent="-342900">
              <a:spcBef>
                <a:spcPts val="1000"/>
              </a:spcBef>
            </a:pPr>
            <a:endParaRPr lang="en-US" sz="12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5950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l'</a:t>
            </a:r>
            <a:r>
              <a:rPr lang="fr-FR" u="sng" dirty="0">
                <a:hlinkClick r:id="rId3"/>
              </a:rPr>
              <a:t>Approche consolidée pour le Compte rendu des indicateurs de sécurité alimentaire (CARI)</a:t>
            </a:r>
            <a:r>
              <a:rPr lang="fr-FR" dirty="0"/>
              <a:t> 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7022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1628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7977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5442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votre rôle dans cette étude est très important et nous apprécions beaucoup votre engagement !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228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 dirty="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fr-FR" sz="3600" b="0" kern="1400" spc="230" noProof="0" dirty="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fr-FR" sz="3600" b="0" kern="1400" spc="230" noProof="0" dirty="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B77846-8601-48E4-B89B-2B11151D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339C-1C9A-4719-9198-FC0E1830A65C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14E1F6-E7F2-4ACD-8AE1-0E0BE042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19103-B875-4677-8A2A-A98FD148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216C4-AC6E-4F9C-A6C7-90E42668D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27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6" r:id="rId2"/>
    <p:sldLayoutId id="2147483671" r:id="rId3"/>
    <p:sldLayoutId id="2147483674" r:id="rId4"/>
    <p:sldLayoutId id="2147483672" r:id="rId5"/>
    <p:sldLayoutId id="2147483673" r:id="rId6"/>
    <p:sldLayoutId id="2147483675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1A015D9C-C9D3-D64F-ADA5-742B12AEEA7C}"/>
              </a:ext>
            </a:extLst>
          </p:cNvPr>
          <p:cNvSpPr txBox="1">
            <a:spLocks/>
          </p:cNvSpPr>
          <p:nvPr/>
        </p:nvSpPr>
        <p:spPr>
          <a:xfrm>
            <a:off x="1559697" y="5431057"/>
            <a:ext cx="9072605" cy="16419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algn="ctr"/>
            <a:endParaRPr lang="en-GB" b="0" dirty="0">
              <a:solidFill>
                <a:schemeClr val="tx1"/>
              </a:solidFill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  <a:p>
            <a:pPr algn="ctr"/>
            <a:r>
              <a:rPr lang="en-GB" b="0" dirty="0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</a:rPr>
              <a:t>Validation du CARI à distance (</a:t>
            </a:r>
            <a:r>
              <a:rPr lang="en-GB" b="0" dirty="0" err="1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</a:rPr>
              <a:t>rCARI</a:t>
            </a:r>
            <a:r>
              <a:rPr lang="en-GB" b="0" dirty="0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</a:rPr>
              <a:t>)</a:t>
            </a:r>
          </a:p>
          <a:p>
            <a:pPr algn="ctr"/>
            <a:endParaRPr lang="en-GB" b="0" dirty="0">
              <a:solidFill>
                <a:schemeClr val="tx1"/>
              </a:solidFill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52D83F10-A12A-DC43-92D2-9708578359F6}"/>
              </a:ext>
            </a:extLst>
          </p:cNvPr>
          <p:cNvSpPr txBox="1">
            <a:spLocks/>
          </p:cNvSpPr>
          <p:nvPr/>
        </p:nvSpPr>
        <p:spPr>
          <a:xfrm>
            <a:off x="773530" y="1078869"/>
            <a:ext cx="5151019" cy="42382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Picture 3" descr="A person holding a basket full of grains&#10;&#10;Description automatically generated">
            <a:extLst>
              <a:ext uri="{FF2B5EF4-FFF2-40B4-BE49-F238E27FC236}">
                <a16:creationId xmlns:a16="http://schemas.microsoft.com/office/drawing/2014/main" id="{338928D0-70F9-C3B1-3AC0-30895A211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" y="358828"/>
            <a:ext cx="8895230" cy="552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5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519907"/>
            <a:ext cx="10542124" cy="1152000"/>
          </a:xfrm>
        </p:spPr>
        <p:txBody>
          <a:bodyPr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 pitchFamily="2" charset="0"/>
              </a:rPr>
              <a:t>Context</a:t>
            </a:r>
            <a:r>
              <a:rPr lang="en-GB" dirty="0">
                <a:latin typeface="Open Sans Extrabold"/>
                <a:ea typeface="Open Sans Extrabold"/>
                <a:cs typeface="Open Sans Extrabold"/>
              </a:rPr>
              <a:t>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35CF-F8D9-4777-A432-1DE7A6FC1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206" y="1293384"/>
            <a:ext cx="10327588" cy="453623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CARI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utilisé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depuis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2012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Le début de la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pandémie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de COVID-19 a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limité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l'utilisation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des CARI et des IPC.</a:t>
            </a: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Le PAM a developpe le CARI à distance (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rCARI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)</a:t>
            </a:r>
          </a:p>
          <a:p>
            <a:pPr lvl="1"/>
            <a:r>
              <a:rPr lang="en-US" sz="2200" dirty="0">
                <a:latin typeface="Open Sans"/>
                <a:ea typeface="Open Sans"/>
                <a:cs typeface="Open Sans"/>
              </a:rPr>
              <a:t>Utile pour les 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décisions</a:t>
            </a:r>
            <a:r>
              <a:rPr lang="en-US" sz="2200" dirty="0">
                <a:latin typeface="Open Sans"/>
                <a:ea typeface="Open Sans"/>
                <a:cs typeface="Open Sans"/>
              </a:rPr>
              <a:t> 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opérationnelles</a:t>
            </a:r>
            <a:r>
              <a:rPr lang="en-US" sz="2200" dirty="0">
                <a:latin typeface="Open Sans"/>
                <a:ea typeface="Open Sans"/>
                <a:cs typeface="Open Sans"/>
              </a:rPr>
              <a:t> 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rapides</a:t>
            </a:r>
            <a:endParaRPr lang="en-US" sz="2200" dirty="0">
              <a:latin typeface="Open Sans"/>
              <a:ea typeface="Open Sans"/>
              <a:cs typeface="Open Sans"/>
            </a:endParaRPr>
          </a:p>
          <a:p>
            <a:pPr lvl="1"/>
            <a:r>
              <a:rPr lang="en-US" sz="2200" dirty="0" err="1">
                <a:latin typeface="Open Sans"/>
                <a:ea typeface="Open Sans"/>
                <a:cs typeface="Open Sans"/>
              </a:rPr>
              <a:t>S'appuie</a:t>
            </a:r>
            <a:r>
              <a:rPr lang="en-US" sz="2200" dirty="0">
                <a:latin typeface="Open Sans"/>
                <a:ea typeface="Open Sans"/>
                <a:cs typeface="Open Sans"/>
              </a:rPr>
              <a:t> sur des 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centres</a:t>
            </a:r>
            <a:r>
              <a:rPr lang="en-US" sz="2200" dirty="0">
                <a:latin typeface="Open Sans"/>
                <a:ea typeface="Open Sans"/>
                <a:cs typeface="Open Sans"/>
              </a:rPr>
              <a:t> 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d'appel</a:t>
            </a:r>
            <a:r>
              <a:rPr lang="en-US" sz="2200" dirty="0">
                <a:latin typeface="Open Sans"/>
                <a:ea typeface="Open Sans"/>
                <a:cs typeface="Open Sans"/>
              </a:rPr>
              <a:t> 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ou</a:t>
            </a:r>
            <a:r>
              <a:rPr lang="en-US" sz="2200" dirty="0">
                <a:latin typeface="Open Sans"/>
                <a:ea typeface="Open Sans"/>
                <a:cs typeface="Times New Roman"/>
              </a:rPr>
              <a:t> Computerized Assisted Telephone Interviews (CATI)</a:t>
            </a:r>
          </a:p>
          <a:p>
            <a:pPr marL="285750" lvl="1"/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Objectif principal de </a:t>
            </a: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cette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étude: Comparer les </a:t>
            </a: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résultats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de </a:t>
            </a: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rCARI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avec </a:t>
            </a: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ceux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de CARI standard.</a:t>
            </a:r>
            <a:endParaRPr lang="en-US" sz="2400" dirty="0">
              <a:solidFill>
                <a:schemeClr val="tx1">
                  <a:lumMod val="50000"/>
                </a:schemeClr>
              </a:solidFill>
              <a:latin typeface="Open Sans"/>
              <a:ea typeface="Open Sans"/>
              <a:cs typeface="Times New Roman"/>
            </a:endParaRPr>
          </a:p>
          <a:p>
            <a:pPr marL="285750" lvl="1"/>
            <a:endParaRPr lang="en-US" sz="2000" dirty="0">
              <a:solidFill>
                <a:schemeClr val="tx1">
                  <a:lumMod val="50000"/>
                </a:schemeClr>
              </a:solidFill>
              <a:latin typeface="Open Sans"/>
              <a:ea typeface="Open Sans"/>
              <a:cs typeface="Times New Roman"/>
            </a:endParaRPr>
          </a:p>
          <a:p>
            <a:pPr marL="285750" lvl="1"/>
            <a:endParaRPr lang="en-US" sz="2000" dirty="0">
              <a:solidFill>
                <a:schemeClr val="tx1">
                  <a:lumMod val="50000"/>
                </a:schemeClr>
              </a:solidFill>
              <a:latin typeface="Open Sans"/>
              <a:ea typeface="Open San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4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35" y="1176997"/>
            <a:ext cx="10935194" cy="480551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ts val="2700"/>
              </a:lnSpc>
              <a:buFont typeface="Wingdings" panose="05000000000000000000" pitchFamily="2" charset="2"/>
              <a:buChar char="v"/>
            </a:pPr>
            <a:endParaRPr lang="en-US" spc="60" dirty="0">
              <a:latin typeface="Open Sans"/>
              <a:ea typeface="Open Sans"/>
              <a:cs typeface="Open Sans"/>
            </a:endParaRPr>
          </a:p>
          <a:p>
            <a:pPr>
              <a:lnSpc>
                <a:spcPts val="27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Open Sans"/>
                <a:ea typeface="Open Sans"/>
                <a:cs typeface="Open Sans"/>
              </a:rPr>
              <a:t>CARI est l'acronyme de </a:t>
            </a:r>
            <a:r>
              <a:rPr lang="fr-FR" dirty="0" err="1">
                <a:latin typeface="Open Sans"/>
                <a:ea typeface="Open Sans"/>
                <a:cs typeface="Open Sans"/>
              </a:rPr>
              <a:t>Consolidated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Approach</a:t>
            </a:r>
            <a:r>
              <a:rPr lang="fr-FR" dirty="0">
                <a:latin typeface="Open Sans"/>
                <a:ea typeface="Open Sans"/>
                <a:cs typeface="Open Sans"/>
              </a:rPr>
              <a:t> for </a:t>
            </a:r>
            <a:r>
              <a:rPr lang="fr-FR" dirty="0" err="1">
                <a:latin typeface="Open Sans"/>
                <a:ea typeface="Open Sans"/>
                <a:cs typeface="Open Sans"/>
              </a:rPr>
              <a:t>Reporting</a:t>
            </a:r>
            <a:r>
              <a:rPr lang="fr-FR" dirty="0">
                <a:latin typeface="Open Sans"/>
                <a:ea typeface="Open Sans"/>
                <a:cs typeface="Open Sans"/>
              </a:rPr>
              <a:t> </a:t>
            </a:r>
            <a:r>
              <a:rPr lang="fr-FR" dirty="0" err="1">
                <a:latin typeface="Open Sans"/>
                <a:ea typeface="Open Sans"/>
                <a:cs typeface="Open Sans"/>
              </a:rPr>
              <a:t>Indicators</a:t>
            </a:r>
            <a:r>
              <a:rPr lang="fr-FR" dirty="0">
                <a:latin typeface="Open Sans"/>
                <a:ea typeface="Open Sans"/>
                <a:cs typeface="Open Sans"/>
              </a:rPr>
              <a:t> of Food Security (Approche consolidée pour le </a:t>
            </a:r>
            <a:r>
              <a:rPr lang="fr-FR" dirty="0" err="1">
                <a:latin typeface="Open Sans"/>
                <a:ea typeface="Open Sans"/>
                <a:cs typeface="Open Sans"/>
              </a:rPr>
              <a:t>reporting</a:t>
            </a:r>
            <a:r>
              <a:rPr lang="fr-FR" dirty="0">
                <a:latin typeface="Open Sans"/>
                <a:ea typeface="Open Sans"/>
                <a:cs typeface="Open Sans"/>
              </a:rPr>
              <a:t> des indicateurs de sécurité alimentaire).</a:t>
            </a:r>
            <a:br>
              <a:rPr lang="fr-FR" dirty="0"/>
            </a:br>
            <a:endParaRPr lang="fr-FR" dirty="0"/>
          </a:p>
          <a:p>
            <a:pPr>
              <a:lnSpc>
                <a:spcPts val="2700"/>
              </a:lnSpc>
              <a:buFont typeface="Wingdings" panose="05000000000000000000" pitchFamily="2" charset="2"/>
              <a:buChar char="v"/>
            </a:pPr>
            <a:r>
              <a:rPr lang="fr-FR" dirty="0"/>
              <a:t>Le CARI est une approche utilisée pour agréger différents indicateurs de sécurité alimentaire en un seul indice afin de rendre compte de l'état général de la sécurité alimentaire d'une population.</a:t>
            </a:r>
            <a:br>
              <a:rPr lang="fr-FR" dirty="0"/>
            </a:br>
            <a:endParaRPr lang="fr-FR" dirty="0"/>
          </a:p>
          <a:p>
            <a:pPr>
              <a:lnSpc>
                <a:spcPts val="2700"/>
              </a:lnSpc>
              <a:buFont typeface="Wingdings" panose="05000000000000000000" pitchFamily="2" charset="2"/>
              <a:buChar char="v"/>
            </a:pPr>
            <a:r>
              <a:rPr lang="fr-FR" dirty="0"/>
              <a:t>Le CARI classe les populations en quatre groupes, allant de la sécurité alimentaire à l'insécurité alimentaire sévère.</a:t>
            </a:r>
            <a:endParaRPr lang="en-US" spc="6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B642E77-5AC9-D346-BC1E-D93A00D96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81" y="716415"/>
            <a:ext cx="11052002" cy="662558"/>
          </a:xfrm>
        </p:spPr>
        <p:txBody>
          <a:bodyPr anchor="t" anchorCtr="0"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CARI: 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qu'est</a:t>
            </a:r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 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ce</a:t>
            </a:r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 que 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s'est</a:t>
            </a:r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721206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22EF04C6-611E-E4B3-3B81-B57112DD8968}"/>
              </a:ext>
            </a:extLst>
          </p:cNvPr>
          <p:cNvGrpSpPr/>
          <p:nvPr/>
        </p:nvGrpSpPr>
        <p:grpSpPr>
          <a:xfrm>
            <a:off x="2327564" y="756661"/>
            <a:ext cx="9254836" cy="5523443"/>
            <a:chOff x="2183613" y="172801"/>
            <a:chExt cx="8655065" cy="4251831"/>
          </a:xfrm>
        </p:grpSpPr>
        <p:sp>
          <p:nvSpPr>
            <p:cNvPr id="22" name="Speech Bubble: Rectangle with Corners Rounded 21">
              <a:extLst>
                <a:ext uri="{FF2B5EF4-FFF2-40B4-BE49-F238E27FC236}">
                  <a16:creationId xmlns:a16="http://schemas.microsoft.com/office/drawing/2014/main" id="{AFBC4D20-01B0-F4A2-5E17-D0E92799F175}"/>
                </a:ext>
              </a:extLst>
            </p:cNvPr>
            <p:cNvSpPr/>
            <p:nvPr/>
          </p:nvSpPr>
          <p:spPr>
            <a:xfrm>
              <a:off x="5841709" y="1136756"/>
              <a:ext cx="4996969" cy="624965"/>
            </a:xfrm>
            <a:prstGeom prst="wedgeRoundRectCallout">
              <a:avLst>
                <a:gd name="adj1" fmla="val -69537"/>
                <a:gd name="adj2" fmla="val 56571"/>
                <a:gd name="adj3" fmla="val 16667"/>
              </a:avLst>
            </a:prstGeom>
            <a:noFill/>
            <a:ln w="28575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400"/>
                </a:spcAft>
              </a:pPr>
              <a:r>
                <a:rPr lang="fr-FR" sz="120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 fonction du nombre de régions sélectionnées, établir une liste de districts à partir des régions sélectionnées et </a:t>
              </a:r>
              <a:r>
                <a:rPr lang="fr-FR" sz="1200" b="1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choisir </a:t>
              </a:r>
              <a:r>
                <a:rPr lang="fr-FR" sz="120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au hasard </a:t>
              </a:r>
              <a:r>
                <a:rPr lang="fr-FR" sz="1200" b="1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 communes</a:t>
              </a:r>
              <a:r>
                <a:rPr lang="fr-FR" sz="120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 </a:t>
              </a:r>
              <a:r>
                <a:rPr lang="fr-CD" sz="120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Réparties équitablement dans les deux préfectures</a:t>
              </a:r>
              <a:endParaRPr lang="en-GB" sz="12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>
                <a:spcAft>
                  <a:spcPts val="400"/>
                </a:spcAft>
              </a:pPr>
              <a:r>
                <a:rPr lang="en-US" sz="1200" dirty="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 </a:t>
              </a:r>
              <a:endParaRPr lang="en-GB" sz="12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3569774-179B-D521-86FB-320594F11FA3}"/>
                </a:ext>
              </a:extLst>
            </p:cNvPr>
            <p:cNvGrpSpPr/>
            <p:nvPr/>
          </p:nvGrpSpPr>
          <p:grpSpPr>
            <a:xfrm>
              <a:off x="2183613" y="172801"/>
              <a:ext cx="8655065" cy="4251831"/>
              <a:chOff x="2183613" y="172801"/>
              <a:chExt cx="8655065" cy="425183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7A4983A-FA94-9CC9-C5FE-8ABFF37C9B9E}"/>
                  </a:ext>
                </a:extLst>
              </p:cNvPr>
              <p:cNvGrpSpPr/>
              <p:nvPr/>
            </p:nvGrpSpPr>
            <p:grpSpPr>
              <a:xfrm>
                <a:off x="2261562" y="172801"/>
                <a:ext cx="8577116" cy="4156103"/>
                <a:chOff x="127379" y="-93420"/>
                <a:chExt cx="5930882" cy="3764050"/>
              </a:xfrm>
            </p:grpSpPr>
            <p:sp>
              <p:nvSpPr>
                <p:cNvPr id="5" name="Text Box 19">
                  <a:extLst>
                    <a:ext uri="{FF2B5EF4-FFF2-40B4-BE49-F238E27FC236}">
                      <a16:creationId xmlns:a16="http://schemas.microsoft.com/office/drawing/2014/main" id="{D3964112-71C2-361B-295B-56621246BD6F}"/>
                    </a:ext>
                  </a:extLst>
                </p:cNvPr>
                <p:cNvSpPr txBox="1"/>
                <p:nvPr/>
              </p:nvSpPr>
              <p:spPr>
                <a:xfrm>
                  <a:off x="144322" y="2679922"/>
                  <a:ext cx="1937137" cy="38277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it-IT"/>
                  </a:defPPr>
                  <a:lvl1pPr algn="ctr">
                    <a:spcAft>
                      <a:spcPts val="400"/>
                    </a:spcAft>
                    <a:defRPr sz="1600" b="1">
                      <a:solidFill>
                        <a:srgbClr val="FFFFFE"/>
                      </a:solidFill>
                      <a:effectLst/>
                      <a:ea typeface="Open Sans" panose="020B0606030504020204" pitchFamily="34" charset="0"/>
                      <a:cs typeface="Open Sans" panose="020B0606030504020204" pitchFamily="34" charset="0"/>
                    </a:defRPr>
                  </a:lvl1pPr>
                  <a:lvl2pPr>
                    <a:defRPr>
                      <a:solidFill>
                        <a:schemeClr val="dk1"/>
                      </a:solidFill>
                    </a:defRPr>
                  </a:lvl2pPr>
                  <a:lvl3pPr>
                    <a:defRPr>
                      <a:solidFill>
                        <a:schemeClr val="dk1"/>
                      </a:solidFill>
                    </a:defRPr>
                  </a:lvl3pPr>
                  <a:lvl4pPr>
                    <a:defRPr>
                      <a:solidFill>
                        <a:schemeClr val="dk1"/>
                      </a:solidFill>
                    </a:defRPr>
                  </a:lvl4pPr>
                  <a:lvl5pPr>
                    <a:defRPr>
                      <a:solidFill>
                        <a:schemeClr val="dk1"/>
                      </a:solidFill>
                    </a:defRPr>
                  </a:lvl5pPr>
                  <a:lvl6pPr>
                    <a:defRPr>
                      <a:solidFill>
                        <a:schemeClr val="dk1"/>
                      </a:solidFill>
                    </a:defRPr>
                  </a:lvl6pPr>
                  <a:lvl7pPr>
                    <a:defRPr>
                      <a:solidFill>
                        <a:schemeClr val="dk1"/>
                      </a:solidFill>
                    </a:defRPr>
                  </a:lvl7pPr>
                  <a:lvl8pPr>
                    <a:defRPr>
                      <a:solidFill>
                        <a:schemeClr val="dk1"/>
                      </a:solidFill>
                    </a:defRPr>
                  </a:lvl8pPr>
                  <a:lvl9pPr>
                    <a:defRPr>
                      <a:solidFill>
                        <a:schemeClr val="dk1"/>
                      </a:solidFill>
                    </a:defRPr>
                  </a:lvl9pPr>
                </a:lstStyle>
                <a:p>
                  <a:r>
                    <a:rPr lang="fr-CD" sz="1800" dirty="0">
                      <a:latin typeface="Open Sans" panose="020B0606030504020204" pitchFamily="34" charset="0"/>
                    </a:rPr>
                    <a:t>Ménages échantillonnés</a:t>
                  </a:r>
                  <a:endParaRPr lang="en-GB" sz="1800" dirty="0"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6" name="Text Box 23">
                  <a:extLst>
                    <a:ext uri="{FF2B5EF4-FFF2-40B4-BE49-F238E27FC236}">
                      <a16:creationId xmlns:a16="http://schemas.microsoft.com/office/drawing/2014/main" id="{58E437C5-DB7B-3A29-D1D3-C6919CA3AC1F}"/>
                    </a:ext>
                  </a:extLst>
                </p:cNvPr>
                <p:cNvSpPr txBox="1"/>
                <p:nvPr/>
              </p:nvSpPr>
              <p:spPr>
                <a:xfrm>
                  <a:off x="207038" y="-93420"/>
                  <a:ext cx="1767310" cy="32943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fr-CD" b="1" dirty="0">
                      <a:solidFill>
                        <a:srgbClr val="FFFFFE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Burkina Faso</a:t>
                  </a:r>
                  <a:endParaRPr lang="en-GB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7" name="Arrow: Up 6">
                  <a:extLst>
                    <a:ext uri="{FF2B5EF4-FFF2-40B4-BE49-F238E27FC236}">
                      <a16:creationId xmlns:a16="http://schemas.microsoft.com/office/drawing/2014/main" id="{7C0487C3-10AE-1D45-BF1F-33F92D7D5DAF}"/>
                    </a:ext>
                  </a:extLst>
                </p:cNvPr>
                <p:cNvSpPr/>
                <p:nvPr/>
              </p:nvSpPr>
              <p:spPr>
                <a:xfrm rot="10800000">
                  <a:off x="906621" y="231761"/>
                  <a:ext cx="242715" cy="313469"/>
                </a:xfrm>
                <a:prstGeom prst="upArrow">
                  <a:avLst/>
                </a:prstGeom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8" name="Arrow: Up 7">
                  <a:extLst>
                    <a:ext uri="{FF2B5EF4-FFF2-40B4-BE49-F238E27FC236}">
                      <a16:creationId xmlns:a16="http://schemas.microsoft.com/office/drawing/2014/main" id="{C24CED5F-6FC0-05C2-C2B0-0C8888E4D2AA}"/>
                    </a:ext>
                  </a:extLst>
                </p:cNvPr>
                <p:cNvSpPr/>
                <p:nvPr/>
              </p:nvSpPr>
              <p:spPr>
                <a:xfrm rot="10800000">
                  <a:off x="914576" y="891852"/>
                  <a:ext cx="252071" cy="327694"/>
                </a:xfrm>
                <a:prstGeom prst="upArrow">
                  <a:avLst/>
                </a:prstGeom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9" name="Text Box 26">
                  <a:extLst>
                    <a:ext uri="{FF2B5EF4-FFF2-40B4-BE49-F238E27FC236}">
                      <a16:creationId xmlns:a16="http://schemas.microsoft.com/office/drawing/2014/main" id="{47A60996-E1BC-A530-D55B-4A3D05DAA152}"/>
                    </a:ext>
                  </a:extLst>
                </p:cNvPr>
                <p:cNvSpPr txBox="1"/>
                <p:nvPr/>
              </p:nvSpPr>
              <p:spPr>
                <a:xfrm>
                  <a:off x="132649" y="1219556"/>
                  <a:ext cx="1916635" cy="33655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it-IT"/>
                  </a:defPPr>
                  <a:lvl1pPr algn="ctr">
                    <a:spcAft>
                      <a:spcPts val="400"/>
                    </a:spcAft>
                    <a:defRPr sz="1600" b="1">
                      <a:solidFill>
                        <a:srgbClr val="FFFFFE"/>
                      </a:solidFill>
                      <a:effectLst/>
                      <a:ea typeface="Open Sans" panose="020B0606030504020204" pitchFamily="34" charset="0"/>
                      <a:cs typeface="Open Sans" panose="020B0606030504020204" pitchFamily="34" charset="0"/>
                    </a:defRPr>
                  </a:lvl1pPr>
                  <a:lvl2pPr>
                    <a:defRPr>
                      <a:solidFill>
                        <a:schemeClr val="dk1"/>
                      </a:solidFill>
                    </a:defRPr>
                  </a:lvl2pPr>
                  <a:lvl3pPr>
                    <a:defRPr>
                      <a:solidFill>
                        <a:schemeClr val="dk1"/>
                      </a:solidFill>
                    </a:defRPr>
                  </a:lvl3pPr>
                  <a:lvl4pPr>
                    <a:defRPr>
                      <a:solidFill>
                        <a:schemeClr val="dk1"/>
                      </a:solidFill>
                    </a:defRPr>
                  </a:lvl4pPr>
                  <a:lvl5pPr>
                    <a:defRPr>
                      <a:solidFill>
                        <a:schemeClr val="dk1"/>
                      </a:solidFill>
                    </a:defRPr>
                  </a:lvl5pPr>
                  <a:lvl6pPr>
                    <a:defRPr>
                      <a:solidFill>
                        <a:schemeClr val="dk1"/>
                      </a:solidFill>
                    </a:defRPr>
                  </a:lvl6pPr>
                  <a:lvl7pPr>
                    <a:defRPr>
                      <a:solidFill>
                        <a:schemeClr val="dk1"/>
                      </a:solidFill>
                    </a:defRPr>
                  </a:lvl7pPr>
                  <a:lvl8pPr>
                    <a:defRPr>
                      <a:solidFill>
                        <a:schemeClr val="dk1"/>
                      </a:solidFill>
                    </a:defRPr>
                  </a:lvl8pPr>
                  <a:lvl9pPr>
                    <a:defRPr>
                      <a:solidFill>
                        <a:schemeClr val="dk1"/>
                      </a:solidFill>
                    </a:defRPr>
                  </a:lvl9pPr>
                </a:lstStyle>
                <a:p>
                  <a:r>
                    <a:rPr lang="en-US" sz="1800" dirty="0">
                      <a:latin typeface="Open Sans" panose="020B0606030504020204" pitchFamily="34" charset="0"/>
                    </a:rPr>
                    <a:t>ADMIN3/Communes</a:t>
                  </a:r>
                  <a:endParaRPr lang="en-GB" sz="1800" dirty="0"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10" name="Arrow: Up 9">
                  <a:extLst>
                    <a:ext uri="{FF2B5EF4-FFF2-40B4-BE49-F238E27FC236}">
                      <a16:creationId xmlns:a16="http://schemas.microsoft.com/office/drawing/2014/main" id="{3206F446-4C82-A297-06E9-AD2B5D273E97}"/>
                    </a:ext>
                  </a:extLst>
                </p:cNvPr>
                <p:cNvSpPr/>
                <p:nvPr/>
              </p:nvSpPr>
              <p:spPr>
                <a:xfrm rot="10800000">
                  <a:off x="935661" y="1556113"/>
                  <a:ext cx="236722" cy="345269"/>
                </a:xfrm>
                <a:prstGeom prst="upArrow">
                  <a:avLst/>
                </a:prstGeom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1" name="Text Box 29">
                  <a:extLst>
                    <a:ext uri="{FF2B5EF4-FFF2-40B4-BE49-F238E27FC236}">
                      <a16:creationId xmlns:a16="http://schemas.microsoft.com/office/drawing/2014/main" id="{F384A5C6-D21B-954A-CE9A-479F1C5D6FF5}"/>
                    </a:ext>
                  </a:extLst>
                </p:cNvPr>
                <p:cNvSpPr txBox="1"/>
                <p:nvPr/>
              </p:nvSpPr>
              <p:spPr>
                <a:xfrm>
                  <a:off x="127379" y="554151"/>
                  <a:ext cx="1907959" cy="33819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it-IT"/>
                  </a:defPPr>
                  <a:lvl1pPr algn="ctr">
                    <a:spcAft>
                      <a:spcPts val="400"/>
                    </a:spcAft>
                    <a:defRPr sz="1600" b="1">
                      <a:solidFill>
                        <a:srgbClr val="FFFFFE"/>
                      </a:solidFill>
                      <a:effectLst/>
                      <a:ea typeface="Open Sans" panose="020B0606030504020204" pitchFamily="34" charset="0"/>
                      <a:cs typeface="Open Sans" panose="020B0606030504020204" pitchFamily="34" charset="0"/>
                    </a:defRPr>
                  </a:lvl1pPr>
                  <a:lvl2pPr>
                    <a:defRPr>
                      <a:solidFill>
                        <a:schemeClr val="dk1"/>
                      </a:solidFill>
                    </a:defRPr>
                  </a:lvl2pPr>
                  <a:lvl3pPr>
                    <a:defRPr>
                      <a:solidFill>
                        <a:schemeClr val="dk1"/>
                      </a:solidFill>
                    </a:defRPr>
                  </a:lvl3pPr>
                  <a:lvl4pPr>
                    <a:defRPr>
                      <a:solidFill>
                        <a:schemeClr val="dk1"/>
                      </a:solidFill>
                    </a:defRPr>
                  </a:lvl4pPr>
                  <a:lvl5pPr>
                    <a:defRPr>
                      <a:solidFill>
                        <a:schemeClr val="dk1"/>
                      </a:solidFill>
                    </a:defRPr>
                  </a:lvl5pPr>
                  <a:lvl6pPr>
                    <a:defRPr>
                      <a:solidFill>
                        <a:schemeClr val="dk1"/>
                      </a:solidFill>
                    </a:defRPr>
                  </a:lvl6pPr>
                  <a:lvl7pPr>
                    <a:defRPr>
                      <a:solidFill>
                        <a:schemeClr val="dk1"/>
                      </a:solidFill>
                    </a:defRPr>
                  </a:lvl7pPr>
                  <a:lvl8pPr>
                    <a:defRPr>
                      <a:solidFill>
                        <a:schemeClr val="dk1"/>
                      </a:solidFill>
                    </a:defRPr>
                  </a:lvl8pPr>
                  <a:lvl9pPr>
                    <a:defRPr>
                      <a:solidFill>
                        <a:schemeClr val="dk1"/>
                      </a:solidFill>
                    </a:defRPr>
                  </a:lvl9pPr>
                </a:lstStyle>
                <a:p>
                  <a:r>
                    <a:rPr lang="fr-CD" sz="1800" dirty="0">
                      <a:latin typeface="Open Sans" panose="020B0606030504020204" pitchFamily="34" charset="0"/>
                    </a:rPr>
                    <a:t>Admin1/Préfectures</a:t>
                  </a:r>
                  <a:endParaRPr lang="en-GB" sz="1800" dirty="0"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12" name="Text Box 32">
                  <a:extLst>
                    <a:ext uri="{FF2B5EF4-FFF2-40B4-BE49-F238E27FC236}">
                      <a16:creationId xmlns:a16="http://schemas.microsoft.com/office/drawing/2014/main" id="{886B9E27-5F9A-0F25-C715-32186CFB46DD}"/>
                    </a:ext>
                  </a:extLst>
                </p:cNvPr>
                <p:cNvSpPr txBox="1"/>
                <p:nvPr/>
              </p:nvSpPr>
              <p:spPr>
                <a:xfrm>
                  <a:off x="132641" y="1923430"/>
                  <a:ext cx="1948818" cy="36318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it-IT"/>
                  </a:defPPr>
                  <a:lvl1pPr algn="ctr">
                    <a:spcAft>
                      <a:spcPts val="400"/>
                    </a:spcAft>
                    <a:defRPr sz="1600" b="1">
                      <a:solidFill>
                        <a:srgbClr val="FFFFFE"/>
                      </a:solidFill>
                      <a:effectLst/>
                      <a:ea typeface="Open Sans" panose="020B0606030504020204" pitchFamily="34" charset="0"/>
                      <a:cs typeface="Open Sans" panose="020B0606030504020204" pitchFamily="34" charset="0"/>
                    </a:defRPr>
                  </a:lvl1pPr>
                  <a:lvl2pPr>
                    <a:defRPr>
                      <a:solidFill>
                        <a:schemeClr val="dk1"/>
                      </a:solidFill>
                    </a:defRPr>
                  </a:lvl2pPr>
                  <a:lvl3pPr>
                    <a:defRPr>
                      <a:solidFill>
                        <a:schemeClr val="dk1"/>
                      </a:solidFill>
                    </a:defRPr>
                  </a:lvl3pPr>
                  <a:lvl4pPr>
                    <a:defRPr>
                      <a:solidFill>
                        <a:schemeClr val="dk1"/>
                      </a:solidFill>
                    </a:defRPr>
                  </a:lvl4pPr>
                  <a:lvl5pPr>
                    <a:defRPr>
                      <a:solidFill>
                        <a:schemeClr val="dk1"/>
                      </a:solidFill>
                    </a:defRPr>
                  </a:lvl5pPr>
                  <a:lvl6pPr>
                    <a:defRPr>
                      <a:solidFill>
                        <a:schemeClr val="dk1"/>
                      </a:solidFill>
                    </a:defRPr>
                  </a:lvl6pPr>
                  <a:lvl7pPr>
                    <a:defRPr>
                      <a:solidFill>
                        <a:schemeClr val="dk1"/>
                      </a:solidFill>
                    </a:defRPr>
                  </a:lvl7pPr>
                  <a:lvl8pPr>
                    <a:defRPr>
                      <a:solidFill>
                        <a:schemeClr val="dk1"/>
                      </a:solidFill>
                    </a:defRPr>
                  </a:lvl8pPr>
                  <a:lvl9pPr>
                    <a:defRPr>
                      <a:solidFill>
                        <a:schemeClr val="dk1"/>
                      </a:solidFill>
                    </a:defRPr>
                  </a:lvl9pPr>
                </a:lstStyle>
                <a:p>
                  <a:r>
                    <a:rPr lang="en-US" sz="1800" dirty="0">
                      <a:latin typeface="Open Sans" panose="020B0606030504020204" pitchFamily="34" charset="0"/>
                    </a:rPr>
                    <a:t>ADMIN5/</a:t>
                  </a:r>
                  <a:r>
                    <a:rPr lang="en-US" sz="1800" dirty="0" err="1">
                      <a:latin typeface="Open Sans" panose="020B0606030504020204" pitchFamily="34" charset="0"/>
                    </a:rPr>
                    <a:t>Communautés</a:t>
                  </a:r>
                  <a:endParaRPr lang="en-GB" sz="1800" dirty="0">
                    <a:latin typeface="Open Sans" panose="020B0606030504020204" pitchFamily="34" charset="0"/>
                  </a:endParaRPr>
                </a:p>
              </p:txBody>
            </p:sp>
            <p:sp>
              <p:nvSpPr>
                <p:cNvPr id="13" name="Arrow: Up 12">
                  <a:extLst>
                    <a:ext uri="{FF2B5EF4-FFF2-40B4-BE49-F238E27FC236}">
                      <a16:creationId xmlns:a16="http://schemas.microsoft.com/office/drawing/2014/main" id="{F0B066D7-2279-BBE7-8A29-521B279B70AF}"/>
                    </a:ext>
                  </a:extLst>
                </p:cNvPr>
                <p:cNvSpPr/>
                <p:nvPr/>
              </p:nvSpPr>
              <p:spPr>
                <a:xfrm rot="10800000">
                  <a:off x="935661" y="2286619"/>
                  <a:ext cx="236722" cy="393303"/>
                </a:xfrm>
                <a:prstGeom prst="upArrow">
                  <a:avLst/>
                </a:prstGeom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4" name="Speech Bubble: Rectangle with Corners Rounded 13">
                  <a:extLst>
                    <a:ext uri="{FF2B5EF4-FFF2-40B4-BE49-F238E27FC236}">
                      <a16:creationId xmlns:a16="http://schemas.microsoft.com/office/drawing/2014/main" id="{3A31BFF0-C7B6-89D5-E7F0-C7021DDF4E5F}"/>
                    </a:ext>
                  </a:extLst>
                </p:cNvPr>
                <p:cNvSpPr/>
                <p:nvPr/>
              </p:nvSpPr>
              <p:spPr>
                <a:xfrm>
                  <a:off x="2602969" y="167892"/>
                  <a:ext cx="3429730" cy="441205"/>
                </a:xfrm>
                <a:prstGeom prst="wedgeRoundRectCallout">
                  <a:avLst>
                    <a:gd name="adj1" fmla="val -66446"/>
                    <a:gd name="adj2" fmla="val 60161"/>
                    <a:gd name="adj3" fmla="val 16667"/>
                  </a:avLst>
                </a:prstGeom>
                <a:noFill/>
                <a:ln w="28575"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400"/>
                    </a:spcAft>
                  </a:pPr>
                  <a:r>
                    <a:rPr lang="fr-FR" sz="1200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Échantillonnage aléatoire simple pour sélectionner au </a:t>
                  </a:r>
                  <a:r>
                    <a:rPr lang="fr-FR" sz="1200" b="1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moins 2 régions/zones de subsistance </a:t>
                  </a:r>
                  <a:r>
                    <a:rPr lang="fr-FR" sz="1200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sur la base de la situation de la sécurité alimentaire.</a:t>
                  </a:r>
                  <a:endParaRPr lang="en-GB" sz="24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5" name="Speech Bubble: Rectangle with Corners Rounded 14">
                  <a:extLst>
                    <a:ext uri="{FF2B5EF4-FFF2-40B4-BE49-F238E27FC236}">
                      <a16:creationId xmlns:a16="http://schemas.microsoft.com/office/drawing/2014/main" id="{8C617B64-0737-FBFE-7902-BBDB75492D41}"/>
                    </a:ext>
                  </a:extLst>
                </p:cNvPr>
                <p:cNvSpPr/>
                <p:nvPr/>
              </p:nvSpPr>
              <p:spPr>
                <a:xfrm>
                  <a:off x="2602970" y="1579566"/>
                  <a:ext cx="3455291" cy="441205"/>
                </a:xfrm>
                <a:prstGeom prst="wedgeRoundRectCallout">
                  <a:avLst>
                    <a:gd name="adj1" fmla="val -64912"/>
                    <a:gd name="adj2" fmla="val 56642"/>
                    <a:gd name="adj3" fmla="val 16667"/>
                  </a:avLst>
                </a:prstGeom>
                <a:noFill/>
                <a:ln w="28575"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400"/>
                    </a:spcAft>
                  </a:pPr>
                  <a:r>
                    <a:rPr lang="fr-FR" sz="1200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De la même manière, dressez la liste de tous les villages des communes sélectionnées et choisissez au hasard </a:t>
                  </a:r>
                  <a:r>
                    <a:rPr lang="fr-FR" sz="1200" b="1" dirty="0">
                      <a:solidFill>
                        <a:srgbClr val="000000"/>
                      </a:solidFill>
                      <a:effectLst/>
                      <a:highlight>
                        <a:srgbClr val="FFFF00"/>
                      </a:highlight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20</a:t>
                  </a:r>
                  <a:r>
                    <a:rPr lang="fr-FR" sz="1200" b="1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 villages comme grappes d'échantillonnage. </a:t>
                  </a:r>
                  <a:endParaRPr lang="en-GB" sz="12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6" name="Speech Bubble: Rectangle with Corners Rounded 15">
                  <a:extLst>
                    <a:ext uri="{FF2B5EF4-FFF2-40B4-BE49-F238E27FC236}">
                      <a16:creationId xmlns:a16="http://schemas.microsoft.com/office/drawing/2014/main" id="{492CC588-C432-F11F-B5BB-2C41BBD0B4E2}"/>
                    </a:ext>
                  </a:extLst>
                </p:cNvPr>
                <p:cNvSpPr/>
                <p:nvPr/>
              </p:nvSpPr>
              <p:spPr>
                <a:xfrm>
                  <a:off x="2630444" y="3265804"/>
                  <a:ext cx="3427817" cy="404826"/>
                </a:xfrm>
                <a:prstGeom prst="wedgeRoundRectCallout">
                  <a:avLst>
                    <a:gd name="adj1" fmla="val -66775"/>
                    <a:gd name="adj2" fmla="val 47992"/>
                    <a:gd name="adj3" fmla="val 16667"/>
                  </a:avLst>
                </a:prstGeom>
                <a:noFill/>
                <a:ln w="28575"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400"/>
                    </a:spcAft>
                  </a:pPr>
                  <a:r>
                    <a:rPr lang="fr-FR" sz="1200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 Le groupe F2F recevra les modules CARI tandis que le groupe à distance recevra les modules rCARI.</a:t>
                  </a:r>
                  <a:endParaRPr lang="en-GB" sz="12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7B659E6-8E3A-C76C-CE16-2F2F9B4EF258}"/>
                  </a:ext>
                </a:extLst>
              </p:cNvPr>
              <p:cNvGrpSpPr/>
              <p:nvPr/>
            </p:nvGrpSpPr>
            <p:grpSpPr>
              <a:xfrm>
                <a:off x="2183613" y="2829035"/>
                <a:ext cx="8655065" cy="1595597"/>
                <a:chOff x="2183613" y="2829035"/>
                <a:chExt cx="8655065" cy="1595597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FE516F90-B431-8E84-F197-77C9E5D070F0}"/>
                    </a:ext>
                  </a:extLst>
                </p:cNvPr>
                <p:cNvGrpSpPr/>
                <p:nvPr/>
              </p:nvGrpSpPr>
              <p:grpSpPr>
                <a:xfrm>
                  <a:off x="2183613" y="3681999"/>
                  <a:ext cx="2875933" cy="742633"/>
                  <a:chOff x="137192" y="-47942"/>
                  <a:chExt cx="2084843" cy="538717"/>
                </a:xfrm>
              </p:grpSpPr>
              <p:sp>
                <p:nvSpPr>
                  <p:cNvPr id="18" name="Speech Bubble: Rectangle with Corners Rounded 17">
                    <a:extLst>
                      <a:ext uri="{FF2B5EF4-FFF2-40B4-BE49-F238E27FC236}">
                        <a16:creationId xmlns:a16="http://schemas.microsoft.com/office/drawing/2014/main" id="{0493B955-DFCD-394B-8291-6039EA0C1DD3}"/>
                      </a:ext>
                    </a:extLst>
                  </p:cNvPr>
                  <p:cNvSpPr/>
                  <p:nvPr/>
                </p:nvSpPr>
                <p:spPr>
                  <a:xfrm>
                    <a:off x="1482381" y="166520"/>
                    <a:ext cx="739654" cy="324255"/>
                  </a:xfrm>
                  <a:prstGeom prst="wedgeRoundRectCallout">
                    <a:avLst>
                      <a:gd name="adj1" fmla="val -20611"/>
                      <a:gd name="adj2" fmla="val 49015"/>
                      <a:gd name="adj3" fmla="val 16667"/>
                    </a:avLst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fr-FR" sz="12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Groupe de F2F</a:t>
                    </a:r>
                    <a:endParaRPr lang="en-GB" sz="1200" dirty="0"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endParaRPr>
                  </a:p>
                </p:txBody>
              </p:sp>
              <p:sp>
                <p:nvSpPr>
                  <p:cNvPr id="19" name="Speech Bubble: Rectangle with Corners Rounded 18">
                    <a:extLst>
                      <a:ext uri="{FF2B5EF4-FFF2-40B4-BE49-F238E27FC236}">
                        <a16:creationId xmlns:a16="http://schemas.microsoft.com/office/drawing/2014/main" id="{39305D39-FD48-8353-616F-BBA248333C39}"/>
                      </a:ext>
                    </a:extLst>
                  </p:cNvPr>
                  <p:cNvSpPr/>
                  <p:nvPr/>
                </p:nvSpPr>
                <p:spPr>
                  <a:xfrm>
                    <a:off x="137192" y="166520"/>
                    <a:ext cx="749374" cy="306595"/>
                  </a:xfrm>
                  <a:prstGeom prst="wedgeRoundRectCallout">
                    <a:avLst>
                      <a:gd name="adj1" fmla="val -2846"/>
                      <a:gd name="adj2" fmla="val 245"/>
                      <a:gd name="adj3" fmla="val 16667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2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Groupe à distance</a:t>
                    </a:r>
                    <a:endParaRPr lang="en-GB" sz="1200" dirty="0"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endParaRPr>
                  </a:p>
                </p:txBody>
              </p:sp>
              <p:sp>
                <p:nvSpPr>
                  <p:cNvPr id="20" name="Arrow: Left-Right-Up 19">
                    <a:extLst>
                      <a:ext uri="{FF2B5EF4-FFF2-40B4-BE49-F238E27FC236}">
                        <a16:creationId xmlns:a16="http://schemas.microsoft.com/office/drawing/2014/main" id="{635189BF-9571-2D3C-7B09-6A6925A28175}"/>
                      </a:ext>
                    </a:extLst>
                  </p:cNvPr>
                  <p:cNvSpPr/>
                  <p:nvPr/>
                </p:nvSpPr>
                <p:spPr>
                  <a:xfrm>
                    <a:off x="886566" y="-47942"/>
                    <a:ext cx="595815" cy="521057"/>
                  </a:xfrm>
                  <a:prstGeom prst="leftRightUpArrow">
                    <a:avLst>
                      <a:gd name="adj1" fmla="val 23049"/>
                      <a:gd name="adj2" fmla="val 26300"/>
                      <a:gd name="adj3" fmla="val 29408"/>
                    </a:avLst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endParaRPr>
                  </a:p>
                </p:txBody>
              </p:sp>
            </p:grpSp>
            <p:sp>
              <p:nvSpPr>
                <p:cNvPr id="23" name="Speech Bubble: Rectangle with Corners Rounded 22">
                  <a:extLst>
                    <a:ext uri="{FF2B5EF4-FFF2-40B4-BE49-F238E27FC236}">
                      <a16:creationId xmlns:a16="http://schemas.microsoft.com/office/drawing/2014/main" id="{0FEA2FF0-598C-7B31-A1EB-7AF7507CE2BE}"/>
                    </a:ext>
                  </a:extLst>
                </p:cNvPr>
                <p:cNvSpPr/>
                <p:nvPr/>
              </p:nvSpPr>
              <p:spPr>
                <a:xfrm>
                  <a:off x="5868271" y="2829035"/>
                  <a:ext cx="4970407" cy="693149"/>
                </a:xfrm>
                <a:prstGeom prst="wedgeRoundRectCallout">
                  <a:avLst>
                    <a:gd name="adj1" fmla="val -64340"/>
                    <a:gd name="adj2" fmla="val 35845"/>
                    <a:gd name="adj3" fmla="val 16667"/>
                  </a:avLst>
                </a:prstGeom>
                <a:noFill/>
                <a:ln w="28575"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r>
                    <a:rPr lang="fr-CD" sz="1200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Dresser une liste des villages et sélectionner au hasard un minimum de </a:t>
                  </a:r>
                  <a:r>
                    <a:rPr lang="fr-CD" sz="1200" b="1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150 ménages </a:t>
                  </a:r>
                  <a:r>
                    <a:rPr lang="fr-CD" sz="1200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par village. Les ménages de l'échantillon final (</a:t>
                  </a:r>
                  <a:r>
                    <a:rPr lang="fr-CD" sz="1200" dirty="0">
                      <a:solidFill>
                        <a:srgbClr val="000000"/>
                      </a:solidFill>
                      <a:effectLst/>
                      <a:highlight>
                        <a:srgbClr val="FFFF00"/>
                      </a:highlight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3000</a:t>
                  </a:r>
                  <a:r>
                    <a:rPr lang="fr-CD" sz="1200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) seront répartis au hasard en deux groupes, </a:t>
                  </a:r>
                  <a:r>
                    <a:rPr lang="fr-CD" sz="1200" b="1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(</a:t>
                  </a:r>
                  <a:r>
                    <a:rPr lang="fr-CD" sz="1200" b="1" dirty="0">
                      <a:solidFill>
                        <a:srgbClr val="000000"/>
                      </a:solidFill>
                      <a:highlight>
                        <a:srgbClr val="FFFF00"/>
                      </a:highlight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15</a:t>
                  </a:r>
                  <a:r>
                    <a:rPr lang="fr-CD" sz="1200" b="1" dirty="0">
                      <a:solidFill>
                        <a:srgbClr val="000000"/>
                      </a:solidFill>
                      <a:effectLst/>
                      <a:highlight>
                        <a:srgbClr val="FFFF00"/>
                      </a:highlight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00</a:t>
                  </a:r>
                  <a:r>
                    <a:rPr lang="fr-CD" sz="1200" b="1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 ménages par groupe)</a:t>
                  </a:r>
                  <a:r>
                    <a:rPr lang="fr-CD" sz="1200" dirty="0">
                      <a:solidFill>
                        <a:srgbClr val="000000"/>
                      </a:solidFill>
                      <a:effectLst/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. Les deux groupes seront interrogés simultanément.</a:t>
                  </a:r>
                  <a:endParaRPr lang="en-GB" sz="12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93464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A74230-3527-4E4E-BBE6-8334D4626557}"/>
              </a:ext>
            </a:extLst>
          </p:cNvPr>
          <p:cNvCxnSpPr>
            <a:cxnSpLocks/>
          </p:cNvCxnSpPr>
          <p:nvPr/>
        </p:nvCxnSpPr>
        <p:spPr>
          <a:xfrm>
            <a:off x="3719399" y="3653482"/>
            <a:ext cx="1231741" cy="86625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</p:cNvCxnSpPr>
          <p:nvPr/>
        </p:nvCxnSpPr>
        <p:spPr>
          <a:xfrm flipV="1">
            <a:off x="3719400" y="2366649"/>
            <a:ext cx="1231741" cy="106235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4960855" y="1543104"/>
            <a:ext cx="3031239" cy="1792146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b="1" dirty="0"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400" b="1" dirty="0">
                <a:latin typeface="Open Sans"/>
                <a:ea typeface="Open Sans"/>
                <a:cs typeface="Open Sans"/>
              </a:rPr>
              <a:t>Distance</a:t>
            </a:r>
          </a:p>
          <a:p>
            <a:pPr algn="ctr"/>
            <a:r>
              <a:rPr lang="en-US" sz="2400" b="1" dirty="0">
                <a:latin typeface="Open Sans"/>
                <a:ea typeface="Open Sans"/>
                <a:cs typeface="Open Sans"/>
              </a:rPr>
              <a:t>1500 ménages</a:t>
            </a:r>
          </a:p>
          <a:p>
            <a:pPr algn="ctr"/>
            <a:r>
              <a:rPr lang="en-US" sz="2000" b="1" dirty="0">
                <a:latin typeface="Open Sans"/>
                <a:ea typeface="Open Sans"/>
                <a:cs typeface="Open Sans"/>
              </a:rPr>
              <a:t>(</a:t>
            </a:r>
            <a:r>
              <a:rPr lang="en-US" sz="2000" dirty="0" err="1">
                <a:latin typeface="Open Sans"/>
                <a:ea typeface="+mn-lt"/>
                <a:cs typeface="+mn-lt"/>
              </a:rPr>
              <a:t>Entretiens</a:t>
            </a:r>
            <a:r>
              <a:rPr lang="en-US" sz="2000" dirty="0">
                <a:latin typeface="Open Sans"/>
                <a:ea typeface="+mn-lt"/>
                <a:cs typeface="+mn-lt"/>
              </a:rPr>
              <a:t> </a:t>
            </a:r>
            <a:r>
              <a:rPr lang="en-US" sz="2000" dirty="0" err="1">
                <a:latin typeface="Open Sans"/>
                <a:ea typeface="+mn-lt"/>
                <a:cs typeface="+mn-lt"/>
              </a:rPr>
              <a:t>réalisés</a:t>
            </a:r>
            <a:r>
              <a:rPr lang="en-US" sz="2000" b="1" dirty="0">
                <a:latin typeface="Open Sans"/>
                <a:ea typeface="Open Sans"/>
                <a:cs typeface="Open Sans"/>
              </a:rPr>
              <a:t>)</a:t>
            </a:r>
            <a:endParaRPr lang="en-GB" sz="20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4" name="Speech Bubble: Rectangle with Corners Rounded 49">
            <a:extLst>
              <a:ext uri="{FF2B5EF4-FFF2-40B4-BE49-F238E27FC236}">
                <a16:creationId xmlns:a16="http://schemas.microsoft.com/office/drawing/2014/main" id="{CCE27503-62D8-5D32-C3BF-3FCB7E983EF2}"/>
              </a:ext>
            </a:extLst>
          </p:cNvPr>
          <p:cNvSpPr/>
          <p:nvPr/>
        </p:nvSpPr>
        <p:spPr>
          <a:xfrm>
            <a:off x="4960855" y="3653482"/>
            <a:ext cx="3031239" cy="1899589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b="1" dirty="0">
              <a:solidFill>
                <a:schemeClr val="accent3">
                  <a:lumMod val="50000"/>
                </a:schemeClr>
              </a:solidFill>
              <a:effectLst/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F2F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rPr>
              <a:t> </a:t>
            </a:r>
            <a:endParaRPr lang="en-US" sz="2800" b="1" dirty="0">
              <a:solidFill>
                <a:schemeClr val="accent3">
                  <a:lumMod val="50000"/>
                </a:schemeClr>
              </a:solidFill>
              <a:effectLst/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rPr>
              <a:t>1500 ménages</a:t>
            </a:r>
          </a:p>
          <a:p>
            <a:pPr algn="ctr"/>
            <a:r>
              <a:rPr lang="en-US" sz="2000" b="1" dirty="0">
                <a:latin typeface="Open Sans"/>
                <a:ea typeface="Open Sans"/>
                <a:cs typeface="Open Sans"/>
              </a:rPr>
              <a:t>(</a:t>
            </a:r>
            <a:r>
              <a:rPr lang="en-US" sz="2000" dirty="0" err="1">
                <a:latin typeface="Open Sans"/>
                <a:ea typeface="+mn-lt"/>
                <a:cs typeface="+mn-lt"/>
              </a:rPr>
              <a:t>Entretiens</a:t>
            </a:r>
            <a:r>
              <a:rPr lang="en-US" sz="2000" dirty="0">
                <a:latin typeface="Open Sans"/>
                <a:ea typeface="+mn-lt"/>
                <a:cs typeface="+mn-lt"/>
              </a:rPr>
              <a:t> </a:t>
            </a:r>
            <a:r>
              <a:rPr lang="en-US" sz="2000" dirty="0" err="1">
                <a:latin typeface="Open Sans"/>
                <a:ea typeface="+mn-lt"/>
                <a:cs typeface="+mn-lt"/>
              </a:rPr>
              <a:t>réalisés</a:t>
            </a:r>
            <a:r>
              <a:rPr lang="en-US" sz="2000" b="1" dirty="0">
                <a:latin typeface="Open Sans"/>
                <a:ea typeface="Open Sans"/>
                <a:cs typeface="Open Sans"/>
              </a:rPr>
              <a:t>)</a:t>
            </a:r>
            <a:endParaRPr lang="en-US" sz="2000" b="1" dirty="0">
              <a:solidFill>
                <a:schemeClr val="accent3">
                  <a:lumMod val="50000"/>
                </a:schemeClr>
              </a:solidFill>
              <a:effectLst/>
              <a:latin typeface="Open Sans"/>
              <a:ea typeface="Open Sans"/>
              <a:cs typeface="Open Sans"/>
            </a:endParaRPr>
          </a:p>
          <a:p>
            <a:pPr algn="ctr"/>
            <a:endParaRPr lang="en-GB" sz="3600" dirty="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D0E0F6B-5083-5435-2B47-5382D685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23" y="664869"/>
            <a:ext cx="10542124" cy="824952"/>
          </a:xfrm>
        </p:spPr>
        <p:txBody>
          <a:bodyPr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la 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Methode</a:t>
            </a:r>
            <a:endParaRPr lang="en-US" sz="3600" b="0" kern="1400" spc="230" dirty="0">
              <a:solidFill>
                <a:schemeClr val="tx1"/>
              </a:solidFill>
              <a:latin typeface="HALDEN SOLID"/>
              <a:ea typeface="Open Sans Extrabold"/>
              <a:cs typeface="Open Sans Extrabold"/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82B10C7A-2E3F-185C-4E55-0859BF7B2776}"/>
              </a:ext>
            </a:extLst>
          </p:cNvPr>
          <p:cNvSpPr/>
          <p:nvPr/>
        </p:nvSpPr>
        <p:spPr>
          <a:xfrm>
            <a:off x="334785" y="2900524"/>
            <a:ext cx="3384615" cy="123092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2000" b="1" dirty="0">
                <a:latin typeface="Open Sans"/>
                <a:ea typeface="Open Sans"/>
                <a:cs typeface="Times New Roman"/>
              </a:rPr>
              <a:t>Ménages </a:t>
            </a:r>
            <a:r>
              <a:rPr lang="fr-FR" sz="2000" b="1" dirty="0" err="1">
                <a:latin typeface="Open Sans"/>
                <a:ea typeface="Open Sans"/>
                <a:cs typeface="Times New Roman"/>
              </a:rPr>
              <a:t>échantillionnés</a:t>
            </a:r>
            <a:r>
              <a:rPr lang="fr-FR" sz="2000" dirty="0">
                <a:latin typeface="Open Sans"/>
                <a:ea typeface="Calibri"/>
                <a:cs typeface="Calibri"/>
              </a:rPr>
              <a:t> </a:t>
            </a:r>
            <a:r>
              <a:rPr lang="fr-FR" sz="2000" b="1" dirty="0">
                <a:latin typeface="Open Sans"/>
                <a:ea typeface="Open Sans"/>
                <a:cs typeface="Times New Roman"/>
              </a:rPr>
              <a:t>3000 + (% </a:t>
            </a:r>
            <a:r>
              <a:rPr lang="fr-FR" sz="2000" b="1" dirty="0" err="1">
                <a:latin typeface="Open Sans"/>
                <a:ea typeface="Open Sans"/>
                <a:cs typeface="Times New Roman"/>
              </a:rPr>
              <a:t>non-response</a:t>
            </a:r>
            <a:r>
              <a:rPr lang="fr-FR" sz="2000" b="1" dirty="0">
                <a:latin typeface="Open Sans"/>
                <a:ea typeface="Open Sans"/>
                <a:cs typeface="Times New Roman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21DB0-00E2-796F-97AE-E8B05DD20EAD}"/>
              </a:ext>
            </a:extLst>
          </p:cNvPr>
          <p:cNvSpPr txBox="1"/>
          <p:nvPr/>
        </p:nvSpPr>
        <p:spPr>
          <a:xfrm>
            <a:off x="8472602" y="1623159"/>
            <a:ext cx="3499744" cy="3785652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lvl="1"/>
            <a:r>
              <a:rPr lang="fr-FR" sz="2400" dirty="0">
                <a:latin typeface="Open Sans" charset="0"/>
                <a:ea typeface="Open Sans" charset="0"/>
                <a:cs typeface="Open Sans" charset="0"/>
              </a:rPr>
              <a:t>Deux groupes - assignés de manière aléatoire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charset="0"/>
                <a:ea typeface="Open Sans" charset="0"/>
                <a:cs typeface="Open Sans" charset="0"/>
              </a:rPr>
              <a:t>1) Face à face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charset="0"/>
                <a:ea typeface="Open Sans" charset="0"/>
                <a:cs typeface="Open Sans" charset="0"/>
              </a:rPr>
              <a:t>2) à distance (traité)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charset="0"/>
                <a:ea typeface="Open Sans" charset="0"/>
                <a:cs typeface="Open Sans" charset="0"/>
              </a:rPr>
              <a:t>Les deux entretiens se dérouleront simultanément</a:t>
            </a:r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91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A74230-3527-4E4E-BBE6-8334D4626557}"/>
              </a:ext>
            </a:extLst>
          </p:cNvPr>
          <p:cNvCxnSpPr>
            <a:cxnSpLocks/>
            <a:endCxn id="14" idx="19"/>
          </p:cNvCxnSpPr>
          <p:nvPr/>
        </p:nvCxnSpPr>
        <p:spPr>
          <a:xfrm>
            <a:off x="3953575" y="4295876"/>
            <a:ext cx="1703843" cy="138090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912935" y="2449818"/>
            <a:ext cx="1735519" cy="144146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5648454" y="1489821"/>
            <a:ext cx="3854948" cy="1919994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Distance</a:t>
            </a:r>
            <a:endParaRPr lang="en-GB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Speech Bubble: Rectangle with Corners Rounded 49">
            <a:extLst>
              <a:ext uri="{FF2B5EF4-FFF2-40B4-BE49-F238E27FC236}">
                <a16:creationId xmlns:a16="http://schemas.microsoft.com/office/drawing/2014/main" id="{CCE27503-62D8-5D32-C3BF-3FCB7E983EF2}"/>
              </a:ext>
            </a:extLst>
          </p:cNvPr>
          <p:cNvSpPr/>
          <p:nvPr/>
        </p:nvSpPr>
        <p:spPr>
          <a:xfrm>
            <a:off x="5657418" y="4513848"/>
            <a:ext cx="3828054" cy="194225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Face-2-Face</a:t>
            </a:r>
          </a:p>
          <a:p>
            <a:pPr algn="ctr"/>
            <a:endParaRPr lang="en-GB" sz="3600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E5976E-B8EE-C91A-61C7-41EE920339DA}"/>
              </a:ext>
            </a:extLst>
          </p:cNvPr>
          <p:cNvSpPr/>
          <p:nvPr/>
        </p:nvSpPr>
        <p:spPr>
          <a:xfrm>
            <a:off x="5870267" y="4994891"/>
            <a:ext cx="3450581" cy="49636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/>
                <a:ea typeface="Open Sans"/>
                <a:cs typeface="Open Sans"/>
              </a:rPr>
              <a:t>750 ménages Long -modules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8ED16F-1385-C386-3999-5DBC532DC256}"/>
              </a:ext>
            </a:extLst>
          </p:cNvPr>
          <p:cNvSpPr/>
          <p:nvPr/>
        </p:nvSpPr>
        <p:spPr>
          <a:xfrm>
            <a:off x="5870268" y="5709061"/>
            <a:ext cx="3450579" cy="4930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"/>
                <a:ea typeface="Open Sans"/>
                <a:cs typeface="Open Sans"/>
              </a:rPr>
              <a:t>750 ménages Court Modules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23" y="664869"/>
            <a:ext cx="10542124" cy="824952"/>
          </a:xfrm>
        </p:spPr>
        <p:txBody>
          <a:bodyPr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la 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Methode</a:t>
            </a:r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 (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Cont</a:t>
            </a:r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)</a:t>
            </a:r>
            <a:endParaRPr lang="en-GB" sz="3600" b="0" kern="1400" spc="230" dirty="0">
              <a:solidFill>
                <a:schemeClr val="tx1"/>
              </a:solidFill>
              <a:latin typeface="HALDEN SOLID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59422C-9108-259D-0994-4049D64FC570}"/>
              </a:ext>
            </a:extLst>
          </p:cNvPr>
          <p:cNvCxnSpPr>
            <a:cxnSpLocks/>
          </p:cNvCxnSpPr>
          <p:nvPr/>
        </p:nvCxnSpPr>
        <p:spPr>
          <a:xfrm>
            <a:off x="3953575" y="4135862"/>
            <a:ext cx="744147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74D01CA-E7C1-205C-7EDF-BEF60690F3B2}"/>
              </a:ext>
            </a:extLst>
          </p:cNvPr>
          <p:cNvSpPr/>
          <p:nvPr/>
        </p:nvSpPr>
        <p:spPr>
          <a:xfrm>
            <a:off x="5880326" y="2022958"/>
            <a:ext cx="3440522" cy="451538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/>
                <a:ea typeface="Open Sans"/>
                <a:cs typeface="Open Sans"/>
              </a:rPr>
              <a:t>750 ménages Long-modules</a:t>
            </a:r>
            <a:endParaRPr lang="en-GB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28ED0F-3DF9-473D-5DD5-50D48ED082FA}"/>
              </a:ext>
            </a:extLst>
          </p:cNvPr>
          <p:cNvSpPr/>
          <p:nvPr/>
        </p:nvSpPr>
        <p:spPr>
          <a:xfrm>
            <a:off x="5871361" y="2711395"/>
            <a:ext cx="3449487" cy="4506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"/>
                <a:ea typeface="Open Sans"/>
                <a:cs typeface="Open Sans"/>
              </a:rPr>
              <a:t>750 ménages Court </a:t>
            </a:r>
            <a:r>
              <a:rPr lang="en-GB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"/>
                <a:ea typeface="Open Sans"/>
                <a:cs typeface="Open Sans"/>
              </a:rPr>
              <a:t>Modules</a:t>
            </a:r>
            <a:endParaRPr lang="en-US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5C2CACA0-144C-1FA4-3B93-3821251A134B}"/>
              </a:ext>
            </a:extLst>
          </p:cNvPr>
          <p:cNvSpPr/>
          <p:nvPr/>
        </p:nvSpPr>
        <p:spPr>
          <a:xfrm>
            <a:off x="568960" y="3520401"/>
            <a:ext cx="3384615" cy="123092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2000" b="1" dirty="0">
                <a:latin typeface="Open Sans"/>
                <a:ea typeface="Open Sans"/>
                <a:cs typeface="Times New Roman"/>
              </a:rPr>
              <a:t>Ménages </a:t>
            </a:r>
            <a:r>
              <a:rPr lang="fr-FR" sz="2000" b="1" dirty="0" err="1">
                <a:latin typeface="Open Sans"/>
                <a:ea typeface="Open Sans"/>
                <a:cs typeface="Times New Roman"/>
              </a:rPr>
              <a:t>échantillionnés</a:t>
            </a:r>
            <a:r>
              <a:rPr lang="fr-FR" sz="2000" dirty="0">
                <a:latin typeface="Open Sans"/>
                <a:ea typeface="Calibri"/>
                <a:cs typeface="Calibri"/>
              </a:rPr>
              <a:t> </a:t>
            </a:r>
            <a:r>
              <a:rPr lang="en-GB" sz="2000" b="1" dirty="0">
                <a:latin typeface="Open Sans"/>
                <a:ea typeface="Open Sans"/>
                <a:cs typeface="Open Sans"/>
              </a:rPr>
              <a:t>3000 + (% non-response) </a:t>
            </a:r>
          </a:p>
        </p:txBody>
      </p:sp>
    </p:spTree>
    <p:extLst>
      <p:ext uri="{BB962C8B-B14F-4D97-AF65-F5344CB8AC3E}">
        <p14:creationId xmlns:p14="http://schemas.microsoft.com/office/powerpoint/2010/main" val="475964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75" y="583590"/>
            <a:ext cx="10542124" cy="1152000"/>
          </a:xfrm>
        </p:spPr>
        <p:txBody>
          <a:bodyPr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 pitchFamily="2" charset="0"/>
              </a:rPr>
              <a:t>Pays 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 pitchFamily="2" charset="0"/>
              </a:rPr>
              <a:t>d'étude</a:t>
            </a:r>
            <a:endParaRPr lang="en-US" sz="3600" b="0" kern="1400" spc="230" dirty="0" err="1">
              <a:solidFill>
                <a:schemeClr val="tx1"/>
              </a:solidFill>
              <a:latin typeface="HALDEN SOLI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35CF-F8D9-4777-A432-1DE7A6FC1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375" y="1526728"/>
            <a:ext cx="9557777" cy="48802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 err="1">
                <a:latin typeface="Open Sans"/>
                <a:ea typeface="Open Sans"/>
                <a:cs typeface="Open Sans"/>
              </a:rPr>
              <a:t>Sélection</a:t>
            </a:r>
            <a:r>
              <a:rPr lang="en-GB" dirty="0">
                <a:latin typeface="Open Sans"/>
                <a:ea typeface="Open Sans"/>
                <a:cs typeface="Open Sans"/>
              </a:rPr>
              <a:t> des pays sur la base de trois </a:t>
            </a:r>
            <a:r>
              <a:rPr lang="en-GB" dirty="0" err="1">
                <a:latin typeface="Open Sans"/>
                <a:ea typeface="Open Sans"/>
                <a:cs typeface="Open Sans"/>
              </a:rPr>
              <a:t>indicateurs</a:t>
            </a:r>
            <a:r>
              <a:rPr lang="en-GB" dirty="0">
                <a:latin typeface="Open Sans"/>
                <a:ea typeface="Open Sans"/>
                <a:cs typeface="Open Sans"/>
              </a:rPr>
              <a:t> </a:t>
            </a:r>
            <a:r>
              <a:rPr lang="en-GB" dirty="0" err="1">
                <a:latin typeface="Open Sans"/>
                <a:ea typeface="Open Sans"/>
                <a:cs typeface="Open Sans"/>
              </a:rPr>
              <a:t>clés</a:t>
            </a:r>
            <a:endParaRPr lang="en-GB" dirty="0" err="1"/>
          </a:p>
          <a:p>
            <a:pPr lvl="1"/>
            <a:r>
              <a:rPr lang="en-GB" dirty="0" err="1">
                <a:latin typeface="Open Sans"/>
                <a:ea typeface="Open Sans"/>
                <a:cs typeface="Open Sans"/>
              </a:rPr>
              <a:t>Représentation</a:t>
            </a:r>
            <a:r>
              <a:rPr lang="en-GB" dirty="0">
                <a:latin typeface="Open Sans"/>
                <a:ea typeface="Open Sans"/>
                <a:cs typeface="Open Sans"/>
              </a:rPr>
              <a:t> </a:t>
            </a:r>
            <a:r>
              <a:rPr lang="en-GB" dirty="0" err="1">
                <a:latin typeface="Open Sans"/>
                <a:ea typeface="Open Sans"/>
                <a:cs typeface="Open Sans"/>
              </a:rPr>
              <a:t>mondiale</a:t>
            </a:r>
          </a:p>
          <a:p>
            <a:pPr lvl="1"/>
            <a:r>
              <a:rPr lang="en-GB" dirty="0">
                <a:latin typeface="Open Sans"/>
                <a:ea typeface="Open Sans"/>
                <a:cs typeface="Open Sans"/>
              </a:rPr>
              <a:t>Pertinence de </a:t>
            </a:r>
            <a:r>
              <a:rPr lang="en-GB" dirty="0" err="1">
                <a:latin typeface="Open Sans"/>
                <a:ea typeface="Open Sans"/>
                <a:cs typeface="Open Sans"/>
              </a:rPr>
              <a:t>rCARI</a:t>
            </a:r>
          </a:p>
          <a:p>
            <a:pPr lvl="1"/>
            <a:r>
              <a:rPr lang="en-GB" dirty="0" err="1">
                <a:latin typeface="Open Sans"/>
                <a:ea typeface="Open Sans"/>
                <a:cs typeface="Open Sans"/>
              </a:rPr>
              <a:t>Pénétration</a:t>
            </a:r>
            <a:r>
              <a:rPr lang="en-GB" dirty="0">
                <a:latin typeface="Open Sans"/>
                <a:ea typeface="Open Sans"/>
                <a:cs typeface="Open Sans"/>
              </a:rPr>
              <a:t> des </a:t>
            </a:r>
            <a:r>
              <a:rPr lang="en-GB" dirty="0" err="1">
                <a:latin typeface="Open Sans"/>
                <a:ea typeface="Open Sans"/>
                <a:cs typeface="Open Sans"/>
              </a:rPr>
              <a:t>réseaux</a:t>
            </a:r>
            <a:r>
              <a:rPr lang="en-GB" dirty="0">
                <a:latin typeface="Open Sans"/>
                <a:ea typeface="Open Sans"/>
                <a:cs typeface="Open Sans"/>
              </a:rPr>
              <a:t> mobiles</a:t>
            </a:r>
            <a:endParaRPr lang="en-GB" dirty="0"/>
          </a:p>
          <a:p>
            <a:pPr marL="355600" lvl="1" indent="-355600"/>
            <a:r>
              <a:rPr lang="en-GB" b="1" dirty="0">
                <a:latin typeface="Open Sans"/>
                <a:ea typeface="Open Sans"/>
                <a:cs typeface="Open Sans"/>
              </a:rPr>
              <a:t>South-East Asia [RBB]</a:t>
            </a:r>
          </a:p>
          <a:p>
            <a:pPr lvl="2"/>
            <a:r>
              <a:rPr lang="en-GB" dirty="0"/>
              <a:t>Myanmar</a:t>
            </a:r>
            <a:endParaRPr lang="en-GB" b="1" dirty="0"/>
          </a:p>
          <a:p>
            <a:pPr marL="355600" lvl="1" indent="-355600"/>
            <a:r>
              <a:rPr lang="en-GB" b="1" dirty="0">
                <a:latin typeface="Open Sans"/>
                <a:ea typeface="Open Sans"/>
                <a:cs typeface="Open Sans"/>
              </a:rPr>
              <a:t>Afrique de </a:t>
            </a:r>
            <a:r>
              <a:rPr lang="en-GB" b="1" dirty="0" err="1">
                <a:latin typeface="Open Sans"/>
                <a:ea typeface="Open Sans"/>
                <a:cs typeface="Open Sans"/>
              </a:rPr>
              <a:t>l'Ouest</a:t>
            </a:r>
            <a:r>
              <a:rPr lang="en-GB" b="1" dirty="0">
                <a:latin typeface="Open Sans"/>
                <a:ea typeface="Open Sans"/>
                <a:cs typeface="Open Sans"/>
              </a:rPr>
              <a:t> [RBD]</a:t>
            </a:r>
          </a:p>
          <a:p>
            <a:pPr lvl="2"/>
            <a:r>
              <a:rPr lang="en-GB" dirty="0">
                <a:latin typeface="Open Sans"/>
                <a:ea typeface="Open Sans"/>
                <a:cs typeface="Open Sans"/>
              </a:rPr>
              <a:t>République </a:t>
            </a:r>
            <a:r>
              <a:rPr lang="en-GB" dirty="0" err="1">
                <a:latin typeface="Open Sans"/>
                <a:ea typeface="Open Sans"/>
                <a:cs typeface="Open Sans"/>
              </a:rPr>
              <a:t>centrafricaine</a:t>
            </a:r>
            <a:endParaRPr lang="en-GB" dirty="0">
              <a:latin typeface="Open Sans"/>
              <a:ea typeface="Open Sans"/>
              <a:cs typeface="Open Sans"/>
            </a:endParaRPr>
          </a:p>
          <a:p>
            <a:pPr lvl="2"/>
            <a:r>
              <a:rPr lang="en-GB" dirty="0"/>
              <a:t>Burkina Faso</a:t>
            </a:r>
          </a:p>
          <a:p>
            <a:pPr lvl="2"/>
            <a:r>
              <a:rPr lang="en-GB" i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Mauritania?</a:t>
            </a:r>
          </a:p>
          <a:p>
            <a:pPr marL="355600" lvl="1" indent="-355600"/>
            <a:r>
              <a:rPr lang="en-GB" b="1" dirty="0"/>
              <a:t>Panama [RBP]</a:t>
            </a:r>
          </a:p>
          <a:p>
            <a:pPr lvl="2"/>
            <a:r>
              <a:rPr lang="en-GB" dirty="0" err="1">
                <a:latin typeface="Open Sans"/>
                <a:ea typeface="Open Sans"/>
                <a:cs typeface="Open Sans"/>
              </a:rPr>
              <a:t>Équateur</a:t>
            </a:r>
          </a:p>
          <a:p>
            <a:pPr lvl="2"/>
            <a:r>
              <a:rPr lang="en-GB" dirty="0"/>
              <a:t>Guatemala </a:t>
            </a:r>
          </a:p>
          <a:p>
            <a:pPr marL="355600" lvl="1" indent="-355600"/>
            <a:r>
              <a:rPr lang="en-GB" b="1" dirty="0">
                <a:latin typeface="Open Sans"/>
                <a:ea typeface="Open Sans"/>
                <a:cs typeface="Open Sans"/>
              </a:rPr>
              <a:t>Moyen-Orient [RBC]</a:t>
            </a:r>
          </a:p>
          <a:p>
            <a:pPr lvl="2"/>
            <a:r>
              <a:rPr lang="en-GB" i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Lebanon </a:t>
            </a:r>
            <a:r>
              <a:rPr lang="en-GB" i="1" dirty="0" err="1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ou</a:t>
            </a:r>
            <a:r>
              <a:rPr lang="en-GB" i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 Iraq?</a:t>
            </a:r>
          </a:p>
        </p:txBody>
      </p:sp>
    </p:spTree>
    <p:extLst>
      <p:ext uri="{BB962C8B-B14F-4D97-AF65-F5344CB8AC3E}">
        <p14:creationId xmlns:p14="http://schemas.microsoft.com/office/powerpoint/2010/main" val="104258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3" y="723004"/>
            <a:ext cx="10542124" cy="655930"/>
          </a:xfrm>
        </p:spPr>
        <p:txBody>
          <a:bodyPr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 pitchFamily="2" charset="0"/>
              </a:rPr>
              <a:t>Tentative workplan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9BC643-75E5-5ECD-6793-A987E0F86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599338"/>
              </p:ext>
            </p:extLst>
          </p:nvPr>
        </p:nvGraphicFramePr>
        <p:xfrm>
          <a:off x="1094509" y="1593273"/>
          <a:ext cx="10081637" cy="5035337"/>
        </p:xfrm>
        <a:graphic>
          <a:graphicData uri="http://schemas.openxmlformats.org/drawingml/2006/table">
            <a:tbl>
              <a:tblPr/>
              <a:tblGrid>
                <a:gridCol w="4723563">
                  <a:extLst>
                    <a:ext uri="{9D8B030D-6E8A-4147-A177-3AD203B41FA5}">
                      <a16:colId xmlns:a16="http://schemas.microsoft.com/office/drawing/2014/main" val="2259787709"/>
                    </a:ext>
                  </a:extLst>
                </a:gridCol>
                <a:gridCol w="846012">
                  <a:extLst>
                    <a:ext uri="{9D8B030D-6E8A-4147-A177-3AD203B41FA5}">
                      <a16:colId xmlns:a16="http://schemas.microsoft.com/office/drawing/2014/main" val="2686476805"/>
                    </a:ext>
                  </a:extLst>
                </a:gridCol>
                <a:gridCol w="828387">
                  <a:extLst>
                    <a:ext uri="{9D8B030D-6E8A-4147-A177-3AD203B41FA5}">
                      <a16:colId xmlns:a16="http://schemas.microsoft.com/office/drawing/2014/main" val="1835563327"/>
                    </a:ext>
                  </a:extLst>
                </a:gridCol>
                <a:gridCol w="828387">
                  <a:extLst>
                    <a:ext uri="{9D8B030D-6E8A-4147-A177-3AD203B41FA5}">
                      <a16:colId xmlns:a16="http://schemas.microsoft.com/office/drawing/2014/main" val="3483347013"/>
                    </a:ext>
                  </a:extLst>
                </a:gridCol>
                <a:gridCol w="916512">
                  <a:extLst>
                    <a:ext uri="{9D8B030D-6E8A-4147-A177-3AD203B41FA5}">
                      <a16:colId xmlns:a16="http://schemas.microsoft.com/office/drawing/2014/main" val="987929696"/>
                    </a:ext>
                  </a:extLst>
                </a:gridCol>
                <a:gridCol w="969388">
                  <a:extLst>
                    <a:ext uri="{9D8B030D-6E8A-4147-A177-3AD203B41FA5}">
                      <a16:colId xmlns:a16="http://schemas.microsoft.com/office/drawing/2014/main" val="2600085185"/>
                    </a:ext>
                  </a:extLst>
                </a:gridCol>
                <a:gridCol w="969388">
                  <a:extLst>
                    <a:ext uri="{9D8B030D-6E8A-4147-A177-3AD203B41FA5}">
                      <a16:colId xmlns:a16="http://schemas.microsoft.com/office/drawing/2014/main" val="964983594"/>
                    </a:ext>
                  </a:extLst>
                </a:gridCol>
              </a:tblGrid>
              <a:tr h="467935">
                <a:tc rowSpan="2">
                  <a:txBody>
                    <a:bodyPr/>
                    <a:lstStyle/>
                    <a:p>
                      <a:pPr algn="r" rtl="0" fontAlgn="base"/>
                      <a:endParaRPr lang="en-GB" sz="3600" b="0" i="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800" b="1" i="0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Activité</a:t>
                      </a: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40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rtl="0" fontAlgn="base"/>
                      <a:r>
                        <a:rPr lang="en-GB" sz="1800" b="1" i="0" dirty="0" err="1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Septembre</a:t>
                      </a:r>
                      <a:r>
                        <a:rPr lang="en-GB" sz="1800" b="1" i="0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 2024</a:t>
                      </a:r>
                      <a:endParaRPr lang="en-GB" sz="4000" b="1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ase"/>
                      <a:r>
                        <a:rPr lang="en-GB" sz="1800" b="1" i="0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june</a:t>
                      </a:r>
                      <a:r>
                        <a:rPr lang="en-GB" sz="180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2024</a:t>
                      </a:r>
                      <a:endParaRPr lang="en-GB" sz="4000" b="1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485184"/>
                  </a:ext>
                </a:extLst>
              </a:tr>
              <a:tr h="52453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S1 </a:t>
                      </a:r>
                      <a:endParaRPr lang="en-GB" sz="3200" b="1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S2 </a:t>
                      </a:r>
                      <a:endParaRPr lang="en-GB" sz="3200" b="1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S3 </a:t>
                      </a:r>
                      <a:endParaRPr lang="en-GB" sz="3200" b="1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S4 </a:t>
                      </a:r>
                      <a:endParaRPr lang="en-GB" sz="3200" b="1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S1 </a:t>
                      </a:r>
                      <a:endParaRPr lang="en-GB" sz="3200" b="1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S2 </a:t>
                      </a:r>
                      <a:endParaRPr lang="en-GB" sz="3200" b="1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462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fr-FR" sz="1800" b="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Préparation </a:t>
                      </a:r>
                      <a:endParaRPr lang="fr-FR" sz="18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  </a:t>
                      </a:r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  </a:t>
                      </a:r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9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fr-FR" sz="1800" b="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Établissement d'une liste de ménages et de contacts</a:t>
                      </a:r>
                      <a:r>
                        <a:rPr lang="fr-FR" sz="18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fr-FR" sz="1800" b="0" i="0" dirty="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899188"/>
                  </a:ext>
                </a:extLst>
              </a:tr>
              <a:tr h="473699"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GB" sz="1800" b="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Formation des </a:t>
                      </a:r>
                      <a:r>
                        <a:rPr lang="en-GB" sz="1800" b="0" i="1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enquêteurs</a:t>
                      </a: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18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  </a:t>
                      </a:r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  </a:t>
                      </a:r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2151380"/>
                  </a:ext>
                </a:extLst>
              </a:tr>
              <a:tr h="504845"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GB" sz="1800" b="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Test du questionnaire</a:t>
                      </a: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18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213126"/>
                  </a:ext>
                </a:extLst>
              </a:tr>
              <a:tr h="185336"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GB" sz="1800" b="0" i="1" dirty="0" err="1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Collecte</a:t>
                      </a:r>
                      <a:r>
                        <a:rPr lang="en-GB" sz="1800" b="0" i="1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 de données</a:t>
                      </a: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n-GB" sz="18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  </a:t>
                      </a:r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  <a:t>  </a:t>
                      </a:r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endParaRPr lang="en-GB" sz="2400" b="0" i="0" dirty="0">
                        <a:effectLst/>
                        <a:latin typeface="Open Sans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791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36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641339-8560-7BE9-2C09-A2F73AFF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101" y="2558883"/>
            <a:ext cx="9257798" cy="1068237"/>
          </a:xfrm>
        </p:spPr>
        <p:txBody>
          <a:bodyPr/>
          <a:lstStyle/>
          <a:p>
            <a:pPr algn="ctr"/>
            <a:r>
              <a:rPr lang="en-GB" sz="6000" dirty="0"/>
              <a:t>Merci! </a:t>
            </a:r>
          </a:p>
        </p:txBody>
      </p:sp>
    </p:spTree>
    <p:extLst>
      <p:ext uri="{BB962C8B-B14F-4D97-AF65-F5344CB8AC3E}">
        <p14:creationId xmlns:p14="http://schemas.microsoft.com/office/powerpoint/2010/main" val="18604161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Props1.xml><?xml version="1.0" encoding="utf-8"?>
<ds:datastoreItem xmlns:ds="http://schemas.openxmlformats.org/officeDocument/2006/customXml" ds:itemID="{EFC9D3C6-1B61-4E23-8F8E-F50179D4671A}"/>
</file>

<file path=customXml/itemProps2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2CF057-9F0A-4CCB-B937-805ED701A0E8}">
  <ds:schemaRefs>
    <ds:schemaRef ds:uri="3940b711-dc1d-4235-b0a5-48d487f0d3b9"/>
    <ds:schemaRef ds:uri="49256dcf-74b5-4e0f-b2ab-e17546be8a80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4418</TotalTime>
  <Words>579</Words>
  <Application>Microsoft Office PowerPoint</Application>
  <PresentationFormat>Widescreen</PresentationFormat>
  <Paragraphs>153</Paragraphs>
  <Slides>9</Slides>
  <Notes>9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Theme2</vt:lpstr>
      <vt:lpstr>PowerPoint Presentation</vt:lpstr>
      <vt:lpstr>Context </vt:lpstr>
      <vt:lpstr>CARI: qu'est ce que s'est? </vt:lpstr>
      <vt:lpstr>PowerPoint Presentation</vt:lpstr>
      <vt:lpstr>la Methode</vt:lpstr>
      <vt:lpstr>la Methode (Cont)</vt:lpstr>
      <vt:lpstr>Pays d'étude</vt:lpstr>
      <vt:lpstr>Tentative workplan</vt:lpstr>
      <vt:lpstr>Merci!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158</cp:revision>
  <dcterms:created xsi:type="dcterms:W3CDTF">2018-08-20T09:35:59Z</dcterms:created>
  <dcterms:modified xsi:type="dcterms:W3CDTF">2024-09-09T09:40:54Z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