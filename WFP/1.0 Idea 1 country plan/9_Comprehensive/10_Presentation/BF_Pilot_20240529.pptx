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</p:sldMasterIdLst>
  <p:notesMasterIdLst>
    <p:notesMasterId r:id="rId18"/>
  </p:notesMasterIdLst>
  <p:handoutMasterIdLst>
    <p:handoutMasterId r:id="rId19"/>
  </p:handoutMasterIdLst>
  <p:sldIdLst>
    <p:sldId id="283" r:id="rId5"/>
    <p:sldId id="311" r:id="rId6"/>
    <p:sldId id="377" r:id="rId7"/>
    <p:sldId id="376" r:id="rId8"/>
    <p:sldId id="443" r:id="rId9"/>
    <p:sldId id="426" r:id="rId10"/>
    <p:sldId id="446" r:id="rId11"/>
    <p:sldId id="437" r:id="rId12"/>
    <p:sldId id="438" r:id="rId13"/>
    <p:sldId id="442" r:id="rId14"/>
    <p:sldId id="444" r:id="rId15"/>
    <p:sldId id="441" r:id="rId16"/>
    <p:sldId id="429" r:id="rId1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86BFB65-520F-4649-842A-8FAC50C1638D}">
          <p14:sldIdLst>
            <p14:sldId id="283"/>
            <p14:sldId id="311"/>
            <p14:sldId id="377"/>
            <p14:sldId id="376"/>
            <p14:sldId id="443"/>
            <p14:sldId id="426"/>
            <p14:sldId id="446"/>
            <p14:sldId id="437"/>
            <p14:sldId id="438"/>
          </p14:sldIdLst>
        </p14:section>
        <p14:section name="Results" id="{2C4D1EE9-A3E0-4084-9198-0FB1A973D7CA}">
          <p14:sldIdLst>
            <p14:sldId id="442"/>
            <p14:sldId id="444"/>
            <p14:sldId id="441"/>
            <p14:sldId id="42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67EE71F-E4CF-2640-16B2-A6A6650BB44B}" name="Cassandra WALKER" initials="CW" userId="S::cassandra.walker@wfp.org::7d551a76-2a3b-46ce-9612-27f9694a0380" providerId="AD"/>
  <p188:author id="{E164B82E-70A5-DC7F-7202-998852D0418F}" name="Nicole Wu" initials="YW" userId="Nicole Wu" providerId="None"/>
  <p188:author id="{6A52989B-2D3B-6FC0-BBC3-D88A3726BC0B}" name="Mohamed SALEM" initials="MS" userId="S::mohamed.salem@wfp.org::13f12703-f1ce-4b8b-924c-fe401988a08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D6EA"/>
    <a:srgbClr val="0070BA"/>
    <a:srgbClr val="FFFFFF"/>
    <a:srgbClr val="FFFFFE"/>
    <a:srgbClr val="F5B183"/>
    <a:srgbClr val="A9D18E"/>
    <a:srgbClr val="D4E6F2"/>
    <a:srgbClr val="59CAFF"/>
    <a:srgbClr val="57C5F7"/>
    <a:srgbClr val="5A9E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26ADF2-C8A2-4F47-A597-6BC9E10E98D1}" v="229" dt="2024-05-30T12:00:01.5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930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" y="1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rah WEYORI" userId="1c7cbaa8-91f0-4806-8632-e4be5028c1b4" providerId="ADAL" clId="{1626ADF2-C8A2-4F47-A597-6BC9E10E98D1}"/>
    <pc:docChg chg="undo custSel addSld delSld modSld sldOrd modSection">
      <pc:chgData name="Alirah WEYORI" userId="1c7cbaa8-91f0-4806-8632-e4be5028c1b4" providerId="ADAL" clId="{1626ADF2-C8A2-4F47-A597-6BC9E10E98D1}" dt="2024-06-25T07:45:45.114" v="3237" actId="47"/>
      <pc:docMkLst>
        <pc:docMk/>
      </pc:docMkLst>
      <pc:sldChg chg="modSp mod">
        <pc:chgData name="Alirah WEYORI" userId="1c7cbaa8-91f0-4806-8632-e4be5028c1b4" providerId="ADAL" clId="{1626ADF2-C8A2-4F47-A597-6BC9E10E98D1}" dt="2024-05-29T12:36:18.608" v="31" actId="6549"/>
        <pc:sldMkLst>
          <pc:docMk/>
          <pc:sldMk cId="3545166311" sldId="283"/>
        </pc:sldMkLst>
        <pc:spChg chg="mod">
          <ac:chgData name="Alirah WEYORI" userId="1c7cbaa8-91f0-4806-8632-e4be5028c1b4" providerId="ADAL" clId="{1626ADF2-C8A2-4F47-A597-6BC9E10E98D1}" dt="2024-05-29T12:36:18.608" v="31" actId="6549"/>
          <ac:spMkLst>
            <pc:docMk/>
            <pc:sldMk cId="3545166311" sldId="283"/>
            <ac:spMk id="3" creationId="{00000000-0000-0000-0000-000000000000}"/>
          </ac:spMkLst>
        </pc:spChg>
      </pc:sldChg>
      <pc:sldChg chg="modSp mod modShow">
        <pc:chgData name="Alirah WEYORI" userId="1c7cbaa8-91f0-4806-8632-e4be5028c1b4" providerId="ADAL" clId="{1626ADF2-C8A2-4F47-A597-6BC9E10E98D1}" dt="2024-05-30T15:47:41.984" v="3236" actId="1076"/>
        <pc:sldMkLst>
          <pc:docMk/>
          <pc:sldMk cId="2986976553" sldId="311"/>
        </pc:sldMkLst>
        <pc:spChg chg="mod">
          <ac:chgData name="Alirah WEYORI" userId="1c7cbaa8-91f0-4806-8632-e4be5028c1b4" providerId="ADAL" clId="{1626ADF2-C8A2-4F47-A597-6BC9E10E98D1}" dt="2024-05-30T15:46:46.415" v="3177" actId="20577"/>
          <ac:spMkLst>
            <pc:docMk/>
            <pc:sldMk cId="2986976553" sldId="311"/>
            <ac:spMk id="2" creationId="{F029B89D-5416-48E5-81EA-436AE51F041C}"/>
          </ac:spMkLst>
        </pc:spChg>
        <pc:spChg chg="mod">
          <ac:chgData name="Alirah WEYORI" userId="1c7cbaa8-91f0-4806-8632-e4be5028c1b4" providerId="ADAL" clId="{1626ADF2-C8A2-4F47-A597-6BC9E10E98D1}" dt="2024-05-30T15:47:41.984" v="3236" actId="1076"/>
          <ac:spMkLst>
            <pc:docMk/>
            <pc:sldMk cId="2986976553" sldId="311"/>
            <ac:spMk id="6" creationId="{C77D6C2F-AC0C-CDE5-6C26-DEC4BD426D97}"/>
          </ac:spMkLst>
        </pc:spChg>
      </pc:sldChg>
      <pc:sldChg chg="del">
        <pc:chgData name="Alirah WEYORI" userId="1c7cbaa8-91f0-4806-8632-e4be5028c1b4" providerId="ADAL" clId="{1626ADF2-C8A2-4F47-A597-6BC9E10E98D1}" dt="2024-05-29T12:45:35.577" v="254" actId="47"/>
        <pc:sldMkLst>
          <pc:docMk/>
          <pc:sldMk cId="1362778151" sldId="350"/>
        </pc:sldMkLst>
      </pc:sldChg>
      <pc:sldChg chg="del">
        <pc:chgData name="Alirah WEYORI" userId="1c7cbaa8-91f0-4806-8632-e4be5028c1b4" providerId="ADAL" clId="{1626ADF2-C8A2-4F47-A597-6BC9E10E98D1}" dt="2024-05-29T12:45:38.708" v="257" actId="47"/>
        <pc:sldMkLst>
          <pc:docMk/>
          <pc:sldMk cId="3879222848" sldId="351"/>
        </pc:sldMkLst>
      </pc:sldChg>
      <pc:sldChg chg="del">
        <pc:chgData name="Alirah WEYORI" userId="1c7cbaa8-91f0-4806-8632-e4be5028c1b4" providerId="ADAL" clId="{1626ADF2-C8A2-4F47-A597-6BC9E10E98D1}" dt="2024-05-29T12:45:43.896" v="262" actId="47"/>
        <pc:sldMkLst>
          <pc:docMk/>
          <pc:sldMk cId="2601313420" sldId="353"/>
        </pc:sldMkLst>
      </pc:sldChg>
      <pc:sldChg chg="del">
        <pc:chgData name="Alirah WEYORI" userId="1c7cbaa8-91f0-4806-8632-e4be5028c1b4" providerId="ADAL" clId="{1626ADF2-C8A2-4F47-A597-6BC9E10E98D1}" dt="2024-05-29T12:45:45.566" v="267" actId="47"/>
        <pc:sldMkLst>
          <pc:docMk/>
          <pc:sldMk cId="3950372013" sldId="358"/>
        </pc:sldMkLst>
      </pc:sldChg>
      <pc:sldChg chg="del">
        <pc:chgData name="Alirah WEYORI" userId="1c7cbaa8-91f0-4806-8632-e4be5028c1b4" providerId="ADAL" clId="{1626ADF2-C8A2-4F47-A597-6BC9E10E98D1}" dt="2024-05-29T12:45:50.544" v="274" actId="47"/>
        <pc:sldMkLst>
          <pc:docMk/>
          <pc:sldMk cId="860340241" sldId="365"/>
        </pc:sldMkLst>
      </pc:sldChg>
      <pc:sldChg chg="del">
        <pc:chgData name="Alirah WEYORI" userId="1c7cbaa8-91f0-4806-8632-e4be5028c1b4" providerId="ADAL" clId="{1626ADF2-C8A2-4F47-A597-6BC9E10E98D1}" dt="2024-05-29T12:45:38.066" v="256" actId="47"/>
        <pc:sldMkLst>
          <pc:docMk/>
          <pc:sldMk cId="1006839409" sldId="372"/>
        </pc:sldMkLst>
      </pc:sldChg>
      <pc:sldChg chg="del">
        <pc:chgData name="Alirah WEYORI" userId="1c7cbaa8-91f0-4806-8632-e4be5028c1b4" providerId="ADAL" clId="{1626ADF2-C8A2-4F47-A597-6BC9E10E98D1}" dt="2024-05-29T12:45:43.035" v="261" actId="47"/>
        <pc:sldMkLst>
          <pc:docMk/>
          <pc:sldMk cId="1031546385" sldId="374"/>
        </pc:sldMkLst>
      </pc:sldChg>
      <pc:sldChg chg="modSp mod ord">
        <pc:chgData name="Alirah WEYORI" userId="1c7cbaa8-91f0-4806-8632-e4be5028c1b4" providerId="ADAL" clId="{1626ADF2-C8A2-4F47-A597-6BC9E10E98D1}" dt="2024-05-30T12:59:51.401" v="2664"/>
        <pc:sldMkLst>
          <pc:docMk/>
          <pc:sldMk cId="1483743704" sldId="376"/>
        </pc:sldMkLst>
        <pc:spChg chg="mod">
          <ac:chgData name="Alirah WEYORI" userId="1c7cbaa8-91f0-4806-8632-e4be5028c1b4" providerId="ADAL" clId="{1626ADF2-C8A2-4F47-A597-6BC9E10E98D1}" dt="2024-05-29T12:39:58.441" v="151" actId="14100"/>
          <ac:spMkLst>
            <pc:docMk/>
            <pc:sldMk cId="1483743704" sldId="376"/>
            <ac:spMk id="2" creationId="{C5F7231F-E6EC-BFEB-7C73-14594B9330A2}"/>
          </ac:spMkLst>
        </pc:spChg>
        <pc:spChg chg="mod">
          <ac:chgData name="Alirah WEYORI" userId="1c7cbaa8-91f0-4806-8632-e4be5028c1b4" providerId="ADAL" clId="{1626ADF2-C8A2-4F47-A597-6BC9E10E98D1}" dt="2024-05-29T12:36:50.663" v="47" actId="20577"/>
          <ac:spMkLst>
            <pc:docMk/>
            <pc:sldMk cId="1483743704" sldId="376"/>
            <ac:spMk id="6" creationId="{0CD8D586-DCEA-38DE-9DB9-53AF960C8548}"/>
          </ac:spMkLst>
        </pc:spChg>
        <pc:spChg chg="mod">
          <ac:chgData name="Alirah WEYORI" userId="1c7cbaa8-91f0-4806-8632-e4be5028c1b4" providerId="ADAL" clId="{1626ADF2-C8A2-4F47-A597-6BC9E10E98D1}" dt="2024-05-30T12:59:42.653" v="2660" actId="20577"/>
          <ac:spMkLst>
            <pc:docMk/>
            <pc:sldMk cId="1483743704" sldId="376"/>
            <ac:spMk id="12" creationId="{E6FB7428-94C4-A6D9-386D-79FA8AE624B9}"/>
          </ac:spMkLst>
        </pc:spChg>
        <pc:spChg chg="mod">
          <ac:chgData name="Alirah WEYORI" userId="1c7cbaa8-91f0-4806-8632-e4be5028c1b4" providerId="ADAL" clId="{1626ADF2-C8A2-4F47-A597-6BC9E10E98D1}" dt="2024-05-29T12:39:52.502" v="149" actId="14100"/>
          <ac:spMkLst>
            <pc:docMk/>
            <pc:sldMk cId="1483743704" sldId="376"/>
            <ac:spMk id="14" creationId="{F8526570-F905-CD9B-1DE6-A402E855E769}"/>
          </ac:spMkLst>
        </pc:spChg>
        <pc:spChg chg="mod">
          <ac:chgData name="Alirah WEYORI" userId="1c7cbaa8-91f0-4806-8632-e4be5028c1b4" providerId="ADAL" clId="{1626ADF2-C8A2-4F47-A597-6BC9E10E98D1}" dt="2024-05-30T12:59:47.230" v="2662" actId="20577"/>
          <ac:spMkLst>
            <pc:docMk/>
            <pc:sldMk cId="1483743704" sldId="376"/>
            <ac:spMk id="16" creationId="{3B004D5D-C036-CE5B-9E0D-EBA11EA6250D}"/>
          </ac:spMkLst>
        </pc:spChg>
        <pc:spChg chg="mod">
          <ac:chgData name="Alirah WEYORI" userId="1c7cbaa8-91f0-4806-8632-e4be5028c1b4" providerId="ADAL" clId="{1626ADF2-C8A2-4F47-A597-6BC9E10E98D1}" dt="2024-05-29T12:41:15.668" v="166" actId="14100"/>
          <ac:spMkLst>
            <pc:docMk/>
            <pc:sldMk cId="1483743704" sldId="376"/>
            <ac:spMk id="20" creationId="{97F46167-A644-7B36-5C95-F3E89E13529B}"/>
          </ac:spMkLst>
        </pc:spChg>
      </pc:sldChg>
      <pc:sldChg chg="modSp mod ord">
        <pc:chgData name="Alirah WEYORI" userId="1c7cbaa8-91f0-4806-8632-e4be5028c1b4" providerId="ADAL" clId="{1626ADF2-C8A2-4F47-A597-6BC9E10E98D1}" dt="2024-05-30T10:30:12.755" v="1615" actId="20577"/>
        <pc:sldMkLst>
          <pc:docMk/>
          <pc:sldMk cId="83693828" sldId="377"/>
        </pc:sldMkLst>
        <pc:spChg chg="mod">
          <ac:chgData name="Alirah WEYORI" userId="1c7cbaa8-91f0-4806-8632-e4be5028c1b4" providerId="ADAL" clId="{1626ADF2-C8A2-4F47-A597-6BC9E10E98D1}" dt="2024-05-30T10:29:55.907" v="1607" actId="1076"/>
          <ac:spMkLst>
            <pc:docMk/>
            <pc:sldMk cId="83693828" sldId="377"/>
            <ac:spMk id="3" creationId="{9CBB7960-69FD-2342-570A-DAAF92590007}"/>
          </ac:spMkLst>
        </pc:spChg>
        <pc:spChg chg="mod">
          <ac:chgData name="Alirah WEYORI" userId="1c7cbaa8-91f0-4806-8632-e4be5028c1b4" providerId="ADAL" clId="{1626ADF2-C8A2-4F47-A597-6BC9E10E98D1}" dt="2024-05-30T10:29:05.695" v="1599" actId="1076"/>
          <ac:spMkLst>
            <pc:docMk/>
            <pc:sldMk cId="83693828" sldId="377"/>
            <ac:spMk id="4" creationId="{75A77ED1-5BEC-95BD-E876-FF96B3716765}"/>
          </ac:spMkLst>
        </pc:spChg>
        <pc:spChg chg="mod">
          <ac:chgData name="Alirah WEYORI" userId="1c7cbaa8-91f0-4806-8632-e4be5028c1b4" providerId="ADAL" clId="{1626ADF2-C8A2-4F47-A597-6BC9E10E98D1}" dt="2024-05-30T10:29:28.734" v="1605" actId="14100"/>
          <ac:spMkLst>
            <pc:docMk/>
            <pc:sldMk cId="83693828" sldId="377"/>
            <ac:spMk id="5" creationId="{CAB12246-423B-84EC-EA7A-F4EBBA4FF08A}"/>
          </ac:spMkLst>
        </pc:spChg>
        <pc:spChg chg="mod">
          <ac:chgData name="Alirah WEYORI" userId="1c7cbaa8-91f0-4806-8632-e4be5028c1b4" providerId="ADAL" clId="{1626ADF2-C8A2-4F47-A597-6BC9E10E98D1}" dt="2024-05-30T10:30:12.755" v="1615" actId="20577"/>
          <ac:spMkLst>
            <pc:docMk/>
            <pc:sldMk cId="83693828" sldId="377"/>
            <ac:spMk id="6" creationId="{15E3259A-B77F-BC04-7686-7436A012C823}"/>
          </ac:spMkLst>
        </pc:spChg>
      </pc:sldChg>
      <pc:sldChg chg="del">
        <pc:chgData name="Alirah WEYORI" userId="1c7cbaa8-91f0-4806-8632-e4be5028c1b4" providerId="ADAL" clId="{1626ADF2-C8A2-4F47-A597-6BC9E10E98D1}" dt="2024-05-29T12:45:39.908" v="259" actId="47"/>
        <pc:sldMkLst>
          <pc:docMk/>
          <pc:sldMk cId="2452469456" sldId="409"/>
        </pc:sldMkLst>
      </pc:sldChg>
      <pc:sldChg chg="del">
        <pc:chgData name="Alirah WEYORI" userId="1c7cbaa8-91f0-4806-8632-e4be5028c1b4" providerId="ADAL" clId="{1626ADF2-C8A2-4F47-A597-6BC9E10E98D1}" dt="2024-05-29T12:45:44.209" v="263" actId="47"/>
        <pc:sldMkLst>
          <pc:docMk/>
          <pc:sldMk cId="1471773973" sldId="411"/>
        </pc:sldMkLst>
      </pc:sldChg>
      <pc:sldChg chg="del">
        <pc:chgData name="Alirah WEYORI" userId="1c7cbaa8-91f0-4806-8632-e4be5028c1b4" providerId="ADAL" clId="{1626ADF2-C8A2-4F47-A597-6BC9E10E98D1}" dt="2024-05-29T12:45:44.527" v="264" actId="47"/>
        <pc:sldMkLst>
          <pc:docMk/>
          <pc:sldMk cId="405506871" sldId="412"/>
        </pc:sldMkLst>
      </pc:sldChg>
      <pc:sldChg chg="del">
        <pc:chgData name="Alirah WEYORI" userId="1c7cbaa8-91f0-4806-8632-e4be5028c1b4" providerId="ADAL" clId="{1626ADF2-C8A2-4F47-A597-6BC9E10E98D1}" dt="2024-05-29T12:45:44.940" v="265" actId="47"/>
        <pc:sldMkLst>
          <pc:docMk/>
          <pc:sldMk cId="25488982" sldId="413"/>
        </pc:sldMkLst>
      </pc:sldChg>
      <pc:sldChg chg="del">
        <pc:chgData name="Alirah WEYORI" userId="1c7cbaa8-91f0-4806-8632-e4be5028c1b4" providerId="ADAL" clId="{1626ADF2-C8A2-4F47-A597-6BC9E10E98D1}" dt="2024-05-29T12:45:45.234" v="266" actId="47"/>
        <pc:sldMkLst>
          <pc:docMk/>
          <pc:sldMk cId="2767940400" sldId="414"/>
        </pc:sldMkLst>
      </pc:sldChg>
      <pc:sldChg chg="del">
        <pc:chgData name="Alirah WEYORI" userId="1c7cbaa8-91f0-4806-8632-e4be5028c1b4" providerId="ADAL" clId="{1626ADF2-C8A2-4F47-A597-6BC9E10E98D1}" dt="2024-05-29T12:45:46.217" v="268" actId="47"/>
        <pc:sldMkLst>
          <pc:docMk/>
          <pc:sldMk cId="3673149908" sldId="416"/>
        </pc:sldMkLst>
      </pc:sldChg>
      <pc:sldChg chg="del">
        <pc:chgData name="Alirah WEYORI" userId="1c7cbaa8-91f0-4806-8632-e4be5028c1b4" providerId="ADAL" clId="{1626ADF2-C8A2-4F47-A597-6BC9E10E98D1}" dt="2024-05-29T12:45:47.217" v="270" actId="47"/>
        <pc:sldMkLst>
          <pc:docMk/>
          <pc:sldMk cId="4287019513" sldId="417"/>
        </pc:sldMkLst>
      </pc:sldChg>
      <pc:sldChg chg="del">
        <pc:chgData name="Alirah WEYORI" userId="1c7cbaa8-91f0-4806-8632-e4be5028c1b4" providerId="ADAL" clId="{1626ADF2-C8A2-4F47-A597-6BC9E10E98D1}" dt="2024-05-29T12:45:46.940" v="269" actId="47"/>
        <pc:sldMkLst>
          <pc:docMk/>
          <pc:sldMk cId="3685547405" sldId="418"/>
        </pc:sldMkLst>
      </pc:sldChg>
      <pc:sldChg chg="del">
        <pc:chgData name="Alirah WEYORI" userId="1c7cbaa8-91f0-4806-8632-e4be5028c1b4" providerId="ADAL" clId="{1626ADF2-C8A2-4F47-A597-6BC9E10E98D1}" dt="2024-05-29T12:45:47.507" v="271" actId="47"/>
        <pc:sldMkLst>
          <pc:docMk/>
          <pc:sldMk cId="2594331961" sldId="419"/>
        </pc:sldMkLst>
      </pc:sldChg>
      <pc:sldChg chg="del">
        <pc:chgData name="Alirah WEYORI" userId="1c7cbaa8-91f0-4806-8632-e4be5028c1b4" providerId="ADAL" clId="{1626ADF2-C8A2-4F47-A597-6BC9E10E98D1}" dt="2024-05-29T12:45:39.265" v="258" actId="47"/>
        <pc:sldMkLst>
          <pc:docMk/>
          <pc:sldMk cId="1740572245" sldId="421"/>
        </pc:sldMkLst>
      </pc:sldChg>
      <pc:sldChg chg="del">
        <pc:chgData name="Alirah WEYORI" userId="1c7cbaa8-91f0-4806-8632-e4be5028c1b4" providerId="ADAL" clId="{1626ADF2-C8A2-4F47-A597-6BC9E10E98D1}" dt="2024-05-29T12:45:36.780" v="255" actId="47"/>
        <pc:sldMkLst>
          <pc:docMk/>
          <pc:sldMk cId="4212933599" sldId="422"/>
        </pc:sldMkLst>
      </pc:sldChg>
      <pc:sldChg chg="del">
        <pc:chgData name="Alirah WEYORI" userId="1c7cbaa8-91f0-4806-8632-e4be5028c1b4" providerId="ADAL" clId="{1626ADF2-C8A2-4F47-A597-6BC9E10E98D1}" dt="2024-05-29T12:45:48.064" v="272" actId="47"/>
        <pc:sldMkLst>
          <pc:docMk/>
          <pc:sldMk cId="2618628193" sldId="423"/>
        </pc:sldMkLst>
      </pc:sldChg>
      <pc:sldChg chg="del">
        <pc:chgData name="Alirah WEYORI" userId="1c7cbaa8-91f0-4806-8632-e4be5028c1b4" providerId="ADAL" clId="{1626ADF2-C8A2-4F47-A597-6BC9E10E98D1}" dt="2024-05-29T12:45:49.896" v="273" actId="47"/>
        <pc:sldMkLst>
          <pc:docMk/>
          <pc:sldMk cId="3098714225" sldId="424"/>
        </pc:sldMkLst>
      </pc:sldChg>
      <pc:sldChg chg="del">
        <pc:chgData name="Alirah WEYORI" userId="1c7cbaa8-91f0-4806-8632-e4be5028c1b4" providerId="ADAL" clId="{1626ADF2-C8A2-4F47-A597-6BC9E10E98D1}" dt="2024-05-29T12:45:42.505" v="260" actId="47"/>
        <pc:sldMkLst>
          <pc:docMk/>
          <pc:sldMk cId="1661564543" sldId="425"/>
        </pc:sldMkLst>
      </pc:sldChg>
      <pc:sldChg chg="modSp mod ord">
        <pc:chgData name="Alirah WEYORI" userId="1c7cbaa8-91f0-4806-8632-e4be5028c1b4" providerId="ADAL" clId="{1626ADF2-C8A2-4F47-A597-6BC9E10E98D1}" dt="2024-05-30T12:00:01.542" v="2649" actId="1035"/>
        <pc:sldMkLst>
          <pc:docMk/>
          <pc:sldMk cId="2929192344" sldId="426"/>
        </pc:sldMkLst>
        <pc:spChg chg="mod">
          <ac:chgData name="Alirah WEYORI" userId="1c7cbaa8-91f0-4806-8632-e4be5028c1b4" providerId="ADAL" clId="{1626ADF2-C8A2-4F47-A597-6BC9E10E98D1}" dt="2024-05-29T12:48:10.106" v="311" actId="20577"/>
          <ac:spMkLst>
            <pc:docMk/>
            <pc:sldMk cId="2929192344" sldId="426"/>
            <ac:spMk id="2" creationId="{FCD16E23-B95D-E373-6EDB-2C8510CBEE16}"/>
          </ac:spMkLst>
        </pc:spChg>
        <pc:spChg chg="mod">
          <ac:chgData name="Alirah WEYORI" userId="1c7cbaa8-91f0-4806-8632-e4be5028c1b4" providerId="ADAL" clId="{1626ADF2-C8A2-4F47-A597-6BC9E10E98D1}" dt="2024-05-30T12:00:01.542" v="2649" actId="1035"/>
          <ac:spMkLst>
            <pc:docMk/>
            <pc:sldMk cId="2929192344" sldId="426"/>
            <ac:spMk id="3" creationId="{DE7C056F-9D7F-4B72-99AA-CBF424D71D1A}"/>
          </ac:spMkLst>
        </pc:spChg>
      </pc:sldChg>
      <pc:sldChg chg="del">
        <pc:chgData name="Alirah WEYORI" userId="1c7cbaa8-91f0-4806-8632-e4be5028c1b4" providerId="ADAL" clId="{1626ADF2-C8A2-4F47-A597-6BC9E10E98D1}" dt="2024-05-29T13:04:47.068" v="1338" actId="47"/>
        <pc:sldMkLst>
          <pc:docMk/>
          <pc:sldMk cId="3444861400" sldId="428"/>
        </pc:sldMkLst>
      </pc:sldChg>
      <pc:sldChg chg="modSp mod">
        <pc:chgData name="Alirah WEYORI" userId="1c7cbaa8-91f0-4806-8632-e4be5028c1b4" providerId="ADAL" clId="{1626ADF2-C8A2-4F47-A597-6BC9E10E98D1}" dt="2024-05-29T14:16:04.542" v="1351" actId="403"/>
        <pc:sldMkLst>
          <pc:docMk/>
          <pc:sldMk cId="625576628" sldId="429"/>
        </pc:sldMkLst>
        <pc:spChg chg="mod">
          <ac:chgData name="Alirah WEYORI" userId="1c7cbaa8-91f0-4806-8632-e4be5028c1b4" providerId="ADAL" clId="{1626ADF2-C8A2-4F47-A597-6BC9E10E98D1}" dt="2024-05-29T14:16:04.542" v="1351" actId="403"/>
          <ac:spMkLst>
            <pc:docMk/>
            <pc:sldMk cId="625576628" sldId="429"/>
            <ac:spMk id="3" creationId="{BB310342-74D1-A202-46B3-5A0934966D09}"/>
          </ac:spMkLst>
        </pc:spChg>
      </pc:sldChg>
      <pc:sldChg chg="del">
        <pc:chgData name="Alirah WEYORI" userId="1c7cbaa8-91f0-4806-8632-e4be5028c1b4" providerId="ADAL" clId="{1626ADF2-C8A2-4F47-A597-6BC9E10E98D1}" dt="2024-05-29T13:04:47.637" v="1341" actId="47"/>
        <pc:sldMkLst>
          <pc:docMk/>
          <pc:sldMk cId="1108130299" sldId="430"/>
        </pc:sldMkLst>
      </pc:sldChg>
      <pc:sldChg chg="del">
        <pc:chgData name="Alirah WEYORI" userId="1c7cbaa8-91f0-4806-8632-e4be5028c1b4" providerId="ADAL" clId="{1626ADF2-C8A2-4F47-A597-6BC9E10E98D1}" dt="2024-05-29T13:04:49.242" v="1344" actId="47"/>
        <pc:sldMkLst>
          <pc:docMk/>
          <pc:sldMk cId="318983926" sldId="431"/>
        </pc:sldMkLst>
      </pc:sldChg>
      <pc:sldChg chg="del">
        <pc:chgData name="Alirah WEYORI" userId="1c7cbaa8-91f0-4806-8632-e4be5028c1b4" providerId="ADAL" clId="{1626ADF2-C8A2-4F47-A597-6BC9E10E98D1}" dt="2024-05-29T13:04:47.946" v="1342" actId="47"/>
        <pc:sldMkLst>
          <pc:docMk/>
          <pc:sldMk cId="933411330" sldId="432"/>
        </pc:sldMkLst>
      </pc:sldChg>
      <pc:sldChg chg="del">
        <pc:chgData name="Alirah WEYORI" userId="1c7cbaa8-91f0-4806-8632-e4be5028c1b4" providerId="ADAL" clId="{1626ADF2-C8A2-4F47-A597-6BC9E10E98D1}" dt="2024-05-29T13:04:47.464" v="1340" actId="47"/>
        <pc:sldMkLst>
          <pc:docMk/>
          <pc:sldMk cId="331899675" sldId="433"/>
        </pc:sldMkLst>
      </pc:sldChg>
      <pc:sldChg chg="del">
        <pc:chgData name="Alirah WEYORI" userId="1c7cbaa8-91f0-4806-8632-e4be5028c1b4" providerId="ADAL" clId="{1626ADF2-C8A2-4F47-A597-6BC9E10E98D1}" dt="2024-05-29T13:04:47.271" v="1339" actId="47"/>
        <pc:sldMkLst>
          <pc:docMk/>
          <pc:sldMk cId="389871218" sldId="434"/>
        </pc:sldMkLst>
      </pc:sldChg>
      <pc:sldChg chg="del">
        <pc:chgData name="Alirah WEYORI" userId="1c7cbaa8-91f0-4806-8632-e4be5028c1b4" providerId="ADAL" clId="{1626ADF2-C8A2-4F47-A597-6BC9E10E98D1}" dt="2024-05-29T13:04:48.235" v="1343" actId="47"/>
        <pc:sldMkLst>
          <pc:docMk/>
          <pc:sldMk cId="3355326489" sldId="435"/>
        </pc:sldMkLst>
      </pc:sldChg>
      <pc:sldChg chg="del">
        <pc:chgData name="Alirah WEYORI" userId="1c7cbaa8-91f0-4806-8632-e4be5028c1b4" providerId="ADAL" clId="{1626ADF2-C8A2-4F47-A597-6BC9E10E98D1}" dt="2024-05-29T13:04:46.812" v="1337" actId="47"/>
        <pc:sldMkLst>
          <pc:docMk/>
          <pc:sldMk cId="2437889849" sldId="436"/>
        </pc:sldMkLst>
      </pc:sldChg>
      <pc:sldChg chg="addSp delSp modSp add mod ord">
        <pc:chgData name="Alirah WEYORI" userId="1c7cbaa8-91f0-4806-8632-e4be5028c1b4" providerId="ADAL" clId="{1626ADF2-C8A2-4F47-A597-6BC9E10E98D1}" dt="2024-05-30T15:40:35.216" v="2719"/>
        <pc:sldMkLst>
          <pc:docMk/>
          <pc:sldMk cId="2506460457" sldId="437"/>
        </pc:sldMkLst>
        <pc:spChg chg="del">
          <ac:chgData name="Alirah WEYORI" userId="1c7cbaa8-91f0-4806-8632-e4be5028c1b4" providerId="ADAL" clId="{1626ADF2-C8A2-4F47-A597-6BC9E10E98D1}" dt="2024-05-29T12:43:29.755" v="169" actId="478"/>
          <ac:spMkLst>
            <pc:docMk/>
            <pc:sldMk cId="2506460457" sldId="437"/>
            <ac:spMk id="2" creationId="{C5F7231F-E6EC-BFEB-7C73-14594B9330A2}"/>
          </ac:spMkLst>
        </pc:spChg>
        <pc:grpChg chg="del">
          <ac:chgData name="Alirah WEYORI" userId="1c7cbaa8-91f0-4806-8632-e4be5028c1b4" providerId="ADAL" clId="{1626ADF2-C8A2-4F47-A597-6BC9E10E98D1}" dt="2024-05-29T12:43:28.801" v="168" actId="478"/>
          <ac:grpSpMkLst>
            <pc:docMk/>
            <pc:sldMk cId="2506460457" sldId="437"/>
            <ac:grpSpMk id="24" creationId="{2EF35892-2378-D494-50FA-77FAF1AE8F71}"/>
          </ac:grpSpMkLst>
        </pc:grpChg>
        <pc:picChg chg="add mod">
          <ac:chgData name="Alirah WEYORI" userId="1c7cbaa8-91f0-4806-8632-e4be5028c1b4" providerId="ADAL" clId="{1626ADF2-C8A2-4F47-A597-6BC9E10E98D1}" dt="2024-05-29T12:43:46.532" v="174" actId="14100"/>
          <ac:picMkLst>
            <pc:docMk/>
            <pc:sldMk cId="2506460457" sldId="437"/>
            <ac:picMk id="15" creationId="{A5236329-77F9-88A4-E6CF-5D2A7BAFF02F}"/>
          </ac:picMkLst>
        </pc:picChg>
      </pc:sldChg>
      <pc:sldChg chg="addSp delSp modSp add mod">
        <pc:chgData name="Alirah WEYORI" userId="1c7cbaa8-91f0-4806-8632-e4be5028c1b4" providerId="ADAL" clId="{1626ADF2-C8A2-4F47-A597-6BC9E10E98D1}" dt="2024-05-30T10:26:40.441" v="1521" actId="164"/>
        <pc:sldMkLst>
          <pc:docMk/>
          <pc:sldMk cId="294376039" sldId="438"/>
        </pc:sldMkLst>
        <pc:spChg chg="add mod">
          <ac:chgData name="Alirah WEYORI" userId="1c7cbaa8-91f0-4806-8632-e4be5028c1b4" providerId="ADAL" clId="{1626ADF2-C8A2-4F47-A597-6BC9E10E98D1}" dt="2024-05-30T10:26:40.441" v="1521" actId="164"/>
          <ac:spMkLst>
            <pc:docMk/>
            <pc:sldMk cId="294376039" sldId="438"/>
            <ac:spMk id="2" creationId="{735CDF04-8D19-EDA9-D04B-719682443BD5}"/>
          </ac:spMkLst>
        </pc:spChg>
        <pc:spChg chg="mod">
          <ac:chgData name="Alirah WEYORI" userId="1c7cbaa8-91f0-4806-8632-e4be5028c1b4" providerId="ADAL" clId="{1626ADF2-C8A2-4F47-A597-6BC9E10E98D1}" dt="2024-05-29T12:45:17.104" v="253" actId="20577"/>
          <ac:spMkLst>
            <pc:docMk/>
            <pc:sldMk cId="294376039" sldId="438"/>
            <ac:spMk id="25" creationId="{C4793960-97FD-5AE3-34FE-71F229830B09}"/>
          </ac:spMkLst>
        </pc:spChg>
        <pc:grpChg chg="add mod">
          <ac:chgData name="Alirah WEYORI" userId="1c7cbaa8-91f0-4806-8632-e4be5028c1b4" providerId="ADAL" clId="{1626ADF2-C8A2-4F47-A597-6BC9E10E98D1}" dt="2024-05-30T10:26:40.441" v="1521" actId="164"/>
          <ac:grpSpMkLst>
            <pc:docMk/>
            <pc:sldMk cId="294376039" sldId="438"/>
            <ac:grpSpMk id="4" creationId="{78DBB42B-A855-6069-C204-3DCAB72569A6}"/>
          </ac:grpSpMkLst>
        </pc:grpChg>
        <pc:picChg chg="add mod">
          <ac:chgData name="Alirah WEYORI" userId="1c7cbaa8-91f0-4806-8632-e4be5028c1b4" providerId="ADAL" clId="{1626ADF2-C8A2-4F47-A597-6BC9E10E98D1}" dt="2024-05-30T10:26:40.441" v="1521" actId="164"/>
          <ac:picMkLst>
            <pc:docMk/>
            <pc:sldMk cId="294376039" sldId="438"/>
            <ac:picMk id="3" creationId="{FE0E047E-0F80-7D76-2778-8102D6DE11C0}"/>
          </ac:picMkLst>
        </pc:picChg>
        <pc:picChg chg="del">
          <ac:chgData name="Alirah WEYORI" userId="1c7cbaa8-91f0-4806-8632-e4be5028c1b4" providerId="ADAL" clId="{1626ADF2-C8A2-4F47-A597-6BC9E10E98D1}" dt="2024-05-29T12:45:10.507" v="240" actId="478"/>
          <ac:picMkLst>
            <pc:docMk/>
            <pc:sldMk cId="294376039" sldId="438"/>
            <ac:picMk id="15" creationId="{A5236329-77F9-88A4-E6CF-5D2A7BAFF02F}"/>
          </ac:picMkLst>
        </pc:picChg>
      </pc:sldChg>
      <pc:sldChg chg="addSp delSp new del mod">
        <pc:chgData name="Alirah WEYORI" userId="1c7cbaa8-91f0-4806-8632-e4be5028c1b4" providerId="ADAL" clId="{1626ADF2-C8A2-4F47-A597-6BC9E10E98D1}" dt="2024-05-29T12:47:59.269" v="288" actId="47"/>
        <pc:sldMkLst>
          <pc:docMk/>
          <pc:sldMk cId="912374578" sldId="439"/>
        </pc:sldMkLst>
        <pc:spChg chg="del">
          <ac:chgData name="Alirah WEYORI" userId="1c7cbaa8-91f0-4806-8632-e4be5028c1b4" providerId="ADAL" clId="{1626ADF2-C8A2-4F47-A597-6BC9E10E98D1}" dt="2024-05-29T12:47:26.571" v="281" actId="478"/>
          <ac:spMkLst>
            <pc:docMk/>
            <pc:sldMk cId="912374578" sldId="439"/>
            <ac:spMk id="2" creationId="{0AC283C5-FB39-F03E-6977-B00114D9E1A0}"/>
          </ac:spMkLst>
        </pc:spChg>
        <pc:spChg chg="del">
          <ac:chgData name="Alirah WEYORI" userId="1c7cbaa8-91f0-4806-8632-e4be5028c1b4" providerId="ADAL" clId="{1626ADF2-C8A2-4F47-A597-6BC9E10E98D1}" dt="2024-05-29T12:47:29.336" v="282" actId="478"/>
          <ac:spMkLst>
            <pc:docMk/>
            <pc:sldMk cId="912374578" sldId="439"/>
            <ac:spMk id="3" creationId="{66FCDF15-9285-5727-4BEE-6E74A059FB66}"/>
          </ac:spMkLst>
        </pc:spChg>
        <pc:spChg chg="add del">
          <ac:chgData name="Alirah WEYORI" userId="1c7cbaa8-91f0-4806-8632-e4be5028c1b4" providerId="ADAL" clId="{1626ADF2-C8A2-4F47-A597-6BC9E10E98D1}" dt="2024-05-29T12:47:37.288" v="284" actId="478"/>
          <ac:spMkLst>
            <pc:docMk/>
            <pc:sldMk cId="912374578" sldId="439"/>
            <ac:spMk id="5" creationId="{FC7E3396-39E2-E161-A2AC-7DCAB076B7C9}"/>
          </ac:spMkLst>
        </pc:spChg>
      </pc:sldChg>
      <pc:sldChg chg="modSp add del mod">
        <pc:chgData name="Alirah WEYORI" userId="1c7cbaa8-91f0-4806-8632-e4be5028c1b4" providerId="ADAL" clId="{1626ADF2-C8A2-4F47-A597-6BC9E10E98D1}" dt="2024-06-25T07:45:45.114" v="3237" actId="47"/>
        <pc:sldMkLst>
          <pc:docMk/>
          <pc:sldMk cId="1676958816" sldId="440"/>
        </pc:sldMkLst>
        <pc:spChg chg="mod">
          <ac:chgData name="Alirah WEYORI" userId="1c7cbaa8-91f0-4806-8632-e4be5028c1b4" providerId="ADAL" clId="{1626ADF2-C8A2-4F47-A597-6BC9E10E98D1}" dt="2024-05-29T12:57:49.263" v="918" actId="20577"/>
          <ac:spMkLst>
            <pc:docMk/>
            <pc:sldMk cId="1676958816" sldId="440"/>
            <ac:spMk id="2" creationId="{FCD16E23-B95D-E373-6EDB-2C8510CBEE16}"/>
          </ac:spMkLst>
        </pc:spChg>
        <pc:spChg chg="mod">
          <ac:chgData name="Alirah WEYORI" userId="1c7cbaa8-91f0-4806-8632-e4be5028c1b4" providerId="ADAL" clId="{1626ADF2-C8A2-4F47-A597-6BC9E10E98D1}" dt="2024-05-30T15:41:30.898" v="2759" actId="15"/>
          <ac:spMkLst>
            <pc:docMk/>
            <pc:sldMk cId="1676958816" sldId="440"/>
            <ac:spMk id="3" creationId="{DE7C056F-9D7F-4B72-99AA-CBF424D71D1A}"/>
          </ac:spMkLst>
        </pc:spChg>
      </pc:sldChg>
      <pc:sldChg chg="addSp delSp modSp add mod ord">
        <pc:chgData name="Alirah WEYORI" userId="1c7cbaa8-91f0-4806-8632-e4be5028c1b4" providerId="ADAL" clId="{1626ADF2-C8A2-4F47-A597-6BC9E10E98D1}" dt="2024-05-30T11:17:43.655" v="2278"/>
        <pc:sldMkLst>
          <pc:docMk/>
          <pc:sldMk cId="455787001" sldId="441"/>
        </pc:sldMkLst>
        <pc:spChg chg="mod">
          <ac:chgData name="Alirah WEYORI" userId="1c7cbaa8-91f0-4806-8632-e4be5028c1b4" providerId="ADAL" clId="{1626ADF2-C8A2-4F47-A597-6BC9E10E98D1}" dt="2024-05-29T14:16:39.010" v="1387" actId="20577"/>
          <ac:spMkLst>
            <pc:docMk/>
            <pc:sldMk cId="455787001" sldId="441"/>
            <ac:spMk id="2" creationId="{FCD16E23-B95D-E373-6EDB-2C8510CBEE16}"/>
          </ac:spMkLst>
        </pc:spChg>
        <pc:spChg chg="del">
          <ac:chgData name="Alirah WEYORI" userId="1c7cbaa8-91f0-4806-8632-e4be5028c1b4" providerId="ADAL" clId="{1626ADF2-C8A2-4F47-A597-6BC9E10E98D1}" dt="2024-05-29T14:19:45.283" v="1388" actId="478"/>
          <ac:spMkLst>
            <pc:docMk/>
            <pc:sldMk cId="455787001" sldId="441"/>
            <ac:spMk id="3" creationId="{DE7C056F-9D7F-4B72-99AA-CBF424D71D1A}"/>
          </ac:spMkLst>
        </pc:spChg>
        <pc:picChg chg="add del mod">
          <ac:chgData name="Alirah WEYORI" userId="1c7cbaa8-91f0-4806-8632-e4be5028c1b4" providerId="ADAL" clId="{1626ADF2-C8A2-4F47-A597-6BC9E10E98D1}" dt="2024-05-29T14:24:34.868" v="1393" actId="478"/>
          <ac:picMkLst>
            <pc:docMk/>
            <pc:sldMk cId="455787001" sldId="441"/>
            <ac:picMk id="5" creationId="{AF11822F-F280-CC03-1565-C434912CCD18}"/>
          </ac:picMkLst>
        </pc:picChg>
        <pc:picChg chg="add mod">
          <ac:chgData name="Alirah WEYORI" userId="1c7cbaa8-91f0-4806-8632-e4be5028c1b4" providerId="ADAL" clId="{1626ADF2-C8A2-4F47-A597-6BC9E10E98D1}" dt="2024-05-29T14:24:48.101" v="1397" actId="14100"/>
          <ac:picMkLst>
            <pc:docMk/>
            <pc:sldMk cId="455787001" sldId="441"/>
            <ac:picMk id="7" creationId="{0FA6DB5E-CF49-3BB4-7394-F5DC42568345}"/>
          </ac:picMkLst>
        </pc:picChg>
      </pc:sldChg>
      <pc:sldChg chg="modSp add mod">
        <pc:chgData name="Alirah WEYORI" userId="1c7cbaa8-91f0-4806-8632-e4be5028c1b4" providerId="ADAL" clId="{1626ADF2-C8A2-4F47-A597-6BC9E10E98D1}" dt="2024-05-30T15:46:32.726" v="3168" actId="1076"/>
        <pc:sldMkLst>
          <pc:docMk/>
          <pc:sldMk cId="506136607" sldId="442"/>
        </pc:sldMkLst>
        <pc:spChg chg="mod">
          <ac:chgData name="Alirah WEYORI" userId="1c7cbaa8-91f0-4806-8632-e4be5028c1b4" providerId="ADAL" clId="{1626ADF2-C8A2-4F47-A597-6BC9E10E98D1}" dt="2024-05-30T15:46:29.467" v="3167" actId="1076"/>
          <ac:spMkLst>
            <pc:docMk/>
            <pc:sldMk cId="506136607" sldId="442"/>
            <ac:spMk id="2" creationId="{FCD16E23-B95D-E373-6EDB-2C8510CBEE16}"/>
          </ac:spMkLst>
        </pc:spChg>
        <pc:spChg chg="mod">
          <ac:chgData name="Alirah WEYORI" userId="1c7cbaa8-91f0-4806-8632-e4be5028c1b4" providerId="ADAL" clId="{1626ADF2-C8A2-4F47-A597-6BC9E10E98D1}" dt="2024-05-30T15:46:32.726" v="3168" actId="1076"/>
          <ac:spMkLst>
            <pc:docMk/>
            <pc:sldMk cId="506136607" sldId="442"/>
            <ac:spMk id="3" creationId="{DE7C056F-9D7F-4B72-99AA-CBF424D71D1A}"/>
          </ac:spMkLst>
        </pc:spChg>
      </pc:sldChg>
      <pc:sldChg chg="add del">
        <pc:chgData name="Alirah WEYORI" userId="1c7cbaa8-91f0-4806-8632-e4be5028c1b4" providerId="ADAL" clId="{1626ADF2-C8A2-4F47-A597-6BC9E10E98D1}" dt="2024-05-30T10:27:38.982" v="1523" actId="2890"/>
        <pc:sldMkLst>
          <pc:docMk/>
          <pc:sldMk cId="255568561" sldId="443"/>
        </pc:sldMkLst>
      </pc:sldChg>
      <pc:sldChg chg="addSp delSp modSp add mod delAnim modAnim">
        <pc:chgData name="Alirah WEYORI" userId="1c7cbaa8-91f0-4806-8632-e4be5028c1b4" providerId="ADAL" clId="{1626ADF2-C8A2-4F47-A597-6BC9E10E98D1}" dt="2024-05-30T10:54:23.799" v="1763"/>
        <pc:sldMkLst>
          <pc:docMk/>
          <pc:sldMk cId="994577213" sldId="443"/>
        </pc:sldMkLst>
        <pc:spChg chg="del">
          <ac:chgData name="Alirah WEYORI" userId="1c7cbaa8-91f0-4806-8632-e4be5028c1b4" providerId="ADAL" clId="{1626ADF2-C8A2-4F47-A597-6BC9E10E98D1}" dt="2024-05-30T10:46:51.432" v="1670" actId="478"/>
          <ac:spMkLst>
            <pc:docMk/>
            <pc:sldMk cId="994577213" sldId="443"/>
            <ac:spMk id="3" creationId="{9CBB7960-69FD-2342-570A-DAAF92590007}"/>
          </ac:spMkLst>
        </pc:spChg>
        <pc:spChg chg="mod">
          <ac:chgData name="Alirah WEYORI" userId="1c7cbaa8-91f0-4806-8632-e4be5028c1b4" providerId="ADAL" clId="{1626ADF2-C8A2-4F47-A597-6BC9E10E98D1}" dt="2024-05-30T10:48:29.509" v="1696" actId="14100"/>
          <ac:spMkLst>
            <pc:docMk/>
            <pc:sldMk cId="994577213" sldId="443"/>
            <ac:spMk id="4" creationId="{75A77ED1-5BEC-95BD-E876-FF96B3716765}"/>
          </ac:spMkLst>
        </pc:spChg>
        <pc:spChg chg="del">
          <ac:chgData name="Alirah WEYORI" userId="1c7cbaa8-91f0-4806-8632-e4be5028c1b4" providerId="ADAL" clId="{1626ADF2-C8A2-4F47-A597-6BC9E10E98D1}" dt="2024-05-30T10:46:53.182" v="1671" actId="478"/>
          <ac:spMkLst>
            <pc:docMk/>
            <pc:sldMk cId="994577213" sldId="443"/>
            <ac:spMk id="5" creationId="{CAB12246-423B-84EC-EA7A-F4EBBA4FF08A}"/>
          </ac:spMkLst>
        </pc:spChg>
        <pc:spChg chg="del">
          <ac:chgData name="Alirah WEYORI" userId="1c7cbaa8-91f0-4806-8632-e4be5028c1b4" providerId="ADAL" clId="{1626ADF2-C8A2-4F47-A597-6BC9E10E98D1}" dt="2024-05-30T10:46:54.687" v="1672" actId="478"/>
          <ac:spMkLst>
            <pc:docMk/>
            <pc:sldMk cId="994577213" sldId="443"/>
            <ac:spMk id="6" creationId="{15E3259A-B77F-BC04-7686-7436A012C823}"/>
          </ac:spMkLst>
        </pc:spChg>
        <pc:spChg chg="add mod">
          <ac:chgData name="Alirah WEYORI" userId="1c7cbaa8-91f0-4806-8632-e4be5028c1b4" providerId="ADAL" clId="{1626ADF2-C8A2-4F47-A597-6BC9E10E98D1}" dt="2024-05-30T10:52:17.181" v="1719" actId="14100"/>
          <ac:spMkLst>
            <pc:docMk/>
            <pc:sldMk cId="994577213" sldId="443"/>
            <ac:spMk id="9" creationId="{68D310A6-6E77-0E9C-7C3E-FD131CD8A95E}"/>
          </ac:spMkLst>
        </pc:spChg>
        <pc:spChg chg="add mod">
          <ac:chgData name="Alirah WEYORI" userId="1c7cbaa8-91f0-4806-8632-e4be5028c1b4" providerId="ADAL" clId="{1626ADF2-C8A2-4F47-A597-6BC9E10E98D1}" dt="2024-05-30T10:53:42.935" v="1760" actId="164"/>
          <ac:spMkLst>
            <pc:docMk/>
            <pc:sldMk cId="994577213" sldId="443"/>
            <ac:spMk id="17" creationId="{249D7577-5F82-CD7B-254A-32CC11D7D3BE}"/>
          </ac:spMkLst>
        </pc:spChg>
        <pc:spChg chg="add mod">
          <ac:chgData name="Alirah WEYORI" userId="1c7cbaa8-91f0-4806-8632-e4be5028c1b4" providerId="ADAL" clId="{1626ADF2-C8A2-4F47-A597-6BC9E10E98D1}" dt="2024-05-30T10:53:34.038" v="1759" actId="164"/>
          <ac:spMkLst>
            <pc:docMk/>
            <pc:sldMk cId="994577213" sldId="443"/>
            <ac:spMk id="18" creationId="{E2F32082-38FA-C016-A78F-48F8634C123A}"/>
          </ac:spMkLst>
        </pc:spChg>
        <pc:grpChg chg="add mod">
          <ac:chgData name="Alirah WEYORI" userId="1c7cbaa8-91f0-4806-8632-e4be5028c1b4" providerId="ADAL" clId="{1626ADF2-C8A2-4F47-A597-6BC9E10E98D1}" dt="2024-05-30T10:53:34.038" v="1759" actId="164"/>
          <ac:grpSpMkLst>
            <pc:docMk/>
            <pc:sldMk cId="994577213" sldId="443"/>
            <ac:grpSpMk id="19" creationId="{20A4A47E-4998-65C9-C4EF-FE2198C37072}"/>
          </ac:grpSpMkLst>
        </pc:grpChg>
        <pc:grpChg chg="add mod">
          <ac:chgData name="Alirah WEYORI" userId="1c7cbaa8-91f0-4806-8632-e4be5028c1b4" providerId="ADAL" clId="{1626ADF2-C8A2-4F47-A597-6BC9E10E98D1}" dt="2024-05-30T10:53:42.935" v="1760" actId="164"/>
          <ac:grpSpMkLst>
            <pc:docMk/>
            <pc:sldMk cId="994577213" sldId="443"/>
            <ac:grpSpMk id="20" creationId="{B2728E75-6CC7-699D-597D-5562BEDBD58A}"/>
          </ac:grpSpMkLst>
        </pc:grpChg>
        <pc:picChg chg="add mod">
          <ac:chgData name="Alirah WEYORI" userId="1c7cbaa8-91f0-4806-8632-e4be5028c1b4" providerId="ADAL" clId="{1626ADF2-C8A2-4F47-A597-6BC9E10E98D1}" dt="2024-05-30T10:48:34.078" v="1697" actId="14100"/>
          <ac:picMkLst>
            <pc:docMk/>
            <pc:sldMk cId="994577213" sldId="443"/>
            <ac:picMk id="8" creationId="{A737BC31-854F-2300-2CC9-B6F01FAEDA08}"/>
          </ac:picMkLst>
        </pc:picChg>
        <pc:cxnChg chg="add mod">
          <ac:chgData name="Alirah WEYORI" userId="1c7cbaa8-91f0-4806-8632-e4be5028c1b4" providerId="ADAL" clId="{1626ADF2-C8A2-4F47-A597-6BC9E10E98D1}" dt="2024-05-30T10:53:42.935" v="1760" actId="164"/>
          <ac:cxnSpMkLst>
            <pc:docMk/>
            <pc:sldMk cId="994577213" sldId="443"/>
            <ac:cxnSpMk id="11" creationId="{731F3E02-4ADC-2AE6-8043-7442B0505602}"/>
          </ac:cxnSpMkLst>
        </pc:cxnChg>
        <pc:cxnChg chg="add mod">
          <ac:chgData name="Alirah WEYORI" userId="1c7cbaa8-91f0-4806-8632-e4be5028c1b4" providerId="ADAL" clId="{1626ADF2-C8A2-4F47-A597-6BC9E10E98D1}" dt="2024-05-30T10:53:34.038" v="1759" actId="164"/>
          <ac:cxnSpMkLst>
            <pc:docMk/>
            <pc:sldMk cId="994577213" sldId="443"/>
            <ac:cxnSpMk id="12" creationId="{B076DFD3-538D-5DD5-D321-B3B86A5F70A1}"/>
          </ac:cxnSpMkLst>
        </pc:cxnChg>
      </pc:sldChg>
      <pc:sldChg chg="new del">
        <pc:chgData name="Alirah WEYORI" userId="1c7cbaa8-91f0-4806-8632-e4be5028c1b4" providerId="ADAL" clId="{1626ADF2-C8A2-4F47-A597-6BC9E10E98D1}" dt="2024-05-30T10:46:45.415" v="1668" actId="47"/>
        <pc:sldMkLst>
          <pc:docMk/>
          <pc:sldMk cId="2724527302" sldId="443"/>
        </pc:sldMkLst>
      </pc:sldChg>
      <pc:sldChg chg="modSp add mod ord">
        <pc:chgData name="Alirah WEYORI" userId="1c7cbaa8-91f0-4806-8632-e4be5028c1b4" providerId="ADAL" clId="{1626ADF2-C8A2-4F47-A597-6BC9E10E98D1}" dt="2024-05-30T15:46:08.156" v="3166" actId="6549"/>
        <pc:sldMkLst>
          <pc:docMk/>
          <pc:sldMk cId="1819224456" sldId="444"/>
        </pc:sldMkLst>
        <pc:spChg chg="mod">
          <ac:chgData name="Alirah WEYORI" userId="1c7cbaa8-91f0-4806-8632-e4be5028c1b4" providerId="ADAL" clId="{1626ADF2-C8A2-4F47-A597-6BC9E10E98D1}" dt="2024-05-30T11:17:37.270" v="2276" actId="1076"/>
          <ac:spMkLst>
            <pc:docMk/>
            <pc:sldMk cId="1819224456" sldId="444"/>
            <ac:spMk id="2" creationId="{FCD16E23-B95D-E373-6EDB-2C8510CBEE16}"/>
          </ac:spMkLst>
        </pc:spChg>
        <pc:spChg chg="mod">
          <ac:chgData name="Alirah WEYORI" userId="1c7cbaa8-91f0-4806-8632-e4be5028c1b4" providerId="ADAL" clId="{1626ADF2-C8A2-4F47-A597-6BC9E10E98D1}" dt="2024-05-30T15:46:08.156" v="3166" actId="6549"/>
          <ac:spMkLst>
            <pc:docMk/>
            <pc:sldMk cId="1819224456" sldId="444"/>
            <ac:spMk id="3" creationId="{DE7C056F-9D7F-4B72-99AA-CBF424D71D1A}"/>
          </ac:spMkLst>
        </pc:spChg>
      </pc:sldChg>
      <pc:sldChg chg="addSp modSp add del mod">
        <pc:chgData name="Alirah WEYORI" userId="1c7cbaa8-91f0-4806-8632-e4be5028c1b4" providerId="ADAL" clId="{1626ADF2-C8A2-4F47-A597-6BC9E10E98D1}" dt="2024-05-30T11:39:07.243" v="2606" actId="2696"/>
        <pc:sldMkLst>
          <pc:docMk/>
          <pc:sldMk cId="3447595669" sldId="445"/>
        </pc:sldMkLst>
        <pc:spChg chg="mod">
          <ac:chgData name="Alirah WEYORI" userId="1c7cbaa8-91f0-4806-8632-e4be5028c1b4" providerId="ADAL" clId="{1626ADF2-C8A2-4F47-A597-6BC9E10E98D1}" dt="2024-05-30T11:31:39.804" v="2488"/>
          <ac:spMkLst>
            <pc:docMk/>
            <pc:sldMk cId="3447595669" sldId="445"/>
            <ac:spMk id="3" creationId="{DE7C056F-9D7F-4B72-99AA-CBF424D71D1A}"/>
          </ac:spMkLst>
        </pc:spChg>
        <pc:spChg chg="add mod">
          <ac:chgData name="Alirah WEYORI" userId="1c7cbaa8-91f0-4806-8632-e4be5028c1b4" providerId="ADAL" clId="{1626ADF2-C8A2-4F47-A597-6BC9E10E98D1}" dt="2024-05-30T11:37:34.712" v="2592" actId="1076"/>
          <ac:spMkLst>
            <pc:docMk/>
            <pc:sldMk cId="3447595669" sldId="445"/>
            <ac:spMk id="4" creationId="{0A4FDADA-D20F-EE5F-7D9F-2EBEA73806C4}"/>
          </ac:spMkLst>
        </pc:spChg>
      </pc:sldChg>
      <pc:sldChg chg="addSp delSp modSp add mod">
        <pc:chgData name="Alirah WEYORI" userId="1c7cbaa8-91f0-4806-8632-e4be5028c1b4" providerId="ADAL" clId="{1626ADF2-C8A2-4F47-A597-6BC9E10E98D1}" dt="2024-05-30T15:40:53.289" v="2725" actId="20577"/>
        <pc:sldMkLst>
          <pc:docMk/>
          <pc:sldMk cId="3341518396" sldId="446"/>
        </pc:sldMkLst>
        <pc:spChg chg="mod">
          <ac:chgData name="Alirah WEYORI" userId="1c7cbaa8-91f0-4806-8632-e4be5028c1b4" providerId="ADAL" clId="{1626ADF2-C8A2-4F47-A597-6BC9E10E98D1}" dt="2024-05-30T15:40:53.289" v="2725" actId="20577"/>
          <ac:spMkLst>
            <pc:docMk/>
            <pc:sldMk cId="3341518396" sldId="446"/>
            <ac:spMk id="3" creationId="{DE7C056F-9D7F-4B72-99AA-CBF424D71D1A}"/>
          </ac:spMkLst>
        </pc:spChg>
        <pc:spChg chg="del">
          <ac:chgData name="Alirah WEYORI" userId="1c7cbaa8-91f0-4806-8632-e4be5028c1b4" providerId="ADAL" clId="{1626ADF2-C8A2-4F47-A597-6BC9E10E98D1}" dt="2024-05-30T11:37:46.305" v="2594" actId="478"/>
          <ac:spMkLst>
            <pc:docMk/>
            <pc:sldMk cId="3341518396" sldId="446"/>
            <ac:spMk id="4" creationId="{0A4FDADA-D20F-EE5F-7D9F-2EBEA73806C4}"/>
          </ac:spMkLst>
        </pc:spChg>
        <pc:spChg chg="add mod">
          <ac:chgData name="Alirah WEYORI" userId="1c7cbaa8-91f0-4806-8632-e4be5028c1b4" providerId="ADAL" clId="{1626ADF2-C8A2-4F47-A597-6BC9E10E98D1}" dt="2024-05-30T11:59:32.438" v="2634" actId="1036"/>
          <ac:spMkLst>
            <pc:docMk/>
            <pc:sldMk cId="3341518396" sldId="446"/>
            <ac:spMk id="5" creationId="{3E098E1F-402B-48EA-C5DC-D2A9363AB13B}"/>
          </ac:spMkLst>
        </pc:spChg>
        <pc:grpChg chg="add mod">
          <ac:chgData name="Alirah WEYORI" userId="1c7cbaa8-91f0-4806-8632-e4be5028c1b4" providerId="ADAL" clId="{1626ADF2-C8A2-4F47-A597-6BC9E10E98D1}" dt="2024-05-30T11:59:53.249" v="2642" actId="1035"/>
          <ac:grpSpMkLst>
            <pc:docMk/>
            <pc:sldMk cId="3341518396" sldId="446"/>
            <ac:grpSpMk id="6" creationId="{1AD1750A-92B2-CEF4-101D-9A9C36BC55DD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FAB1A-079C-564C-A3B2-E630BC843578}" type="datetimeFigureOut">
              <a:rPr lang="it-IT" smtClean="0"/>
              <a:t>25/06/2024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900685-03CC-EF47-A6B6-8CB07CAC109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66613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21A65-5E85-7243-A45D-5622BE4ACE07}" type="datetimeFigureOut">
              <a:rPr lang="it-IT" smtClean="0"/>
              <a:t>18/06/2024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27884D-8063-894A-9B96-2E8B250142E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9342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4929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rCARI useful in emergencies where F2F survey is not feasible</a:t>
            </a:r>
          </a:p>
          <a:p>
            <a:pPr marL="342900" lvl="1" indent="-342900">
              <a:spcBef>
                <a:spcPts val="1000"/>
              </a:spcBef>
            </a:pPr>
            <a:endParaRPr lang="en-US" sz="240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lvl="1" indent="-342900">
              <a:spcBef>
                <a:spcPts val="1000"/>
              </a:spcBef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The Challenge with rCARI numbers &amp; methodology is that not it is been validated against CARI or IPC</a:t>
            </a:r>
          </a:p>
          <a:p>
            <a:pPr marL="800100" lvl="2" indent="-342900">
              <a:spcBef>
                <a:spcPts val="1000"/>
              </a:spcBef>
            </a:pPr>
            <a:r>
              <a:rPr lang="en-US" sz="2200"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Though is easily available, results are not globally accepted</a:t>
            </a:r>
            <a:endParaRPr lang="en-GB" sz="2200"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rCARI is based on the following modules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consumption score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Consumption-based coping strategy (rCSI)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Livelihood coping strategy (usually a shorter version of the original)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 sources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 in income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5615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5245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4428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63591BB-DB01-D043-A519-067963333E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0232" y="643259"/>
            <a:ext cx="991329" cy="264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967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846311" y="664870"/>
            <a:ext cx="10542124" cy="11520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i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846312" y="1919941"/>
            <a:ext cx="10542124" cy="4100053"/>
          </a:xfrm>
        </p:spPr>
        <p:txBody>
          <a:bodyPr>
            <a:noAutofit/>
          </a:bodyPr>
          <a:lstStyle>
            <a:lvl1pPr marL="342900" indent="-3429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1pPr>
            <a:lvl2pPr marL="7429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2pPr>
            <a:lvl3pPr marL="12001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3pPr>
            <a:lvl4pPr marL="16573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1145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3736" y="5969757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421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099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6078019" y="1795071"/>
            <a:ext cx="5513982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423F2EF9-E3A7-7C43-99DB-3D909AA2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C72777E0-737A-CE4D-97A6-44B3AB1E52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45E43B2A-AD48-1C47-BB21-AA2602857130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en-GB" sz="3600" b="0" kern="1400" spc="23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en-GB" sz="3600" b="0" kern="1400" spc="230">
              <a:solidFill>
                <a:schemeClr val="tx1"/>
              </a:solidFill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10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29D93D5-8F53-3444-8F3E-BBF377575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94425" y="1795463"/>
            <a:ext cx="5397500" cy="4098925"/>
          </a:xfrm>
        </p:spPr>
        <p:txBody>
          <a:bodyPr/>
          <a:lstStyle/>
          <a:p>
            <a:r>
              <a:rPr lang="en-GB"/>
              <a:t>Click icon to add picture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592D85CC-EB0C-D645-85D6-3DB77E02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EE9D2174-1656-564C-9C34-210AF0606E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622D786E-D5DB-B346-B2FA-981C681ADAA2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en-GB" sz="3600" b="0" kern="1400" spc="23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en-GB" sz="3600" b="0" kern="1400" spc="230">
              <a:solidFill>
                <a:schemeClr val="tx1"/>
              </a:solidFill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742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2031224" y="675542"/>
            <a:ext cx="9595954" cy="1324205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 baseline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en-US" noProof="0"/>
              <a:t>Click to insert title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2045184" y="1999748"/>
            <a:ext cx="9595954" cy="1655762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insert subtitle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2066124" y="5820454"/>
            <a:ext cx="2743200" cy="365125"/>
          </a:xfrm>
        </p:spPr>
        <p:txBody>
          <a:bodyPr/>
          <a:lstStyle>
            <a:lvl1pPr algn="l">
              <a:defRPr sz="1400" b="1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en-US" noProof="0"/>
              <a:t>Year Month</a:t>
            </a:r>
          </a:p>
        </p:txBody>
      </p:sp>
      <p:pic>
        <p:nvPicPr>
          <p:cNvPr id="7" name="Immagin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63" y="539496"/>
            <a:ext cx="1082040" cy="577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38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334">
          <p15:clr>
            <a:srgbClr val="FBAE40"/>
          </p15:clr>
        </p15:guide>
        <p15:guide id="3" orient="horz" pos="3978">
          <p15:clr>
            <a:srgbClr val="FBAE40"/>
          </p15:clr>
        </p15:guide>
        <p15:guide id="4" pos="1359">
          <p15:clr>
            <a:srgbClr val="FBAE40"/>
          </p15:clr>
        </p15:guide>
        <p15:guide id="5" orient="horz" pos="514">
          <p15:clr>
            <a:srgbClr val="FBAE40"/>
          </p15:clr>
        </p15:guide>
        <p15:guide id="6" pos="7333">
          <p15:clr>
            <a:srgbClr val="FBAE40"/>
          </p15:clr>
        </p15:guide>
        <p15:guide id="7" orient="horz" pos="379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73394" y="1732935"/>
            <a:ext cx="10667744" cy="444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7637761" y="622799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0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it-IT"/>
              <a:t>Year Month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711542" y="6227991"/>
            <a:ext cx="102726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fld id="{2026EB2A-1F26-4143-92A6-3B752CD465D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2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4" r:id="rId3"/>
    <p:sldLayoutId id="2147483672" r:id="rId4"/>
    <p:sldLayoutId id="2147483673" r:id="rId5"/>
    <p:sldLayoutId id="2147483675" r:id="rId6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rgbClr val="0070BA"/>
          </a:solidFill>
          <a:latin typeface="Open Sans" charset="0"/>
          <a:ea typeface="Open Sans" charset="0"/>
          <a:cs typeface="Open Sans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0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>
          <p15:clr>
            <a:srgbClr val="F26B43"/>
          </p15:clr>
        </p15:guide>
        <p15:guide id="2" pos="7333">
          <p15:clr>
            <a:srgbClr val="F26B43"/>
          </p15:clr>
        </p15:guide>
        <p15:guide id="3" pos="688">
          <p15:clr>
            <a:srgbClr val="F26B43"/>
          </p15:clr>
        </p15:guide>
        <p15:guide id="4" orient="horz" pos="334">
          <p15:clr>
            <a:srgbClr val="F26B43"/>
          </p15:clr>
        </p15:guide>
        <p15:guide id="5" orient="horz" pos="11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157412" y="1557285"/>
            <a:ext cx="9483725" cy="741309"/>
          </a:xfrm>
        </p:spPr>
        <p:txBody>
          <a:bodyPr>
            <a:norm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Remote CARI (rCARI) Validation Study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2788784" y="3336769"/>
            <a:ext cx="6834188" cy="525738"/>
          </a:xfrm>
        </p:spPr>
        <p:txBody>
          <a:bodyPr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Burkina Faso Sampling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60D791-EF6F-FAB9-1B34-8EAE26F02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CD270A-9458-E7A9-9B9B-7F70A19E11F1}"/>
              </a:ext>
            </a:extLst>
          </p:cNvPr>
          <p:cNvSpPr txBox="1"/>
          <p:nvPr/>
        </p:nvSpPr>
        <p:spPr>
          <a:xfrm>
            <a:off x="2157412" y="5886844"/>
            <a:ext cx="948372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RAM-N – rCARI Team | May 2024</a:t>
            </a:r>
          </a:p>
        </p:txBody>
      </p:sp>
    </p:spTree>
    <p:extLst>
      <p:ext uri="{BB962C8B-B14F-4D97-AF65-F5344CB8AC3E}">
        <p14:creationId xmlns:p14="http://schemas.microsoft.com/office/powerpoint/2010/main" val="3545166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B89D-5416-48E5-81EA-436AE51F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229" y="1117488"/>
            <a:ext cx="11009542" cy="1288256"/>
          </a:xfrm>
        </p:spPr>
        <p:txBody>
          <a:bodyPr/>
          <a:lstStyle/>
          <a:p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Objective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77D6C2F-AC0C-CDE5-6C26-DEC4BD426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4385" y="2693505"/>
            <a:ext cx="9503229" cy="1980254"/>
          </a:xfrm>
        </p:spPr>
        <p:txBody>
          <a:bodyPr anchor="ctr"/>
          <a:lstStyle/>
          <a:p>
            <a:pPr marL="342900" lvl="1" indent="-342900">
              <a:lnSpc>
                <a:spcPct val="120000"/>
              </a:lnSpc>
              <a:spcBef>
                <a:spcPts val="1000"/>
              </a:spcBef>
            </a:pPr>
            <a:r>
              <a:rPr lang="en-US" sz="2400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Objective is to validate the remote Consolidated Approach for Reporting Indicators of Food Insecurity (rCARI) – Using a survey experiment with stratified sample</a:t>
            </a:r>
            <a:endParaRPr lang="en-US" sz="2200" dirty="0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497816-66DD-EF27-A2CF-5B2FFB89D6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76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5A77ED1-5BEC-95BD-E876-FF96B3716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098" y="1098298"/>
            <a:ext cx="11008379" cy="1273730"/>
          </a:xfrm>
        </p:spPr>
        <p:txBody>
          <a:bodyPr/>
          <a:lstStyle/>
          <a:p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Inclusion criteria [ADMIN level selection]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B19E24-AEAB-3184-C58A-71D37A201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BB7960-69FD-2342-570A-DAAF92590007}"/>
              </a:ext>
            </a:extLst>
          </p:cNvPr>
          <p:cNvSpPr txBox="1"/>
          <p:nvPr/>
        </p:nvSpPr>
        <p:spPr>
          <a:xfrm>
            <a:off x="898677" y="2717784"/>
            <a:ext cx="5859932" cy="3121047"/>
          </a:xfrm>
          <a:prstGeom prst="rect">
            <a:avLst/>
          </a:prstGeom>
          <a:noFill/>
          <a:ln w="28575">
            <a:solidFill>
              <a:srgbClr val="0070BA"/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Mobile phone penetration</a:t>
            </a:r>
          </a:p>
          <a:p>
            <a:pPr marL="984250" lvl="3" indent="-268288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Mobile phone network</a:t>
            </a:r>
          </a:p>
          <a:p>
            <a:pPr marL="271463" lvl="3" indent="-271463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Accessibility</a:t>
            </a:r>
          </a:p>
          <a:p>
            <a:pPr marL="271463" lvl="3" indent="-271463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Heterogenous in terms AFI</a:t>
            </a:r>
          </a:p>
          <a:p>
            <a:pPr marL="728663" lvl="4" indent="-271463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Rural &amp; urban</a:t>
            </a:r>
          </a:p>
          <a:p>
            <a:pPr marL="728663" lvl="4" indent="-271463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CARI groups of AFI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CAB12246-423B-84EC-EA7A-F4EBBA4FF08A}"/>
              </a:ext>
            </a:extLst>
          </p:cNvPr>
          <p:cNvSpPr/>
          <p:nvPr/>
        </p:nvSpPr>
        <p:spPr>
          <a:xfrm>
            <a:off x="7146235" y="2720553"/>
            <a:ext cx="785191" cy="3121047"/>
          </a:xfrm>
          <a:prstGeom prst="rightBrac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E3259A-B77F-BC04-7686-7436A012C823}"/>
              </a:ext>
            </a:extLst>
          </p:cNvPr>
          <p:cNvSpPr txBox="1"/>
          <p:nvPr/>
        </p:nvSpPr>
        <p:spPr>
          <a:xfrm>
            <a:off x="8001001" y="3408383"/>
            <a:ext cx="3477046" cy="133389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0" lvl="3">
              <a:lnSpc>
                <a:spcPct val="115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These factors informed the final ADMIN selection</a:t>
            </a:r>
          </a:p>
        </p:txBody>
      </p:sp>
    </p:spTree>
    <p:extLst>
      <p:ext uri="{BB962C8B-B14F-4D97-AF65-F5344CB8AC3E}">
        <p14:creationId xmlns:p14="http://schemas.microsoft.com/office/powerpoint/2010/main" val="83693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2EF35892-2378-D494-50FA-77FAF1AE8F71}"/>
              </a:ext>
            </a:extLst>
          </p:cNvPr>
          <p:cNvGrpSpPr/>
          <p:nvPr/>
        </p:nvGrpSpPr>
        <p:grpSpPr>
          <a:xfrm>
            <a:off x="3363686" y="796660"/>
            <a:ext cx="7767105" cy="5462626"/>
            <a:chOff x="3207270" y="1659715"/>
            <a:chExt cx="5388102" cy="323531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04921BA-4A3F-FBE5-1A2D-3C31295DC19E}"/>
                </a:ext>
              </a:extLst>
            </p:cNvPr>
            <p:cNvGrpSpPr/>
            <p:nvPr/>
          </p:nvGrpSpPr>
          <p:grpSpPr>
            <a:xfrm>
              <a:off x="3305984" y="1659715"/>
              <a:ext cx="5289388" cy="3230755"/>
              <a:chOff x="22475" y="-49667"/>
              <a:chExt cx="5015465" cy="3473198"/>
            </a:xfrm>
          </p:grpSpPr>
          <p:sp>
            <p:nvSpPr>
              <p:cNvPr id="5" name="Text Box 8">
                <a:extLst>
                  <a:ext uri="{FF2B5EF4-FFF2-40B4-BE49-F238E27FC236}">
                    <a16:creationId xmlns:a16="http://schemas.microsoft.com/office/drawing/2014/main" id="{737C9D44-A49D-A9B0-795F-4A69F518F8D7}"/>
                  </a:ext>
                </a:extLst>
              </p:cNvPr>
              <p:cNvSpPr txBox="1"/>
              <p:nvPr/>
            </p:nvSpPr>
            <p:spPr>
              <a:xfrm>
                <a:off x="285048" y="2418094"/>
                <a:ext cx="1590306" cy="327491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600" dirty="0"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Sampled Households</a:t>
                </a:r>
              </a:p>
            </p:txBody>
          </p:sp>
          <p:sp>
            <p:nvSpPr>
              <p:cNvPr id="6" name="Text Box 2">
                <a:extLst>
                  <a:ext uri="{FF2B5EF4-FFF2-40B4-BE49-F238E27FC236}">
                    <a16:creationId xmlns:a16="http://schemas.microsoft.com/office/drawing/2014/main" id="{0CD8D586-DCEA-38DE-9DB9-53AF960C8548}"/>
                  </a:ext>
                </a:extLst>
              </p:cNvPr>
              <p:cNvSpPr txBox="1"/>
              <p:nvPr/>
            </p:nvSpPr>
            <p:spPr>
              <a:xfrm>
                <a:off x="414827" y="-49667"/>
                <a:ext cx="1265590" cy="281426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600" dirty="0"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Burkina Faso</a:t>
                </a:r>
              </a:p>
            </p:txBody>
          </p:sp>
          <p:sp>
            <p:nvSpPr>
              <p:cNvPr id="7" name="Arrow: Up 6">
                <a:extLst>
                  <a:ext uri="{FF2B5EF4-FFF2-40B4-BE49-F238E27FC236}">
                    <a16:creationId xmlns:a16="http://schemas.microsoft.com/office/drawing/2014/main" id="{C9D67147-F6F9-8246-46BF-A546369123B0}"/>
                  </a:ext>
                </a:extLst>
              </p:cNvPr>
              <p:cNvSpPr/>
              <p:nvPr/>
            </p:nvSpPr>
            <p:spPr>
              <a:xfrm rot="10800000">
                <a:off x="932846" y="231761"/>
                <a:ext cx="242715" cy="313469"/>
              </a:xfrm>
              <a:prstGeom prst="upArrow">
                <a:avLst/>
              </a:prstGeom>
              <a:solidFill>
                <a:srgbClr val="FFFFFF"/>
              </a:solidFill>
              <a:ln>
                <a:solidFill>
                  <a:srgbClr val="0070B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  <p:sp>
            <p:nvSpPr>
              <p:cNvPr id="8" name="Arrow: Up 7">
                <a:extLst>
                  <a:ext uri="{FF2B5EF4-FFF2-40B4-BE49-F238E27FC236}">
                    <a16:creationId xmlns:a16="http://schemas.microsoft.com/office/drawing/2014/main" id="{01639503-92DC-9FDC-804E-11FB2906CC55}"/>
                  </a:ext>
                </a:extLst>
              </p:cNvPr>
              <p:cNvSpPr/>
              <p:nvPr/>
            </p:nvSpPr>
            <p:spPr>
              <a:xfrm rot="10800000">
                <a:off x="912600" y="798766"/>
                <a:ext cx="264792" cy="336550"/>
              </a:xfrm>
              <a:prstGeom prst="upArrow">
                <a:avLst/>
              </a:prstGeom>
              <a:solidFill>
                <a:srgbClr val="FFFFFE"/>
              </a:solidFill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  <p:sp>
            <p:nvSpPr>
              <p:cNvPr id="9" name="Text Box 4">
                <a:extLst>
                  <a:ext uri="{FF2B5EF4-FFF2-40B4-BE49-F238E27FC236}">
                    <a16:creationId xmlns:a16="http://schemas.microsoft.com/office/drawing/2014/main" id="{B39131E2-1680-C040-BB2E-EFF3EF8DCA79}"/>
                  </a:ext>
                </a:extLst>
              </p:cNvPr>
              <p:cNvSpPr txBox="1"/>
              <p:nvPr/>
            </p:nvSpPr>
            <p:spPr>
              <a:xfrm>
                <a:off x="22475" y="1137744"/>
                <a:ext cx="2130847" cy="284306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600" dirty="0"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Admin2 Districts</a:t>
                </a:r>
              </a:p>
            </p:txBody>
          </p:sp>
          <p:sp>
            <p:nvSpPr>
              <p:cNvPr id="10" name="Arrow: Up 9">
                <a:extLst>
                  <a:ext uri="{FF2B5EF4-FFF2-40B4-BE49-F238E27FC236}">
                    <a16:creationId xmlns:a16="http://schemas.microsoft.com/office/drawing/2014/main" id="{0BF28807-709E-8AAD-95D9-B098D2B1A2B1}"/>
                  </a:ext>
                </a:extLst>
              </p:cNvPr>
              <p:cNvSpPr/>
              <p:nvPr/>
            </p:nvSpPr>
            <p:spPr>
              <a:xfrm rot="10800000">
                <a:off x="941897" y="1428979"/>
                <a:ext cx="223021" cy="369593"/>
              </a:xfrm>
              <a:prstGeom prst="upArrow">
                <a:avLst/>
              </a:prstGeom>
              <a:solidFill>
                <a:srgbClr val="FFFFFF"/>
              </a:solidFill>
              <a:ln>
                <a:solidFill>
                  <a:srgbClr val="0070B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  <p:sp>
            <p:nvSpPr>
              <p:cNvPr id="11" name="Text Box 3">
                <a:extLst>
                  <a:ext uri="{FF2B5EF4-FFF2-40B4-BE49-F238E27FC236}">
                    <a16:creationId xmlns:a16="http://schemas.microsoft.com/office/drawing/2014/main" id="{7CBD16F1-1AF8-5DB8-D035-4491C52E0BBD}"/>
                  </a:ext>
                </a:extLst>
              </p:cNvPr>
              <p:cNvSpPr txBox="1"/>
              <p:nvPr/>
            </p:nvSpPr>
            <p:spPr>
              <a:xfrm>
                <a:off x="132649" y="532828"/>
                <a:ext cx="1870813" cy="265575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600" dirty="0"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ADMIN1 Areas </a:t>
                </a:r>
              </a:p>
            </p:txBody>
          </p:sp>
          <p:sp>
            <p:nvSpPr>
              <p:cNvPr id="12" name="Text Box 6">
                <a:extLst>
                  <a:ext uri="{FF2B5EF4-FFF2-40B4-BE49-F238E27FC236}">
                    <a16:creationId xmlns:a16="http://schemas.microsoft.com/office/drawing/2014/main" id="{E6FB7428-94C4-A6D9-386D-79FA8AE624B9}"/>
                  </a:ext>
                </a:extLst>
              </p:cNvPr>
              <p:cNvSpPr txBox="1"/>
              <p:nvPr/>
            </p:nvSpPr>
            <p:spPr>
              <a:xfrm>
                <a:off x="22475" y="1812799"/>
                <a:ext cx="2130847" cy="284306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600" dirty="0"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Admin5 Villages/Communities</a:t>
                </a:r>
              </a:p>
            </p:txBody>
          </p:sp>
          <p:sp>
            <p:nvSpPr>
              <p:cNvPr id="13" name="Arrow: Up 12">
                <a:extLst>
                  <a:ext uri="{FF2B5EF4-FFF2-40B4-BE49-F238E27FC236}">
                    <a16:creationId xmlns:a16="http://schemas.microsoft.com/office/drawing/2014/main" id="{24258C1D-FB17-2F73-BB32-6F812F230275}"/>
                  </a:ext>
                </a:extLst>
              </p:cNvPr>
              <p:cNvSpPr/>
              <p:nvPr/>
            </p:nvSpPr>
            <p:spPr>
              <a:xfrm rot="10800000">
                <a:off x="932846" y="2097105"/>
                <a:ext cx="258884" cy="318374"/>
              </a:xfrm>
              <a:prstGeom prst="upArrow">
                <a:avLst/>
              </a:prstGeom>
              <a:solidFill>
                <a:srgbClr val="FFFFFF"/>
              </a:solidFill>
              <a:ln>
                <a:solidFill>
                  <a:srgbClr val="0070B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  <p:sp>
            <p:nvSpPr>
              <p:cNvPr id="14" name="Speech Bubble: Rectangle with Corners Rounded 13">
                <a:extLst>
                  <a:ext uri="{FF2B5EF4-FFF2-40B4-BE49-F238E27FC236}">
                    <a16:creationId xmlns:a16="http://schemas.microsoft.com/office/drawing/2014/main" id="{F8526570-F905-CD9B-1DE6-A402E855E769}"/>
                  </a:ext>
                </a:extLst>
              </p:cNvPr>
              <p:cNvSpPr/>
              <p:nvPr/>
            </p:nvSpPr>
            <p:spPr>
              <a:xfrm>
                <a:off x="2661044" y="91046"/>
                <a:ext cx="2376896" cy="475430"/>
              </a:xfrm>
              <a:prstGeom prst="wedgeRoundRectCallout">
                <a:avLst>
                  <a:gd name="adj1" fmla="val -76952"/>
                  <a:gd name="adj2" fmla="val 55164"/>
                  <a:gd name="adj3" fmla="val 16667"/>
                </a:avLst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400" dirty="0">
                    <a:solidFill>
                      <a:schemeClr val="accent1">
                        <a:lumMod val="75000"/>
                      </a:schemeClr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2 ADMIN1 Areas</a:t>
                </a:r>
              </a:p>
              <a:p>
                <a:pPr algn="ctr"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400" i="1" dirty="0">
                    <a:solidFill>
                      <a:schemeClr val="accent1">
                        <a:lumMod val="75000"/>
                      </a:schemeClr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North &amp; Centro-Nord Prefectures</a:t>
                </a:r>
              </a:p>
            </p:txBody>
          </p:sp>
          <p:sp>
            <p:nvSpPr>
              <p:cNvPr id="16" name="Speech Bubble: Rectangle with Corners Rounded 15">
                <a:extLst>
                  <a:ext uri="{FF2B5EF4-FFF2-40B4-BE49-F238E27FC236}">
                    <a16:creationId xmlns:a16="http://schemas.microsoft.com/office/drawing/2014/main" id="{3B004D5D-C036-CE5B-9E0D-EBA11EA6250D}"/>
                  </a:ext>
                </a:extLst>
              </p:cNvPr>
              <p:cNvSpPr/>
              <p:nvPr/>
            </p:nvSpPr>
            <p:spPr>
              <a:xfrm>
                <a:off x="2693992" y="1658587"/>
                <a:ext cx="2343947" cy="313469"/>
              </a:xfrm>
              <a:prstGeom prst="wedgeRoundRectCallout">
                <a:avLst>
                  <a:gd name="adj1" fmla="val -73531"/>
                  <a:gd name="adj2" fmla="val 32828"/>
                  <a:gd name="adj3" fmla="val 16667"/>
                </a:avLst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200" dirty="0">
                    <a:solidFill>
                      <a:srgbClr val="000000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35-40 ADMIN5 Units Randomly selected  </a:t>
                </a:r>
                <a:endParaRPr lang="en-GB" sz="20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  <p:sp>
            <p:nvSpPr>
              <p:cNvPr id="17" name="Speech Bubble: Rectangle with Corners Rounded 16">
                <a:extLst>
                  <a:ext uri="{FF2B5EF4-FFF2-40B4-BE49-F238E27FC236}">
                    <a16:creationId xmlns:a16="http://schemas.microsoft.com/office/drawing/2014/main" id="{D11FAE89-4AB7-D485-D8A2-0FA22C96BC99}"/>
                  </a:ext>
                </a:extLst>
              </p:cNvPr>
              <p:cNvSpPr/>
              <p:nvPr/>
            </p:nvSpPr>
            <p:spPr>
              <a:xfrm>
                <a:off x="2729725" y="2989693"/>
                <a:ext cx="2308215" cy="433838"/>
              </a:xfrm>
              <a:prstGeom prst="wedgeRoundRectCallout">
                <a:avLst>
                  <a:gd name="adj1" fmla="val -74826"/>
                  <a:gd name="adj2" fmla="val -4766"/>
                  <a:gd name="adj3" fmla="val 16667"/>
                </a:avLst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400"/>
                  </a:spcAft>
                </a:pPr>
                <a:r>
                  <a:rPr lang="en-GB" sz="1200" dirty="0">
                    <a:solidFill>
                      <a:srgbClr val="000000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Face-2-Face Group and Remote Group will be interviewed simultaneously. </a:t>
                </a:r>
                <a:endParaRPr lang="en-GB" sz="20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473FE96-34B6-643C-35D6-74804ABCE7CB}"/>
                </a:ext>
              </a:extLst>
            </p:cNvPr>
            <p:cNvGrpSpPr/>
            <p:nvPr/>
          </p:nvGrpSpPr>
          <p:grpSpPr>
            <a:xfrm>
              <a:off x="3207270" y="3834687"/>
              <a:ext cx="5388102" cy="1060344"/>
              <a:chOff x="-230938" y="151843"/>
              <a:chExt cx="5388102" cy="1060366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FD19CA78-1B62-5A7F-4DA9-455266F686F8}"/>
                  </a:ext>
                </a:extLst>
              </p:cNvPr>
              <p:cNvGrpSpPr/>
              <p:nvPr/>
            </p:nvGrpSpPr>
            <p:grpSpPr>
              <a:xfrm>
                <a:off x="-230938" y="577013"/>
                <a:ext cx="2484445" cy="635196"/>
                <a:chOff x="-173988" y="-364369"/>
                <a:chExt cx="2509232" cy="625740"/>
              </a:xfrm>
            </p:grpSpPr>
            <p:sp>
              <p:nvSpPr>
                <p:cNvPr id="21" name="Speech Bubble: Rectangle with Corners Rounded 20">
                  <a:extLst>
                    <a:ext uri="{FF2B5EF4-FFF2-40B4-BE49-F238E27FC236}">
                      <a16:creationId xmlns:a16="http://schemas.microsoft.com/office/drawing/2014/main" id="{B3B76EB0-5246-0D8C-ABA4-2CFB6587BAA7}"/>
                    </a:ext>
                  </a:extLst>
                </p:cNvPr>
                <p:cNvSpPr/>
                <p:nvPr/>
              </p:nvSpPr>
              <p:spPr>
                <a:xfrm>
                  <a:off x="1329098" y="-136184"/>
                  <a:ext cx="1006146" cy="397555"/>
                </a:xfrm>
                <a:prstGeom prst="wedgeRoundRectCallout">
                  <a:avLst>
                    <a:gd name="adj1" fmla="val -20611"/>
                    <a:gd name="adj2" fmla="val 49015"/>
                    <a:gd name="adj3" fmla="val 16667"/>
                  </a:avLst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GB" sz="1400" dirty="0">
                      <a:latin typeface="ADLaM Display" panose="02010000000000000000" pitchFamily="2" charset="0"/>
                      <a:ea typeface="ADLaM Display" panose="02010000000000000000" pitchFamily="2" charset="0"/>
                      <a:cs typeface="ADLaM Display" panose="02010000000000000000" pitchFamily="2" charset="0"/>
                    </a:rPr>
                    <a:t>rCARI Sample</a:t>
                  </a:r>
                </a:p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GB" sz="1400" dirty="0">
                      <a:latin typeface="ADLaM Display" panose="02010000000000000000" pitchFamily="2" charset="0"/>
                      <a:ea typeface="ADLaM Display" panose="02010000000000000000" pitchFamily="2" charset="0"/>
                      <a:cs typeface="ADLaM Display" panose="02010000000000000000" pitchFamily="2" charset="0"/>
                    </a:rPr>
                    <a:t>(Remote)</a:t>
                  </a:r>
                  <a:endParaRPr lang="en-GB" sz="2000" dirty="0"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endParaRPr>
                </a:p>
              </p:txBody>
            </p:sp>
            <p:sp>
              <p:nvSpPr>
                <p:cNvPr id="22" name="Speech Bubble: Rectangle with Corners Rounded 21">
                  <a:extLst>
                    <a:ext uri="{FF2B5EF4-FFF2-40B4-BE49-F238E27FC236}">
                      <a16:creationId xmlns:a16="http://schemas.microsoft.com/office/drawing/2014/main" id="{1306DAD5-74B8-1B39-3114-55DE3DFA1D97}"/>
                    </a:ext>
                  </a:extLst>
                </p:cNvPr>
                <p:cNvSpPr/>
                <p:nvPr/>
              </p:nvSpPr>
              <p:spPr>
                <a:xfrm>
                  <a:off x="-173988" y="-136184"/>
                  <a:ext cx="949560" cy="397555"/>
                </a:xfrm>
                <a:prstGeom prst="wedgeRoundRectCallout">
                  <a:avLst>
                    <a:gd name="adj1" fmla="val -2846"/>
                    <a:gd name="adj2" fmla="val 245"/>
                    <a:gd name="adj3" fmla="val 16667"/>
                  </a:avLst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GB" sz="1400" dirty="0">
                      <a:latin typeface="ADLaM Display" panose="02010000000000000000" pitchFamily="2" charset="0"/>
                      <a:ea typeface="ADLaM Display" panose="02010000000000000000" pitchFamily="2" charset="0"/>
                      <a:cs typeface="ADLaM Display" panose="02010000000000000000" pitchFamily="2" charset="0"/>
                    </a:rPr>
                    <a:t>CARI Sample</a:t>
                  </a:r>
                </a:p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GB" sz="1400" dirty="0">
                      <a:latin typeface="ADLaM Display" panose="02010000000000000000" pitchFamily="2" charset="0"/>
                      <a:ea typeface="ADLaM Display" panose="02010000000000000000" pitchFamily="2" charset="0"/>
                      <a:cs typeface="ADLaM Display" panose="02010000000000000000" pitchFamily="2" charset="0"/>
                    </a:rPr>
                    <a:t>(F2F)</a:t>
                  </a:r>
                  <a:endParaRPr lang="en-GB" sz="2400" dirty="0"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endParaRPr>
                </a:p>
              </p:txBody>
            </p:sp>
            <p:sp>
              <p:nvSpPr>
                <p:cNvPr id="23" name="Arrow: Left-Right-Up 22">
                  <a:extLst>
                    <a:ext uri="{FF2B5EF4-FFF2-40B4-BE49-F238E27FC236}">
                      <a16:creationId xmlns:a16="http://schemas.microsoft.com/office/drawing/2014/main" id="{030490AA-BF51-D621-7570-655692D165E4}"/>
                    </a:ext>
                  </a:extLst>
                </p:cNvPr>
                <p:cNvSpPr/>
                <p:nvPr/>
              </p:nvSpPr>
              <p:spPr>
                <a:xfrm>
                  <a:off x="775571" y="-364369"/>
                  <a:ext cx="553527" cy="579730"/>
                </a:xfrm>
                <a:prstGeom prst="leftRightUpArrow">
                  <a:avLst>
                    <a:gd name="adj1" fmla="val 19774"/>
                    <a:gd name="adj2" fmla="val 21387"/>
                    <a:gd name="adj3" fmla="val 29408"/>
                  </a:avLst>
                </a:prstGeom>
                <a:solidFill>
                  <a:srgbClr val="FFFFFF"/>
                </a:solidFill>
                <a:ln>
                  <a:solidFill>
                    <a:srgbClr val="0070B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endParaRPr>
                </a:p>
              </p:txBody>
            </p:sp>
          </p:grpSp>
          <p:sp>
            <p:nvSpPr>
              <p:cNvPr id="20" name="Speech Bubble: Rectangle with Corners Rounded 19">
                <a:extLst>
                  <a:ext uri="{FF2B5EF4-FFF2-40B4-BE49-F238E27FC236}">
                    <a16:creationId xmlns:a16="http://schemas.microsoft.com/office/drawing/2014/main" id="{97F46167-A644-7B36-5C95-F3E89E13529B}"/>
                  </a:ext>
                </a:extLst>
              </p:cNvPr>
              <p:cNvSpPr/>
              <p:nvPr/>
            </p:nvSpPr>
            <p:spPr>
              <a:xfrm>
                <a:off x="2692722" y="151843"/>
                <a:ext cx="2464442" cy="525236"/>
              </a:xfrm>
              <a:prstGeom prst="wedgeRoundRectCallout">
                <a:avLst>
                  <a:gd name="adj1" fmla="val -85359"/>
                  <a:gd name="adj2" fmla="val -744"/>
                  <a:gd name="adj3" fmla="val 16667"/>
                </a:avLst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1200" dirty="0">
                    <a:solidFill>
                      <a:srgbClr val="000000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From each PSU, 125 households were be randomly listed for the study. Final sampled 3000-4000 HHs, randomized into 2 Groups – F2F and Remote Groups. </a:t>
                </a:r>
                <a:endParaRPr lang="en-GB" sz="20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</p:grp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C4793960-97FD-5AE3-34FE-71F229830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086" y="2445989"/>
            <a:ext cx="3900023" cy="2067230"/>
          </a:xfrm>
        </p:spPr>
        <p:txBody>
          <a:bodyPr/>
          <a:lstStyle/>
          <a:p>
            <a:r>
              <a:rPr lang="en-GB" sz="2800" b="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Implementation</a:t>
            </a: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C5F7231F-E6EC-BFEB-7C73-14594B9330A2}"/>
              </a:ext>
            </a:extLst>
          </p:cNvPr>
          <p:cNvSpPr/>
          <p:nvPr/>
        </p:nvSpPr>
        <p:spPr>
          <a:xfrm>
            <a:off x="7567383" y="1920066"/>
            <a:ext cx="3563407" cy="1232604"/>
          </a:xfrm>
          <a:prstGeom prst="wedgeRoundRectCallout">
            <a:avLst>
              <a:gd name="adj1" fmla="val -72758"/>
              <a:gd name="adj2" fmla="val 32297"/>
              <a:gd name="adj3" fmla="val 1666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400"/>
              </a:spcAft>
            </a:pPr>
            <a:r>
              <a:rPr lang="en-GB" sz="1400" b="1" dirty="0">
                <a:solidFill>
                  <a:schemeClr val="accent1">
                    <a:lumMod val="75000"/>
                  </a:schemeClr>
                </a:solidFill>
                <a:ea typeface="Calibri" panose="020F0502020204030204" pitchFamily="34" charset="0"/>
                <a:cs typeface="Arial" panose="020B0604020202020204" pitchFamily="34" charset="0"/>
              </a:rPr>
              <a:t>4</a:t>
            </a:r>
            <a:r>
              <a:rPr lang="en-GB" sz="1400" b="1" dirty="0">
                <a:solidFill>
                  <a:schemeClr val="accent1">
                    <a:lumMod val="75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ADMIN2 Areas</a:t>
            </a:r>
            <a:endParaRPr lang="en-GB" sz="1400" b="1" dirty="0">
              <a:solidFill>
                <a:schemeClr val="accent1">
                  <a:lumMod val="75000"/>
                </a:schemeClr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GB" sz="1400" i="1" dirty="0" err="1">
                <a:solidFill>
                  <a:schemeClr val="accent1">
                    <a:lumMod val="75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Boulsa</a:t>
            </a:r>
            <a:endParaRPr lang="en-GB" sz="1400" i="1" dirty="0">
              <a:solidFill>
                <a:schemeClr val="accent1">
                  <a:lumMod val="75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GB" sz="1400" i="1" dirty="0" err="1">
                <a:solidFill>
                  <a:schemeClr val="accent1">
                    <a:lumMod val="75000"/>
                  </a:schemeClr>
                </a:solidFill>
                <a:ea typeface="Calibri" panose="020F0502020204030204" pitchFamily="34" charset="0"/>
                <a:cs typeface="Arial" panose="020B0604020202020204" pitchFamily="34" charset="0"/>
              </a:rPr>
              <a:t>Guibare</a:t>
            </a:r>
            <a:endParaRPr lang="en-GB" sz="1400" i="1" dirty="0">
              <a:solidFill>
                <a:schemeClr val="accent1">
                  <a:lumMod val="75000"/>
                </a:schemeClr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GB" sz="1400" i="1" dirty="0">
                <a:solidFill>
                  <a:schemeClr val="accent1">
                    <a:lumMod val="75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La-</a:t>
            </a:r>
            <a:r>
              <a:rPr lang="en-GB" sz="1400" i="1" dirty="0" err="1">
                <a:solidFill>
                  <a:schemeClr val="accent1">
                    <a:lumMod val="75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Todin</a:t>
            </a:r>
            <a:r>
              <a:rPr lang="en-GB" sz="1400" i="1" dirty="0">
                <a:solidFill>
                  <a:schemeClr val="accent1">
                    <a:lumMod val="75000"/>
                  </a:schemeClr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&amp; </a:t>
            </a:r>
            <a:r>
              <a:rPr lang="en-GB" sz="1400" i="1" dirty="0" err="1">
                <a:solidFill>
                  <a:schemeClr val="accent1">
                    <a:lumMod val="75000"/>
                  </a:schemeClr>
                </a:solidFill>
                <a:ea typeface="Calibri" panose="020F0502020204030204" pitchFamily="34" charset="0"/>
                <a:cs typeface="Arial" panose="020B0604020202020204" pitchFamily="34" charset="0"/>
              </a:rPr>
              <a:t>Oula</a:t>
            </a:r>
            <a:endParaRPr lang="en-GB" sz="1400" i="1" dirty="0">
              <a:solidFill>
                <a:schemeClr val="accent1">
                  <a:lumMod val="75000"/>
                </a:schemeClr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743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5A77ED1-5BEC-95BD-E876-FF96B3716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099" y="1098298"/>
            <a:ext cx="3961244" cy="1273730"/>
          </a:xfrm>
        </p:spPr>
        <p:txBody>
          <a:bodyPr/>
          <a:lstStyle/>
          <a:p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Study areas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B19E24-AEAB-3184-C58A-71D37A201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pic>
        <p:nvPicPr>
          <p:cNvPr id="8" name="Picture 7" descr="A map of the region&#10;&#10;Description automatically generated">
            <a:extLst>
              <a:ext uri="{FF2B5EF4-FFF2-40B4-BE49-F238E27FC236}">
                <a16:creationId xmlns:a16="http://schemas.microsoft.com/office/drawing/2014/main" id="{A737BC31-854F-2300-2CC9-B6F01FAEDA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8714" y="-42581"/>
            <a:ext cx="7783286" cy="6900581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68D310A6-6E77-0E9C-7C3E-FD131CD8A95E}"/>
              </a:ext>
            </a:extLst>
          </p:cNvPr>
          <p:cNvSpPr/>
          <p:nvPr/>
        </p:nvSpPr>
        <p:spPr>
          <a:xfrm>
            <a:off x="6912429" y="1317171"/>
            <a:ext cx="2656115" cy="1054857"/>
          </a:xfrm>
          <a:custGeom>
            <a:avLst/>
            <a:gdLst>
              <a:gd name="connsiteX0" fmla="*/ 0 w 2656115"/>
              <a:gd name="connsiteY0" fmla="*/ 527429 h 1054857"/>
              <a:gd name="connsiteX1" fmla="*/ 1328058 w 2656115"/>
              <a:gd name="connsiteY1" fmla="*/ 0 h 1054857"/>
              <a:gd name="connsiteX2" fmla="*/ 2656116 w 2656115"/>
              <a:gd name="connsiteY2" fmla="*/ 527429 h 1054857"/>
              <a:gd name="connsiteX3" fmla="*/ 1328058 w 2656115"/>
              <a:gd name="connsiteY3" fmla="*/ 1054858 h 1054857"/>
              <a:gd name="connsiteX4" fmla="*/ 0 w 2656115"/>
              <a:gd name="connsiteY4" fmla="*/ 527429 h 1054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6115" h="1054857" extrusionOk="0">
                <a:moveTo>
                  <a:pt x="0" y="527429"/>
                </a:moveTo>
                <a:cubicBezTo>
                  <a:pt x="-55454" y="170928"/>
                  <a:pt x="746383" y="-55111"/>
                  <a:pt x="1328058" y="0"/>
                </a:cubicBezTo>
                <a:cubicBezTo>
                  <a:pt x="1989987" y="40193"/>
                  <a:pt x="2680921" y="228736"/>
                  <a:pt x="2656116" y="527429"/>
                </a:cubicBezTo>
                <a:cubicBezTo>
                  <a:pt x="2590403" y="687706"/>
                  <a:pt x="2018355" y="1189183"/>
                  <a:pt x="1328058" y="1054858"/>
                </a:cubicBezTo>
                <a:cubicBezTo>
                  <a:pt x="630896" y="1004776"/>
                  <a:pt x="13371" y="817620"/>
                  <a:pt x="0" y="527429"/>
                </a:cubicBezTo>
                <a:close/>
              </a:path>
            </a:pathLst>
          </a:custGeom>
          <a:noFill/>
          <a:ln w="57150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87924873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728E75-6CC7-699D-597D-5562BEDBD58A}"/>
              </a:ext>
            </a:extLst>
          </p:cNvPr>
          <p:cNvGrpSpPr/>
          <p:nvPr/>
        </p:nvGrpSpPr>
        <p:grpSpPr>
          <a:xfrm>
            <a:off x="5399313" y="511314"/>
            <a:ext cx="2383973" cy="1426343"/>
            <a:chOff x="5399313" y="511314"/>
            <a:chExt cx="2383973" cy="1426343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31F3E02-4ADC-2AE6-8043-7442B0505602}"/>
                </a:ext>
              </a:extLst>
            </p:cNvPr>
            <p:cNvCxnSpPr>
              <a:cxnSpLocks/>
            </p:cNvCxnSpPr>
            <p:nvPr/>
          </p:nvCxnSpPr>
          <p:spPr>
            <a:xfrm>
              <a:off x="6270170" y="1219200"/>
              <a:ext cx="1513116" cy="71845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49D7577-5F82-CD7B-254A-32CC11D7D3BE}"/>
                </a:ext>
              </a:extLst>
            </p:cNvPr>
            <p:cNvSpPr txBox="1"/>
            <p:nvPr/>
          </p:nvSpPr>
          <p:spPr>
            <a:xfrm>
              <a:off x="5399313" y="511314"/>
              <a:ext cx="19594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Nord prefecture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0A4A47E-4998-65C9-C4EF-FE2198C37072}"/>
              </a:ext>
            </a:extLst>
          </p:cNvPr>
          <p:cNvGrpSpPr/>
          <p:nvPr/>
        </p:nvGrpSpPr>
        <p:grpSpPr>
          <a:xfrm>
            <a:off x="8387441" y="81856"/>
            <a:ext cx="3000689" cy="1762743"/>
            <a:chOff x="8387441" y="81856"/>
            <a:chExt cx="3000689" cy="1762743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076DFD3-538D-5DD5-D321-B3B86A5F70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87441" y="407685"/>
              <a:ext cx="1066801" cy="1436914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2F32082-38FA-C016-A78F-48F8634C123A}"/>
                </a:ext>
              </a:extLst>
            </p:cNvPr>
            <p:cNvSpPr txBox="1"/>
            <p:nvPr/>
          </p:nvSpPr>
          <p:spPr>
            <a:xfrm>
              <a:off x="9428702" y="81856"/>
              <a:ext cx="19594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Centre-Nord prefecture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4577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6E23-B95D-E373-6EDB-2C8510CB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168" y="530225"/>
            <a:ext cx="11018969" cy="1286645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Selection of Households</a:t>
            </a:r>
            <a:endParaRPr lang="en-GB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C056F-9D7F-4B72-99AA-CBF424D71D1A}"/>
              </a:ext>
            </a:extLst>
          </p:cNvPr>
          <p:cNvSpPr txBox="1"/>
          <p:nvPr/>
        </p:nvSpPr>
        <p:spPr>
          <a:xfrm>
            <a:off x="1150730" y="2028334"/>
            <a:ext cx="9698069" cy="326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Sampling frame = All households in selected ADMIN5 areas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Conduct village census of all selected ADMIN5s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(Trained and conscientious enumerators)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Standardized listing instrument to be used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Collect basic demographic and other HH observable characteristics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Final sampling frame = HHs that have consented to participate during the listing</a:t>
            </a:r>
          </a:p>
        </p:txBody>
      </p:sp>
    </p:spTree>
    <p:extLst>
      <p:ext uri="{BB962C8B-B14F-4D97-AF65-F5344CB8AC3E}">
        <p14:creationId xmlns:p14="http://schemas.microsoft.com/office/powerpoint/2010/main" val="2929192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6E23-B95D-E373-6EDB-2C8510CB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168" y="530225"/>
            <a:ext cx="11018969" cy="1286645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Selection of Households</a:t>
            </a:r>
            <a:endParaRPr lang="en-GB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AD1750A-92B2-CEF4-101D-9A9C36BC55DD}"/>
              </a:ext>
            </a:extLst>
          </p:cNvPr>
          <p:cNvGrpSpPr/>
          <p:nvPr/>
        </p:nvGrpSpPr>
        <p:grpSpPr>
          <a:xfrm>
            <a:off x="1100560" y="1827750"/>
            <a:ext cx="9844474" cy="4193199"/>
            <a:chOff x="1100560" y="1914838"/>
            <a:chExt cx="9844474" cy="419319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E7C056F-9D7F-4B72-99AA-CBF424D71D1A}"/>
                </a:ext>
              </a:extLst>
            </p:cNvPr>
            <p:cNvSpPr txBox="1"/>
            <p:nvPr/>
          </p:nvSpPr>
          <p:spPr>
            <a:xfrm>
              <a:off x="1246965" y="1914838"/>
              <a:ext cx="9698069" cy="41931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GB" sz="2000" dirty="0">
                  <a:solidFill>
                    <a:srgbClr val="002060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Using a confidence level 95%</a:t>
              </a:r>
            </a:p>
            <a:p>
              <a:pPr marL="742950" lvl="1" indent="-285750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GB" sz="2000" dirty="0">
                  <a:solidFill>
                    <a:srgbClr val="002060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5% margin of error</a:t>
              </a:r>
            </a:p>
            <a:p>
              <a:pPr marL="742950" lvl="1" indent="-285750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endParaRPr lang="en-GB" sz="20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endParaRPr>
            </a:p>
            <a:p>
              <a:pPr marL="742950" lvl="1" indent="-285750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endParaRPr lang="en-GB" sz="20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endParaRPr>
            </a:p>
            <a:p>
              <a:pPr marL="742950" lvl="1" indent="-285750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endParaRPr lang="en-GB" sz="20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endParaRPr>
            </a:p>
            <a:p>
              <a:pPr marL="742950" lvl="1" indent="-285750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endParaRPr lang="en-GB" sz="20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endParaRPr>
            </a:p>
            <a:p>
              <a:pPr marL="1200150" lvl="2" indent="-285750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GB" sz="2000" dirty="0">
                  <a:solidFill>
                    <a:srgbClr val="002060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Min. sample (2 sample mean test) = 800hh (completed sample at least 400 </a:t>
              </a:r>
              <a:r>
                <a:rPr lang="en-GB" sz="2000" dirty="0" err="1">
                  <a:solidFill>
                    <a:srgbClr val="002060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hh</a:t>
              </a:r>
              <a:r>
                <a:rPr lang="en-GB" sz="2000" dirty="0">
                  <a:solidFill>
                    <a:srgbClr val="002060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 per modality)</a:t>
              </a:r>
            </a:p>
            <a:p>
              <a:pPr marL="742950" lvl="1" indent="-285750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GB" sz="2000" dirty="0">
                  <a:solidFill>
                    <a:srgbClr val="002060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Final sample size = 4000HH (2000 </a:t>
              </a:r>
              <a:r>
                <a:rPr lang="en-GB" sz="2000" dirty="0" err="1">
                  <a:solidFill>
                    <a:srgbClr val="002060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hh</a:t>
              </a:r>
              <a:r>
                <a:rPr lang="en-GB" sz="2000" dirty="0">
                  <a:solidFill>
                    <a:srgbClr val="002060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 per modality)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E098E1F-402B-48EA-C5DC-D2A9363AB13B}"/>
                    </a:ext>
                  </a:extLst>
                </p:cNvPr>
                <p:cNvSpPr txBox="1"/>
                <p:nvPr/>
              </p:nvSpPr>
              <p:spPr>
                <a:xfrm>
                  <a:off x="1100560" y="3374440"/>
                  <a:ext cx="9698069" cy="79335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GB" sz="2400" b="0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Sample</m:t>
                        </m:r>
                        <m:r>
                          <a:rPr lang="en-GB" sz="2400" b="0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 sz="2400" b="0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Size</m:t>
                        </m:r>
                        <m:r>
                          <a:rPr lang="en-GB" sz="2400" b="0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GB" sz="24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GB" sz="2400" b="0" i="1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GB" sz="2400" b="0" i="1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sz="2400" b="0" i="0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  <m:r>
                                      <a:rPr lang="en-GB" sz="2400" b="0" i="0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GB" sz="2400" b="0" i="0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score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GB" sz="2400" b="0" i="0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GB" sz="2400" b="0" i="0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sz="2400" b="0" i="0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sty m:val="p"/>
                              </m:rPr>
                              <a:rPr lang="en-GB" sz="2400" b="0" i="0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StdDev</m:t>
                            </m:r>
                            <m:r>
                              <a:rPr lang="en-GB" sz="2400" b="0" i="0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×</m:t>
                            </m:r>
                            <m:d>
                              <m:dPr>
                                <m:ctrlPr>
                                  <a:rPr lang="en-GB" sz="2400" b="0" i="1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2400" b="0" i="0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m:rPr>
                                    <m:sty m:val="p"/>
                                  </m:rPr>
                                  <a:rPr lang="en-GB" sz="2400" b="0" i="0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StdDev</m:t>
                                </m:r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lang="en-GB" sz="2400" b="0" i="1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GB" sz="2400" b="0" i="1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sz="2400" b="0" i="0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confidence</m:t>
                                    </m:r>
                                    <m:r>
                                      <a:rPr lang="en-GB" sz="2400" b="0" i="0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GB" sz="2400" b="0" i="0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interval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GB" sz="2400" b="0" i="0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GB" sz="2400" dirty="0">
                    <a:solidFill>
                      <a:schemeClr val="accent1">
                        <a:lumMod val="50000"/>
                      </a:schemeClr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E098E1F-402B-48EA-C5DC-D2A9363AB1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0560" y="3374440"/>
                  <a:ext cx="9698069" cy="79335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41518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C4793960-97FD-5AE3-34FE-71F229830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086" y="2445989"/>
            <a:ext cx="3900023" cy="2067230"/>
          </a:xfrm>
        </p:spPr>
        <p:txBody>
          <a:bodyPr/>
          <a:lstStyle/>
          <a:p>
            <a:r>
              <a:rPr lang="en-GB" sz="2800" b="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Implementation</a:t>
            </a:r>
          </a:p>
        </p:txBody>
      </p:sp>
      <p:pic>
        <p:nvPicPr>
          <p:cNvPr id="15" name="Picture 14" descr="A diagram of a sample&#10;&#10;Description automatically generated">
            <a:extLst>
              <a:ext uri="{FF2B5EF4-FFF2-40B4-BE49-F238E27FC236}">
                <a16:creationId xmlns:a16="http://schemas.microsoft.com/office/drawing/2014/main" id="{A5236329-77F9-88A4-E6CF-5D2A7BAFF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687" y="1031966"/>
            <a:ext cx="8004313" cy="529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60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C4793960-97FD-5AE3-34FE-71F229830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086" y="2445989"/>
            <a:ext cx="3900023" cy="2067230"/>
          </a:xfrm>
        </p:spPr>
        <p:txBody>
          <a:bodyPr/>
          <a:lstStyle/>
          <a:p>
            <a:r>
              <a:rPr lang="en-GB" sz="2800" b="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Randomization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8DBB42B-A855-6069-C204-3DCAB72569A6}"/>
              </a:ext>
            </a:extLst>
          </p:cNvPr>
          <p:cNvGrpSpPr/>
          <p:nvPr/>
        </p:nvGrpSpPr>
        <p:grpSpPr>
          <a:xfrm>
            <a:off x="4041109" y="491475"/>
            <a:ext cx="7662795" cy="5976257"/>
            <a:chOff x="4041109" y="491475"/>
            <a:chExt cx="7662795" cy="5976257"/>
          </a:xfrm>
        </p:grpSpPr>
        <p:pic>
          <p:nvPicPr>
            <p:cNvPr id="3" name="Picture 2" descr="A diagram of a survey&#10;&#10;Description automatically generated">
              <a:extLst>
                <a:ext uri="{FF2B5EF4-FFF2-40B4-BE49-F238E27FC236}">
                  <a16:creationId xmlns:a16="http://schemas.microsoft.com/office/drawing/2014/main" id="{FE0E047E-0F80-7D76-2778-8102D6DE11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41109" y="491475"/>
              <a:ext cx="7662795" cy="5976257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35CDF04-8D19-EDA9-D04B-719682443BD5}"/>
                </a:ext>
              </a:extLst>
            </p:cNvPr>
            <p:cNvSpPr/>
            <p:nvPr/>
          </p:nvSpPr>
          <p:spPr>
            <a:xfrm>
              <a:off x="4154558" y="844826"/>
              <a:ext cx="2236304" cy="556591"/>
            </a:xfrm>
            <a:prstGeom prst="rect">
              <a:avLst/>
            </a:prstGeom>
            <a:solidFill>
              <a:srgbClr val="CFD6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accent5">
                      <a:lumMod val="10000"/>
                    </a:schemeClr>
                  </a:solidFill>
                </a:rPr>
                <a:t>Sampled Households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376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6E23-B95D-E373-6EDB-2C8510CB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568" y="752657"/>
            <a:ext cx="10154689" cy="1286645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Possible limitations &amp; suggested mitigation strategies</a:t>
            </a:r>
            <a:endParaRPr lang="en-GB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C056F-9D7F-4B72-99AA-CBF424D71D1A}"/>
              </a:ext>
            </a:extLst>
          </p:cNvPr>
          <p:cNvSpPr txBox="1"/>
          <p:nvPr/>
        </p:nvSpPr>
        <p:spPr>
          <a:xfrm>
            <a:off x="1111527" y="1830581"/>
            <a:ext cx="9968946" cy="4193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Geographical variation in the distribution of respondents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Study areas will be purposively selected to cater to geographic variations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Enumerator effects (gender, training and motivation)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Consciously hire more females for the remote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At least two enumerators per village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Enumerator assignment will be random (F2F)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High attrition particularly in the remote cohort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Follow strict call protocol</a:t>
            </a:r>
          </a:p>
        </p:txBody>
      </p:sp>
    </p:spTree>
    <p:extLst>
      <p:ext uri="{BB962C8B-B14F-4D97-AF65-F5344CB8AC3E}">
        <p14:creationId xmlns:p14="http://schemas.microsoft.com/office/powerpoint/2010/main" val="506136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6E23-B95D-E373-6EDB-2C8510CB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597" y="516366"/>
            <a:ext cx="8815746" cy="1636031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Survey protocols to enhance response rate</a:t>
            </a:r>
            <a:endParaRPr lang="en-GB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C056F-9D7F-4B72-99AA-CBF424D71D1A}"/>
              </a:ext>
            </a:extLst>
          </p:cNvPr>
          <p:cNvSpPr txBox="1"/>
          <p:nvPr/>
        </p:nvSpPr>
        <p:spPr>
          <a:xfrm>
            <a:off x="1574483" y="1839114"/>
            <a:ext cx="9043034" cy="4383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Enhanced community engagement &amp; collaboration through local authorities, stakeholders, and opinion leaders at ADMIN5 level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Build trust, support and cooperation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Sensitization during the census/listing phase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Choose their timing of convenience to be interviewed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 comprehensive training on the calling protocol for remote cohort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Introduction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Consent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Questioning techniques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Ethical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1819224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6E23-B95D-E373-6EDB-2C8510CB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168" y="530225"/>
            <a:ext cx="11018969" cy="1286645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Tentative timelines…</a:t>
            </a:r>
            <a:endParaRPr lang="en-GB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7" name="Picture 6" descr="A graph with colorful squares&#10;&#10;Description automatically generated">
            <a:extLst>
              <a:ext uri="{FF2B5EF4-FFF2-40B4-BE49-F238E27FC236}">
                <a16:creationId xmlns:a16="http://schemas.microsoft.com/office/drawing/2014/main" id="{0FA6DB5E-CF49-3BB4-7394-F5DC42568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771" y="1568354"/>
            <a:ext cx="9764486" cy="427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787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BB310342-74D1-A202-46B3-5A0934966D09}"/>
              </a:ext>
            </a:extLst>
          </p:cNvPr>
          <p:cNvSpPr txBox="1">
            <a:spLocks/>
          </p:cNvSpPr>
          <p:nvPr/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 i="0" kern="120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pPr algn="ctr"/>
            <a:r>
              <a:rPr lang="en-US" sz="6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Thank you</a:t>
            </a:r>
            <a:endParaRPr lang="en-GB" sz="6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57662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WFP COLOUR PALETTE">
      <a:dk1>
        <a:srgbClr val="007DBC"/>
      </a:dk1>
      <a:lt1>
        <a:srgbClr val="36B5C5"/>
      </a:lt1>
      <a:dk2>
        <a:srgbClr val="00B385"/>
      </a:dk2>
      <a:lt2>
        <a:srgbClr val="008868"/>
      </a:lt2>
      <a:accent1>
        <a:srgbClr val="1A4161"/>
      </a:accent1>
      <a:accent2>
        <a:srgbClr val="982B56"/>
      </a:accent2>
      <a:accent3>
        <a:srgbClr val="EF404C"/>
      </a:accent3>
      <a:accent4>
        <a:srgbClr val="B79F8D"/>
      </a:accent4>
      <a:accent5>
        <a:srgbClr val="ECDFBB"/>
      </a:accent5>
      <a:accent6>
        <a:srgbClr val="F37847"/>
      </a:accent6>
      <a:hlink>
        <a:srgbClr val="FFFFFF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CEABC6C1-02E8-6E4D-9B35-02EDBE627B8A}" vid="{F8040699-0E4C-D043-8EE2-4232DCF6EB18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WFP COLOUR PALETTE">
    <a:dk1>
      <a:srgbClr val="007DBC"/>
    </a:dk1>
    <a:lt1>
      <a:srgbClr val="36B5C5"/>
    </a:lt1>
    <a:dk2>
      <a:srgbClr val="00B385"/>
    </a:dk2>
    <a:lt2>
      <a:srgbClr val="008868"/>
    </a:lt2>
    <a:accent1>
      <a:srgbClr val="1A4161"/>
    </a:accent1>
    <a:accent2>
      <a:srgbClr val="982B56"/>
    </a:accent2>
    <a:accent3>
      <a:srgbClr val="EF404C"/>
    </a:accent3>
    <a:accent4>
      <a:srgbClr val="B79F8D"/>
    </a:accent4>
    <a:accent5>
      <a:srgbClr val="ECDFBB"/>
    </a:accent5>
    <a:accent6>
      <a:srgbClr val="F37847"/>
    </a:accent6>
    <a:hlink>
      <a:srgbClr val="FFFFFF"/>
    </a:hlink>
    <a:folHlink>
      <a:srgbClr val="00000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EC5AEA005F3944B5281CE0F7F3B6DF" ma:contentTypeVersion="18" ma:contentTypeDescription="Create a new document." ma:contentTypeScope="" ma:versionID="ad2f6bf157231b83579321204f69ffe0">
  <xsd:schema xmlns:xsd="http://www.w3.org/2001/XMLSchema" xmlns:xs="http://www.w3.org/2001/XMLSchema" xmlns:p="http://schemas.microsoft.com/office/2006/metadata/properties" xmlns:ns2="49256dcf-74b5-4e0f-b2ab-e17546be8a80" xmlns:ns3="3940b711-dc1d-4235-b0a5-48d487f0d3b9" targetNamespace="http://schemas.microsoft.com/office/2006/metadata/properties" ma:root="true" ma:fieldsID="e944df982cebb5615fc5ff0a850bebfa" ns2:_="" ns3:_="">
    <xsd:import namespace="49256dcf-74b5-4e0f-b2ab-e17546be8a80"/>
    <xsd:import namespace="3940b711-dc1d-4235-b0a5-48d487f0d3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256dcf-74b5-4e0f-b2ab-e17546be8a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acc4dc2-1d7d-4ba2-9bc5-748c4ad50a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40b711-dc1d-4235-b0a5-48d487f0d3b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17c2faf-511a-483c-a677-1ab92e51de83}" ma:internalName="TaxCatchAll" ma:showField="CatchAllData" ma:web="3940b711-dc1d-4235-b0a5-48d487f0d3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256dcf-74b5-4e0f-b2ab-e17546be8a80">
      <Terms xmlns="http://schemas.microsoft.com/office/infopath/2007/PartnerControls"/>
    </lcf76f155ced4ddcb4097134ff3c332f>
    <TaxCatchAll xmlns="3940b711-dc1d-4235-b0a5-48d487f0d3b9" xsi:nil="true"/>
  </documentManagement>
</p:properties>
</file>

<file path=customXml/itemProps1.xml><?xml version="1.0" encoding="utf-8"?>
<ds:datastoreItem xmlns:ds="http://schemas.openxmlformats.org/officeDocument/2006/customXml" ds:itemID="{D2C8538E-530A-445D-9A15-7CC7F4A16C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964363F-FEA7-4AE9-A5D4-02FC637897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256dcf-74b5-4e0f-b2ab-e17546be8a80"/>
    <ds:schemaRef ds:uri="3940b711-dc1d-4235-b0a5-48d487f0d3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F2CF057-9F0A-4CCB-B937-805ED701A0E8}">
  <ds:schemaRefs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3940b711-dc1d-4235-b0a5-48d487f0d3b9"/>
    <ds:schemaRef ds:uri="http://purl.org/dc/terms/"/>
    <ds:schemaRef ds:uri="http://schemas.microsoft.com/office/2006/documentManagement/types"/>
    <ds:schemaRef ds:uri="http://purl.org/dc/elements/1.1/"/>
    <ds:schemaRef ds:uri="49256dcf-74b5-4e0f-b2ab-e17546be8a80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16628</TotalTime>
  <Words>474</Words>
  <Application>Microsoft Office PowerPoint</Application>
  <PresentationFormat>Widescreen</PresentationFormat>
  <Paragraphs>91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ADLaM Display</vt:lpstr>
      <vt:lpstr>Arial</vt:lpstr>
      <vt:lpstr>Calibri</vt:lpstr>
      <vt:lpstr>Cambria Math</vt:lpstr>
      <vt:lpstr>Courier New</vt:lpstr>
      <vt:lpstr>HALDEN SOLID</vt:lpstr>
      <vt:lpstr>Open Sans</vt:lpstr>
      <vt:lpstr>Open Sans Extrabold</vt:lpstr>
      <vt:lpstr>Theme2</vt:lpstr>
      <vt:lpstr>Remote CARI (rCARI) Validation Study</vt:lpstr>
      <vt:lpstr>Objective</vt:lpstr>
      <vt:lpstr>Inclusion criteria [ADMIN level selection]</vt:lpstr>
      <vt:lpstr>Implementation</vt:lpstr>
      <vt:lpstr>Study areas</vt:lpstr>
      <vt:lpstr>Selection of Households</vt:lpstr>
      <vt:lpstr>Selection of Households</vt:lpstr>
      <vt:lpstr>Implementation</vt:lpstr>
      <vt:lpstr>Randomization</vt:lpstr>
      <vt:lpstr>Possible limitations &amp; suggested mitigation strategies</vt:lpstr>
      <vt:lpstr>Survey protocols to enhance response rate</vt:lpstr>
      <vt:lpstr>Tentative timelines…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 slide Useful tips to correctly edit this powerpoint template</dc:title>
  <dc:creator>Helen CLARKE</dc:creator>
  <cp:lastModifiedBy>Alirah WEYORI</cp:lastModifiedBy>
  <cp:revision>4</cp:revision>
  <dcterms:created xsi:type="dcterms:W3CDTF">2018-08-20T09:35:59Z</dcterms:created>
  <dcterms:modified xsi:type="dcterms:W3CDTF">2024-06-25T07:45:55Z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0x01010007EC5AEA005F3944B5281CE0F7F3B6DF</vt:lpwstr>
  </property>
  <property fmtid="{D5CDD505-2E9C-101B-9397-08002B2CF9AE}" pid="3" name="MediaServiceImageTags">
    <vt:lpwstr/>
  </property>
</Properties>
</file>