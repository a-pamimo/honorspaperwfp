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omments/modernComment_17D_5CB5F7A2.xml" ContentType="application/vnd.ms-powerpoint.comments+xml"/>
  <Override PartName="/ppt/notesSlides/notesSlide4.xml" ContentType="application/vnd.openxmlformats-officedocument.presentationml.notesSlide+xml"/>
  <Override PartName="/ppt/comments/modernComment_1A1_82A7EFC3.xml" ContentType="application/vnd.ms-powerpoint.comments+xml"/>
  <Override PartName="/ppt/notesSlides/notesSlide5.xml" ContentType="application/vnd.openxmlformats-officedocument.presentationml.notesSlide+xml"/>
  <Override PartName="/ppt/comments/modernComment_1A2_E901CC46.xml" ContentType="application/vnd.ms-powerpoint.comments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5" r:id="rId4"/>
  </p:sldMasterIdLst>
  <p:notesMasterIdLst>
    <p:notesMasterId r:id="rId14"/>
  </p:notesMasterIdLst>
  <p:handoutMasterIdLst>
    <p:handoutMasterId r:id="rId15"/>
  </p:handoutMasterIdLst>
  <p:sldIdLst>
    <p:sldId id="283" r:id="rId5"/>
    <p:sldId id="296" r:id="rId6"/>
    <p:sldId id="380" r:id="rId7"/>
    <p:sldId id="381" r:id="rId8"/>
    <p:sldId id="417" r:id="rId9"/>
    <p:sldId id="418" r:id="rId10"/>
    <p:sldId id="419" r:id="rId11"/>
    <p:sldId id="342" r:id="rId12"/>
    <p:sldId id="412" r:id="rId13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686BFB65-520F-4649-842A-8FAC50C1638D}">
          <p14:sldIdLst>
            <p14:sldId id="283"/>
            <p14:sldId id="296"/>
            <p14:sldId id="380"/>
            <p14:sldId id="381"/>
            <p14:sldId id="417"/>
            <p14:sldId id="418"/>
            <p14:sldId id="419"/>
            <p14:sldId id="342"/>
            <p14:sldId id="41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84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67EE71F-E4CF-2640-16B2-A6A6650BB44B}" name="Cassandra WALKER" initials="CW" userId="S::cassandra.walker@wfp.org::7d551a76-2a3b-46ce-9612-27f9694a0380" providerId="AD"/>
  <p188:author id="{E164B82E-70A5-DC7F-7202-998852D0418F}" name="Nicole Wu" initials="YW" userId="Nicole Wu" providerId="None"/>
  <p188:author id="{6A52989B-2D3B-6FC0-BBC3-D88A3726BC0B}" name="Mohamed SALEM" initials="MS" userId="S::mohamed.salem@wfp.org::13f12703-f1ce-4b8b-924c-fe401988a08b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70BA"/>
    <a:srgbClr val="5A9E16"/>
    <a:srgbClr val="A9D18E"/>
    <a:srgbClr val="CFD6EA"/>
    <a:srgbClr val="FFFFFE"/>
    <a:srgbClr val="FFFFFF"/>
    <a:srgbClr val="F5B183"/>
    <a:srgbClr val="D4E6F2"/>
    <a:srgbClr val="59CAFF"/>
    <a:srgbClr val="57C5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9F55A16-0D13-9953-EC0E-80BFC14DF0C6}" v="11" dt="2023-11-29T09:12:34.456"/>
    <p1510:client id="{30D7A42F-BBCD-A93E-C64F-47DE853E179F}" v="9" dt="2023-11-29T11:36:29.592"/>
    <p1510:client id="{3CB0654A-1A8F-96D1-A8D7-ECB2FB6FB4A3}" v="10" dt="2023-11-29T10:00:36.649"/>
    <p1510:client id="{66F6C6D2-301D-47A6-B290-CE16B8C0FCCF}" v="70" dt="2023-11-23T11:52:06.57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8033" autoAdjust="0"/>
    <p:restoredTop sz="94660"/>
  </p:normalViewPr>
  <p:slideViewPr>
    <p:cSldViewPr snapToGrid="0">
      <p:cViewPr varScale="1">
        <p:scale>
          <a:sx n="59" d="100"/>
          <a:sy n="59" d="100"/>
        </p:scale>
        <p:origin x="392" y="92"/>
      </p:cViewPr>
      <p:guideLst>
        <p:guide orient="horz" pos="2184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Relationship Id="rId22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irah WEYORI" userId="1c7cbaa8-91f0-4806-8632-e4be5028c1b4" providerId="ADAL" clId="{66F6C6D2-301D-47A6-B290-CE16B8C0FCCF}"/>
    <pc:docChg chg="undo custSel addSld delSld modSld sldOrd delSection modSection">
      <pc:chgData name="Alirah WEYORI" userId="1c7cbaa8-91f0-4806-8632-e4be5028c1b4" providerId="ADAL" clId="{66F6C6D2-301D-47A6-B290-CE16B8C0FCCF}" dt="2023-11-22T14:16:30.588" v="2466" actId="113"/>
      <pc:docMkLst>
        <pc:docMk/>
      </pc:docMkLst>
      <pc:sldChg chg="modSp mod">
        <pc:chgData name="Alirah WEYORI" userId="1c7cbaa8-91f0-4806-8632-e4be5028c1b4" providerId="ADAL" clId="{66F6C6D2-301D-47A6-B290-CE16B8C0FCCF}" dt="2023-11-22T14:14:04.639" v="2438" actId="6549"/>
        <pc:sldMkLst>
          <pc:docMk/>
          <pc:sldMk cId="3545166311" sldId="283"/>
        </pc:sldMkLst>
        <pc:spChg chg="mod">
          <ac:chgData name="Alirah WEYORI" userId="1c7cbaa8-91f0-4806-8632-e4be5028c1b4" providerId="ADAL" clId="{66F6C6D2-301D-47A6-B290-CE16B8C0FCCF}" dt="2023-11-22T14:14:04.639" v="2438" actId="6549"/>
          <ac:spMkLst>
            <pc:docMk/>
            <pc:sldMk cId="3545166311" sldId="283"/>
            <ac:spMk id="3" creationId="{00000000-0000-0000-0000-000000000000}"/>
          </ac:spMkLst>
        </pc:spChg>
      </pc:sldChg>
      <pc:sldChg chg="modSp mod">
        <pc:chgData name="Alirah WEYORI" userId="1c7cbaa8-91f0-4806-8632-e4be5028c1b4" providerId="ADAL" clId="{66F6C6D2-301D-47A6-B290-CE16B8C0FCCF}" dt="2023-11-22T14:15:21.422" v="2441" actId="14100"/>
        <pc:sldMkLst>
          <pc:docMk/>
          <pc:sldMk cId="2571662685" sldId="296"/>
        </pc:sldMkLst>
        <pc:spChg chg="mod">
          <ac:chgData name="Alirah WEYORI" userId="1c7cbaa8-91f0-4806-8632-e4be5028c1b4" providerId="ADAL" clId="{66F6C6D2-301D-47A6-B290-CE16B8C0FCCF}" dt="2023-11-22T14:15:21.422" v="2441" actId="14100"/>
          <ac:spMkLst>
            <pc:docMk/>
            <pc:sldMk cId="2571662685" sldId="296"/>
            <ac:spMk id="2" creationId="{7F999FF3-0E37-AD51-18F7-3D20C12981BD}"/>
          </ac:spMkLst>
        </pc:spChg>
        <pc:spChg chg="mod">
          <ac:chgData name="Alirah WEYORI" userId="1c7cbaa8-91f0-4806-8632-e4be5028c1b4" providerId="ADAL" clId="{66F6C6D2-301D-47A6-B290-CE16B8C0FCCF}" dt="2023-11-22T14:12:51.394" v="2383" actId="113"/>
          <ac:spMkLst>
            <pc:docMk/>
            <pc:sldMk cId="2571662685" sldId="296"/>
            <ac:spMk id="3" creationId="{63505D0D-7CB2-2242-BE0E-B72CE5E5E8F7}"/>
          </ac:spMkLst>
        </pc:spChg>
      </pc:sldChg>
      <pc:sldChg chg="del">
        <pc:chgData name="Alirah WEYORI" userId="1c7cbaa8-91f0-4806-8632-e4be5028c1b4" providerId="ADAL" clId="{66F6C6D2-301D-47A6-B290-CE16B8C0FCCF}" dt="2023-11-22T11:34:01.418" v="5" actId="47"/>
        <pc:sldMkLst>
          <pc:docMk/>
          <pc:sldMk cId="475964468" sldId="310"/>
        </pc:sldMkLst>
      </pc:sldChg>
      <pc:sldChg chg="del">
        <pc:chgData name="Alirah WEYORI" userId="1c7cbaa8-91f0-4806-8632-e4be5028c1b4" providerId="ADAL" clId="{66F6C6D2-301D-47A6-B290-CE16B8C0FCCF}" dt="2023-11-22T14:15:10.304" v="2439" actId="47"/>
        <pc:sldMkLst>
          <pc:docMk/>
          <pc:sldMk cId="2986976553" sldId="311"/>
        </pc:sldMkLst>
      </pc:sldChg>
      <pc:sldChg chg="del">
        <pc:chgData name="Alirah WEYORI" userId="1c7cbaa8-91f0-4806-8632-e4be5028c1b4" providerId="ADAL" clId="{66F6C6D2-301D-47A6-B290-CE16B8C0FCCF}" dt="2023-11-22T11:34:06.218" v="7" actId="47"/>
        <pc:sldMkLst>
          <pc:docMk/>
          <pc:sldMk cId="1237851312" sldId="320"/>
        </pc:sldMkLst>
      </pc:sldChg>
      <pc:sldChg chg="del">
        <pc:chgData name="Alirah WEYORI" userId="1c7cbaa8-91f0-4806-8632-e4be5028c1b4" providerId="ADAL" clId="{66F6C6D2-301D-47A6-B290-CE16B8C0FCCF}" dt="2023-11-22T11:34:11.325" v="21" actId="47"/>
        <pc:sldMkLst>
          <pc:docMk/>
          <pc:sldMk cId="1820479352" sldId="333"/>
        </pc:sldMkLst>
      </pc:sldChg>
      <pc:sldChg chg="modSp ord">
        <pc:chgData name="Alirah WEYORI" userId="1c7cbaa8-91f0-4806-8632-e4be5028c1b4" providerId="ADAL" clId="{66F6C6D2-301D-47A6-B290-CE16B8C0FCCF}" dt="2023-11-22T14:11:55.109" v="2380" actId="207"/>
        <pc:sldMkLst>
          <pc:docMk/>
          <pc:sldMk cId="439196160" sldId="342"/>
        </pc:sldMkLst>
        <pc:spChg chg="mod">
          <ac:chgData name="Alirah WEYORI" userId="1c7cbaa8-91f0-4806-8632-e4be5028c1b4" providerId="ADAL" clId="{66F6C6D2-301D-47A6-B290-CE16B8C0FCCF}" dt="2023-11-22T14:11:55.109" v="2380" actId="207"/>
          <ac:spMkLst>
            <pc:docMk/>
            <pc:sldMk cId="439196160" sldId="342"/>
            <ac:spMk id="3" creationId="{DE7C056F-9D7F-4B72-99AA-CBF424D71D1A}"/>
          </ac:spMkLst>
        </pc:spChg>
      </pc:sldChg>
      <pc:sldChg chg="del">
        <pc:chgData name="Alirah WEYORI" userId="1c7cbaa8-91f0-4806-8632-e4be5028c1b4" providerId="ADAL" clId="{66F6C6D2-301D-47A6-B290-CE16B8C0FCCF}" dt="2023-11-22T11:34:15.013" v="28" actId="47"/>
        <pc:sldMkLst>
          <pc:docMk/>
          <pc:sldMk cId="1269601775" sldId="348"/>
        </pc:sldMkLst>
      </pc:sldChg>
      <pc:sldChg chg="del">
        <pc:chgData name="Alirah WEYORI" userId="1c7cbaa8-91f0-4806-8632-e4be5028c1b4" providerId="ADAL" clId="{66F6C6D2-301D-47A6-B290-CE16B8C0FCCF}" dt="2023-11-22T11:34:07.262" v="11" actId="47"/>
        <pc:sldMkLst>
          <pc:docMk/>
          <pc:sldMk cId="3853999179" sldId="350"/>
        </pc:sldMkLst>
      </pc:sldChg>
      <pc:sldChg chg="del">
        <pc:chgData name="Alirah WEYORI" userId="1c7cbaa8-91f0-4806-8632-e4be5028c1b4" providerId="ADAL" clId="{66F6C6D2-301D-47A6-B290-CE16B8C0FCCF}" dt="2023-11-22T11:34:07.682" v="13" actId="47"/>
        <pc:sldMkLst>
          <pc:docMk/>
          <pc:sldMk cId="1031546385" sldId="374"/>
        </pc:sldMkLst>
      </pc:sldChg>
      <pc:sldChg chg="del">
        <pc:chgData name="Alirah WEYORI" userId="1c7cbaa8-91f0-4806-8632-e4be5028c1b4" providerId="ADAL" clId="{66F6C6D2-301D-47A6-B290-CE16B8C0FCCF}" dt="2023-11-22T11:34:09.042" v="17" actId="47"/>
        <pc:sldMkLst>
          <pc:docMk/>
          <pc:sldMk cId="2041812692" sldId="378"/>
        </pc:sldMkLst>
      </pc:sldChg>
      <pc:sldChg chg="del">
        <pc:chgData name="Alirah WEYORI" userId="1c7cbaa8-91f0-4806-8632-e4be5028c1b4" providerId="ADAL" clId="{66F6C6D2-301D-47A6-B290-CE16B8C0FCCF}" dt="2023-11-22T11:34:08.785" v="16" actId="47"/>
        <pc:sldMkLst>
          <pc:docMk/>
          <pc:sldMk cId="3994923056" sldId="379"/>
        </pc:sldMkLst>
      </pc:sldChg>
      <pc:sldChg chg="modSp mod">
        <pc:chgData name="Alirah WEYORI" userId="1c7cbaa8-91f0-4806-8632-e4be5028c1b4" providerId="ADAL" clId="{66F6C6D2-301D-47A6-B290-CE16B8C0FCCF}" dt="2023-11-22T13:25:34.560" v="112" actId="20577"/>
        <pc:sldMkLst>
          <pc:docMk/>
          <pc:sldMk cId="3798097235" sldId="380"/>
        </pc:sldMkLst>
        <pc:spChg chg="mod">
          <ac:chgData name="Alirah WEYORI" userId="1c7cbaa8-91f0-4806-8632-e4be5028c1b4" providerId="ADAL" clId="{66F6C6D2-301D-47A6-B290-CE16B8C0FCCF}" dt="2023-11-22T13:25:34.560" v="112" actId="20577"/>
          <ac:spMkLst>
            <pc:docMk/>
            <pc:sldMk cId="3798097235" sldId="380"/>
            <ac:spMk id="20" creationId="{97F46167-A644-7B36-5C95-F3E89E13529B}"/>
          </ac:spMkLst>
        </pc:spChg>
      </pc:sldChg>
      <pc:sldChg chg="addSp modSp mod">
        <pc:chgData name="Alirah WEYORI" userId="1c7cbaa8-91f0-4806-8632-e4be5028c1b4" providerId="ADAL" clId="{66F6C6D2-301D-47A6-B290-CE16B8C0FCCF}" dt="2023-11-22T13:58:42.306" v="1804" actId="404"/>
        <pc:sldMkLst>
          <pc:docMk/>
          <pc:sldMk cId="1555429282" sldId="381"/>
        </pc:sldMkLst>
        <pc:spChg chg="add mod">
          <ac:chgData name="Alirah WEYORI" userId="1c7cbaa8-91f0-4806-8632-e4be5028c1b4" providerId="ADAL" clId="{66F6C6D2-301D-47A6-B290-CE16B8C0FCCF}" dt="2023-11-22T13:58:42.306" v="1804" actId="404"/>
          <ac:spMkLst>
            <pc:docMk/>
            <pc:sldMk cId="1555429282" sldId="381"/>
            <ac:spMk id="2" creationId="{4D019A70-15A1-7C56-995B-D9BC69170979}"/>
          </ac:spMkLst>
        </pc:spChg>
      </pc:sldChg>
      <pc:sldChg chg="del">
        <pc:chgData name="Alirah WEYORI" userId="1c7cbaa8-91f0-4806-8632-e4be5028c1b4" providerId="ADAL" clId="{66F6C6D2-301D-47A6-B290-CE16B8C0FCCF}" dt="2023-11-22T11:34:11.584" v="22" actId="47"/>
        <pc:sldMkLst>
          <pc:docMk/>
          <pc:sldMk cId="3675558680" sldId="384"/>
        </pc:sldMkLst>
      </pc:sldChg>
      <pc:sldChg chg="del">
        <pc:chgData name="Alirah WEYORI" userId="1c7cbaa8-91f0-4806-8632-e4be5028c1b4" providerId="ADAL" clId="{66F6C6D2-301D-47A6-B290-CE16B8C0FCCF}" dt="2023-11-22T11:34:11.886" v="23" actId="47"/>
        <pc:sldMkLst>
          <pc:docMk/>
          <pc:sldMk cId="1780220136" sldId="385"/>
        </pc:sldMkLst>
      </pc:sldChg>
      <pc:sldChg chg="del">
        <pc:chgData name="Alirah WEYORI" userId="1c7cbaa8-91f0-4806-8632-e4be5028c1b4" providerId="ADAL" clId="{66F6C6D2-301D-47A6-B290-CE16B8C0FCCF}" dt="2023-11-22T11:34:12.154" v="24" actId="47"/>
        <pc:sldMkLst>
          <pc:docMk/>
          <pc:sldMk cId="3960639057" sldId="386"/>
        </pc:sldMkLst>
      </pc:sldChg>
      <pc:sldChg chg="del">
        <pc:chgData name="Alirah WEYORI" userId="1c7cbaa8-91f0-4806-8632-e4be5028c1b4" providerId="ADAL" clId="{66F6C6D2-301D-47A6-B290-CE16B8C0FCCF}" dt="2023-11-22T11:34:12.925" v="26" actId="47"/>
        <pc:sldMkLst>
          <pc:docMk/>
          <pc:sldMk cId="227299753" sldId="387"/>
        </pc:sldMkLst>
      </pc:sldChg>
      <pc:sldChg chg="del">
        <pc:chgData name="Alirah WEYORI" userId="1c7cbaa8-91f0-4806-8632-e4be5028c1b4" providerId="ADAL" clId="{66F6C6D2-301D-47A6-B290-CE16B8C0FCCF}" dt="2023-11-22T11:34:13.366" v="27" actId="47"/>
        <pc:sldMkLst>
          <pc:docMk/>
          <pc:sldMk cId="160048588" sldId="388"/>
        </pc:sldMkLst>
      </pc:sldChg>
      <pc:sldChg chg="del">
        <pc:chgData name="Alirah WEYORI" userId="1c7cbaa8-91f0-4806-8632-e4be5028c1b4" providerId="ADAL" clId="{66F6C6D2-301D-47A6-B290-CE16B8C0FCCF}" dt="2023-11-22T11:34:09.410" v="18" actId="47"/>
        <pc:sldMkLst>
          <pc:docMk/>
          <pc:sldMk cId="1354639515" sldId="390"/>
        </pc:sldMkLst>
      </pc:sldChg>
      <pc:sldChg chg="del">
        <pc:chgData name="Alirah WEYORI" userId="1c7cbaa8-91f0-4806-8632-e4be5028c1b4" providerId="ADAL" clId="{66F6C6D2-301D-47A6-B290-CE16B8C0FCCF}" dt="2023-11-22T11:34:10.277" v="19" actId="47"/>
        <pc:sldMkLst>
          <pc:docMk/>
          <pc:sldMk cId="3017764167" sldId="391"/>
        </pc:sldMkLst>
      </pc:sldChg>
      <pc:sldChg chg="del">
        <pc:chgData name="Alirah WEYORI" userId="1c7cbaa8-91f0-4806-8632-e4be5028c1b4" providerId="ADAL" clId="{66F6C6D2-301D-47A6-B290-CE16B8C0FCCF}" dt="2023-11-22T11:34:10.591" v="20" actId="47"/>
        <pc:sldMkLst>
          <pc:docMk/>
          <pc:sldMk cId="3171943791" sldId="392"/>
        </pc:sldMkLst>
      </pc:sldChg>
      <pc:sldChg chg="del">
        <pc:chgData name="Alirah WEYORI" userId="1c7cbaa8-91f0-4806-8632-e4be5028c1b4" providerId="ADAL" clId="{66F6C6D2-301D-47A6-B290-CE16B8C0FCCF}" dt="2023-11-22T11:33:53.157" v="0" actId="47"/>
        <pc:sldMkLst>
          <pc:docMk/>
          <pc:sldMk cId="277358334" sldId="395"/>
        </pc:sldMkLst>
      </pc:sldChg>
      <pc:sldChg chg="del">
        <pc:chgData name="Alirah WEYORI" userId="1c7cbaa8-91f0-4806-8632-e4be5028c1b4" providerId="ADAL" clId="{66F6C6D2-301D-47A6-B290-CE16B8C0FCCF}" dt="2023-11-22T11:34:12.591" v="25" actId="47"/>
        <pc:sldMkLst>
          <pc:docMk/>
          <pc:sldMk cId="4057178894" sldId="396"/>
        </pc:sldMkLst>
      </pc:sldChg>
      <pc:sldChg chg="del">
        <pc:chgData name="Alirah WEYORI" userId="1c7cbaa8-91f0-4806-8632-e4be5028c1b4" providerId="ADAL" clId="{66F6C6D2-301D-47A6-B290-CE16B8C0FCCF}" dt="2023-11-22T11:34:06.552" v="8" actId="47"/>
        <pc:sldMkLst>
          <pc:docMk/>
          <pc:sldMk cId="563075384" sldId="398"/>
        </pc:sldMkLst>
      </pc:sldChg>
      <pc:sldChg chg="del">
        <pc:chgData name="Alirah WEYORI" userId="1c7cbaa8-91f0-4806-8632-e4be5028c1b4" providerId="ADAL" clId="{66F6C6D2-301D-47A6-B290-CE16B8C0FCCF}" dt="2023-11-22T11:34:06.802" v="9" actId="47"/>
        <pc:sldMkLst>
          <pc:docMk/>
          <pc:sldMk cId="3753982485" sldId="399"/>
        </pc:sldMkLst>
      </pc:sldChg>
      <pc:sldChg chg="del">
        <pc:chgData name="Alirah WEYORI" userId="1c7cbaa8-91f0-4806-8632-e4be5028c1b4" providerId="ADAL" clId="{66F6C6D2-301D-47A6-B290-CE16B8C0FCCF}" dt="2023-11-22T11:34:07.016" v="10" actId="47"/>
        <pc:sldMkLst>
          <pc:docMk/>
          <pc:sldMk cId="4272251624" sldId="400"/>
        </pc:sldMkLst>
      </pc:sldChg>
      <pc:sldChg chg="del">
        <pc:chgData name="Alirah WEYORI" userId="1c7cbaa8-91f0-4806-8632-e4be5028c1b4" providerId="ADAL" clId="{66F6C6D2-301D-47A6-B290-CE16B8C0FCCF}" dt="2023-11-22T11:34:07.438" v="12" actId="47"/>
        <pc:sldMkLst>
          <pc:docMk/>
          <pc:sldMk cId="1857233208" sldId="401"/>
        </pc:sldMkLst>
      </pc:sldChg>
      <pc:sldChg chg="add del">
        <pc:chgData name="Alirah WEYORI" userId="1c7cbaa8-91f0-4806-8632-e4be5028c1b4" providerId="ADAL" clId="{66F6C6D2-301D-47A6-B290-CE16B8C0FCCF}" dt="2023-11-22T11:34:21.960" v="33" actId="47"/>
        <pc:sldMkLst>
          <pc:docMk/>
          <pc:sldMk cId="1661061112" sldId="403"/>
        </pc:sldMkLst>
      </pc:sldChg>
      <pc:sldChg chg="del">
        <pc:chgData name="Alirah WEYORI" userId="1c7cbaa8-91f0-4806-8632-e4be5028c1b4" providerId="ADAL" clId="{66F6C6D2-301D-47A6-B290-CE16B8C0FCCF}" dt="2023-11-22T11:34:15.303" v="29" actId="47"/>
        <pc:sldMkLst>
          <pc:docMk/>
          <pc:sldMk cId="2977530060" sldId="404"/>
        </pc:sldMkLst>
      </pc:sldChg>
      <pc:sldChg chg="del">
        <pc:chgData name="Alirah WEYORI" userId="1c7cbaa8-91f0-4806-8632-e4be5028c1b4" providerId="ADAL" clId="{66F6C6D2-301D-47A6-B290-CE16B8C0FCCF}" dt="2023-11-22T11:34:16.335" v="30" actId="47"/>
        <pc:sldMkLst>
          <pc:docMk/>
          <pc:sldMk cId="3197183718" sldId="406"/>
        </pc:sldMkLst>
      </pc:sldChg>
      <pc:sldChg chg="del">
        <pc:chgData name="Alirah WEYORI" userId="1c7cbaa8-91f0-4806-8632-e4be5028c1b4" providerId="ADAL" clId="{66F6C6D2-301D-47A6-B290-CE16B8C0FCCF}" dt="2023-11-22T11:34:04.707" v="6" actId="47"/>
        <pc:sldMkLst>
          <pc:docMk/>
          <pc:sldMk cId="3453604601" sldId="408"/>
        </pc:sldMkLst>
      </pc:sldChg>
      <pc:sldChg chg="del">
        <pc:chgData name="Alirah WEYORI" userId="1c7cbaa8-91f0-4806-8632-e4be5028c1b4" providerId="ADAL" clId="{66F6C6D2-301D-47A6-B290-CE16B8C0FCCF}" dt="2023-11-22T11:34:08.540" v="15" actId="47"/>
        <pc:sldMkLst>
          <pc:docMk/>
          <pc:sldMk cId="785386786" sldId="410"/>
        </pc:sldMkLst>
      </pc:sldChg>
      <pc:sldChg chg="del">
        <pc:chgData name="Alirah WEYORI" userId="1c7cbaa8-91f0-4806-8632-e4be5028c1b4" providerId="ADAL" clId="{66F6C6D2-301D-47A6-B290-CE16B8C0FCCF}" dt="2023-11-22T11:34:08.024" v="14" actId="47"/>
        <pc:sldMkLst>
          <pc:docMk/>
          <pc:sldMk cId="2355752126" sldId="411"/>
        </pc:sldMkLst>
      </pc:sldChg>
      <pc:sldChg chg="ord">
        <pc:chgData name="Alirah WEYORI" userId="1c7cbaa8-91f0-4806-8632-e4be5028c1b4" providerId="ADAL" clId="{66F6C6D2-301D-47A6-B290-CE16B8C0FCCF}" dt="2023-11-22T11:34:37.454" v="38"/>
        <pc:sldMkLst>
          <pc:docMk/>
          <pc:sldMk cId="3803842916" sldId="412"/>
        </pc:sldMkLst>
      </pc:sldChg>
      <pc:sldChg chg="del">
        <pc:chgData name="Alirah WEYORI" userId="1c7cbaa8-91f0-4806-8632-e4be5028c1b4" providerId="ADAL" clId="{66F6C6D2-301D-47A6-B290-CE16B8C0FCCF}" dt="2023-11-22T11:33:57.125" v="3" actId="47"/>
        <pc:sldMkLst>
          <pc:docMk/>
          <pc:sldMk cId="2868869461" sldId="413"/>
        </pc:sldMkLst>
      </pc:sldChg>
      <pc:sldChg chg="del">
        <pc:chgData name="Alirah WEYORI" userId="1c7cbaa8-91f0-4806-8632-e4be5028c1b4" providerId="ADAL" clId="{66F6C6D2-301D-47A6-B290-CE16B8C0FCCF}" dt="2023-11-22T11:33:59.060" v="4" actId="47"/>
        <pc:sldMkLst>
          <pc:docMk/>
          <pc:sldMk cId="3597677852" sldId="414"/>
        </pc:sldMkLst>
      </pc:sldChg>
      <pc:sldChg chg="del">
        <pc:chgData name="Alirah WEYORI" userId="1c7cbaa8-91f0-4806-8632-e4be5028c1b4" providerId="ADAL" clId="{66F6C6D2-301D-47A6-B290-CE16B8C0FCCF}" dt="2023-11-22T11:33:55.764" v="2" actId="47"/>
        <pc:sldMkLst>
          <pc:docMk/>
          <pc:sldMk cId="1271164445" sldId="415"/>
        </pc:sldMkLst>
      </pc:sldChg>
      <pc:sldChg chg="del">
        <pc:chgData name="Alirah WEYORI" userId="1c7cbaa8-91f0-4806-8632-e4be5028c1b4" providerId="ADAL" clId="{66F6C6D2-301D-47A6-B290-CE16B8C0FCCF}" dt="2023-11-22T11:33:54.459" v="1" actId="47"/>
        <pc:sldMkLst>
          <pc:docMk/>
          <pc:sldMk cId="3116758423" sldId="416"/>
        </pc:sldMkLst>
      </pc:sldChg>
      <pc:sldChg chg="addSp modSp mod">
        <pc:chgData name="Alirah WEYORI" userId="1c7cbaa8-91f0-4806-8632-e4be5028c1b4" providerId="ADAL" clId="{66F6C6D2-301D-47A6-B290-CE16B8C0FCCF}" dt="2023-11-22T14:16:30.588" v="2466" actId="113"/>
        <pc:sldMkLst>
          <pc:docMk/>
          <pc:sldMk cId="2192043971" sldId="417"/>
        </pc:sldMkLst>
        <pc:spChg chg="add mod">
          <ac:chgData name="Alirah WEYORI" userId="1c7cbaa8-91f0-4806-8632-e4be5028c1b4" providerId="ADAL" clId="{66F6C6D2-301D-47A6-B290-CE16B8C0FCCF}" dt="2023-11-22T14:16:30.588" v="2466" actId="113"/>
          <ac:spMkLst>
            <pc:docMk/>
            <pc:sldMk cId="2192043971" sldId="417"/>
            <ac:spMk id="2" creationId="{355A424C-4346-EF43-7C30-9316A25BA2D4}"/>
          </ac:spMkLst>
        </pc:spChg>
      </pc:sldChg>
      <pc:sldChg chg="addSp modSp mod">
        <pc:chgData name="Alirah WEYORI" userId="1c7cbaa8-91f0-4806-8632-e4be5028c1b4" providerId="ADAL" clId="{66F6C6D2-301D-47A6-B290-CE16B8C0FCCF}" dt="2023-11-22T14:04:31.225" v="2095" actId="14100"/>
        <pc:sldMkLst>
          <pc:docMk/>
          <pc:sldMk cId="3909209158" sldId="418"/>
        </pc:sldMkLst>
        <pc:spChg chg="add mod">
          <ac:chgData name="Alirah WEYORI" userId="1c7cbaa8-91f0-4806-8632-e4be5028c1b4" providerId="ADAL" clId="{66F6C6D2-301D-47A6-B290-CE16B8C0FCCF}" dt="2023-11-22T14:04:31.225" v="2095" actId="14100"/>
          <ac:spMkLst>
            <pc:docMk/>
            <pc:sldMk cId="3909209158" sldId="418"/>
            <ac:spMk id="2" creationId="{4CAAB626-701F-09AD-C282-974263A51E0E}"/>
          </ac:spMkLst>
        </pc:spChg>
      </pc:sldChg>
      <pc:sldChg chg="addSp modSp mod">
        <pc:chgData name="Alirah WEYORI" userId="1c7cbaa8-91f0-4806-8632-e4be5028c1b4" providerId="ADAL" clId="{66F6C6D2-301D-47A6-B290-CE16B8C0FCCF}" dt="2023-11-22T14:15:58.018" v="2451" actId="20577"/>
        <pc:sldMkLst>
          <pc:docMk/>
          <pc:sldMk cId="1968629840" sldId="419"/>
        </pc:sldMkLst>
        <pc:spChg chg="add mod">
          <ac:chgData name="Alirah WEYORI" userId="1c7cbaa8-91f0-4806-8632-e4be5028c1b4" providerId="ADAL" clId="{66F6C6D2-301D-47A6-B290-CE16B8C0FCCF}" dt="2023-11-22T14:15:58.018" v="2451" actId="20577"/>
          <ac:spMkLst>
            <pc:docMk/>
            <pc:sldMk cId="1968629840" sldId="419"/>
            <ac:spMk id="2" creationId="{688CFDB2-3ECA-9687-91B0-8A0631E73520}"/>
          </ac:spMkLst>
        </pc:spChg>
        <pc:spChg chg="mod">
          <ac:chgData name="Alirah WEYORI" userId="1c7cbaa8-91f0-4806-8632-e4be5028c1b4" providerId="ADAL" clId="{66F6C6D2-301D-47A6-B290-CE16B8C0FCCF}" dt="2023-11-22T14:04:57.813" v="2103" actId="20577"/>
          <ac:spMkLst>
            <pc:docMk/>
            <pc:sldMk cId="1968629840" sldId="419"/>
            <ac:spMk id="5" creationId="{7E44B879-13DF-B1BE-7393-04AE90432AD3}"/>
          </ac:spMkLst>
        </pc:spChg>
      </pc:sldChg>
      <pc:sldMasterChg chg="delSldLayout">
        <pc:chgData name="Alirah WEYORI" userId="1c7cbaa8-91f0-4806-8632-e4be5028c1b4" providerId="ADAL" clId="{66F6C6D2-301D-47A6-B290-CE16B8C0FCCF}" dt="2023-11-22T11:34:11.325" v="21" actId="47"/>
        <pc:sldMasterMkLst>
          <pc:docMk/>
          <pc:sldMasterMk cId="818424624" sldId="2147483665"/>
        </pc:sldMasterMkLst>
        <pc:sldLayoutChg chg="del">
          <pc:chgData name="Alirah WEYORI" userId="1c7cbaa8-91f0-4806-8632-e4be5028c1b4" providerId="ADAL" clId="{66F6C6D2-301D-47A6-B290-CE16B8C0FCCF}" dt="2023-11-22T11:34:11.325" v="21" actId="47"/>
          <pc:sldLayoutMkLst>
            <pc:docMk/>
            <pc:sldMasterMk cId="818424624" sldId="2147483665"/>
            <pc:sldLayoutMk cId="3291487820" sldId="2147483676"/>
          </pc:sldLayoutMkLst>
        </pc:sldLayoutChg>
      </pc:sldMasterChg>
    </pc:docChg>
  </pc:docChgLst>
  <pc:docChgLst>
    <pc:chgData name="Naouar LABIDI" userId="S::naouar.labidi@wfp.org::31280a08-db62-4b08-b298-0f701b5ebcb6" providerId="AD" clId="Web-{3CB0654A-1A8F-96D1-A8D7-ECB2FB6FB4A3}"/>
    <pc:docChg chg="modSld">
      <pc:chgData name="Naouar LABIDI" userId="S::naouar.labidi@wfp.org::31280a08-db62-4b08-b298-0f701b5ebcb6" providerId="AD" clId="Web-{3CB0654A-1A8F-96D1-A8D7-ECB2FB6FB4A3}" dt="2023-11-29T10:00:32.477" v="8" actId="20577"/>
      <pc:docMkLst>
        <pc:docMk/>
      </pc:docMkLst>
      <pc:sldChg chg="modSp">
        <pc:chgData name="Naouar LABIDI" userId="S::naouar.labidi@wfp.org::31280a08-db62-4b08-b298-0f701b5ebcb6" providerId="AD" clId="Web-{3CB0654A-1A8F-96D1-A8D7-ECB2FB6FB4A3}" dt="2023-11-29T10:00:32.477" v="8" actId="20577"/>
        <pc:sldMkLst>
          <pc:docMk/>
          <pc:sldMk cId="2571662685" sldId="296"/>
        </pc:sldMkLst>
        <pc:spChg chg="mod">
          <ac:chgData name="Naouar LABIDI" userId="S::naouar.labidi@wfp.org::31280a08-db62-4b08-b298-0f701b5ebcb6" providerId="AD" clId="Web-{3CB0654A-1A8F-96D1-A8D7-ECB2FB6FB4A3}" dt="2023-11-29T10:00:32.477" v="8" actId="20577"/>
          <ac:spMkLst>
            <pc:docMk/>
            <pc:sldMk cId="2571662685" sldId="296"/>
            <ac:spMk id="3" creationId="{63505D0D-7CB2-2242-BE0E-B72CE5E5E8F7}"/>
          </ac:spMkLst>
        </pc:spChg>
      </pc:sldChg>
    </pc:docChg>
  </pc:docChgLst>
  <pc:docChgLst>
    <pc:chgData name="Mohamed SALEM" userId="S::mohamed.salem@wfp.org::13f12703-f1ce-4b8b-924c-fe401988a08b" providerId="AD" clId="Web-{76B06678-3D48-437E-AA7A-F0516B02CB03}"/>
    <pc:docChg chg="modSld">
      <pc:chgData name="Mohamed SALEM" userId="S::mohamed.salem@wfp.org::13f12703-f1ce-4b8b-924c-fe401988a08b" providerId="AD" clId="Web-{76B06678-3D48-437E-AA7A-F0516B02CB03}" dt="2023-11-23T21:26:58.137" v="10"/>
      <pc:docMkLst>
        <pc:docMk/>
      </pc:docMkLst>
      <pc:sldChg chg="modSp addCm">
        <pc:chgData name="Mohamed SALEM" userId="S::mohamed.salem@wfp.org::13f12703-f1ce-4b8b-924c-fe401988a08b" providerId="AD" clId="Web-{76B06678-3D48-437E-AA7A-F0516B02CB03}" dt="2023-11-23T21:20:24.507" v="5"/>
        <pc:sldMkLst>
          <pc:docMk/>
          <pc:sldMk cId="1555429282" sldId="381"/>
        </pc:sldMkLst>
        <pc:spChg chg="mod">
          <ac:chgData name="Mohamed SALEM" userId="S::mohamed.salem@wfp.org::13f12703-f1ce-4b8b-924c-fe401988a08b" providerId="AD" clId="Web-{76B06678-3D48-437E-AA7A-F0516B02CB03}" dt="2023-11-23T21:17:25.426" v="3" actId="20577"/>
          <ac:spMkLst>
            <pc:docMk/>
            <pc:sldMk cId="1555429282" sldId="381"/>
            <ac:spMk id="2" creationId="{4D019A70-15A1-7C56-995B-D9BC69170979}"/>
          </ac:spMkLst>
        </pc:spChg>
        <pc:extLst>
          <p:ext xmlns:p="http://schemas.openxmlformats.org/presentationml/2006/main" uri="{D6D511B9-2390-475A-947B-AFAB55BFBCF1}">
            <pc226:cmChg xmlns="" xmlns:pc226="http://schemas.microsoft.com/office/powerpoint/2022/06/main/command" chg="add">
              <pc226:chgData name="Mohamed SALEM" userId="S::mohamed.salem@wfp.org::13f12703-f1ce-4b8b-924c-fe401988a08b" providerId="AD" clId="Web-{76B06678-3D48-437E-AA7A-F0516B02CB03}" dt="2023-11-23T21:19:04.787" v="4"/>
              <pc2:cmMkLst xmlns:pc2="http://schemas.microsoft.com/office/powerpoint/2019/9/main/command">
                <pc:docMk/>
                <pc:sldMk cId="1555429282" sldId="381"/>
                <pc2:cmMk id="{476FFA3F-21AE-4CA9-89A1-B86F838675C2}"/>
              </pc2:cmMkLst>
            </pc226:cmChg>
            <pc226:cmChg xmlns="" xmlns:pc226="http://schemas.microsoft.com/office/powerpoint/2022/06/main/command" chg="add">
              <pc226:chgData name="Mohamed SALEM" userId="S::mohamed.salem@wfp.org::13f12703-f1ce-4b8b-924c-fe401988a08b" providerId="AD" clId="Web-{76B06678-3D48-437E-AA7A-F0516B02CB03}" dt="2023-11-23T21:20:24.507" v="5"/>
              <pc2:cmMkLst xmlns:pc2="http://schemas.microsoft.com/office/powerpoint/2019/9/main/command">
                <pc:docMk/>
                <pc:sldMk cId="1555429282" sldId="381"/>
                <pc2:cmMk id="{AB3456A7-E3C6-4F63-8767-F659D29E66DD}"/>
              </pc2:cmMkLst>
            </pc226:cmChg>
          </p:ext>
        </pc:extLst>
      </pc:sldChg>
      <pc:sldChg chg="addCm">
        <pc:chgData name="Mohamed SALEM" userId="S::mohamed.salem@wfp.org::13f12703-f1ce-4b8b-924c-fe401988a08b" providerId="AD" clId="Web-{76B06678-3D48-437E-AA7A-F0516B02CB03}" dt="2023-11-23T21:23:03.540" v="8"/>
        <pc:sldMkLst>
          <pc:docMk/>
          <pc:sldMk cId="2192043971" sldId="417"/>
        </pc:sldMkLst>
        <pc:extLst>
          <p:ext xmlns:p="http://schemas.openxmlformats.org/presentationml/2006/main" uri="{D6D511B9-2390-475A-947B-AFAB55BFBCF1}">
            <pc226:cmChg xmlns="" xmlns:pc226="http://schemas.microsoft.com/office/powerpoint/2022/06/main/command" chg="add">
              <pc226:chgData name="Mohamed SALEM" userId="S::mohamed.salem@wfp.org::13f12703-f1ce-4b8b-924c-fe401988a08b" providerId="AD" clId="Web-{76B06678-3D48-437E-AA7A-F0516B02CB03}" dt="2023-11-23T21:22:17.524" v="7"/>
              <pc2:cmMkLst xmlns:pc2="http://schemas.microsoft.com/office/powerpoint/2019/9/main/command">
                <pc:docMk/>
                <pc:sldMk cId="2192043971" sldId="417"/>
                <pc2:cmMk id="{89C73736-97A6-41FE-A77C-ECE9BB35C418}"/>
              </pc2:cmMkLst>
            </pc226:cmChg>
            <pc226:cmChg xmlns="" xmlns:pc226="http://schemas.microsoft.com/office/powerpoint/2022/06/main/command" chg="add">
              <pc226:chgData name="Mohamed SALEM" userId="S::mohamed.salem@wfp.org::13f12703-f1ce-4b8b-924c-fe401988a08b" providerId="AD" clId="Web-{76B06678-3D48-437E-AA7A-F0516B02CB03}" dt="2023-11-23T21:21:39.930" v="6"/>
              <pc2:cmMkLst xmlns:pc2="http://schemas.microsoft.com/office/powerpoint/2019/9/main/command">
                <pc:docMk/>
                <pc:sldMk cId="2192043971" sldId="417"/>
                <pc2:cmMk id="{E5A57F5A-2E53-44A4-87BB-422954ECC105}"/>
              </pc2:cmMkLst>
            </pc226:cmChg>
            <pc226:cmChg xmlns="" xmlns:pc226="http://schemas.microsoft.com/office/powerpoint/2022/06/main/command" chg="add">
              <pc226:chgData name="Mohamed SALEM" userId="S::mohamed.salem@wfp.org::13f12703-f1ce-4b8b-924c-fe401988a08b" providerId="AD" clId="Web-{76B06678-3D48-437E-AA7A-F0516B02CB03}" dt="2023-11-23T21:23:03.540" v="8"/>
              <pc2:cmMkLst xmlns:pc2="http://schemas.microsoft.com/office/powerpoint/2019/9/main/command">
                <pc:docMk/>
                <pc:sldMk cId="2192043971" sldId="417"/>
                <pc2:cmMk id="{739C667C-2B7A-4EBF-86F5-56DD3A86084C}"/>
              </pc2:cmMkLst>
            </pc226:cmChg>
          </p:ext>
        </pc:extLst>
      </pc:sldChg>
      <pc:sldChg chg="addCm">
        <pc:chgData name="Mohamed SALEM" userId="S::mohamed.salem@wfp.org::13f12703-f1ce-4b8b-924c-fe401988a08b" providerId="AD" clId="Web-{76B06678-3D48-437E-AA7A-F0516B02CB03}" dt="2023-11-23T21:26:58.137" v="10"/>
        <pc:sldMkLst>
          <pc:docMk/>
          <pc:sldMk cId="3909209158" sldId="418"/>
        </pc:sldMkLst>
        <pc:extLst>
          <p:ext xmlns:p="http://schemas.openxmlformats.org/presentationml/2006/main" uri="{D6D511B9-2390-475A-947B-AFAB55BFBCF1}">
            <pc226:cmChg xmlns="" xmlns:pc226="http://schemas.microsoft.com/office/powerpoint/2022/06/main/command" chg="add">
              <pc226:chgData name="Mohamed SALEM" userId="S::mohamed.salem@wfp.org::13f12703-f1ce-4b8b-924c-fe401988a08b" providerId="AD" clId="Web-{76B06678-3D48-437E-AA7A-F0516B02CB03}" dt="2023-11-23T21:26:08.434" v="9"/>
              <pc2:cmMkLst xmlns:pc2="http://schemas.microsoft.com/office/powerpoint/2019/9/main/command">
                <pc:docMk/>
                <pc:sldMk cId="3909209158" sldId="418"/>
                <pc2:cmMk id="{9488E702-1351-4510-868F-18F033BAB0E0}"/>
              </pc2:cmMkLst>
            </pc226:cmChg>
            <pc226:cmChg xmlns="" xmlns:pc226="http://schemas.microsoft.com/office/powerpoint/2022/06/main/command" chg="add">
              <pc226:chgData name="Mohamed SALEM" userId="S::mohamed.salem@wfp.org::13f12703-f1ce-4b8b-924c-fe401988a08b" providerId="AD" clId="Web-{76B06678-3D48-437E-AA7A-F0516B02CB03}" dt="2023-11-23T21:26:58.137" v="10"/>
              <pc2:cmMkLst xmlns:pc2="http://schemas.microsoft.com/office/powerpoint/2019/9/main/command">
                <pc:docMk/>
                <pc:sldMk cId="3909209158" sldId="418"/>
                <pc2:cmMk id="{F95734CE-384D-4AA8-8EF2-19721F1CB9AA}"/>
              </pc2:cmMkLst>
            </pc226:cmChg>
          </p:ext>
        </pc:extLst>
      </pc:sldChg>
    </pc:docChg>
  </pc:docChgLst>
  <pc:docChgLst>
    <pc:chgData name="Naouar LABIDI" userId="S::naouar.labidi@wfp.org::31280a08-db62-4b08-b298-0f701b5ebcb6" providerId="AD" clId="Web-{29F55A16-0D13-9953-EC0E-80BFC14DF0C6}"/>
    <pc:docChg chg="modSld">
      <pc:chgData name="Naouar LABIDI" userId="S::naouar.labidi@wfp.org::31280a08-db62-4b08-b298-0f701b5ebcb6" providerId="AD" clId="Web-{29F55A16-0D13-9953-EC0E-80BFC14DF0C6}" dt="2023-11-29T09:12:33.268" v="9" actId="20577"/>
      <pc:docMkLst>
        <pc:docMk/>
      </pc:docMkLst>
      <pc:sldChg chg="modSp">
        <pc:chgData name="Naouar LABIDI" userId="S::naouar.labidi@wfp.org::31280a08-db62-4b08-b298-0f701b5ebcb6" providerId="AD" clId="Web-{29F55A16-0D13-9953-EC0E-80BFC14DF0C6}" dt="2023-11-29T09:12:33.268" v="9" actId="20577"/>
        <pc:sldMkLst>
          <pc:docMk/>
          <pc:sldMk cId="2571662685" sldId="296"/>
        </pc:sldMkLst>
        <pc:spChg chg="mod">
          <ac:chgData name="Naouar LABIDI" userId="S::naouar.labidi@wfp.org::31280a08-db62-4b08-b298-0f701b5ebcb6" providerId="AD" clId="Web-{29F55A16-0D13-9953-EC0E-80BFC14DF0C6}" dt="2023-11-29T09:12:33.268" v="9" actId="20577"/>
          <ac:spMkLst>
            <pc:docMk/>
            <pc:sldMk cId="2571662685" sldId="296"/>
            <ac:spMk id="3" creationId="{63505D0D-7CB2-2242-BE0E-B72CE5E5E8F7}"/>
          </ac:spMkLst>
        </pc:spChg>
      </pc:sldChg>
    </pc:docChg>
  </pc:docChgLst>
  <pc:docChgLst>
    <pc:chgData name="Naouar LABIDI" userId="S::naouar.labidi@wfp.org::31280a08-db62-4b08-b298-0f701b5ebcb6" providerId="AD" clId="Web-{30D7A42F-BBCD-A93E-C64F-47DE853E179F}"/>
    <pc:docChg chg="modSld">
      <pc:chgData name="Naouar LABIDI" userId="S::naouar.labidi@wfp.org::31280a08-db62-4b08-b298-0f701b5ebcb6" providerId="AD" clId="Web-{30D7A42F-BBCD-A93E-C64F-47DE853E179F}" dt="2023-11-29T11:36:29.592" v="8" actId="20577"/>
      <pc:docMkLst>
        <pc:docMk/>
      </pc:docMkLst>
      <pc:sldChg chg="modSp">
        <pc:chgData name="Naouar LABIDI" userId="S::naouar.labidi@wfp.org::31280a08-db62-4b08-b298-0f701b5ebcb6" providerId="AD" clId="Web-{30D7A42F-BBCD-A93E-C64F-47DE853E179F}" dt="2023-11-29T11:36:29.592" v="8" actId="20577"/>
        <pc:sldMkLst>
          <pc:docMk/>
          <pc:sldMk cId="2571662685" sldId="296"/>
        </pc:sldMkLst>
        <pc:spChg chg="mod">
          <ac:chgData name="Naouar LABIDI" userId="S::naouar.labidi@wfp.org::31280a08-db62-4b08-b298-0f701b5ebcb6" providerId="AD" clId="Web-{30D7A42F-BBCD-A93E-C64F-47DE853E179F}" dt="2023-11-29T11:36:29.592" v="8" actId="20577"/>
          <ac:spMkLst>
            <pc:docMk/>
            <pc:sldMk cId="2571662685" sldId="296"/>
            <ac:spMk id="3" creationId="{63505D0D-7CB2-2242-BE0E-B72CE5E5E8F7}"/>
          </ac:spMkLst>
        </pc:spChg>
      </pc:sldChg>
    </pc:docChg>
  </pc:docChgLst>
  <pc:docChgLst>
    <pc:chgData name="Nicole WU" userId="4cf90142-5117-41df-a92b-6216d87bdf3c" providerId="ADAL" clId="{5324E599-D8CA-8D48-AEC1-1B2046FD25EF}"/>
    <pc:docChg chg="undo custSel addSld delSld modSld modSection">
      <pc:chgData name="Nicole WU" userId="4cf90142-5117-41df-a92b-6216d87bdf3c" providerId="ADAL" clId="{5324E599-D8CA-8D48-AEC1-1B2046FD25EF}" dt="2023-11-23T12:37:33.348" v="844" actId="20577"/>
      <pc:docMkLst>
        <pc:docMk/>
      </pc:docMkLst>
      <pc:sldChg chg="modSp mod">
        <pc:chgData name="Nicole WU" userId="4cf90142-5117-41df-a92b-6216d87bdf3c" providerId="ADAL" clId="{5324E599-D8CA-8D48-AEC1-1B2046FD25EF}" dt="2023-11-23T10:27:02.794" v="13" actId="20577"/>
        <pc:sldMkLst>
          <pc:docMk/>
          <pc:sldMk cId="3545166311" sldId="283"/>
        </pc:sldMkLst>
        <pc:spChg chg="mod">
          <ac:chgData name="Nicole WU" userId="4cf90142-5117-41df-a92b-6216d87bdf3c" providerId="ADAL" clId="{5324E599-D8CA-8D48-AEC1-1B2046FD25EF}" dt="2023-11-23T10:27:02.794" v="13" actId="20577"/>
          <ac:spMkLst>
            <pc:docMk/>
            <pc:sldMk cId="3545166311" sldId="283"/>
            <ac:spMk id="3" creationId="{00000000-0000-0000-0000-000000000000}"/>
          </ac:spMkLst>
        </pc:spChg>
        <pc:spChg chg="mod">
          <ac:chgData name="Nicole WU" userId="4cf90142-5117-41df-a92b-6216d87bdf3c" providerId="ADAL" clId="{5324E599-D8CA-8D48-AEC1-1B2046FD25EF}" dt="2023-11-23T10:26:47.761" v="1" actId="404"/>
          <ac:spMkLst>
            <pc:docMk/>
            <pc:sldMk cId="3545166311" sldId="283"/>
            <ac:spMk id="6" creationId="{53CD270A-9458-E7A9-9B9B-7F70A19E11F1}"/>
          </ac:spMkLst>
        </pc:spChg>
      </pc:sldChg>
      <pc:sldChg chg="modSp mod">
        <pc:chgData name="Nicole WU" userId="4cf90142-5117-41df-a92b-6216d87bdf3c" providerId="ADAL" clId="{5324E599-D8CA-8D48-AEC1-1B2046FD25EF}" dt="2023-11-23T10:45:13.175" v="362" actId="313"/>
        <pc:sldMkLst>
          <pc:docMk/>
          <pc:sldMk cId="2571662685" sldId="296"/>
        </pc:sldMkLst>
        <pc:spChg chg="mod">
          <ac:chgData name="Nicole WU" userId="4cf90142-5117-41df-a92b-6216d87bdf3c" providerId="ADAL" clId="{5324E599-D8CA-8D48-AEC1-1B2046FD25EF}" dt="2023-11-23T10:29:43.497" v="55" actId="14100"/>
          <ac:spMkLst>
            <pc:docMk/>
            <pc:sldMk cId="2571662685" sldId="296"/>
            <ac:spMk id="2" creationId="{7F999FF3-0E37-AD51-18F7-3D20C12981BD}"/>
          </ac:spMkLst>
        </pc:spChg>
        <pc:spChg chg="mod">
          <ac:chgData name="Nicole WU" userId="4cf90142-5117-41df-a92b-6216d87bdf3c" providerId="ADAL" clId="{5324E599-D8CA-8D48-AEC1-1B2046FD25EF}" dt="2023-11-23T10:45:13.175" v="362" actId="313"/>
          <ac:spMkLst>
            <pc:docMk/>
            <pc:sldMk cId="2571662685" sldId="296"/>
            <ac:spMk id="3" creationId="{63505D0D-7CB2-2242-BE0E-B72CE5E5E8F7}"/>
          </ac:spMkLst>
        </pc:spChg>
      </pc:sldChg>
      <pc:sldChg chg="modSp mod">
        <pc:chgData name="Nicole WU" userId="4cf90142-5117-41df-a92b-6216d87bdf3c" providerId="ADAL" clId="{5324E599-D8CA-8D48-AEC1-1B2046FD25EF}" dt="2023-11-23T12:37:33.348" v="844" actId="20577"/>
        <pc:sldMkLst>
          <pc:docMk/>
          <pc:sldMk cId="439196160" sldId="342"/>
        </pc:sldMkLst>
        <pc:spChg chg="mod">
          <ac:chgData name="Nicole WU" userId="4cf90142-5117-41df-a92b-6216d87bdf3c" providerId="ADAL" clId="{5324E599-D8CA-8D48-AEC1-1B2046FD25EF}" dt="2023-11-23T12:37:33.348" v="844" actId="20577"/>
          <ac:spMkLst>
            <pc:docMk/>
            <pc:sldMk cId="439196160" sldId="342"/>
            <ac:spMk id="3" creationId="{DE7C056F-9D7F-4B72-99AA-CBF424D71D1A}"/>
          </ac:spMkLst>
        </pc:spChg>
      </pc:sldChg>
      <pc:sldChg chg="addSp delSp modSp mod">
        <pc:chgData name="Nicole WU" userId="4cf90142-5117-41df-a92b-6216d87bdf3c" providerId="ADAL" clId="{5324E599-D8CA-8D48-AEC1-1B2046FD25EF}" dt="2023-11-23T10:48:23.170" v="468" actId="20577"/>
        <pc:sldMkLst>
          <pc:docMk/>
          <pc:sldMk cId="3798097235" sldId="380"/>
        </pc:sldMkLst>
        <pc:spChg chg="mod">
          <ac:chgData name="Nicole WU" userId="4cf90142-5117-41df-a92b-6216d87bdf3c" providerId="ADAL" clId="{5324E599-D8CA-8D48-AEC1-1B2046FD25EF}" dt="2023-11-23T10:31:27.194" v="67" actId="20577"/>
          <ac:spMkLst>
            <pc:docMk/>
            <pc:sldMk cId="3798097235" sldId="380"/>
            <ac:spMk id="6" creationId="{0CD8D586-DCEA-38DE-9DB9-53AF960C8548}"/>
          </ac:spMkLst>
        </pc:spChg>
        <pc:spChg chg="mod">
          <ac:chgData name="Nicole WU" userId="4cf90142-5117-41df-a92b-6216d87bdf3c" providerId="ADAL" clId="{5324E599-D8CA-8D48-AEC1-1B2046FD25EF}" dt="2023-11-23T10:35:31.134" v="143" actId="20577"/>
          <ac:spMkLst>
            <pc:docMk/>
            <pc:sldMk cId="3798097235" sldId="380"/>
            <ac:spMk id="16" creationId="{3B004D5D-C036-CE5B-9E0D-EBA11EA6250D}"/>
          </ac:spMkLst>
        </pc:spChg>
        <pc:spChg chg="mod">
          <ac:chgData name="Nicole WU" userId="4cf90142-5117-41df-a92b-6216d87bdf3c" providerId="ADAL" clId="{5324E599-D8CA-8D48-AEC1-1B2046FD25EF}" dt="2023-11-23T10:30:30.855" v="62" actId="1076"/>
          <ac:spMkLst>
            <pc:docMk/>
            <pc:sldMk cId="3798097235" sldId="380"/>
            <ac:spMk id="23" creationId="{030490AA-BF51-D621-7570-655692D165E4}"/>
          </ac:spMkLst>
        </pc:spChg>
        <pc:spChg chg="mod">
          <ac:chgData name="Nicole WU" userId="4cf90142-5117-41df-a92b-6216d87bdf3c" providerId="ADAL" clId="{5324E599-D8CA-8D48-AEC1-1B2046FD25EF}" dt="2023-11-23T10:38:15.821" v="186" actId="1076"/>
          <ac:spMkLst>
            <pc:docMk/>
            <pc:sldMk cId="3798097235" sldId="380"/>
            <ac:spMk id="25" creationId="{C4793960-97FD-5AE3-34FE-71F229830B09}"/>
          </ac:spMkLst>
        </pc:spChg>
        <pc:spChg chg="mod">
          <ac:chgData name="Nicole WU" userId="4cf90142-5117-41df-a92b-6216d87bdf3c" providerId="ADAL" clId="{5324E599-D8CA-8D48-AEC1-1B2046FD25EF}" dt="2023-11-23T10:38:02.349" v="183" actId="113"/>
          <ac:spMkLst>
            <pc:docMk/>
            <pc:sldMk cId="3798097235" sldId="380"/>
            <ac:spMk id="26" creationId="{3C86C5BF-CF9C-570F-EC1C-A843832B94C3}"/>
          </ac:spMkLst>
        </pc:spChg>
        <pc:spChg chg="mod">
          <ac:chgData name="Nicole WU" userId="4cf90142-5117-41df-a92b-6216d87bdf3c" providerId="ADAL" clId="{5324E599-D8CA-8D48-AEC1-1B2046FD25EF}" dt="2023-11-23T10:38:02.349" v="183" actId="113"/>
          <ac:spMkLst>
            <pc:docMk/>
            <pc:sldMk cId="3798097235" sldId="380"/>
            <ac:spMk id="27" creationId="{521CBA65-E34D-98D1-41FC-709C1AD3DE26}"/>
          </ac:spMkLst>
        </pc:spChg>
        <pc:spChg chg="mod">
          <ac:chgData name="Nicole WU" userId="4cf90142-5117-41df-a92b-6216d87bdf3c" providerId="ADAL" clId="{5324E599-D8CA-8D48-AEC1-1B2046FD25EF}" dt="2023-11-23T10:38:02.349" v="183" actId="113"/>
          <ac:spMkLst>
            <pc:docMk/>
            <pc:sldMk cId="3798097235" sldId="380"/>
            <ac:spMk id="28" creationId="{59470B56-86E1-968A-73DE-36249E5C1F53}"/>
          </ac:spMkLst>
        </pc:spChg>
        <pc:spChg chg="mod">
          <ac:chgData name="Nicole WU" userId="4cf90142-5117-41df-a92b-6216d87bdf3c" providerId="ADAL" clId="{5324E599-D8CA-8D48-AEC1-1B2046FD25EF}" dt="2023-11-23T10:38:02.349" v="183" actId="113"/>
          <ac:spMkLst>
            <pc:docMk/>
            <pc:sldMk cId="3798097235" sldId="380"/>
            <ac:spMk id="29" creationId="{1AD61D74-5E0B-AD45-3316-0A46DC580CC4}"/>
          </ac:spMkLst>
        </pc:spChg>
        <pc:spChg chg="mod">
          <ac:chgData name="Nicole WU" userId="4cf90142-5117-41df-a92b-6216d87bdf3c" providerId="ADAL" clId="{5324E599-D8CA-8D48-AEC1-1B2046FD25EF}" dt="2023-11-23T10:38:46.028" v="205" actId="1036"/>
          <ac:spMkLst>
            <pc:docMk/>
            <pc:sldMk cId="3798097235" sldId="380"/>
            <ac:spMk id="31" creationId="{7D22D578-5BC9-6DE0-6203-06618DE59981}"/>
          </ac:spMkLst>
        </pc:spChg>
        <pc:spChg chg="mod">
          <ac:chgData name="Nicole WU" userId="4cf90142-5117-41df-a92b-6216d87bdf3c" providerId="ADAL" clId="{5324E599-D8CA-8D48-AEC1-1B2046FD25EF}" dt="2023-11-23T10:38:46.028" v="205" actId="1036"/>
          <ac:spMkLst>
            <pc:docMk/>
            <pc:sldMk cId="3798097235" sldId="380"/>
            <ac:spMk id="32" creationId="{922C85A8-C9EF-DCA4-1334-77CC8EDA6C69}"/>
          </ac:spMkLst>
        </pc:spChg>
        <pc:spChg chg="mod">
          <ac:chgData name="Nicole WU" userId="4cf90142-5117-41df-a92b-6216d87bdf3c" providerId="ADAL" clId="{5324E599-D8CA-8D48-AEC1-1B2046FD25EF}" dt="2023-11-23T10:40:07.159" v="239" actId="207"/>
          <ac:spMkLst>
            <pc:docMk/>
            <pc:sldMk cId="3798097235" sldId="380"/>
            <ac:spMk id="35" creationId="{BB808EB3-2860-A031-B15A-3BE8661F9E66}"/>
          </ac:spMkLst>
        </pc:spChg>
        <pc:spChg chg="mod">
          <ac:chgData name="Nicole WU" userId="4cf90142-5117-41df-a92b-6216d87bdf3c" providerId="ADAL" clId="{5324E599-D8CA-8D48-AEC1-1B2046FD25EF}" dt="2023-11-23T10:38:02.349" v="183" actId="113"/>
          <ac:spMkLst>
            <pc:docMk/>
            <pc:sldMk cId="3798097235" sldId="380"/>
            <ac:spMk id="36" creationId="{D879221F-C7B5-9622-E795-4CBC182F9A7D}"/>
          </ac:spMkLst>
        </pc:spChg>
        <pc:spChg chg="mod">
          <ac:chgData name="Nicole WU" userId="4cf90142-5117-41df-a92b-6216d87bdf3c" providerId="ADAL" clId="{5324E599-D8CA-8D48-AEC1-1B2046FD25EF}" dt="2023-11-23T10:38:02.349" v="183" actId="113"/>
          <ac:spMkLst>
            <pc:docMk/>
            <pc:sldMk cId="3798097235" sldId="380"/>
            <ac:spMk id="37" creationId="{59951E4A-A0D0-E196-16B5-92DCB36CA4B0}"/>
          </ac:spMkLst>
        </pc:spChg>
        <pc:spChg chg="mod">
          <ac:chgData name="Nicole WU" userId="4cf90142-5117-41df-a92b-6216d87bdf3c" providerId="ADAL" clId="{5324E599-D8CA-8D48-AEC1-1B2046FD25EF}" dt="2023-11-23T10:38:02.349" v="183" actId="113"/>
          <ac:spMkLst>
            <pc:docMk/>
            <pc:sldMk cId="3798097235" sldId="380"/>
            <ac:spMk id="38" creationId="{0CC1B5F0-5A5A-0776-24DC-5B2460774B78}"/>
          </ac:spMkLst>
        </pc:spChg>
        <pc:spChg chg="mod">
          <ac:chgData name="Nicole WU" userId="4cf90142-5117-41df-a92b-6216d87bdf3c" providerId="ADAL" clId="{5324E599-D8CA-8D48-AEC1-1B2046FD25EF}" dt="2023-11-23T10:46:00.517" v="379" actId="20577"/>
          <ac:spMkLst>
            <pc:docMk/>
            <pc:sldMk cId="3798097235" sldId="380"/>
            <ac:spMk id="39" creationId="{65336CBF-68AF-ED80-E1B9-2035518D0243}"/>
          </ac:spMkLst>
        </pc:spChg>
        <pc:spChg chg="mod">
          <ac:chgData name="Nicole WU" userId="4cf90142-5117-41df-a92b-6216d87bdf3c" providerId="ADAL" clId="{5324E599-D8CA-8D48-AEC1-1B2046FD25EF}" dt="2023-11-23T10:46:04.977" v="389" actId="20577"/>
          <ac:spMkLst>
            <pc:docMk/>
            <pc:sldMk cId="3798097235" sldId="380"/>
            <ac:spMk id="40" creationId="{895A042B-6050-B9A6-ABD3-AA478E83998E}"/>
          </ac:spMkLst>
        </pc:spChg>
        <pc:spChg chg="mod">
          <ac:chgData name="Nicole WU" userId="4cf90142-5117-41df-a92b-6216d87bdf3c" providerId="ADAL" clId="{5324E599-D8CA-8D48-AEC1-1B2046FD25EF}" dt="2023-11-23T10:46:09.450" v="397" actId="20577"/>
          <ac:spMkLst>
            <pc:docMk/>
            <pc:sldMk cId="3798097235" sldId="380"/>
            <ac:spMk id="41" creationId="{B30CA372-826E-1089-BEC4-84BED199A326}"/>
          </ac:spMkLst>
        </pc:spChg>
        <pc:spChg chg="add mod">
          <ac:chgData name="Nicole WU" userId="4cf90142-5117-41df-a92b-6216d87bdf3c" providerId="ADAL" clId="{5324E599-D8CA-8D48-AEC1-1B2046FD25EF}" dt="2023-11-23T10:47:45.022" v="454" actId="207"/>
          <ac:spMkLst>
            <pc:docMk/>
            <pc:sldMk cId="3798097235" sldId="380"/>
            <ac:spMk id="42" creationId="{13A9A4C2-AF48-E7AE-E339-BDDBA4D3F846}"/>
          </ac:spMkLst>
        </pc:spChg>
        <pc:spChg chg="add mod">
          <ac:chgData name="Nicole WU" userId="4cf90142-5117-41df-a92b-6216d87bdf3c" providerId="ADAL" clId="{5324E599-D8CA-8D48-AEC1-1B2046FD25EF}" dt="2023-11-23T10:47:47.807" v="455" actId="207"/>
          <ac:spMkLst>
            <pc:docMk/>
            <pc:sldMk cId="3798097235" sldId="380"/>
            <ac:spMk id="43" creationId="{54E9F784-C66A-8A94-6FB9-2C61CFACEBBC}"/>
          </ac:spMkLst>
        </pc:spChg>
        <pc:spChg chg="add mod">
          <ac:chgData name="Nicole WU" userId="4cf90142-5117-41df-a92b-6216d87bdf3c" providerId="ADAL" clId="{5324E599-D8CA-8D48-AEC1-1B2046FD25EF}" dt="2023-11-23T10:47:50.038" v="456" actId="207"/>
          <ac:spMkLst>
            <pc:docMk/>
            <pc:sldMk cId="3798097235" sldId="380"/>
            <ac:spMk id="44" creationId="{A4F7ED27-1AEF-E0A6-2FAA-F71CB48D0E7F}"/>
          </ac:spMkLst>
        </pc:spChg>
        <pc:spChg chg="add mod">
          <ac:chgData name="Nicole WU" userId="4cf90142-5117-41df-a92b-6216d87bdf3c" providerId="ADAL" clId="{5324E599-D8CA-8D48-AEC1-1B2046FD25EF}" dt="2023-11-23T10:48:02.766" v="459" actId="20577"/>
          <ac:spMkLst>
            <pc:docMk/>
            <pc:sldMk cId="3798097235" sldId="380"/>
            <ac:spMk id="45" creationId="{45D7D949-346B-78FA-6221-B88C609575FF}"/>
          </ac:spMkLst>
        </pc:spChg>
        <pc:spChg chg="add mod">
          <ac:chgData name="Nicole WU" userId="4cf90142-5117-41df-a92b-6216d87bdf3c" providerId="ADAL" clId="{5324E599-D8CA-8D48-AEC1-1B2046FD25EF}" dt="2023-11-23T10:48:23.170" v="468" actId="20577"/>
          <ac:spMkLst>
            <pc:docMk/>
            <pc:sldMk cId="3798097235" sldId="380"/>
            <ac:spMk id="46" creationId="{8D916E63-3FCA-DA2B-5619-CFD4E9EDC946}"/>
          </ac:spMkLst>
        </pc:spChg>
        <pc:grpChg chg="add mod">
          <ac:chgData name="Nicole WU" userId="4cf90142-5117-41df-a92b-6216d87bdf3c" providerId="ADAL" clId="{5324E599-D8CA-8D48-AEC1-1B2046FD25EF}" dt="2023-11-23T10:37:43.560" v="177" actId="1076"/>
          <ac:grpSpMkLst>
            <pc:docMk/>
            <pc:sldMk cId="3798097235" sldId="380"/>
            <ac:grpSpMk id="2" creationId="{E38E157E-9C65-A98C-96E1-3A5B02677050}"/>
          </ac:grpSpMkLst>
        </pc:grpChg>
        <pc:grpChg chg="mod">
          <ac:chgData name="Nicole WU" userId="4cf90142-5117-41df-a92b-6216d87bdf3c" providerId="ADAL" clId="{5324E599-D8CA-8D48-AEC1-1B2046FD25EF}" dt="2023-11-23T10:31:58.571" v="72"/>
          <ac:grpSpMkLst>
            <pc:docMk/>
            <pc:sldMk cId="3798097235" sldId="380"/>
            <ac:grpSpMk id="3" creationId="{1A9537D8-FEDC-7DAD-326B-0092854B784E}"/>
          </ac:grpSpMkLst>
        </pc:grpChg>
        <pc:grpChg chg="del mod">
          <ac:chgData name="Nicole WU" userId="4cf90142-5117-41df-a92b-6216d87bdf3c" providerId="ADAL" clId="{5324E599-D8CA-8D48-AEC1-1B2046FD25EF}" dt="2023-11-23T10:37:09.169" v="168" actId="478"/>
          <ac:grpSpMkLst>
            <pc:docMk/>
            <pc:sldMk cId="3798097235" sldId="380"/>
            <ac:grpSpMk id="24" creationId="{2EF35892-2378-D494-50FA-77FAF1AE8F71}"/>
          </ac:grpSpMkLst>
        </pc:grpChg>
        <pc:grpChg chg="mod">
          <ac:chgData name="Nicole WU" userId="4cf90142-5117-41df-a92b-6216d87bdf3c" providerId="ADAL" clId="{5324E599-D8CA-8D48-AEC1-1B2046FD25EF}" dt="2023-11-23T10:31:58.571" v="72"/>
          <ac:grpSpMkLst>
            <pc:docMk/>
            <pc:sldMk cId="3798097235" sldId="380"/>
            <ac:grpSpMk id="30" creationId="{AE1CC0D0-63A7-4112-CD73-0564B18711DB}"/>
          </ac:grpSpMkLst>
        </pc:grpChg>
        <pc:grpChg chg="mod">
          <ac:chgData name="Nicole WU" userId="4cf90142-5117-41df-a92b-6216d87bdf3c" providerId="ADAL" clId="{5324E599-D8CA-8D48-AEC1-1B2046FD25EF}" dt="2023-11-23T10:31:58.571" v="72"/>
          <ac:grpSpMkLst>
            <pc:docMk/>
            <pc:sldMk cId="3798097235" sldId="380"/>
            <ac:grpSpMk id="33" creationId="{9C4BB999-9E01-1EB5-1360-EF1C553C6015}"/>
          </ac:grpSpMkLst>
        </pc:grpChg>
        <pc:grpChg chg="mod">
          <ac:chgData name="Nicole WU" userId="4cf90142-5117-41df-a92b-6216d87bdf3c" providerId="ADAL" clId="{5324E599-D8CA-8D48-AEC1-1B2046FD25EF}" dt="2023-11-23T10:31:58.571" v="72"/>
          <ac:grpSpMkLst>
            <pc:docMk/>
            <pc:sldMk cId="3798097235" sldId="380"/>
            <ac:grpSpMk id="34" creationId="{19CE0719-A6D7-AD34-C07D-5801498B216C}"/>
          </ac:grpSpMkLst>
        </pc:grpChg>
        <pc:grpChg chg="add">
          <ac:chgData name="Nicole WU" userId="4cf90142-5117-41df-a92b-6216d87bdf3c" providerId="ADAL" clId="{5324E599-D8CA-8D48-AEC1-1B2046FD25EF}" dt="2023-11-23T10:47:35.344" v="453" actId="164"/>
          <ac:grpSpMkLst>
            <pc:docMk/>
            <pc:sldMk cId="3798097235" sldId="380"/>
            <ac:grpSpMk id="47" creationId="{EBB5E32F-3215-F2EB-9BAA-F31E77A187B6}"/>
          </ac:grpSpMkLst>
        </pc:grpChg>
      </pc:sldChg>
      <pc:sldChg chg="modSp mod">
        <pc:chgData name="Nicole WU" userId="4cf90142-5117-41df-a92b-6216d87bdf3c" providerId="ADAL" clId="{5324E599-D8CA-8D48-AEC1-1B2046FD25EF}" dt="2023-11-23T10:49:19.960" v="478" actId="1076"/>
        <pc:sldMkLst>
          <pc:docMk/>
          <pc:sldMk cId="1555429282" sldId="381"/>
        </pc:sldMkLst>
        <pc:spChg chg="mod">
          <ac:chgData name="Nicole WU" userId="4cf90142-5117-41df-a92b-6216d87bdf3c" providerId="ADAL" clId="{5324E599-D8CA-8D48-AEC1-1B2046FD25EF}" dt="2023-11-23T10:49:19.960" v="478" actId="1076"/>
          <ac:spMkLst>
            <pc:docMk/>
            <pc:sldMk cId="1555429282" sldId="381"/>
            <ac:spMk id="2" creationId="{4D019A70-15A1-7C56-995B-D9BC69170979}"/>
          </ac:spMkLst>
        </pc:spChg>
      </pc:sldChg>
      <pc:sldChg chg="modSp add del mod">
        <pc:chgData name="Nicole WU" userId="4cf90142-5117-41df-a92b-6216d87bdf3c" providerId="ADAL" clId="{5324E599-D8CA-8D48-AEC1-1B2046FD25EF}" dt="2023-11-23T10:38:11.007" v="184" actId="2696"/>
        <pc:sldMkLst>
          <pc:docMk/>
          <pc:sldMk cId="1271164445" sldId="415"/>
        </pc:sldMkLst>
        <pc:spChg chg="mod">
          <ac:chgData name="Nicole WU" userId="4cf90142-5117-41df-a92b-6216d87bdf3c" providerId="ADAL" clId="{5324E599-D8CA-8D48-AEC1-1B2046FD25EF}" dt="2023-11-23T10:31:49.284" v="70" actId="20577"/>
          <ac:spMkLst>
            <pc:docMk/>
            <pc:sldMk cId="1271164445" sldId="415"/>
            <ac:spMk id="22" creationId="{1306DAD5-74B8-1B39-3114-55DE3DFA1D97}"/>
          </ac:spMkLst>
        </pc:spChg>
        <pc:grpChg chg="mod">
          <ac:chgData name="Nicole WU" userId="4cf90142-5117-41df-a92b-6216d87bdf3c" providerId="ADAL" clId="{5324E599-D8CA-8D48-AEC1-1B2046FD25EF}" dt="2023-11-23T10:31:43.748" v="68" actId="14100"/>
          <ac:grpSpMkLst>
            <pc:docMk/>
            <pc:sldMk cId="1271164445" sldId="415"/>
            <ac:grpSpMk id="2" creationId="{3CF48920-A4E4-0E79-D891-29C3F6A19C99}"/>
          </ac:grpSpMkLst>
        </pc:grpChg>
      </pc:sldChg>
      <pc:sldChg chg="modSp mod">
        <pc:chgData name="Nicole WU" userId="4cf90142-5117-41df-a92b-6216d87bdf3c" providerId="ADAL" clId="{5324E599-D8CA-8D48-AEC1-1B2046FD25EF}" dt="2023-11-23T12:10:45.114" v="583" actId="404"/>
        <pc:sldMkLst>
          <pc:docMk/>
          <pc:sldMk cId="2192043971" sldId="417"/>
        </pc:sldMkLst>
        <pc:spChg chg="mod">
          <ac:chgData name="Nicole WU" userId="4cf90142-5117-41df-a92b-6216d87bdf3c" providerId="ADAL" clId="{5324E599-D8CA-8D48-AEC1-1B2046FD25EF}" dt="2023-11-23T12:10:45.114" v="583" actId="404"/>
          <ac:spMkLst>
            <pc:docMk/>
            <pc:sldMk cId="2192043971" sldId="417"/>
            <ac:spMk id="2" creationId="{355A424C-4346-EF43-7C30-9316A25BA2D4}"/>
          </ac:spMkLst>
        </pc:spChg>
      </pc:sldChg>
      <pc:sldChg chg="modSp mod">
        <pc:chgData name="Nicole WU" userId="4cf90142-5117-41df-a92b-6216d87bdf3c" providerId="ADAL" clId="{5324E599-D8CA-8D48-AEC1-1B2046FD25EF}" dt="2023-11-23T12:24:16.505" v="671" actId="20577"/>
        <pc:sldMkLst>
          <pc:docMk/>
          <pc:sldMk cId="3909209158" sldId="418"/>
        </pc:sldMkLst>
        <pc:spChg chg="mod">
          <ac:chgData name="Nicole WU" userId="4cf90142-5117-41df-a92b-6216d87bdf3c" providerId="ADAL" clId="{5324E599-D8CA-8D48-AEC1-1B2046FD25EF}" dt="2023-11-23T12:24:16.505" v="671" actId="20577"/>
          <ac:spMkLst>
            <pc:docMk/>
            <pc:sldMk cId="3909209158" sldId="418"/>
            <ac:spMk id="2" creationId="{4CAAB626-701F-09AD-C282-974263A51E0E}"/>
          </ac:spMkLst>
        </pc:spChg>
      </pc:sldChg>
      <pc:sldChg chg="modSp mod">
        <pc:chgData name="Nicole WU" userId="4cf90142-5117-41df-a92b-6216d87bdf3c" providerId="ADAL" clId="{5324E599-D8CA-8D48-AEC1-1B2046FD25EF}" dt="2023-11-23T12:36:35.175" v="746" actId="20577"/>
        <pc:sldMkLst>
          <pc:docMk/>
          <pc:sldMk cId="1968629840" sldId="419"/>
        </pc:sldMkLst>
        <pc:spChg chg="mod">
          <ac:chgData name="Nicole WU" userId="4cf90142-5117-41df-a92b-6216d87bdf3c" providerId="ADAL" clId="{5324E599-D8CA-8D48-AEC1-1B2046FD25EF}" dt="2023-11-23T12:36:35.175" v="746" actId="20577"/>
          <ac:spMkLst>
            <pc:docMk/>
            <pc:sldMk cId="1968629840" sldId="419"/>
            <ac:spMk id="2" creationId="{688CFDB2-3ECA-9687-91B0-8A0631E73520}"/>
          </ac:spMkLst>
        </pc:spChg>
        <pc:spChg chg="mod">
          <ac:chgData name="Nicole WU" userId="4cf90142-5117-41df-a92b-6216d87bdf3c" providerId="ADAL" clId="{5324E599-D8CA-8D48-AEC1-1B2046FD25EF}" dt="2023-11-23T12:26:04.632" v="677" actId="20577"/>
          <ac:spMkLst>
            <pc:docMk/>
            <pc:sldMk cId="1968629840" sldId="419"/>
            <ac:spMk id="5" creationId="{7E44B879-13DF-B1BE-7393-04AE90432AD3}"/>
          </ac:spMkLst>
        </pc:spChg>
      </pc:sldChg>
    </pc:docChg>
  </pc:docChgLst>
</pc:chgInfo>
</file>

<file path=ppt/comments/modernComment_1A1_82A7EFC3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E5A57F5A-2E53-44A4-87BB-422954ECC105}" authorId="{6A52989B-2D3B-6FC0-BBC3-D88A3726BC0B}" created="2023-11-23T21:21:39.93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2192043971" sldId="417"/>
      <ac:spMk id="2" creationId="{355A424C-4346-EF43-7C30-9316A25BA2D4}"/>
      <ac:txMk cp="203" len="22">
        <ac:context len="549" hash="3927552816"/>
      </ac:txMk>
    </ac:txMkLst>
    <p188:pos x="8308258" y="1929580"/>
    <p188:txBody>
      <a:bodyPr/>
      <a:lstStyle/>
      <a:p>
        <a:r>
          <a:rPr lang="en-US"/>
          <a:t>what do you mean by HH sampling? </a:t>
        </a:r>
      </a:p>
    </p188:txBody>
  </p188:cm>
  <p188:cm id="{89C73736-97A6-41FE-A77C-ECE9BB35C418}" authorId="{6A52989B-2D3B-6FC0-BBC3-D88A3726BC0B}" created="2023-11-23T21:22:17.524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2192043971" sldId="417"/>
      <ac:spMk id="2" creationId="{355A424C-4346-EF43-7C30-9316A25BA2D4}"/>
      <ac:txMk cp="325" len="46">
        <ac:context len="549" hash="3927552816"/>
      </ac:txMk>
    </ac:txMkLst>
    <p188:pos x="7755193" y="2949677"/>
    <p188:txBody>
      <a:bodyPr/>
      <a:lstStyle/>
      <a:p>
        <a:r>
          <a:rPr lang="en-US"/>
          <a:t>what was the final number of the HH in the sampling frame after completing the listing? </a:t>
        </a:r>
      </a:p>
    </p188:txBody>
  </p188:cm>
  <p188:cm id="{739C667C-2B7A-4EBF-86F5-56DD3A86084C}" authorId="{6A52989B-2D3B-6FC0-BBC3-D88A3726BC0B}" created="2023-11-23T21:23:03.54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2192043971" sldId="417"/>
      <ac:spMk id="2" creationId="{355A424C-4346-EF43-7C30-9316A25BA2D4}"/>
      <ac:txMk cp="513" len="34">
        <ac:context len="549" hash="3927552816"/>
      </ac:txMk>
    </ac:txMkLst>
    <p188:pos x="7017774" y="4547419"/>
    <p188:txBody>
      <a:bodyPr/>
      <a:lstStyle/>
      <a:p>
        <a:r>
          <a:rPr lang="en-US"/>
          <a:t>see comment in the previous slide, completing rate should be detailed for each country</a:t>
        </a:r>
      </a:p>
    </p188:txBody>
  </p188:cm>
</p188:cmLst>
</file>

<file path=ppt/comments/modernComment_1A2_E901CC46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9488E702-1351-4510-868F-18F033BAB0E0}" authorId="{6A52989B-2D3B-6FC0-BBC3-D88A3726BC0B}" created="2023-11-23T21:26:08.434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3909209158" sldId="418"/>
      <ac:spMk id="2" creationId="{4CAAB626-701F-09AD-C282-974263A51E0E}"/>
      <ac:txMk cp="400" len="45">
        <ac:context len="541" hash="1373638008"/>
      </ac:txMk>
    </ac:txMkLst>
    <p188:pos x="7755193" y="3908322"/>
    <p188:txBody>
      <a:bodyPr/>
      <a:lstStyle/>
      <a:p>
        <a:r>
          <a:rPr lang="en-US"/>
          <a:t>what was the final sample? 2500 </a:t>
        </a:r>
      </a:p>
    </p188:txBody>
  </p188:cm>
  <p188:cm id="{F95734CE-384D-4AA8-8EF2-19721F1CB9AA}" authorId="{6A52989B-2D3B-6FC0-BBC3-D88A3726BC0B}" created="2023-11-23T21:26:58.137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3909209158" sldId="418"/>
      <ac:spMk id="2" creationId="{4CAAB626-701F-09AD-C282-974263A51E0E}"/>
      <ac:txMk cp="485" len="55">
        <ac:context len="541" hash="1373638008"/>
      </ac:txMk>
    </ac:txMkLst>
    <p188:pos x="2187677" y="4682612"/>
    <p188:txBody>
      <a:bodyPr/>
      <a:lstStyle/>
      <a:p>
        <a:r>
          <a:rPr lang="en-US"/>
          <a:t>this is confusing, I think we need to add the chart that was in the original ppt. Each sample design should have a chart accompanying the narrative</a:t>
        </a:r>
      </a:p>
    </p188:txBody>
  </p188:cm>
</p188:cmLst>
</file>

<file path=ppt/comments/modernComment_17D_5CB5F7A2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476FFA3F-21AE-4CA9-89A1-B86F838675C2}" authorId="{6A52989B-2D3B-6FC0-BBC3-D88A3726BC0B}" created="2023-11-23T21:19:04.787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1555429282" sldId="381"/>
      <ac:spMk id="2" creationId="{4D019A70-15A1-7C56-995B-D9BC69170979}"/>
      <ac:txMk cp="380" len="47">
        <ac:context len="428" hash="2817001259"/>
      </ac:txMk>
    </ac:txMkLst>
    <p188:pos x="4264741" y="3773129"/>
    <p188:txBody>
      <a:bodyPr/>
      <a:lstStyle/>
      <a:p>
        <a:r>
          <a:rPr lang="en-US"/>
          <a:t>I think we need to add a footnote here, in Myanmar WFP did not have access/permission to collect data outside the in-camp community. </a:t>
        </a:r>
      </a:p>
    </p188:txBody>
  </p188:cm>
  <p188:cm id="{AB3456A7-E3C6-4F63-8767-F659D29E66DD}" authorId="{6A52989B-2D3B-6FC0-BBC3-D88A3726BC0B}" created="2023-11-23T21:20:24.507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1555429282" sldId="381"/>
      <ac:spMk id="2" creationId="{4D019A70-15A1-7C56-995B-D9BC69170979}"/>
    </ac:deMkLst>
    <p188:txBody>
      <a:bodyPr/>
      <a:lstStyle/>
      <a:p>
        <a:r>
          <a:rPr lang="en-US"/>
          <a:t>We need to add one bullet on the number of HH in the sample frame and how many were selected for the interview, disaggregation and drop out rate</a:t>
        </a:r>
      </a:p>
    </p188:txBody>
  </p188:cm>
</p188:cmLst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FFAB1A-079C-564C-A3B2-E630BC843578}" type="datetimeFigureOut">
              <a:rPr lang="it-IT" smtClean="0"/>
              <a:t>30/11/2023</a:t>
            </a:fld>
            <a:endParaRPr lang="it-IT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900685-03CC-EF47-A6B6-8CB07CAC109C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0666134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B21A65-5E85-7243-A45D-5622BE4ACE07}" type="datetimeFigureOut">
              <a:rPr lang="it-IT" smtClean="0"/>
              <a:t>30/11/2023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27884D-8063-894A-9B96-2E8B250142EB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193428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27884D-8063-894A-9B96-2E8B250142EB}" type="slidenum">
              <a:rPr lang="it-IT" smtClean="0"/>
              <a:t>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249291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27884D-8063-894A-9B96-2E8B250142EB}" type="slidenum">
              <a:rPr lang="it-IT" smtClean="0"/>
              <a:t>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214775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Country selection based on 3-key indicators</a:t>
            </a:r>
          </a:p>
          <a:p>
            <a:pPr lvl="1"/>
            <a:r>
              <a:rPr lang="en-GB"/>
              <a:t>Global representation</a:t>
            </a:r>
          </a:p>
          <a:p>
            <a:pPr lvl="1"/>
            <a:r>
              <a:rPr lang="en-GB"/>
              <a:t>Relevance of </a:t>
            </a:r>
            <a:r>
              <a:rPr lang="en-GB" err="1"/>
              <a:t>rCARI</a:t>
            </a:r>
            <a:endParaRPr lang="en-GB"/>
          </a:p>
          <a:p>
            <a:pPr lvl="1"/>
            <a:r>
              <a:rPr lang="en-GB"/>
              <a:t>Mobile network penetration</a:t>
            </a:r>
          </a:p>
          <a:p>
            <a:pPr lvl="1"/>
            <a:endParaRPr lang="en-GB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>
                <a:cs typeface="Calibri"/>
              </a:rPr>
              <a:t>We will give (dumb) phones with credit to identified HH who don't have phones (50%) for the remote surveys (CAR)</a:t>
            </a:r>
            <a:endParaRPr lang="en-US"/>
          </a:p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27884D-8063-894A-9B96-2E8B250142EB}" type="slidenum">
              <a:rPr lang="it-IT" smtClean="0"/>
              <a:t>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538840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Country selection based on 3-key indicators</a:t>
            </a:r>
          </a:p>
          <a:p>
            <a:pPr lvl="1"/>
            <a:r>
              <a:rPr lang="en-GB"/>
              <a:t>Global representation</a:t>
            </a:r>
          </a:p>
          <a:p>
            <a:pPr lvl="1"/>
            <a:r>
              <a:rPr lang="en-GB"/>
              <a:t>Relevance of </a:t>
            </a:r>
            <a:r>
              <a:rPr lang="en-GB" err="1"/>
              <a:t>rCARI</a:t>
            </a:r>
            <a:endParaRPr lang="en-GB"/>
          </a:p>
          <a:p>
            <a:pPr lvl="1"/>
            <a:r>
              <a:rPr lang="en-GB"/>
              <a:t>Mobile network penetration</a:t>
            </a:r>
          </a:p>
          <a:p>
            <a:pPr lvl="1"/>
            <a:endParaRPr lang="en-GB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>
                <a:cs typeface="Calibri"/>
              </a:rPr>
              <a:t>We will give (dumb) phones with credit to identified HH who don't have phones (50%) for the remote surveys (CAR)</a:t>
            </a:r>
            <a:endParaRPr lang="en-US"/>
          </a:p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27884D-8063-894A-9B96-2E8B250142EB}" type="slidenum">
              <a:rPr lang="it-IT" smtClean="0"/>
              <a:t>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472886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Country selection based on 3-key indicators</a:t>
            </a:r>
          </a:p>
          <a:p>
            <a:pPr lvl="1"/>
            <a:r>
              <a:rPr lang="en-GB"/>
              <a:t>Global representation</a:t>
            </a:r>
          </a:p>
          <a:p>
            <a:pPr lvl="1"/>
            <a:r>
              <a:rPr lang="en-GB"/>
              <a:t>Relevance of </a:t>
            </a:r>
            <a:r>
              <a:rPr lang="en-GB" err="1"/>
              <a:t>rCARI</a:t>
            </a:r>
            <a:endParaRPr lang="en-GB"/>
          </a:p>
          <a:p>
            <a:pPr lvl="1"/>
            <a:r>
              <a:rPr lang="en-GB"/>
              <a:t>Mobile network penetration</a:t>
            </a:r>
          </a:p>
          <a:p>
            <a:pPr lvl="1"/>
            <a:endParaRPr lang="en-GB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>
                <a:cs typeface="Calibri"/>
              </a:rPr>
              <a:t>We will give (dumb) phones with credit to identified HH who don't have phones (50%) for the remote surveys (CAR)</a:t>
            </a:r>
            <a:endParaRPr lang="en-US"/>
          </a:p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27884D-8063-894A-9B96-2E8B250142EB}" type="slidenum">
              <a:rPr lang="it-IT" smtClean="0"/>
              <a:t>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7495474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Country selection based on 3-key indicators</a:t>
            </a:r>
          </a:p>
          <a:p>
            <a:pPr lvl="1"/>
            <a:r>
              <a:rPr lang="en-GB"/>
              <a:t>Global representation</a:t>
            </a:r>
          </a:p>
          <a:p>
            <a:pPr lvl="1"/>
            <a:r>
              <a:rPr lang="en-GB"/>
              <a:t>Relevance of </a:t>
            </a:r>
            <a:r>
              <a:rPr lang="en-GB" err="1"/>
              <a:t>rCARI</a:t>
            </a:r>
            <a:endParaRPr lang="en-GB"/>
          </a:p>
          <a:p>
            <a:pPr lvl="1"/>
            <a:r>
              <a:rPr lang="en-GB"/>
              <a:t>Mobile network penetration</a:t>
            </a:r>
          </a:p>
          <a:p>
            <a:pPr lvl="1"/>
            <a:endParaRPr lang="en-GB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>
                <a:cs typeface="Calibri"/>
              </a:rPr>
              <a:t>We will give (dumb) phones with credit to identified HH who don't have phones (50%) for the remote surveys (CAR)</a:t>
            </a:r>
            <a:endParaRPr lang="en-US"/>
          </a:p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27884D-8063-894A-9B96-2E8B250142EB}" type="slidenum">
              <a:rPr lang="it-IT" smtClean="0"/>
              <a:t>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54608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Logo&#10;&#10;Description automatically generated">
            <a:extLst>
              <a:ext uri="{FF2B5EF4-FFF2-40B4-BE49-F238E27FC236}">
                <a16:creationId xmlns:a16="http://schemas.microsoft.com/office/drawing/2014/main" id="{763591BB-DB01-D043-A519-067963333EA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80232" y="643259"/>
            <a:ext cx="991329" cy="2648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69674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 hasCustomPrompt="1"/>
          </p:nvPr>
        </p:nvSpPr>
        <p:spPr>
          <a:xfrm>
            <a:off x="846311" y="664870"/>
            <a:ext cx="10542124" cy="1152000"/>
          </a:xfrm>
          <a:prstGeom prst="rect">
            <a:avLst/>
          </a:prstGeo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b="1" i="0"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defRPr>
            </a:lvl1pPr>
          </a:lstStyle>
          <a:p>
            <a:r>
              <a:rPr lang="it-IT"/>
              <a:t>Click to </a:t>
            </a:r>
            <a:r>
              <a:rPr lang="it-IT" err="1"/>
              <a:t>insert</a:t>
            </a:r>
            <a:r>
              <a:rPr lang="it-IT"/>
              <a:t> </a:t>
            </a:r>
            <a:r>
              <a:rPr lang="it-IT" err="1"/>
              <a:t>title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idx="1" hasCustomPrompt="1"/>
          </p:nvPr>
        </p:nvSpPr>
        <p:spPr>
          <a:xfrm>
            <a:off x="846312" y="1919941"/>
            <a:ext cx="10542124" cy="4100053"/>
          </a:xfrm>
        </p:spPr>
        <p:txBody>
          <a:bodyPr>
            <a:noAutofit/>
          </a:bodyPr>
          <a:lstStyle>
            <a:lvl1pPr marL="342900" indent="-34290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 baseline="0"/>
            </a:lvl1pPr>
            <a:lvl2pPr marL="742950" indent="-28575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 baseline="0"/>
            </a:lvl2pPr>
            <a:lvl3pPr marL="1200150" indent="-28575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 baseline="0"/>
            </a:lvl3pPr>
            <a:lvl4pPr marL="1657350" indent="-28575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/>
            </a:lvl4pPr>
            <a:lvl5pPr marL="2114550" indent="-28575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/>
            </a:lvl5pPr>
          </a:lstStyle>
          <a:p>
            <a:pPr lvl="0"/>
            <a:r>
              <a:rPr lang="it-IT"/>
              <a:t>Click to </a:t>
            </a:r>
            <a:r>
              <a:rPr lang="it-IT" err="1"/>
              <a:t>insert</a:t>
            </a:r>
            <a:r>
              <a:rPr lang="it-IT"/>
              <a:t> </a:t>
            </a:r>
            <a:r>
              <a:rPr lang="it-IT" err="1"/>
              <a:t>tex</a:t>
            </a:r>
            <a:endParaRPr lang="it-IT"/>
          </a:p>
          <a:p>
            <a:pPr lvl="1"/>
            <a:r>
              <a:rPr lang="it-IT"/>
              <a:t>Second </a:t>
            </a:r>
            <a:r>
              <a:rPr lang="it-IT" err="1"/>
              <a:t>level</a:t>
            </a:r>
            <a:endParaRPr lang="it-IT"/>
          </a:p>
          <a:p>
            <a:pPr lvl="2"/>
            <a:r>
              <a:rPr lang="it-IT"/>
              <a:t>Third </a:t>
            </a:r>
            <a:r>
              <a:rPr lang="it-IT" err="1"/>
              <a:t>level</a:t>
            </a:r>
            <a:endParaRPr lang="it-IT"/>
          </a:p>
          <a:p>
            <a:pPr lvl="3"/>
            <a:r>
              <a:rPr lang="it-IT" err="1"/>
              <a:t>Fourth</a:t>
            </a:r>
            <a:r>
              <a:rPr lang="it-IT"/>
              <a:t> </a:t>
            </a:r>
            <a:r>
              <a:rPr lang="it-IT" err="1"/>
              <a:t>level</a:t>
            </a:r>
            <a:endParaRPr lang="it-IT"/>
          </a:p>
          <a:p>
            <a:pPr lvl="4"/>
            <a:r>
              <a:rPr lang="it-IT" err="1"/>
              <a:t>Fifth</a:t>
            </a:r>
            <a:r>
              <a:rPr lang="it-IT"/>
              <a:t> </a:t>
            </a:r>
            <a:r>
              <a:rPr lang="it-IT" err="1"/>
              <a:t>level</a:t>
            </a:r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>
          <a:xfrm>
            <a:off x="10398482" y="6055012"/>
            <a:ext cx="1027267" cy="365125"/>
          </a:xfrm>
        </p:spPr>
        <p:txBody>
          <a:bodyPr/>
          <a:lstStyle/>
          <a:p>
            <a:fld id="{2026EB2A-1F26-4143-92A6-3B752CD465DB}" type="slidenum">
              <a:rPr lang="it-IT" smtClean="0"/>
              <a:t>‹#›</a:t>
            </a:fld>
            <a:endParaRPr lang="it-IT"/>
          </a:p>
        </p:txBody>
      </p:sp>
      <p:pic>
        <p:nvPicPr>
          <p:cNvPr id="7" name="Immagine 6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393736" y="5969757"/>
            <a:ext cx="1625642" cy="797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54210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>
          <a:xfrm>
            <a:off x="10398482" y="6055012"/>
            <a:ext cx="1027267" cy="365125"/>
          </a:xfrm>
        </p:spPr>
        <p:txBody>
          <a:bodyPr/>
          <a:lstStyle/>
          <a:p>
            <a:fld id="{2026EB2A-1F26-4143-92A6-3B752CD465DB}" type="slidenum">
              <a:rPr lang="it-IT" smtClean="0"/>
              <a:t>‹#›</a:t>
            </a:fld>
            <a:endParaRPr lang="it-IT"/>
          </a:p>
        </p:txBody>
      </p:sp>
      <p:pic>
        <p:nvPicPr>
          <p:cNvPr id="7" name="Immagine 6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503066" y="5663048"/>
            <a:ext cx="1625642" cy="797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70996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sz="half" idx="1" hasCustomPrompt="1"/>
          </p:nvPr>
        </p:nvSpPr>
        <p:spPr>
          <a:xfrm>
            <a:off x="539999" y="1795071"/>
            <a:ext cx="5460945" cy="4100053"/>
          </a:xfrm>
        </p:spPr>
        <p:txBody>
          <a:bodyPr>
            <a:noAutofit/>
          </a:bodyPr>
          <a:lstStyle>
            <a:lvl1pPr marL="228600" indent="-22860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 sz="1800" spc="60" baseline="0"/>
            </a:lvl1pPr>
            <a:lvl2pPr marL="685800" indent="-22860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 sz="1600" spc="60" baseline="0"/>
            </a:lvl2pPr>
            <a:lvl3pPr marL="1143000" indent="-22860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 sz="1400" spc="60" baseline="0"/>
            </a:lvl3pPr>
            <a:lvl4pPr marL="1600200" indent="-22860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 sz="1200" spc="60" baseline="0"/>
            </a:lvl4pPr>
            <a:lvl5pPr marL="2057400" indent="-22860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 sz="1200" spc="60" baseline="0"/>
            </a:lvl5pPr>
          </a:lstStyle>
          <a:p>
            <a:pPr lvl="0"/>
            <a:r>
              <a:rPr lang="it-IT"/>
              <a:t>Click to </a:t>
            </a:r>
            <a:r>
              <a:rPr lang="it-IT" err="1"/>
              <a:t>insert</a:t>
            </a:r>
            <a:r>
              <a:rPr lang="it-IT"/>
              <a:t> </a:t>
            </a:r>
            <a:r>
              <a:rPr lang="it-IT" err="1"/>
              <a:t>tex</a:t>
            </a:r>
            <a:endParaRPr lang="it-IT"/>
          </a:p>
          <a:p>
            <a:pPr lvl="1"/>
            <a:r>
              <a:rPr lang="it-IT"/>
              <a:t>Second </a:t>
            </a:r>
            <a:r>
              <a:rPr lang="it-IT" err="1"/>
              <a:t>level</a:t>
            </a:r>
            <a:endParaRPr lang="it-IT"/>
          </a:p>
          <a:p>
            <a:pPr lvl="2"/>
            <a:r>
              <a:rPr lang="it-IT"/>
              <a:t>Third </a:t>
            </a:r>
            <a:r>
              <a:rPr lang="it-IT" err="1"/>
              <a:t>level</a:t>
            </a:r>
            <a:endParaRPr lang="it-IT"/>
          </a:p>
          <a:p>
            <a:pPr lvl="3"/>
            <a:r>
              <a:rPr lang="it-IT" err="1"/>
              <a:t>Fourth</a:t>
            </a:r>
            <a:r>
              <a:rPr lang="it-IT"/>
              <a:t> </a:t>
            </a:r>
            <a:r>
              <a:rPr lang="it-IT" err="1"/>
              <a:t>level</a:t>
            </a:r>
            <a:endParaRPr lang="it-IT"/>
          </a:p>
          <a:p>
            <a:pPr lvl="4"/>
            <a:r>
              <a:rPr lang="it-IT" err="1"/>
              <a:t>Fifth</a:t>
            </a:r>
            <a:r>
              <a:rPr lang="it-IT"/>
              <a:t> </a:t>
            </a:r>
            <a:r>
              <a:rPr lang="it-IT" err="1"/>
              <a:t>level</a:t>
            </a:r>
            <a:endParaRPr lang="it-IT"/>
          </a:p>
        </p:txBody>
      </p:sp>
      <p:sp>
        <p:nvSpPr>
          <p:cNvPr id="4" name="Segnaposto contenuto 3"/>
          <p:cNvSpPr>
            <a:spLocks noGrp="1"/>
          </p:cNvSpPr>
          <p:nvPr>
            <p:ph sz="half" idx="2" hasCustomPrompt="1"/>
          </p:nvPr>
        </p:nvSpPr>
        <p:spPr>
          <a:xfrm>
            <a:off x="6078019" y="1795071"/>
            <a:ext cx="5513982" cy="4100053"/>
          </a:xfrm>
        </p:spPr>
        <p:txBody>
          <a:bodyPr>
            <a:noAutofit/>
          </a:bodyPr>
          <a:lstStyle>
            <a:lvl1pPr marL="228600" indent="-22860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/>
            </a:lvl1pPr>
            <a:lvl2pPr marL="685800" indent="-22860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/>
            </a:lvl2pPr>
            <a:lvl3pPr marL="1143000" indent="-22860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/>
            </a:lvl3pPr>
            <a:lvl4pPr marL="1600200" indent="-22860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/>
            </a:lvl4pPr>
            <a:lvl5pPr marL="2057400" indent="-22860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/>
            </a:lvl5pPr>
          </a:lstStyle>
          <a:p>
            <a:pPr lvl="0"/>
            <a:r>
              <a:rPr lang="it-IT"/>
              <a:t>Click to </a:t>
            </a:r>
            <a:r>
              <a:rPr lang="it-IT" err="1"/>
              <a:t>insert</a:t>
            </a:r>
            <a:r>
              <a:rPr lang="it-IT"/>
              <a:t> </a:t>
            </a:r>
            <a:r>
              <a:rPr lang="it-IT" err="1"/>
              <a:t>tex</a:t>
            </a:r>
            <a:endParaRPr lang="it-IT"/>
          </a:p>
          <a:p>
            <a:pPr lvl="1"/>
            <a:r>
              <a:rPr lang="it-IT"/>
              <a:t>Second </a:t>
            </a:r>
            <a:r>
              <a:rPr lang="it-IT" err="1"/>
              <a:t>level</a:t>
            </a:r>
            <a:endParaRPr lang="it-IT"/>
          </a:p>
          <a:p>
            <a:pPr lvl="2"/>
            <a:r>
              <a:rPr lang="it-IT"/>
              <a:t>Third </a:t>
            </a:r>
            <a:r>
              <a:rPr lang="it-IT" err="1"/>
              <a:t>level</a:t>
            </a:r>
            <a:endParaRPr lang="it-IT"/>
          </a:p>
          <a:p>
            <a:pPr lvl="3"/>
            <a:r>
              <a:rPr lang="it-IT" err="1"/>
              <a:t>Fourth</a:t>
            </a:r>
            <a:r>
              <a:rPr lang="it-IT"/>
              <a:t> </a:t>
            </a:r>
            <a:r>
              <a:rPr lang="it-IT" err="1"/>
              <a:t>level</a:t>
            </a:r>
            <a:endParaRPr lang="it-IT"/>
          </a:p>
          <a:p>
            <a:pPr lvl="4"/>
            <a:r>
              <a:rPr lang="it-IT" err="1"/>
              <a:t>Fifth</a:t>
            </a:r>
            <a:r>
              <a:rPr lang="it-IT"/>
              <a:t> </a:t>
            </a:r>
            <a:r>
              <a:rPr lang="it-IT" err="1"/>
              <a:t>level</a:t>
            </a:r>
            <a:endParaRPr lang="it-IT"/>
          </a:p>
        </p:txBody>
      </p:sp>
      <p:sp>
        <p:nvSpPr>
          <p:cNvPr id="8" name="Segnaposto numero diapositiva 5">
            <a:extLst>
              <a:ext uri="{FF2B5EF4-FFF2-40B4-BE49-F238E27FC236}">
                <a16:creationId xmlns:a16="http://schemas.microsoft.com/office/drawing/2014/main" id="{423F2EF9-E3A7-7C43-99DB-3D909AA2C8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98482" y="6055012"/>
            <a:ext cx="1027267" cy="365125"/>
          </a:xfrm>
        </p:spPr>
        <p:txBody>
          <a:bodyPr/>
          <a:lstStyle/>
          <a:p>
            <a:fld id="{2026EB2A-1F26-4143-92A6-3B752CD465DB}" type="slidenum">
              <a:rPr lang="it-IT" smtClean="0"/>
              <a:t>‹#›</a:t>
            </a:fld>
            <a:endParaRPr lang="it-IT"/>
          </a:p>
        </p:txBody>
      </p:sp>
      <p:pic>
        <p:nvPicPr>
          <p:cNvPr id="10" name="Immagine 6">
            <a:extLst>
              <a:ext uri="{FF2B5EF4-FFF2-40B4-BE49-F238E27FC236}">
                <a16:creationId xmlns:a16="http://schemas.microsoft.com/office/drawing/2014/main" id="{C72777E0-737A-CE4D-97A6-44B3AB1E523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503066" y="5663048"/>
            <a:ext cx="1625642" cy="797675"/>
          </a:xfrm>
          <a:prstGeom prst="rect">
            <a:avLst/>
          </a:prstGeom>
        </p:spPr>
      </p:pic>
      <p:sp>
        <p:nvSpPr>
          <p:cNvPr id="7" name="Title 3">
            <a:extLst>
              <a:ext uri="{FF2B5EF4-FFF2-40B4-BE49-F238E27FC236}">
                <a16:creationId xmlns:a16="http://schemas.microsoft.com/office/drawing/2014/main" id="{45E43B2A-AD48-1C47-BB21-AA2602857130}"/>
              </a:ext>
            </a:extLst>
          </p:cNvPr>
          <p:cNvSpPr txBox="1">
            <a:spLocks/>
          </p:cNvSpPr>
          <p:nvPr userDrawn="1"/>
        </p:nvSpPr>
        <p:spPr>
          <a:xfrm>
            <a:off x="717181" y="716415"/>
            <a:ext cx="11052002" cy="662558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000" b="1" i="0" kern="1200" spc="60" baseline="0">
                <a:solidFill>
                  <a:srgbClr val="0070BA"/>
                </a:solidFill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defRPr>
            </a:lvl1pPr>
          </a:lstStyle>
          <a:p>
            <a:r>
              <a:rPr lang="en-GB" sz="3600" b="0" kern="1400" spc="230">
                <a:solidFill>
                  <a:schemeClr val="tx1"/>
                </a:solidFill>
                <a:latin typeface="HALDEN SOLID" pitchFamily="2" charset="0"/>
              </a:rPr>
              <a:t>Slide title lorem ipsum </a:t>
            </a:r>
            <a:r>
              <a:rPr lang="en-GB" sz="3600" b="0" kern="1400" spc="230" err="1">
                <a:solidFill>
                  <a:schemeClr val="tx1"/>
                </a:solidFill>
                <a:latin typeface="HALDEN SOLID" pitchFamily="2" charset="0"/>
              </a:rPr>
              <a:t>dolor</a:t>
            </a:r>
            <a:endParaRPr lang="en-GB" sz="3600" b="0" kern="1400" spc="230">
              <a:solidFill>
                <a:schemeClr val="tx1"/>
              </a:solidFill>
              <a:latin typeface="HALDEN SOLID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1107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sz="half" idx="1" hasCustomPrompt="1"/>
          </p:nvPr>
        </p:nvSpPr>
        <p:spPr>
          <a:xfrm>
            <a:off x="539999" y="1795071"/>
            <a:ext cx="5460945" cy="4100053"/>
          </a:xfrm>
        </p:spPr>
        <p:txBody>
          <a:bodyPr>
            <a:noAutofit/>
          </a:bodyPr>
          <a:lstStyle>
            <a:lvl1pPr marL="228600" indent="-22860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 sz="1800" spc="60" baseline="0"/>
            </a:lvl1pPr>
            <a:lvl2pPr marL="685800" indent="-22860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 sz="1600" spc="60" baseline="0"/>
            </a:lvl2pPr>
            <a:lvl3pPr marL="1143000" indent="-22860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 sz="1400" spc="60" baseline="0"/>
            </a:lvl3pPr>
            <a:lvl4pPr marL="1600200" indent="-22860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 sz="1200" spc="60" baseline="0"/>
            </a:lvl4pPr>
            <a:lvl5pPr marL="2057400" indent="-22860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 sz="1200" spc="60" baseline="0"/>
            </a:lvl5pPr>
          </a:lstStyle>
          <a:p>
            <a:pPr lvl="0"/>
            <a:r>
              <a:rPr lang="it-IT"/>
              <a:t>Click to </a:t>
            </a:r>
            <a:r>
              <a:rPr lang="it-IT" err="1"/>
              <a:t>insert</a:t>
            </a:r>
            <a:r>
              <a:rPr lang="it-IT"/>
              <a:t> </a:t>
            </a:r>
            <a:r>
              <a:rPr lang="it-IT" err="1"/>
              <a:t>tex</a:t>
            </a:r>
            <a:endParaRPr lang="it-IT"/>
          </a:p>
          <a:p>
            <a:pPr lvl="1"/>
            <a:r>
              <a:rPr lang="it-IT"/>
              <a:t>Second </a:t>
            </a:r>
            <a:r>
              <a:rPr lang="it-IT" err="1"/>
              <a:t>level</a:t>
            </a:r>
            <a:endParaRPr lang="it-IT"/>
          </a:p>
          <a:p>
            <a:pPr lvl="2"/>
            <a:r>
              <a:rPr lang="it-IT"/>
              <a:t>Third </a:t>
            </a:r>
            <a:r>
              <a:rPr lang="it-IT" err="1"/>
              <a:t>level</a:t>
            </a:r>
            <a:endParaRPr lang="it-IT"/>
          </a:p>
          <a:p>
            <a:pPr lvl="3"/>
            <a:r>
              <a:rPr lang="it-IT" err="1"/>
              <a:t>Fourth</a:t>
            </a:r>
            <a:r>
              <a:rPr lang="it-IT"/>
              <a:t> </a:t>
            </a:r>
            <a:r>
              <a:rPr lang="it-IT" err="1"/>
              <a:t>level</a:t>
            </a:r>
            <a:endParaRPr lang="it-IT"/>
          </a:p>
          <a:p>
            <a:pPr lvl="4"/>
            <a:r>
              <a:rPr lang="it-IT" err="1"/>
              <a:t>Fifth</a:t>
            </a:r>
            <a:r>
              <a:rPr lang="it-IT"/>
              <a:t> </a:t>
            </a:r>
            <a:r>
              <a:rPr lang="it-IT" err="1"/>
              <a:t>level</a:t>
            </a:r>
            <a:endParaRPr lang="it-IT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29D93D5-8F53-3444-8F3E-BBF377575DA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194425" y="1795463"/>
            <a:ext cx="5397500" cy="4098925"/>
          </a:xfrm>
        </p:spPr>
        <p:txBody>
          <a:bodyPr/>
          <a:lstStyle/>
          <a:p>
            <a:r>
              <a:rPr lang="en-GB"/>
              <a:t>Click icon to add picture</a:t>
            </a:r>
            <a:endParaRPr lang="it-IT"/>
          </a:p>
        </p:txBody>
      </p:sp>
      <p:sp>
        <p:nvSpPr>
          <p:cNvPr id="8" name="Segnaposto numero diapositiva 5">
            <a:extLst>
              <a:ext uri="{FF2B5EF4-FFF2-40B4-BE49-F238E27FC236}">
                <a16:creationId xmlns:a16="http://schemas.microsoft.com/office/drawing/2014/main" id="{592D85CC-EB0C-D645-85D6-3DB77E029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98482" y="6055012"/>
            <a:ext cx="1027267" cy="365125"/>
          </a:xfrm>
        </p:spPr>
        <p:txBody>
          <a:bodyPr/>
          <a:lstStyle/>
          <a:p>
            <a:fld id="{2026EB2A-1F26-4143-92A6-3B752CD465DB}" type="slidenum">
              <a:rPr lang="it-IT" smtClean="0"/>
              <a:t>‹#›</a:t>
            </a:fld>
            <a:endParaRPr lang="it-IT"/>
          </a:p>
        </p:txBody>
      </p:sp>
      <p:pic>
        <p:nvPicPr>
          <p:cNvPr id="10" name="Immagine 6">
            <a:extLst>
              <a:ext uri="{FF2B5EF4-FFF2-40B4-BE49-F238E27FC236}">
                <a16:creationId xmlns:a16="http://schemas.microsoft.com/office/drawing/2014/main" id="{EE9D2174-1656-564C-9C34-210AF0606E5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503066" y="5663048"/>
            <a:ext cx="1625642" cy="797675"/>
          </a:xfrm>
          <a:prstGeom prst="rect">
            <a:avLst/>
          </a:prstGeom>
        </p:spPr>
      </p:pic>
      <p:sp>
        <p:nvSpPr>
          <p:cNvPr id="7" name="Title 3">
            <a:extLst>
              <a:ext uri="{FF2B5EF4-FFF2-40B4-BE49-F238E27FC236}">
                <a16:creationId xmlns:a16="http://schemas.microsoft.com/office/drawing/2014/main" id="{622D786E-D5DB-B346-B2FA-981C681ADAA2}"/>
              </a:ext>
            </a:extLst>
          </p:cNvPr>
          <p:cNvSpPr txBox="1">
            <a:spLocks/>
          </p:cNvSpPr>
          <p:nvPr userDrawn="1"/>
        </p:nvSpPr>
        <p:spPr>
          <a:xfrm>
            <a:off x="717181" y="716415"/>
            <a:ext cx="11052002" cy="662558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000" b="1" i="0" kern="1200" spc="60" baseline="0">
                <a:solidFill>
                  <a:srgbClr val="0070BA"/>
                </a:solidFill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defRPr>
            </a:lvl1pPr>
          </a:lstStyle>
          <a:p>
            <a:r>
              <a:rPr lang="en-GB" sz="3600" b="0" kern="1400" spc="230">
                <a:solidFill>
                  <a:schemeClr val="tx1"/>
                </a:solidFill>
                <a:latin typeface="HALDEN SOLID" pitchFamily="2" charset="0"/>
              </a:rPr>
              <a:t>Slide title lorem ipsum </a:t>
            </a:r>
            <a:r>
              <a:rPr lang="en-GB" sz="3600" b="0" kern="1400" spc="230" err="1">
                <a:solidFill>
                  <a:schemeClr val="tx1"/>
                </a:solidFill>
                <a:latin typeface="HALDEN SOLID" pitchFamily="2" charset="0"/>
              </a:rPr>
              <a:t>dolor</a:t>
            </a:r>
            <a:endParaRPr lang="en-GB" sz="3600" b="0" kern="1400" spc="230">
              <a:solidFill>
                <a:schemeClr val="tx1"/>
              </a:solidFill>
              <a:latin typeface="HALDEN SOLID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57427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 hasCustomPrompt="1"/>
          </p:nvPr>
        </p:nvSpPr>
        <p:spPr>
          <a:xfrm>
            <a:off x="2031224" y="675542"/>
            <a:ext cx="9595954" cy="1324205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lnSpc>
                <a:spcPct val="100000"/>
              </a:lnSpc>
              <a:defRPr sz="3600" b="1" i="0" baseline="0">
                <a:solidFill>
                  <a:srgbClr val="0070BA"/>
                </a:solidFill>
                <a:latin typeface="Open Sans" charset="0"/>
                <a:ea typeface="Open Sans" charset="0"/>
                <a:cs typeface="Open Sans" charset="0"/>
              </a:defRPr>
            </a:lvl1pPr>
          </a:lstStyle>
          <a:p>
            <a:r>
              <a:rPr lang="en-US" noProof="0"/>
              <a:t>Click to insert title</a:t>
            </a:r>
          </a:p>
        </p:txBody>
      </p:sp>
      <p:sp>
        <p:nvSpPr>
          <p:cNvPr id="3" name="Sottotitolo 2"/>
          <p:cNvSpPr>
            <a:spLocks noGrp="1"/>
          </p:cNvSpPr>
          <p:nvPr>
            <p:ph type="subTitle" idx="1" hasCustomPrompt="1"/>
          </p:nvPr>
        </p:nvSpPr>
        <p:spPr>
          <a:xfrm>
            <a:off x="2045184" y="1999748"/>
            <a:ext cx="9595954" cy="1655762"/>
          </a:xfrm>
        </p:spPr>
        <p:txBody>
          <a:bodyPr anchor="t">
            <a:noAutofit/>
          </a:bodyPr>
          <a:lstStyle>
            <a:lvl1pPr marL="0" indent="0" algn="l">
              <a:buNone/>
              <a:defRPr sz="2400" b="0" i="0">
                <a:solidFill>
                  <a:srgbClr val="0070BA"/>
                </a:solidFill>
                <a:latin typeface="Open Sans" charset="0"/>
                <a:ea typeface="Open Sans" charset="0"/>
                <a:cs typeface="Open Sans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insert subtitle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>
          <a:xfrm>
            <a:off x="2066124" y="5820454"/>
            <a:ext cx="2743200" cy="365125"/>
          </a:xfrm>
        </p:spPr>
        <p:txBody>
          <a:bodyPr/>
          <a:lstStyle>
            <a:lvl1pPr algn="l">
              <a:defRPr sz="1400" b="1" i="0">
                <a:solidFill>
                  <a:srgbClr val="0070BA"/>
                </a:solidFill>
                <a:latin typeface="Open Sans" charset="0"/>
                <a:ea typeface="Open Sans" charset="0"/>
                <a:cs typeface="Open Sans" charset="0"/>
              </a:defRPr>
            </a:lvl1pPr>
          </a:lstStyle>
          <a:p>
            <a:r>
              <a:rPr lang="en-US" noProof="0"/>
              <a:t>Year Month</a:t>
            </a:r>
          </a:p>
        </p:txBody>
      </p:sp>
      <p:pic>
        <p:nvPicPr>
          <p:cNvPr id="7" name="Immagin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163" y="539496"/>
            <a:ext cx="1082040" cy="5779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67381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39">
          <p15:clr>
            <a:srgbClr val="FBAE40"/>
          </p15:clr>
        </p15:guide>
        <p15:guide id="2" orient="horz" pos="334">
          <p15:clr>
            <a:srgbClr val="FBAE40"/>
          </p15:clr>
        </p15:guide>
        <p15:guide id="3" orient="horz" pos="3978">
          <p15:clr>
            <a:srgbClr val="FBAE40"/>
          </p15:clr>
        </p15:guide>
        <p15:guide id="4" pos="1359">
          <p15:clr>
            <a:srgbClr val="FBAE40"/>
          </p15:clr>
        </p15:guide>
        <p15:guide id="5" orient="horz" pos="514">
          <p15:clr>
            <a:srgbClr val="FBAE40"/>
          </p15:clr>
        </p15:guide>
        <p15:guide id="6" pos="7333">
          <p15:clr>
            <a:srgbClr val="FBAE40"/>
          </p15:clr>
        </p15:guide>
        <p15:guide id="7" orient="horz" pos="3799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973394" y="1732935"/>
            <a:ext cx="10667744" cy="44440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2"/>
          </p:nvPr>
        </p:nvSpPr>
        <p:spPr>
          <a:xfrm>
            <a:off x="7637761" y="622799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200" b="0" i="0">
                <a:solidFill>
                  <a:srgbClr val="0070BA"/>
                </a:solidFill>
                <a:latin typeface="Open Sans" charset="0"/>
                <a:ea typeface="Open Sans" charset="0"/>
                <a:cs typeface="Open Sans" charset="0"/>
              </a:defRPr>
            </a:lvl1pPr>
          </a:lstStyle>
          <a:p>
            <a:r>
              <a:rPr lang="it-IT"/>
              <a:t>Year Month</a:t>
            </a:r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10711542" y="6227991"/>
            <a:ext cx="1027267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200" b="1" i="0">
                <a:solidFill>
                  <a:srgbClr val="0070BA"/>
                </a:solidFill>
                <a:latin typeface="Open Sans" charset="0"/>
                <a:ea typeface="Open Sans" charset="0"/>
                <a:cs typeface="Open Sans" charset="0"/>
              </a:defRPr>
            </a:lvl1pPr>
          </a:lstStyle>
          <a:p>
            <a:fld id="{2026EB2A-1F26-4143-92A6-3B752CD465DB}" type="slidenum">
              <a:rPr lang="it-IT" smtClean="0"/>
              <a:pPr/>
              <a:t>‹#›</a:t>
            </a:fld>
            <a:endParaRPr lang="it-IT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4246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4" r:id="rId3"/>
    <p:sldLayoutId id="2147483672" r:id="rId4"/>
    <p:sldLayoutId id="2147483673" r:id="rId5"/>
    <p:sldLayoutId id="2147483675" r:id="rId6"/>
  </p:sldLayoutIdLs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000" b="1" i="0" kern="1200">
          <a:solidFill>
            <a:srgbClr val="0070BA"/>
          </a:solidFill>
          <a:latin typeface="Open Sans" charset="0"/>
          <a:ea typeface="Open Sans" charset="0"/>
          <a:cs typeface="Open Sans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000" b="0" i="0" kern="1200">
          <a:solidFill>
            <a:schemeClr val="tx1"/>
          </a:solidFill>
          <a:latin typeface="Open Sans" charset="0"/>
          <a:ea typeface="Open Sans" charset="0"/>
          <a:cs typeface="Open Sans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b="0" i="0" kern="1200">
          <a:solidFill>
            <a:schemeClr val="tx1"/>
          </a:solidFill>
          <a:latin typeface="Open Sans" charset="0"/>
          <a:ea typeface="Open Sans" charset="0"/>
          <a:cs typeface="Open Sans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600" b="0" i="0" kern="1200">
          <a:solidFill>
            <a:schemeClr val="tx1"/>
          </a:solidFill>
          <a:latin typeface="Open Sans" charset="0"/>
          <a:ea typeface="Open Sans" charset="0"/>
          <a:cs typeface="Open Sans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400" b="0" i="0" kern="1200">
          <a:solidFill>
            <a:schemeClr val="tx1"/>
          </a:solidFill>
          <a:latin typeface="Open Sans" charset="0"/>
          <a:ea typeface="Open Sans" charset="0"/>
          <a:cs typeface="Open Sans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400" b="0" i="0" kern="1200">
          <a:solidFill>
            <a:schemeClr val="tx1"/>
          </a:solidFill>
          <a:latin typeface="Open Sans" charset="0"/>
          <a:ea typeface="Open Sans" charset="0"/>
          <a:cs typeface="Open Sans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974">
          <p15:clr>
            <a:srgbClr val="F26B43"/>
          </p15:clr>
        </p15:guide>
        <p15:guide id="2" pos="7333">
          <p15:clr>
            <a:srgbClr val="F26B43"/>
          </p15:clr>
        </p15:guide>
        <p15:guide id="3" pos="688">
          <p15:clr>
            <a:srgbClr val="F26B43"/>
          </p15:clr>
        </p15:guide>
        <p15:guide id="4" orient="horz" pos="334">
          <p15:clr>
            <a:srgbClr val="F26B43"/>
          </p15:clr>
        </p15:guide>
        <p15:guide id="5" orient="horz" pos="1139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7D_5CB5F7A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A1_82A7EFC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A2_E901CC46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2157412" y="1443691"/>
            <a:ext cx="9483725" cy="741309"/>
          </a:xfrm>
        </p:spPr>
        <p:txBody>
          <a:bodyPr>
            <a:normAutofit/>
          </a:bodyPr>
          <a:lstStyle/>
          <a:p>
            <a:r>
              <a:rPr lang="en-US"/>
              <a:t>Remote CARI (rCARI) Validation Study</a:t>
            </a:r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2157412" y="2816084"/>
            <a:ext cx="8765692" cy="516836"/>
          </a:xfrm>
        </p:spPr>
        <p:txBody>
          <a:bodyPr/>
          <a:lstStyle/>
          <a:p>
            <a:pPr algn="ctr"/>
            <a:r>
              <a:rPr lang="en-US" b="1"/>
              <a:t>Presentation to BHA – (Methodology &amp; Sampling)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960D791-EF6F-FAB9-1B34-8EAE26F020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3225" y="-363287"/>
            <a:ext cx="1202647" cy="32070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3CD270A-9458-E7A9-9B9B-7F70A19E11F1}"/>
              </a:ext>
            </a:extLst>
          </p:cNvPr>
          <p:cNvSpPr txBox="1"/>
          <p:nvPr/>
        </p:nvSpPr>
        <p:spPr>
          <a:xfrm>
            <a:off x="2157412" y="5888737"/>
            <a:ext cx="9483726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b="1">
                <a:solidFill>
                  <a:srgbClr val="0070BA"/>
                </a:solidFill>
                <a:latin typeface="Open Sans"/>
                <a:ea typeface="Open Sans"/>
                <a:cs typeface="Open Sans"/>
              </a:rPr>
              <a:t>RAM-N – </a:t>
            </a:r>
            <a:r>
              <a:rPr lang="en-US" b="1" err="1">
                <a:solidFill>
                  <a:srgbClr val="0070BA"/>
                </a:solidFill>
                <a:latin typeface="Open Sans"/>
                <a:ea typeface="Open Sans"/>
                <a:cs typeface="Open Sans"/>
              </a:rPr>
              <a:t>rCARI</a:t>
            </a:r>
            <a:r>
              <a:rPr lang="en-US" b="1">
                <a:solidFill>
                  <a:srgbClr val="0070BA"/>
                </a:solidFill>
                <a:latin typeface="Open Sans"/>
                <a:ea typeface="Open Sans"/>
                <a:cs typeface="Open Sans"/>
              </a:rPr>
              <a:t> Team | Nov 2023</a:t>
            </a:r>
          </a:p>
        </p:txBody>
      </p:sp>
    </p:spTree>
    <p:extLst>
      <p:ext uri="{BB962C8B-B14F-4D97-AF65-F5344CB8AC3E}">
        <p14:creationId xmlns:p14="http://schemas.microsoft.com/office/powerpoint/2010/main" val="35451663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505D0D-7CB2-2242-BE0E-B72CE5E5E8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2199" y="1741239"/>
            <a:ext cx="10548937" cy="4244010"/>
          </a:xfrm>
          <a:ln w="28575">
            <a:noFill/>
          </a:ln>
        </p:spPr>
        <p:txBody>
          <a:bodyPr vert="horz" lIns="91440" tIns="45720" rIns="91440" bIns="45720" rtlCol="0" anchor="ctr">
            <a:noAutofit/>
          </a:bodyPr>
          <a:lstStyle/>
          <a:p>
            <a:pPr marL="0" indent="0">
              <a:spcAft>
                <a:spcPts val="800"/>
              </a:spcAft>
              <a:buNone/>
            </a:pPr>
            <a:r>
              <a:rPr lang="en-GB" sz="2400" dirty="0">
                <a:solidFill>
                  <a:srgbClr val="0070BA"/>
                </a:solidFill>
                <a:latin typeface="Open Sans"/>
                <a:ea typeface="MS Mincho"/>
                <a:cs typeface="Times New Roman"/>
              </a:rPr>
              <a:t>The rCARI Team (WFP-HQ) has initially called the study a “Randomized Control Trial - RCT” based on the recommendation of the Advisory Board. </a:t>
            </a:r>
          </a:p>
          <a:p>
            <a:pPr marL="0" indent="0">
              <a:spcAft>
                <a:spcPts val="800"/>
              </a:spcAft>
              <a:buNone/>
            </a:pPr>
            <a:r>
              <a:rPr lang="en-GB" sz="2400" dirty="0">
                <a:solidFill>
                  <a:srgbClr val="0070BA"/>
                </a:solidFill>
                <a:latin typeface="Open Sans"/>
                <a:ea typeface="MS Mincho"/>
                <a:cs typeface="Times New Roman"/>
              </a:rPr>
              <a:t>The appropriateness of the “RCT” was questioned </a:t>
            </a:r>
            <a:r>
              <a:rPr lang="en-US" altLang="zh-CN" sz="2400" dirty="0">
                <a:solidFill>
                  <a:srgbClr val="0070BA"/>
                </a:solidFill>
                <a:latin typeface="Open Sans"/>
                <a:ea typeface="MS Mincho"/>
                <a:cs typeface="Times New Roman"/>
              </a:rPr>
              <a:t>since</a:t>
            </a:r>
            <a:r>
              <a:rPr lang="zh-CN" altLang="en-US" sz="2400" dirty="0">
                <a:solidFill>
                  <a:srgbClr val="0070BA"/>
                </a:solidFill>
                <a:latin typeface="Open Sans"/>
                <a:ea typeface="MS Mincho"/>
                <a:cs typeface="Times New Roman"/>
              </a:rPr>
              <a:t> </a:t>
            </a:r>
            <a:r>
              <a:rPr lang="en-GB" altLang="zh-CN" sz="2400" dirty="0">
                <a:solidFill>
                  <a:srgbClr val="0070BA"/>
                </a:solidFill>
                <a:latin typeface="Open Sans"/>
                <a:ea typeface="MS Mincho"/>
                <a:cs typeface="Times New Roman"/>
              </a:rPr>
              <a:t>n</a:t>
            </a:r>
            <a:r>
              <a:rPr lang="en-GB" sz="2400" dirty="0">
                <a:solidFill>
                  <a:srgbClr val="0070BA"/>
                </a:solidFill>
                <a:latin typeface="Open Sans"/>
                <a:ea typeface="MS Mincho"/>
                <a:cs typeface="Times New Roman"/>
              </a:rPr>
              <a:t>o treatment was administered.</a:t>
            </a:r>
          </a:p>
          <a:p>
            <a:pPr marL="0" indent="0">
              <a:spcAft>
                <a:spcPts val="800"/>
              </a:spcAft>
              <a:buNone/>
            </a:pPr>
            <a:r>
              <a:rPr lang="en-GB" sz="2400" dirty="0">
                <a:solidFill>
                  <a:srgbClr val="0070BA"/>
                </a:solidFill>
                <a:latin typeface="Open Sans"/>
                <a:ea typeface="MS Mincho"/>
                <a:cs typeface="Times New Roman"/>
              </a:rPr>
              <a:t>After a wide consultation, the name has been revised as a </a:t>
            </a:r>
            <a:r>
              <a:rPr lang="en-GB" sz="2400" b="1" dirty="0">
                <a:solidFill>
                  <a:srgbClr val="C00000"/>
                </a:solidFill>
                <a:latin typeface="Open Sans"/>
                <a:ea typeface="MS Mincho"/>
                <a:cs typeface="Times New Roman"/>
              </a:rPr>
              <a:t>“Survey Experiment” with stratified sample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999FF3-0E37-AD51-18F7-3D20C12981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2200" y="668994"/>
            <a:ext cx="10548938" cy="1288256"/>
          </a:xfrm>
        </p:spPr>
        <p:txBody>
          <a:bodyPr/>
          <a:lstStyle/>
          <a:p>
            <a:r>
              <a:rPr lang="en-GB"/>
              <a:t>How to Name the Study Methodology…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043CEEA-DFD5-78AB-FD60-97153E800C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3225" y="-363287"/>
            <a:ext cx="1202647" cy="320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16626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le 1">
            <a:extLst>
              <a:ext uri="{FF2B5EF4-FFF2-40B4-BE49-F238E27FC236}">
                <a16:creationId xmlns:a16="http://schemas.microsoft.com/office/drawing/2014/main" id="{C4793960-97FD-5AE3-34FE-71F229830B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9050" y="503652"/>
            <a:ext cx="10548938" cy="589632"/>
          </a:xfrm>
        </p:spPr>
        <p:txBody>
          <a:bodyPr/>
          <a:lstStyle/>
          <a:p>
            <a:r>
              <a:rPr lang="en-GB" sz="2800"/>
              <a:t>Overall sampling study framework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E38E157E-9C65-A98C-96E1-3A5B02677050}"/>
              </a:ext>
            </a:extLst>
          </p:cNvPr>
          <p:cNvGrpSpPr/>
          <p:nvPr/>
        </p:nvGrpSpPr>
        <p:grpSpPr>
          <a:xfrm>
            <a:off x="1099050" y="1216057"/>
            <a:ext cx="3735699" cy="4898811"/>
            <a:chOff x="5723977" y="612806"/>
            <a:chExt cx="3951252" cy="5481706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1A9537D8-FEDC-7DAD-326B-0092854B784E}"/>
                </a:ext>
              </a:extLst>
            </p:cNvPr>
            <p:cNvGrpSpPr/>
            <p:nvPr/>
          </p:nvGrpSpPr>
          <p:grpSpPr>
            <a:xfrm>
              <a:off x="5723977" y="612806"/>
              <a:ext cx="3951252" cy="5481706"/>
              <a:chOff x="3305984" y="1659716"/>
              <a:chExt cx="2247224" cy="3515517"/>
            </a:xfrm>
          </p:grpSpPr>
          <p:grpSp>
            <p:nvGrpSpPr>
              <p:cNvPr id="33" name="Group 32">
                <a:extLst>
                  <a:ext uri="{FF2B5EF4-FFF2-40B4-BE49-F238E27FC236}">
                    <a16:creationId xmlns:a16="http://schemas.microsoft.com/office/drawing/2014/main" id="{9C4BB999-9E01-1EB5-1360-EF1C553C6015}"/>
                  </a:ext>
                </a:extLst>
              </p:cNvPr>
              <p:cNvGrpSpPr/>
              <p:nvPr/>
            </p:nvGrpSpPr>
            <p:grpSpPr>
              <a:xfrm>
                <a:off x="3305984" y="1659716"/>
                <a:ext cx="2247224" cy="2557526"/>
                <a:chOff x="22475" y="-49666"/>
                <a:chExt cx="2130847" cy="2749452"/>
              </a:xfrm>
            </p:grpSpPr>
            <p:sp>
              <p:nvSpPr>
                <p:cNvPr id="37" name="Text Box 8">
                  <a:extLst>
                    <a:ext uri="{FF2B5EF4-FFF2-40B4-BE49-F238E27FC236}">
                      <a16:creationId xmlns:a16="http://schemas.microsoft.com/office/drawing/2014/main" id="{59951E4A-A0D0-E196-16B5-92DCB36CA4B0}"/>
                    </a:ext>
                  </a:extLst>
                </p:cNvPr>
                <p:cNvSpPr txBox="1"/>
                <p:nvPr/>
              </p:nvSpPr>
              <p:spPr>
                <a:xfrm>
                  <a:off x="22476" y="2418360"/>
                  <a:ext cx="2130845" cy="281426"/>
                </a:xfrm>
                <a:prstGeom prst="rect">
                  <a:avLst/>
                </a:prstGeom>
                <a:solidFill>
                  <a:srgbClr val="0070BA"/>
                </a:solidFill>
                <a:ln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107000"/>
                    </a:lnSpc>
                    <a:spcAft>
                      <a:spcPts val="400"/>
                    </a:spcAft>
                  </a:pPr>
                  <a:r>
                    <a:rPr lang="en-GB" sz="1600">
                      <a:effectLst/>
                      <a:latin typeface="Open Sans" pitchFamily="2" charset="0"/>
                      <a:ea typeface="Open Sans" pitchFamily="2" charset="0"/>
                      <a:cs typeface="Open Sans" pitchFamily="2" charset="0"/>
                    </a:rPr>
                    <a:t>Sampled Households</a:t>
                  </a:r>
                </a:p>
              </p:txBody>
            </p:sp>
            <p:sp>
              <p:nvSpPr>
                <p:cNvPr id="38" name="Text Box 2">
                  <a:extLst>
                    <a:ext uri="{FF2B5EF4-FFF2-40B4-BE49-F238E27FC236}">
                      <a16:creationId xmlns:a16="http://schemas.microsoft.com/office/drawing/2014/main" id="{0CC1B5F0-5A5A-0776-24DC-5B2460774B78}"/>
                    </a:ext>
                  </a:extLst>
                </p:cNvPr>
                <p:cNvSpPr txBox="1"/>
                <p:nvPr/>
              </p:nvSpPr>
              <p:spPr>
                <a:xfrm>
                  <a:off x="22475" y="-49666"/>
                  <a:ext cx="2130847" cy="281426"/>
                </a:xfrm>
                <a:prstGeom prst="rect">
                  <a:avLst/>
                </a:prstGeom>
                <a:solidFill>
                  <a:srgbClr val="0070BA"/>
                </a:solidFill>
                <a:ln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107000"/>
                    </a:lnSpc>
                    <a:spcAft>
                      <a:spcPts val="400"/>
                    </a:spcAft>
                  </a:pPr>
                  <a:r>
                    <a:rPr lang="en-GB" sz="1600">
                      <a:effectLst/>
                      <a:latin typeface="Open Sans" pitchFamily="2" charset="0"/>
                      <a:ea typeface="Open Sans" pitchFamily="2" charset="0"/>
                      <a:cs typeface="Open Sans" pitchFamily="2" charset="0"/>
                    </a:rPr>
                    <a:t>Study Country</a:t>
                  </a:r>
                </a:p>
              </p:txBody>
            </p:sp>
            <p:sp>
              <p:nvSpPr>
                <p:cNvPr id="39" name="Text Box 4">
                  <a:extLst>
                    <a:ext uri="{FF2B5EF4-FFF2-40B4-BE49-F238E27FC236}">
                      <a16:creationId xmlns:a16="http://schemas.microsoft.com/office/drawing/2014/main" id="{65336CBF-68AF-ED80-E1B9-2035518D0243}"/>
                    </a:ext>
                  </a:extLst>
                </p:cNvPr>
                <p:cNvSpPr txBox="1"/>
                <p:nvPr/>
              </p:nvSpPr>
              <p:spPr>
                <a:xfrm>
                  <a:off x="22475" y="1144675"/>
                  <a:ext cx="2130846" cy="284306"/>
                </a:xfrm>
                <a:prstGeom prst="rect">
                  <a:avLst/>
                </a:prstGeom>
                <a:solidFill>
                  <a:srgbClr val="0070BA"/>
                </a:solidFill>
                <a:ln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107000"/>
                    </a:lnSpc>
                    <a:spcAft>
                      <a:spcPts val="400"/>
                    </a:spcAft>
                  </a:pPr>
                  <a:r>
                    <a:rPr lang="en-GB" sz="1600">
                      <a:effectLst/>
                      <a:latin typeface="Open Sans" pitchFamily="2" charset="0"/>
                      <a:ea typeface="Open Sans" pitchFamily="2" charset="0"/>
                      <a:cs typeface="Open Sans" pitchFamily="2" charset="0"/>
                    </a:rPr>
                    <a:t>ADMIN2 Districts</a:t>
                  </a:r>
                </a:p>
              </p:txBody>
            </p:sp>
            <p:sp>
              <p:nvSpPr>
                <p:cNvPr id="40" name="Text Box 3">
                  <a:extLst>
                    <a:ext uri="{FF2B5EF4-FFF2-40B4-BE49-F238E27FC236}">
                      <a16:creationId xmlns:a16="http://schemas.microsoft.com/office/drawing/2014/main" id="{895A042B-6050-B9A6-ABD3-AA478E83998E}"/>
                    </a:ext>
                  </a:extLst>
                </p:cNvPr>
                <p:cNvSpPr txBox="1"/>
                <p:nvPr/>
              </p:nvSpPr>
              <p:spPr>
                <a:xfrm>
                  <a:off x="22475" y="532827"/>
                  <a:ext cx="2130846" cy="286832"/>
                </a:xfrm>
                <a:prstGeom prst="rect">
                  <a:avLst/>
                </a:prstGeom>
                <a:solidFill>
                  <a:srgbClr val="0070BA"/>
                </a:solidFill>
                <a:ln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107000"/>
                    </a:lnSpc>
                    <a:spcAft>
                      <a:spcPts val="400"/>
                    </a:spcAft>
                  </a:pPr>
                  <a:r>
                    <a:rPr lang="en-GB" sz="1600">
                      <a:effectLst/>
                      <a:latin typeface="Open Sans" pitchFamily="2" charset="0"/>
                      <a:ea typeface="Open Sans" pitchFamily="2" charset="0"/>
                      <a:cs typeface="Open Sans" pitchFamily="2" charset="0"/>
                    </a:rPr>
                    <a:t>Livelihood Zones/ADMIN1 Areas </a:t>
                  </a:r>
                </a:p>
              </p:txBody>
            </p:sp>
            <p:sp>
              <p:nvSpPr>
                <p:cNvPr id="41" name="Text Box 6">
                  <a:extLst>
                    <a:ext uri="{FF2B5EF4-FFF2-40B4-BE49-F238E27FC236}">
                      <a16:creationId xmlns:a16="http://schemas.microsoft.com/office/drawing/2014/main" id="{B30CA372-826E-1089-BEC4-84BED199A326}"/>
                    </a:ext>
                  </a:extLst>
                </p:cNvPr>
                <p:cNvSpPr txBox="1"/>
                <p:nvPr/>
              </p:nvSpPr>
              <p:spPr>
                <a:xfrm>
                  <a:off x="22475" y="1812799"/>
                  <a:ext cx="2130846" cy="284306"/>
                </a:xfrm>
                <a:prstGeom prst="rect">
                  <a:avLst/>
                </a:prstGeom>
                <a:solidFill>
                  <a:srgbClr val="0070BA"/>
                </a:solidFill>
                <a:ln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107000"/>
                    </a:lnSpc>
                    <a:spcAft>
                      <a:spcPts val="400"/>
                    </a:spcAft>
                  </a:pPr>
                  <a:r>
                    <a:rPr lang="en-GB" sz="1600" dirty="0">
                      <a:effectLst/>
                      <a:latin typeface="Open Sans" pitchFamily="2" charset="0"/>
                      <a:ea typeface="Open Sans" pitchFamily="2" charset="0"/>
                      <a:cs typeface="Open Sans" pitchFamily="2" charset="0"/>
                    </a:rPr>
                    <a:t>ADMIN5 Villages/Communities</a:t>
                  </a:r>
                </a:p>
              </p:txBody>
            </p:sp>
          </p:grpSp>
          <p:grpSp>
            <p:nvGrpSpPr>
              <p:cNvPr id="34" name="Group 33">
                <a:extLst>
                  <a:ext uri="{FF2B5EF4-FFF2-40B4-BE49-F238E27FC236}">
                    <a16:creationId xmlns:a16="http://schemas.microsoft.com/office/drawing/2014/main" id="{19CE0719-A6D7-AD34-C07D-5801498B216C}"/>
                  </a:ext>
                </a:extLst>
              </p:cNvPr>
              <p:cNvGrpSpPr/>
              <p:nvPr/>
            </p:nvGrpSpPr>
            <p:grpSpPr>
              <a:xfrm>
                <a:off x="3320268" y="4515486"/>
                <a:ext cx="2209955" cy="659747"/>
                <a:chOff x="-59863" y="-112530"/>
                <a:chExt cx="2232006" cy="649938"/>
              </a:xfrm>
            </p:grpSpPr>
            <p:sp>
              <p:nvSpPr>
                <p:cNvPr id="35" name="Speech Bubble: Rectangle with Corners Rounded 20">
                  <a:extLst>
                    <a:ext uri="{FF2B5EF4-FFF2-40B4-BE49-F238E27FC236}">
                      <a16:creationId xmlns:a16="http://schemas.microsoft.com/office/drawing/2014/main" id="{BB808EB3-2860-A031-B15A-3BE8661F9E66}"/>
                    </a:ext>
                  </a:extLst>
                </p:cNvPr>
                <p:cNvSpPr/>
                <p:nvPr/>
              </p:nvSpPr>
              <p:spPr>
                <a:xfrm>
                  <a:off x="1366427" y="-112530"/>
                  <a:ext cx="805716" cy="641250"/>
                </a:xfrm>
                <a:prstGeom prst="wedgeRoundRectCallout">
                  <a:avLst>
                    <a:gd name="adj1" fmla="val -20611"/>
                    <a:gd name="adj2" fmla="val 49015"/>
                    <a:gd name="adj3" fmla="val 16667"/>
                  </a:avLst>
                </a:prstGeom>
                <a:solidFill>
                  <a:srgbClr val="92D050"/>
                </a:solidFill>
                <a:ln>
                  <a:noFill/>
                </a:ln>
              </p:spPr>
              <p:style>
                <a:lnRef idx="2">
                  <a:schemeClr val="accent5"/>
                </a:lnRef>
                <a:fillRef idx="1">
                  <a:schemeClr val="lt1"/>
                </a:fillRef>
                <a:effectRef idx="0">
                  <a:schemeClr val="accent5"/>
                </a:effectRef>
                <a:fontRef idx="minor">
                  <a:schemeClr val="dk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107000"/>
                    </a:lnSpc>
                    <a:spcAft>
                      <a:spcPts val="800"/>
                    </a:spcAft>
                  </a:pPr>
                  <a:r>
                    <a:rPr lang="en-GB" sz="1600">
                      <a:latin typeface="Open Sans" pitchFamily="2" charset="0"/>
                      <a:ea typeface="Open Sans" pitchFamily="2" charset="0"/>
                      <a:cs typeface="Open Sans" pitchFamily="2" charset="0"/>
                    </a:rPr>
                    <a:t>rCARI Sample</a:t>
                  </a:r>
                </a:p>
                <a:p>
                  <a:pPr algn="ctr">
                    <a:lnSpc>
                      <a:spcPct val="107000"/>
                    </a:lnSpc>
                    <a:spcAft>
                      <a:spcPts val="800"/>
                    </a:spcAft>
                  </a:pPr>
                  <a:r>
                    <a:rPr lang="en-GB" sz="1600">
                      <a:latin typeface="Open Sans" pitchFamily="2" charset="0"/>
                      <a:ea typeface="Open Sans" pitchFamily="2" charset="0"/>
                      <a:cs typeface="Open Sans" pitchFamily="2" charset="0"/>
                    </a:rPr>
                    <a:t>(Remote)</a:t>
                  </a:r>
                </a:p>
              </p:txBody>
            </p:sp>
            <p:sp>
              <p:nvSpPr>
                <p:cNvPr id="36" name="Speech Bubble: Rectangle with Corners Rounded 21">
                  <a:extLst>
                    <a:ext uri="{FF2B5EF4-FFF2-40B4-BE49-F238E27FC236}">
                      <a16:creationId xmlns:a16="http://schemas.microsoft.com/office/drawing/2014/main" id="{D879221F-C7B5-9622-E795-4CBC182F9A7D}"/>
                    </a:ext>
                  </a:extLst>
                </p:cNvPr>
                <p:cNvSpPr/>
                <p:nvPr/>
              </p:nvSpPr>
              <p:spPr>
                <a:xfrm>
                  <a:off x="-59863" y="-103842"/>
                  <a:ext cx="805716" cy="641250"/>
                </a:xfrm>
                <a:prstGeom prst="wedgeRoundRectCallout">
                  <a:avLst>
                    <a:gd name="adj1" fmla="val -2846"/>
                    <a:gd name="adj2" fmla="val 245"/>
                    <a:gd name="adj3" fmla="val 16667"/>
                  </a:avLst>
                </a:prstGeom>
                <a:solidFill>
                  <a:srgbClr val="FFC000"/>
                </a:solidFill>
                <a:ln>
                  <a:noFill/>
                </a:ln>
              </p:spPr>
              <p:style>
                <a:lnRef idx="2">
                  <a:schemeClr val="accent5"/>
                </a:lnRef>
                <a:fillRef idx="1">
                  <a:schemeClr val="lt1"/>
                </a:fillRef>
                <a:effectRef idx="0">
                  <a:schemeClr val="accent5"/>
                </a:effectRef>
                <a:fontRef idx="minor">
                  <a:schemeClr val="dk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107000"/>
                    </a:lnSpc>
                    <a:spcAft>
                      <a:spcPts val="800"/>
                    </a:spcAft>
                  </a:pPr>
                  <a:r>
                    <a:rPr lang="en-GB" sz="1600">
                      <a:latin typeface="Open Sans" pitchFamily="2" charset="0"/>
                      <a:ea typeface="Open Sans" pitchFamily="2" charset="0"/>
                      <a:cs typeface="Open Sans" pitchFamily="2" charset="0"/>
                    </a:rPr>
                    <a:t>CARI Sample</a:t>
                  </a:r>
                </a:p>
                <a:p>
                  <a:pPr algn="ctr">
                    <a:lnSpc>
                      <a:spcPct val="107000"/>
                    </a:lnSpc>
                    <a:spcAft>
                      <a:spcPts val="800"/>
                    </a:spcAft>
                  </a:pPr>
                  <a:r>
                    <a:rPr lang="en-GB" sz="1600">
                      <a:latin typeface="Open Sans" pitchFamily="2" charset="0"/>
                      <a:ea typeface="Open Sans" pitchFamily="2" charset="0"/>
                      <a:cs typeface="Open Sans" pitchFamily="2" charset="0"/>
                    </a:rPr>
                    <a:t>(F2F)</a:t>
                  </a:r>
                </a:p>
              </p:txBody>
            </p:sp>
          </p:grpSp>
        </p:grpSp>
        <p:sp>
          <p:nvSpPr>
            <p:cNvPr id="26" name="Down Arrow 25">
              <a:extLst>
                <a:ext uri="{FF2B5EF4-FFF2-40B4-BE49-F238E27FC236}">
                  <a16:creationId xmlns:a16="http://schemas.microsoft.com/office/drawing/2014/main" id="{3C86C5BF-CF9C-570F-EC1C-A843832B94C3}"/>
                </a:ext>
              </a:extLst>
            </p:cNvPr>
            <p:cNvSpPr/>
            <p:nvPr/>
          </p:nvSpPr>
          <p:spPr>
            <a:xfrm>
              <a:off x="7553487" y="1007810"/>
              <a:ext cx="289291" cy="445561"/>
            </a:xfrm>
            <a:prstGeom prst="downArrow">
              <a:avLst/>
            </a:prstGeom>
            <a:solidFill>
              <a:schemeClr val="accent5">
                <a:lumMod val="75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Open Sans" pitchFamily="2" charset="0"/>
                <a:ea typeface="Open Sans" pitchFamily="2" charset="0"/>
                <a:cs typeface="Open Sans" pitchFamily="2" charset="0"/>
              </a:endParaRPr>
            </a:p>
          </p:txBody>
        </p:sp>
        <p:sp>
          <p:nvSpPr>
            <p:cNvPr id="27" name="Down Arrow 26">
              <a:extLst>
                <a:ext uri="{FF2B5EF4-FFF2-40B4-BE49-F238E27FC236}">
                  <a16:creationId xmlns:a16="http://schemas.microsoft.com/office/drawing/2014/main" id="{521CBA65-E34D-98D1-41FC-709C1AD3DE26}"/>
                </a:ext>
              </a:extLst>
            </p:cNvPr>
            <p:cNvSpPr/>
            <p:nvPr/>
          </p:nvSpPr>
          <p:spPr>
            <a:xfrm>
              <a:off x="7553487" y="1861217"/>
              <a:ext cx="289292" cy="485316"/>
            </a:xfrm>
            <a:prstGeom prst="downArrow">
              <a:avLst/>
            </a:prstGeom>
            <a:solidFill>
              <a:schemeClr val="accent5">
                <a:lumMod val="75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Open Sans" pitchFamily="2" charset="0"/>
                <a:ea typeface="Open Sans" pitchFamily="2" charset="0"/>
                <a:cs typeface="Open Sans" pitchFamily="2" charset="0"/>
              </a:endParaRPr>
            </a:p>
          </p:txBody>
        </p:sp>
        <p:sp>
          <p:nvSpPr>
            <p:cNvPr id="28" name="Down Arrow 27">
              <a:extLst>
                <a:ext uri="{FF2B5EF4-FFF2-40B4-BE49-F238E27FC236}">
                  <a16:creationId xmlns:a16="http://schemas.microsoft.com/office/drawing/2014/main" id="{59470B56-86E1-968A-73DE-36249E5C1F53}"/>
                </a:ext>
              </a:extLst>
            </p:cNvPr>
            <p:cNvSpPr/>
            <p:nvPr/>
          </p:nvSpPr>
          <p:spPr>
            <a:xfrm>
              <a:off x="7550548" y="2743929"/>
              <a:ext cx="292230" cy="572466"/>
            </a:xfrm>
            <a:prstGeom prst="downArrow">
              <a:avLst/>
            </a:prstGeom>
            <a:solidFill>
              <a:schemeClr val="accent5">
                <a:lumMod val="75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Open Sans" pitchFamily="2" charset="0"/>
                <a:ea typeface="Open Sans" pitchFamily="2" charset="0"/>
                <a:cs typeface="Open Sans" pitchFamily="2" charset="0"/>
              </a:endParaRPr>
            </a:p>
          </p:txBody>
        </p:sp>
        <p:sp>
          <p:nvSpPr>
            <p:cNvPr id="29" name="Down Arrow 28">
              <a:extLst>
                <a:ext uri="{FF2B5EF4-FFF2-40B4-BE49-F238E27FC236}">
                  <a16:creationId xmlns:a16="http://schemas.microsoft.com/office/drawing/2014/main" id="{1AD61D74-5E0B-AD45-3316-0A46DC580CC4}"/>
                </a:ext>
              </a:extLst>
            </p:cNvPr>
            <p:cNvSpPr/>
            <p:nvPr/>
          </p:nvSpPr>
          <p:spPr>
            <a:xfrm>
              <a:off x="7550548" y="3729101"/>
              <a:ext cx="292230" cy="477007"/>
            </a:xfrm>
            <a:prstGeom prst="downArrow">
              <a:avLst/>
            </a:prstGeom>
            <a:solidFill>
              <a:schemeClr val="accent5">
                <a:lumMod val="75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Open Sans" pitchFamily="2" charset="0"/>
                <a:ea typeface="Open Sans" pitchFamily="2" charset="0"/>
                <a:cs typeface="Open Sans" pitchFamily="2" charset="0"/>
              </a:endParaRPr>
            </a:p>
          </p:txBody>
        </p: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AE1CC0D0-63A7-4112-CD73-0564B18711DB}"/>
                </a:ext>
              </a:extLst>
            </p:cNvPr>
            <p:cNvGrpSpPr/>
            <p:nvPr/>
          </p:nvGrpSpPr>
          <p:grpSpPr>
            <a:xfrm>
              <a:off x="7186187" y="4603289"/>
              <a:ext cx="978633" cy="1132602"/>
              <a:chOff x="7254029" y="4729370"/>
              <a:chExt cx="978633" cy="1132602"/>
            </a:xfrm>
            <a:solidFill>
              <a:schemeClr val="accent5">
                <a:lumMod val="75000"/>
              </a:schemeClr>
            </a:solidFill>
          </p:grpSpPr>
          <p:sp>
            <p:nvSpPr>
              <p:cNvPr id="31" name="Bent-Up Arrow 30">
                <a:extLst>
                  <a:ext uri="{FF2B5EF4-FFF2-40B4-BE49-F238E27FC236}">
                    <a16:creationId xmlns:a16="http://schemas.microsoft.com/office/drawing/2014/main" id="{7D22D578-5BC9-6DE0-6203-06618DE59981}"/>
                  </a:ext>
                </a:extLst>
              </p:cNvPr>
              <p:cNvSpPr/>
              <p:nvPr/>
            </p:nvSpPr>
            <p:spPr>
              <a:xfrm rot="5400000">
                <a:off x="7392762" y="5022069"/>
                <a:ext cx="1132600" cy="547201"/>
              </a:xfrm>
              <a:prstGeom prst="bentUpArrow">
                <a:avLst/>
              </a:prstGeom>
              <a:grpFill/>
              <a:ln w="2857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Open Sans" pitchFamily="2" charset="0"/>
                  <a:ea typeface="Open Sans" pitchFamily="2" charset="0"/>
                  <a:cs typeface="Open Sans" pitchFamily="2" charset="0"/>
                </a:endParaRPr>
              </a:p>
            </p:txBody>
          </p:sp>
          <p:sp>
            <p:nvSpPr>
              <p:cNvPr id="32" name="Bent-Up Arrow 31">
                <a:extLst>
                  <a:ext uri="{FF2B5EF4-FFF2-40B4-BE49-F238E27FC236}">
                    <a16:creationId xmlns:a16="http://schemas.microsoft.com/office/drawing/2014/main" id="{922C85A8-C9EF-DCA4-1334-77CC8EDA6C69}"/>
                  </a:ext>
                </a:extLst>
              </p:cNvPr>
              <p:cNvSpPr/>
              <p:nvPr/>
            </p:nvSpPr>
            <p:spPr>
              <a:xfrm rot="5400000" flipV="1">
                <a:off x="6961330" y="5022070"/>
                <a:ext cx="1132601" cy="547203"/>
              </a:xfrm>
              <a:prstGeom prst="bentUpArrow">
                <a:avLst/>
              </a:prstGeom>
              <a:grpFill/>
              <a:ln w="2857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Open Sans" pitchFamily="2" charset="0"/>
                  <a:ea typeface="Open Sans" pitchFamily="2" charset="0"/>
                  <a:cs typeface="Open Sans" pitchFamily="2" charset="0"/>
                </a:endParaRPr>
              </a:p>
            </p:txBody>
          </p:sp>
        </p:grp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EBB5E32F-3215-F2EB-9BAA-F31E77A187B6}"/>
              </a:ext>
            </a:extLst>
          </p:cNvPr>
          <p:cNvGrpSpPr/>
          <p:nvPr/>
        </p:nvGrpSpPr>
        <p:grpSpPr>
          <a:xfrm>
            <a:off x="5145700" y="1862894"/>
            <a:ext cx="6502288" cy="4078543"/>
            <a:chOff x="5145700" y="1862894"/>
            <a:chExt cx="6502288" cy="4078543"/>
          </a:xfrm>
        </p:grpSpPr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13A9A4C2-AF48-E7AE-E339-BDDBA4D3F846}"/>
                </a:ext>
              </a:extLst>
            </p:cNvPr>
            <p:cNvSpPr txBox="1"/>
            <p:nvPr/>
          </p:nvSpPr>
          <p:spPr>
            <a:xfrm>
              <a:off x="5145700" y="1862894"/>
              <a:ext cx="650228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400">
                  <a:solidFill>
                    <a:srgbClr val="0070BA"/>
                  </a:solidFill>
                  <a:effectLst/>
                  <a:latin typeface="Open Sans" pitchFamily="2" charset="0"/>
                  <a:ea typeface="Open Sans" pitchFamily="2" charset="0"/>
                  <a:cs typeface="Open Sans" pitchFamily="2" charset="0"/>
                </a:rPr>
                <a:t>Simple random sampling to select </a:t>
              </a:r>
              <a:r>
                <a:rPr lang="en-GB" sz="1400" b="1">
                  <a:solidFill>
                    <a:srgbClr val="0070BA"/>
                  </a:solidFill>
                  <a:effectLst/>
                  <a:latin typeface="Open Sans" pitchFamily="2" charset="0"/>
                  <a:ea typeface="Open Sans" pitchFamily="2" charset="0"/>
                  <a:cs typeface="Open Sans" pitchFamily="2" charset="0"/>
                </a:rPr>
                <a:t>at least 2 regions /livelihood zones </a:t>
              </a:r>
              <a:r>
                <a:rPr lang="en-GB" sz="1400">
                  <a:solidFill>
                    <a:srgbClr val="0070BA"/>
                  </a:solidFill>
                  <a:effectLst/>
                  <a:latin typeface="Open Sans" pitchFamily="2" charset="0"/>
                  <a:ea typeface="Open Sans" pitchFamily="2" charset="0"/>
                  <a:cs typeface="Open Sans" pitchFamily="2" charset="0"/>
                </a:rPr>
                <a:t>based on the food security situation.</a:t>
              </a:r>
              <a:endParaRPr lang="en-GB" sz="2400">
                <a:solidFill>
                  <a:srgbClr val="0070BA"/>
                </a:solidFill>
                <a:effectLst/>
                <a:latin typeface="Open Sans" pitchFamily="2" charset="0"/>
                <a:ea typeface="Open Sans" pitchFamily="2" charset="0"/>
                <a:cs typeface="Open Sans" pitchFamily="2" charset="0"/>
              </a:endParaRP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54E9F784-C66A-8A94-6FB9-2C61CFACEBBC}"/>
                </a:ext>
              </a:extLst>
            </p:cNvPr>
            <p:cNvSpPr txBox="1"/>
            <p:nvPr/>
          </p:nvSpPr>
          <p:spPr>
            <a:xfrm>
              <a:off x="5145700" y="2467031"/>
              <a:ext cx="6502288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400">
                  <a:solidFill>
                    <a:srgbClr val="0070BA"/>
                  </a:solidFill>
                  <a:latin typeface="Open Sans" pitchFamily="2" charset="0"/>
                  <a:ea typeface="Open Sans" pitchFamily="2" charset="0"/>
                  <a:cs typeface="Open Sans" pitchFamily="2" charset="0"/>
                </a:rPr>
                <a:t>Based on the number of regions selected, draw a list of districts from the selected regions and  select minimum of 4 districts. Equally distributed in the ADMIN1</a:t>
              </a:r>
              <a:endParaRPr lang="en-US" sz="1400">
                <a:solidFill>
                  <a:srgbClr val="0070BA"/>
                </a:solidFill>
                <a:latin typeface="Open Sans" pitchFamily="2" charset="0"/>
                <a:ea typeface="Open Sans" pitchFamily="2" charset="0"/>
                <a:cs typeface="Open Sans" pitchFamily="2" charset="0"/>
              </a:endParaRP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A4F7ED27-1AEF-E0A6-2FAA-F71CB48D0E7F}"/>
                </a:ext>
              </a:extLst>
            </p:cNvPr>
            <p:cNvSpPr txBox="1"/>
            <p:nvPr/>
          </p:nvSpPr>
          <p:spPr>
            <a:xfrm>
              <a:off x="5145700" y="3286612"/>
              <a:ext cx="6495438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400" dirty="0">
                  <a:solidFill>
                    <a:srgbClr val="0070BA"/>
                  </a:solidFill>
                  <a:effectLst/>
                  <a:latin typeface="Open Sans" pitchFamily="2" charset="0"/>
                  <a:ea typeface="Open Sans" pitchFamily="2" charset="0"/>
                  <a:cs typeface="Open Sans" pitchFamily="2" charset="0"/>
                </a:rPr>
                <a:t>Similarly, list all the smallest administrative units within the ADMIN2 (e.g., villages) and randomly select </a:t>
              </a:r>
              <a:r>
                <a:rPr lang="en-GB" sz="1400" b="1" dirty="0">
                  <a:solidFill>
                    <a:srgbClr val="0070BA"/>
                  </a:solidFill>
                  <a:effectLst/>
                  <a:latin typeface="Open Sans" pitchFamily="2" charset="0"/>
                  <a:ea typeface="Open Sans" pitchFamily="2" charset="0"/>
                  <a:cs typeface="Open Sans" pitchFamily="2" charset="0"/>
                </a:rPr>
                <a:t>20 ADMIN5 Units </a:t>
              </a:r>
              <a:r>
                <a:rPr lang="en-GB" sz="1400" dirty="0">
                  <a:solidFill>
                    <a:srgbClr val="0070BA"/>
                  </a:solidFill>
                  <a:effectLst/>
                  <a:latin typeface="Open Sans" pitchFamily="2" charset="0"/>
                  <a:ea typeface="Open Sans" pitchFamily="2" charset="0"/>
                  <a:cs typeface="Open Sans" pitchFamily="2" charset="0"/>
                </a:rPr>
                <a:t>as</a:t>
              </a:r>
              <a:r>
                <a:rPr lang="en-GB" sz="1400" b="1" dirty="0">
                  <a:solidFill>
                    <a:srgbClr val="0070BA"/>
                  </a:solidFill>
                  <a:effectLst/>
                  <a:latin typeface="Open Sans" pitchFamily="2" charset="0"/>
                  <a:ea typeface="Open Sans" pitchFamily="2" charset="0"/>
                  <a:cs typeface="Open Sans" pitchFamily="2" charset="0"/>
                </a:rPr>
                <a:t> primary sampling units or clusters (PSUs). </a:t>
              </a:r>
              <a:r>
                <a:rPr lang="en-GB" sz="1400" dirty="0">
                  <a:solidFill>
                    <a:srgbClr val="0070BA"/>
                  </a:solidFill>
                  <a:latin typeface="Open Sans" pitchFamily="2" charset="0"/>
                  <a:ea typeface="Open Sans" pitchFamily="2" charset="0"/>
                  <a:cs typeface="Open Sans" pitchFamily="2" charset="0"/>
                </a:rPr>
                <a:t>PSU inclusion will be based on mobile phone coverage and accessibility.</a:t>
              </a:r>
              <a:r>
                <a:rPr lang="en-GB" sz="1400" dirty="0">
                  <a:solidFill>
                    <a:srgbClr val="0070BA"/>
                  </a:solidFill>
                  <a:effectLst/>
                  <a:latin typeface="Open Sans" pitchFamily="2" charset="0"/>
                  <a:ea typeface="Open Sans" pitchFamily="2" charset="0"/>
                  <a:cs typeface="Open Sans" pitchFamily="2" charset="0"/>
                </a:rPr>
                <a:t> </a:t>
              </a:r>
              <a:endParaRPr lang="en-GB" sz="2400" dirty="0">
                <a:solidFill>
                  <a:srgbClr val="0070BA"/>
                </a:solidFill>
                <a:effectLst/>
                <a:latin typeface="Open Sans" pitchFamily="2" charset="0"/>
                <a:ea typeface="Open Sans" pitchFamily="2" charset="0"/>
                <a:cs typeface="Open Sans" pitchFamily="2" charset="0"/>
              </a:endParaRP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45D7D949-346B-78FA-6221-B88C609575FF}"/>
                </a:ext>
              </a:extLst>
            </p:cNvPr>
            <p:cNvSpPr txBox="1"/>
            <p:nvPr/>
          </p:nvSpPr>
          <p:spPr>
            <a:xfrm>
              <a:off x="5145700" y="4321637"/>
              <a:ext cx="6495438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400">
                  <a:solidFill>
                    <a:srgbClr val="0070BA"/>
                  </a:solidFill>
                  <a:effectLst/>
                  <a:latin typeface="Open Sans" pitchFamily="2" charset="0"/>
                  <a:ea typeface="Open Sans" pitchFamily="2" charset="0"/>
                  <a:cs typeface="Open Sans" pitchFamily="2" charset="0"/>
                </a:rPr>
                <a:t>The sampling frame will be all households </a:t>
              </a:r>
              <a:r>
                <a:rPr lang="en-GB" sz="1400">
                  <a:solidFill>
                    <a:srgbClr val="0070BA"/>
                  </a:solidFill>
                  <a:latin typeface="Open Sans" pitchFamily="2" charset="0"/>
                  <a:ea typeface="Open Sans" pitchFamily="2" charset="0"/>
                  <a:cs typeface="Open Sans" pitchFamily="2" charset="0"/>
                </a:rPr>
                <a:t>in each PSU. </a:t>
              </a:r>
              <a:r>
                <a:rPr lang="en-GB" sz="1400">
                  <a:solidFill>
                    <a:srgbClr val="0070BA"/>
                  </a:solidFill>
                  <a:effectLst/>
                  <a:latin typeface="Open Sans" pitchFamily="2" charset="0"/>
                  <a:ea typeface="Open Sans" pitchFamily="2" charset="0"/>
                  <a:cs typeface="Open Sans" pitchFamily="2" charset="0"/>
                </a:rPr>
                <a:t>In each </a:t>
              </a:r>
              <a:r>
                <a:rPr lang="en-GB" sz="1400" b="1">
                  <a:solidFill>
                    <a:srgbClr val="0070BA"/>
                  </a:solidFill>
                  <a:effectLst/>
                  <a:latin typeface="Open Sans" pitchFamily="2" charset="0"/>
                  <a:ea typeface="Open Sans" pitchFamily="2" charset="0"/>
                  <a:cs typeface="Open Sans" pitchFamily="2" charset="0"/>
                </a:rPr>
                <a:t>PSU, 100 households</a:t>
              </a:r>
              <a:r>
                <a:rPr lang="en-GB" sz="1400">
                  <a:solidFill>
                    <a:srgbClr val="0070BA"/>
                  </a:solidFill>
                  <a:effectLst/>
                  <a:latin typeface="Open Sans" pitchFamily="2" charset="0"/>
                  <a:ea typeface="Open Sans" pitchFamily="2" charset="0"/>
                  <a:cs typeface="Open Sans" pitchFamily="2" charset="0"/>
                </a:rPr>
                <a:t> will be randomly enlisted through a random walk </a:t>
              </a:r>
              <a:r>
                <a:rPr lang="en-GB" sz="1400">
                  <a:solidFill>
                    <a:srgbClr val="0070BA"/>
                  </a:solidFill>
                  <a:latin typeface="Open Sans" pitchFamily="2" charset="0"/>
                  <a:ea typeface="Open Sans" pitchFamily="2" charset="0"/>
                  <a:cs typeface="Open Sans" pitchFamily="2" charset="0"/>
                </a:rPr>
                <a:t>method</a:t>
              </a:r>
              <a:r>
                <a:rPr lang="en-GB" sz="1400">
                  <a:solidFill>
                    <a:srgbClr val="0070BA"/>
                  </a:solidFill>
                  <a:effectLst/>
                  <a:latin typeface="Open Sans" pitchFamily="2" charset="0"/>
                  <a:ea typeface="Open Sans" pitchFamily="2" charset="0"/>
                  <a:cs typeface="Open Sans" pitchFamily="2" charset="0"/>
                </a:rPr>
                <a:t>. Final sampled households (~ 2,000) will be randomized into two groups - </a:t>
              </a:r>
              <a:r>
                <a:rPr lang="en-GB" sz="1400" b="1">
                  <a:solidFill>
                    <a:srgbClr val="0070BA"/>
                  </a:solidFill>
                  <a:latin typeface="Open Sans" pitchFamily="2" charset="0"/>
                  <a:ea typeface="Open Sans" pitchFamily="2" charset="0"/>
                  <a:cs typeface="Open Sans" pitchFamily="2" charset="0"/>
                </a:rPr>
                <a:t>F2F Group </a:t>
              </a:r>
              <a:r>
                <a:rPr lang="en-GB" sz="1400">
                  <a:solidFill>
                    <a:srgbClr val="0070BA"/>
                  </a:solidFill>
                  <a:effectLst/>
                  <a:latin typeface="Open Sans" pitchFamily="2" charset="0"/>
                  <a:ea typeface="Open Sans" pitchFamily="2" charset="0"/>
                  <a:cs typeface="Open Sans" pitchFamily="2" charset="0"/>
                </a:rPr>
                <a:t>and </a:t>
              </a:r>
              <a:r>
                <a:rPr lang="en-GB" sz="1400" b="1">
                  <a:solidFill>
                    <a:srgbClr val="0070BA"/>
                  </a:solidFill>
                  <a:effectLst/>
                  <a:latin typeface="Open Sans" pitchFamily="2" charset="0"/>
                  <a:ea typeface="Open Sans" pitchFamily="2" charset="0"/>
                  <a:cs typeface="Open Sans" pitchFamily="2" charset="0"/>
                </a:rPr>
                <a:t>Remote Group</a:t>
              </a:r>
              <a:r>
                <a:rPr lang="en-GB" sz="1400">
                  <a:solidFill>
                    <a:srgbClr val="0070BA"/>
                  </a:solidFill>
                  <a:effectLst/>
                  <a:latin typeface="Open Sans" pitchFamily="2" charset="0"/>
                  <a:ea typeface="Open Sans" pitchFamily="2" charset="0"/>
                  <a:cs typeface="Open Sans" pitchFamily="2" charset="0"/>
                </a:rPr>
                <a:t>.</a:t>
              </a:r>
              <a:endParaRPr lang="en-GB" sz="2400">
                <a:solidFill>
                  <a:srgbClr val="0070BA"/>
                </a:solidFill>
                <a:effectLst/>
                <a:latin typeface="Open Sans" pitchFamily="2" charset="0"/>
                <a:ea typeface="Open Sans" pitchFamily="2" charset="0"/>
                <a:cs typeface="Open Sans" pitchFamily="2" charset="0"/>
              </a:endParaRP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8D916E63-3FCA-DA2B-5619-CFD4E9EDC946}"/>
                </a:ext>
              </a:extLst>
            </p:cNvPr>
            <p:cNvSpPr txBox="1"/>
            <p:nvPr/>
          </p:nvSpPr>
          <p:spPr>
            <a:xfrm>
              <a:off x="5145700" y="5356662"/>
              <a:ext cx="6495438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600" b="1">
                  <a:solidFill>
                    <a:schemeClr val="accent4"/>
                  </a:solidFill>
                  <a:effectLst/>
                  <a:latin typeface="Open Sans" pitchFamily="2" charset="0"/>
                  <a:ea typeface="Open Sans" pitchFamily="2" charset="0"/>
                  <a:cs typeface="Open Sans" pitchFamily="2" charset="0"/>
                </a:rPr>
                <a:t>CARI</a:t>
              </a:r>
              <a:r>
                <a:rPr lang="en-GB" sz="1600" b="1">
                  <a:effectLst/>
                  <a:latin typeface="Open Sans" pitchFamily="2" charset="0"/>
                  <a:ea typeface="Open Sans" pitchFamily="2" charset="0"/>
                  <a:cs typeface="Open Sans" pitchFamily="2" charset="0"/>
                </a:rPr>
                <a:t> </a:t>
              </a:r>
              <a:r>
                <a:rPr lang="en-GB" sz="1600" b="1">
                  <a:solidFill>
                    <a:schemeClr val="accent4"/>
                  </a:solidFill>
                  <a:effectLst/>
                  <a:latin typeface="Open Sans" pitchFamily="2" charset="0"/>
                  <a:ea typeface="Open Sans" pitchFamily="2" charset="0"/>
                  <a:cs typeface="Open Sans" pitchFamily="2" charset="0"/>
                </a:rPr>
                <a:t>Sample</a:t>
              </a:r>
              <a:r>
                <a:rPr lang="en-GB" sz="1600" b="1">
                  <a:effectLst/>
                  <a:latin typeface="Open Sans" pitchFamily="2" charset="0"/>
                  <a:ea typeface="Open Sans" pitchFamily="2" charset="0"/>
                  <a:cs typeface="Open Sans" pitchFamily="2" charset="0"/>
                </a:rPr>
                <a:t> </a:t>
              </a:r>
              <a:r>
                <a:rPr lang="en-GB" sz="1600">
                  <a:solidFill>
                    <a:srgbClr val="0070BA"/>
                  </a:solidFill>
                  <a:effectLst/>
                  <a:latin typeface="Open Sans" pitchFamily="2" charset="0"/>
                  <a:ea typeface="Open Sans" pitchFamily="2" charset="0"/>
                  <a:cs typeface="Open Sans" pitchFamily="2" charset="0"/>
                </a:rPr>
                <a:t>will receive the</a:t>
              </a:r>
              <a:r>
                <a:rPr lang="en-GB" sz="1600">
                  <a:effectLst/>
                  <a:latin typeface="Open Sans" pitchFamily="2" charset="0"/>
                  <a:ea typeface="Open Sans" pitchFamily="2" charset="0"/>
                  <a:cs typeface="Open Sans" pitchFamily="2" charset="0"/>
                </a:rPr>
                <a:t> </a:t>
              </a:r>
              <a:r>
                <a:rPr lang="en-US" sz="1600" b="1">
                  <a:solidFill>
                    <a:schemeClr val="accent4"/>
                  </a:solidFill>
                  <a:latin typeface="Open Sans" pitchFamily="2" charset="0"/>
                  <a:ea typeface="Open Sans" pitchFamily="2" charset="0"/>
                  <a:cs typeface="Open Sans" pitchFamily="2" charset="0"/>
                </a:rPr>
                <a:t>F2F </a:t>
              </a:r>
              <a:r>
                <a:rPr lang="en-GB" sz="1600">
                  <a:solidFill>
                    <a:srgbClr val="0070BA"/>
                  </a:solidFill>
                  <a:effectLst/>
                  <a:latin typeface="Open Sans" pitchFamily="2" charset="0"/>
                  <a:ea typeface="Open Sans" pitchFamily="2" charset="0"/>
                  <a:cs typeface="Open Sans" pitchFamily="2" charset="0"/>
                </a:rPr>
                <a:t>modules</a:t>
              </a:r>
              <a:r>
                <a:rPr lang="en-GB" sz="1600" b="1">
                  <a:solidFill>
                    <a:srgbClr val="0070BA"/>
                  </a:solidFill>
                  <a:effectLst/>
                  <a:latin typeface="Open Sans" pitchFamily="2" charset="0"/>
                  <a:ea typeface="Open Sans" pitchFamily="2" charset="0"/>
                  <a:cs typeface="Open Sans" pitchFamily="2" charset="0"/>
                </a:rPr>
                <a:t> </a:t>
              </a:r>
              <a:r>
                <a:rPr lang="en-GB" sz="1600">
                  <a:solidFill>
                    <a:srgbClr val="0070BA"/>
                  </a:solidFill>
                  <a:effectLst/>
                  <a:latin typeface="Open Sans" pitchFamily="2" charset="0"/>
                  <a:ea typeface="Open Sans" pitchFamily="2" charset="0"/>
                  <a:cs typeface="Open Sans" pitchFamily="2" charset="0"/>
                </a:rPr>
                <a:t>while</a:t>
              </a:r>
              <a:r>
                <a:rPr lang="en-GB" sz="1600" b="1">
                  <a:solidFill>
                    <a:srgbClr val="0070BA"/>
                  </a:solidFill>
                  <a:effectLst/>
                  <a:latin typeface="Open Sans" pitchFamily="2" charset="0"/>
                  <a:ea typeface="Open Sans" pitchFamily="2" charset="0"/>
                  <a:cs typeface="Open Sans" pitchFamily="2" charset="0"/>
                </a:rPr>
                <a:t> </a:t>
              </a:r>
              <a:r>
                <a:rPr lang="en-GB" sz="1600" b="1" err="1">
                  <a:solidFill>
                    <a:schemeClr val="accent6"/>
                  </a:solidFill>
                  <a:effectLst/>
                  <a:latin typeface="Open Sans" pitchFamily="2" charset="0"/>
                  <a:ea typeface="Open Sans" pitchFamily="2" charset="0"/>
                  <a:cs typeface="Open Sans" pitchFamily="2" charset="0"/>
                </a:rPr>
                <a:t>rCARI</a:t>
              </a:r>
              <a:r>
                <a:rPr lang="en-GB" sz="1600" b="1">
                  <a:solidFill>
                    <a:schemeClr val="accent6"/>
                  </a:solidFill>
                  <a:effectLst/>
                  <a:latin typeface="Open Sans" pitchFamily="2" charset="0"/>
                  <a:ea typeface="Open Sans" pitchFamily="2" charset="0"/>
                  <a:cs typeface="Open Sans" pitchFamily="2" charset="0"/>
                </a:rPr>
                <a:t> Sample </a:t>
              </a:r>
              <a:r>
                <a:rPr lang="en-GB" sz="1600">
                  <a:solidFill>
                    <a:srgbClr val="0070BA"/>
                  </a:solidFill>
                  <a:effectLst/>
                  <a:latin typeface="Open Sans" pitchFamily="2" charset="0"/>
                  <a:ea typeface="Open Sans" pitchFamily="2" charset="0"/>
                  <a:cs typeface="Open Sans" pitchFamily="2" charset="0"/>
                </a:rPr>
                <a:t>will receive the </a:t>
              </a:r>
              <a:r>
                <a:rPr lang="en-GB" sz="1600" b="1">
                  <a:solidFill>
                    <a:schemeClr val="accent6"/>
                  </a:solidFill>
                  <a:effectLst/>
                  <a:latin typeface="Open Sans" pitchFamily="2" charset="0"/>
                  <a:ea typeface="Open Sans" pitchFamily="2" charset="0"/>
                  <a:cs typeface="Open Sans" pitchFamily="2" charset="0"/>
                </a:rPr>
                <a:t>Remote</a:t>
              </a:r>
              <a:r>
                <a:rPr lang="en-GB" sz="1600" b="1">
                  <a:effectLst/>
                  <a:latin typeface="Open Sans" pitchFamily="2" charset="0"/>
                  <a:ea typeface="Open Sans" pitchFamily="2" charset="0"/>
                  <a:cs typeface="Open Sans" pitchFamily="2" charset="0"/>
                </a:rPr>
                <a:t> </a:t>
              </a:r>
              <a:r>
                <a:rPr lang="en-GB" sz="1600">
                  <a:solidFill>
                    <a:srgbClr val="0070BA"/>
                  </a:solidFill>
                  <a:effectLst/>
                  <a:latin typeface="Open Sans" pitchFamily="2" charset="0"/>
                  <a:ea typeface="Open Sans" pitchFamily="2" charset="0"/>
                  <a:cs typeface="Open Sans" pitchFamily="2" charset="0"/>
                </a:rPr>
                <a:t>modules simultaneously.</a:t>
              </a:r>
              <a:endParaRPr lang="en-GB" sz="2800">
                <a:effectLst/>
                <a:latin typeface="Open Sans" pitchFamily="2" charset="0"/>
                <a:ea typeface="Open Sans" pitchFamily="2" charset="0"/>
                <a:cs typeface="Open Sans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980972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E44B879-13DF-B1BE-7393-04AE90432A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2200" y="530225"/>
            <a:ext cx="10548938" cy="962244"/>
          </a:xfrm>
        </p:spPr>
        <p:txBody>
          <a:bodyPr/>
          <a:lstStyle/>
          <a:p>
            <a:r>
              <a:rPr lang="en-GB"/>
              <a:t>Sampling Frame - Myanmar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4D019A70-15A1-7C56-995B-D9BC691709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2200" y="1365091"/>
            <a:ext cx="10007600" cy="4591878"/>
          </a:xfrm>
          <a:ln w="28575">
            <a:noFill/>
          </a:ln>
        </p:spPr>
        <p:txBody>
          <a:bodyPr vert="horz" lIns="91440" tIns="45720" rIns="91440" bIns="45720" rtlCol="0" anchor="ctr">
            <a:noAutofit/>
          </a:bodyPr>
          <a:lstStyle/>
          <a:p>
            <a:pPr marL="0" indent="0">
              <a:spcAft>
                <a:spcPts val="800"/>
              </a:spcAft>
              <a:buNone/>
            </a:pPr>
            <a:r>
              <a:rPr lang="en-GB" dirty="0">
                <a:solidFill>
                  <a:srgbClr val="0070BA"/>
                </a:solidFill>
                <a:latin typeface="Open Sans"/>
                <a:ea typeface="MS Mincho"/>
                <a:cs typeface="Times New Roman"/>
              </a:rPr>
              <a:t>The study in Myanmar was implemented Kachin &amp; Shan (ADMIN1 Areas)</a:t>
            </a:r>
          </a:p>
          <a:p>
            <a:pPr marL="631825" indent="0">
              <a:spcAft>
                <a:spcPts val="800"/>
              </a:spcAft>
            </a:pPr>
            <a:r>
              <a:rPr lang="en-GB" dirty="0">
                <a:solidFill>
                  <a:srgbClr val="0070BA"/>
                </a:solidFill>
                <a:latin typeface="Open Sans"/>
                <a:ea typeface="MS Mincho"/>
                <a:cs typeface="Times New Roman"/>
              </a:rPr>
              <a:t>	20 Camps were </a:t>
            </a:r>
            <a:r>
              <a:rPr lang="en-GB" dirty="0">
                <a:solidFill>
                  <a:srgbClr val="C00000"/>
                </a:solidFill>
                <a:latin typeface="Open Sans"/>
                <a:ea typeface="MS Mincho"/>
                <a:cs typeface="Times New Roman"/>
              </a:rPr>
              <a:t>randomly selected </a:t>
            </a:r>
            <a:r>
              <a:rPr lang="en-GB" dirty="0">
                <a:solidFill>
                  <a:srgbClr val="0070BA"/>
                </a:solidFill>
                <a:latin typeface="Open Sans"/>
                <a:ea typeface="MS Mincho"/>
                <a:cs typeface="Times New Roman"/>
              </a:rPr>
              <a:t>from the two ADMIN1 Areas.</a:t>
            </a:r>
          </a:p>
          <a:p>
            <a:pPr marL="1031875" lvl="1" indent="358775">
              <a:spcAft>
                <a:spcPts val="800"/>
              </a:spcAft>
            </a:pPr>
            <a:r>
              <a:rPr lang="en-GB" sz="2000" dirty="0">
                <a:solidFill>
                  <a:srgbClr val="0070BA"/>
                </a:solidFill>
                <a:latin typeface="Open Sans"/>
                <a:ea typeface="MS Mincho"/>
                <a:cs typeface="Times New Roman"/>
              </a:rPr>
              <a:t>10 Camps from Kachin and 10 Camps from Shan</a:t>
            </a:r>
          </a:p>
          <a:p>
            <a:pPr marL="1031875" lvl="1" indent="358775">
              <a:spcAft>
                <a:spcPts val="800"/>
              </a:spcAft>
            </a:pPr>
            <a:r>
              <a:rPr lang="en-GB" sz="2000" dirty="0">
                <a:solidFill>
                  <a:srgbClr val="0070BA"/>
                </a:solidFill>
                <a:latin typeface="Open Sans"/>
                <a:ea typeface="MS Mincho"/>
                <a:cs typeface="Times New Roman"/>
              </a:rPr>
              <a:t>Sampling frame: 5140 HHs in Kachin &amp; 2064 HHs in Shan</a:t>
            </a:r>
          </a:p>
          <a:p>
            <a:pPr marL="1031875" lvl="1" indent="358775">
              <a:spcAft>
                <a:spcPts val="800"/>
              </a:spcAft>
            </a:pPr>
            <a:r>
              <a:rPr lang="en-GB" sz="2000" dirty="0">
                <a:solidFill>
                  <a:srgbClr val="0070BA"/>
                </a:solidFill>
                <a:latin typeface="Open Sans"/>
                <a:ea typeface="MS Mincho"/>
                <a:cs typeface="Times New Roman"/>
              </a:rPr>
              <a:t>1667HHs in all sampled</a:t>
            </a:r>
          </a:p>
          <a:p>
            <a:pPr marL="631825" indent="358775">
              <a:spcAft>
                <a:spcPts val="800"/>
              </a:spcAft>
            </a:pPr>
            <a:r>
              <a:rPr lang="en-GB" dirty="0">
                <a:solidFill>
                  <a:srgbClr val="0070BA"/>
                </a:solidFill>
                <a:latin typeface="Open Sans"/>
                <a:ea typeface="MS Mincho"/>
                <a:cs typeface="Times New Roman"/>
              </a:rPr>
              <a:t>Potential households/respondents were all WFP registered IDP in the selected camps</a:t>
            </a:r>
          </a:p>
          <a:p>
            <a:pPr marL="631825" indent="358775">
              <a:spcAft>
                <a:spcPts val="800"/>
              </a:spcAft>
            </a:pPr>
            <a:r>
              <a:rPr lang="en-GB" dirty="0">
                <a:solidFill>
                  <a:srgbClr val="0070BA"/>
                </a:solidFill>
                <a:latin typeface="Open Sans"/>
                <a:ea typeface="MS Mincho"/>
                <a:cs typeface="Times New Roman"/>
              </a:rPr>
              <a:t>Final study sample selected (randomly) using a master list of HHs from Myanmar CO in the 20 camps</a:t>
            </a:r>
          </a:p>
        </p:txBody>
      </p:sp>
    </p:spTree>
    <p:extLst>
      <p:ext uri="{BB962C8B-B14F-4D97-AF65-F5344CB8AC3E}">
        <p14:creationId xmlns:p14="http://schemas.microsoft.com/office/powerpoint/2010/main" val="1555429282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E44B879-13DF-B1BE-7393-04AE90432A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2200" y="530225"/>
            <a:ext cx="10548938" cy="962244"/>
          </a:xfrm>
        </p:spPr>
        <p:txBody>
          <a:bodyPr/>
          <a:lstStyle/>
          <a:p>
            <a:r>
              <a:rPr lang="en-GB"/>
              <a:t>Sampling Frame - Ecuador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355A424C-4346-EF43-7C30-9316A25BA2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2200" y="1393370"/>
            <a:ext cx="10204704" cy="5094516"/>
          </a:xfrm>
          <a:ln w="28575">
            <a:noFill/>
          </a:ln>
        </p:spPr>
        <p:txBody>
          <a:bodyPr vert="horz" lIns="91440" tIns="45720" rIns="91440" bIns="45720" rtlCol="0" anchor="ctr">
            <a:noAutofit/>
          </a:bodyPr>
          <a:lstStyle/>
          <a:p>
            <a:pPr marL="0" indent="0">
              <a:spcAft>
                <a:spcPts val="800"/>
              </a:spcAft>
              <a:buNone/>
            </a:pPr>
            <a:r>
              <a:rPr lang="en-GB" dirty="0">
                <a:solidFill>
                  <a:srgbClr val="0070BA"/>
                </a:solidFill>
                <a:latin typeface="Open Sans"/>
                <a:ea typeface="MS Mincho"/>
                <a:cs typeface="Times New Roman"/>
              </a:rPr>
              <a:t>The study in Ecuador was in 3 ADMIN1 Areas – Amazonia, Coasta &amp; Sierra</a:t>
            </a:r>
          </a:p>
          <a:p>
            <a:pPr marL="631825" indent="0">
              <a:spcAft>
                <a:spcPts val="800"/>
              </a:spcAft>
            </a:pPr>
            <a:r>
              <a:rPr lang="en-GB" dirty="0">
                <a:solidFill>
                  <a:srgbClr val="0070BA"/>
                </a:solidFill>
                <a:latin typeface="Open Sans"/>
                <a:ea typeface="MS Mincho"/>
                <a:cs typeface="Times New Roman"/>
              </a:rPr>
              <a:t>	23 ADMIN5 Areas were </a:t>
            </a:r>
            <a:r>
              <a:rPr lang="en-GB" dirty="0">
                <a:solidFill>
                  <a:srgbClr val="C00000"/>
                </a:solidFill>
                <a:latin typeface="Open Sans"/>
                <a:ea typeface="MS Mincho"/>
                <a:cs typeface="Times New Roman"/>
              </a:rPr>
              <a:t>randomly selected </a:t>
            </a:r>
            <a:r>
              <a:rPr lang="en-GB" dirty="0">
                <a:solidFill>
                  <a:srgbClr val="0070BA"/>
                </a:solidFill>
                <a:latin typeface="Open Sans"/>
                <a:ea typeface="MS Mincho"/>
                <a:cs typeface="Times New Roman"/>
              </a:rPr>
              <a:t>as PSUs</a:t>
            </a:r>
          </a:p>
          <a:p>
            <a:pPr marL="1031875" lvl="1" indent="358775">
              <a:spcAft>
                <a:spcPts val="800"/>
              </a:spcAft>
            </a:pPr>
            <a:r>
              <a:rPr lang="en-GB" sz="2000" dirty="0">
                <a:solidFill>
                  <a:srgbClr val="0070BA"/>
                </a:solidFill>
                <a:latin typeface="Open Sans"/>
                <a:ea typeface="MS Mincho"/>
                <a:cs typeface="Times New Roman"/>
              </a:rPr>
              <a:t>6 PSUs in Amazonia, 6 PSUs in Coasta, and 11 PSUs in Sierra</a:t>
            </a:r>
          </a:p>
          <a:p>
            <a:pPr marL="631825" indent="358775">
              <a:spcAft>
                <a:spcPts val="800"/>
              </a:spcAft>
            </a:pPr>
            <a:r>
              <a:rPr lang="en-GB" dirty="0">
                <a:solidFill>
                  <a:srgbClr val="0070BA"/>
                </a:solidFill>
                <a:latin typeface="Open Sans"/>
                <a:ea typeface="MS Mincho"/>
                <a:cs typeface="Times New Roman"/>
              </a:rPr>
              <a:t>The sampling frame: All households in each PSU</a:t>
            </a:r>
          </a:p>
          <a:p>
            <a:pPr marL="1031875" lvl="1" indent="358775">
              <a:spcAft>
                <a:spcPts val="800"/>
              </a:spcAft>
            </a:pPr>
            <a:r>
              <a:rPr lang="en-GB" dirty="0">
                <a:solidFill>
                  <a:srgbClr val="0070BA"/>
                </a:solidFill>
                <a:latin typeface="Open Sans"/>
                <a:ea typeface="MS Mincho"/>
                <a:cs typeface="Times New Roman"/>
              </a:rPr>
              <a:t>2,372 HHs were listed (sampled)</a:t>
            </a:r>
          </a:p>
          <a:p>
            <a:pPr marL="631825" indent="358775">
              <a:spcAft>
                <a:spcPts val="800"/>
              </a:spcAft>
            </a:pPr>
            <a:r>
              <a:rPr lang="en-GB" dirty="0">
                <a:solidFill>
                  <a:srgbClr val="0070BA"/>
                </a:solidFill>
                <a:latin typeface="Open Sans"/>
                <a:ea typeface="MS Mincho"/>
                <a:cs typeface="Times New Roman"/>
              </a:rPr>
              <a:t>Sampling/listing was done through a random-walk in each PSU</a:t>
            </a:r>
          </a:p>
          <a:p>
            <a:pPr marL="1031875" lvl="1" indent="358775">
              <a:spcAft>
                <a:spcPts val="800"/>
              </a:spcAft>
            </a:pPr>
            <a:r>
              <a:rPr lang="en-GB" sz="2000" dirty="0">
                <a:solidFill>
                  <a:srgbClr val="0070BA"/>
                </a:solidFill>
                <a:latin typeface="Open Sans"/>
                <a:ea typeface="MS Mincho"/>
                <a:cs typeface="Times New Roman"/>
              </a:rPr>
              <a:t>Every 3</a:t>
            </a:r>
            <a:r>
              <a:rPr lang="en-GB" sz="2000" baseline="30000" dirty="0">
                <a:solidFill>
                  <a:srgbClr val="0070BA"/>
                </a:solidFill>
                <a:latin typeface="Open Sans"/>
                <a:ea typeface="MS Mincho"/>
                <a:cs typeface="Times New Roman"/>
              </a:rPr>
              <a:t>rd</a:t>
            </a:r>
            <a:r>
              <a:rPr lang="en-GB" sz="2000" dirty="0">
                <a:solidFill>
                  <a:srgbClr val="0070BA"/>
                </a:solidFill>
                <a:latin typeface="Open Sans"/>
                <a:ea typeface="MS Mincho"/>
                <a:cs typeface="Times New Roman"/>
              </a:rPr>
              <a:t> house was listed after taking formal consent</a:t>
            </a:r>
          </a:p>
          <a:p>
            <a:pPr marL="1031875" lvl="1" indent="358775">
              <a:spcAft>
                <a:spcPts val="800"/>
              </a:spcAft>
            </a:pPr>
            <a:r>
              <a:rPr lang="en-GB" sz="2000" dirty="0">
                <a:solidFill>
                  <a:srgbClr val="0070BA"/>
                </a:solidFill>
                <a:latin typeface="Open Sans"/>
                <a:ea typeface="MS Mincho"/>
                <a:cs typeface="Times New Roman"/>
              </a:rPr>
              <a:t>Baseline data and contact was collected</a:t>
            </a:r>
          </a:p>
          <a:p>
            <a:pPr marL="631825" lvl="1" indent="358775">
              <a:spcBef>
                <a:spcPts val="1000"/>
              </a:spcBef>
              <a:spcAft>
                <a:spcPts val="800"/>
              </a:spcAft>
            </a:pPr>
            <a:r>
              <a:rPr lang="en-GB" sz="2000" dirty="0">
                <a:solidFill>
                  <a:srgbClr val="0070BA"/>
                </a:solidFill>
                <a:latin typeface="Open Sans"/>
                <a:ea typeface="MS Mincho"/>
                <a:cs typeface="Times New Roman"/>
              </a:rPr>
              <a:t>Final study sample – </a:t>
            </a:r>
            <a:r>
              <a:rPr lang="en-GB" sz="2000" b="1" dirty="0">
                <a:solidFill>
                  <a:srgbClr val="0070BA"/>
                </a:solidFill>
                <a:latin typeface="Open Sans"/>
                <a:ea typeface="MS Mincho"/>
                <a:cs typeface="Times New Roman"/>
              </a:rPr>
              <a:t>ONLY</a:t>
            </a:r>
            <a:r>
              <a:rPr lang="en-GB" sz="2000" dirty="0">
                <a:solidFill>
                  <a:srgbClr val="0070BA"/>
                </a:solidFill>
                <a:latin typeface="Open Sans"/>
                <a:ea typeface="MS Mincho"/>
                <a:cs typeface="Times New Roman"/>
              </a:rPr>
              <a:t> households with complete contact information – </a:t>
            </a:r>
          </a:p>
          <a:p>
            <a:pPr marL="631825" lvl="1" indent="0">
              <a:spcBef>
                <a:spcPts val="1000"/>
              </a:spcBef>
              <a:spcAft>
                <a:spcPts val="800"/>
              </a:spcAft>
              <a:buNone/>
            </a:pPr>
            <a:r>
              <a:rPr lang="en-GB" dirty="0">
                <a:solidFill>
                  <a:srgbClr val="C00000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Attrition</a:t>
            </a:r>
            <a:r>
              <a:rPr lang="zh-CN" altLang="en-US" dirty="0">
                <a:solidFill>
                  <a:srgbClr val="C00000"/>
                </a:solidFill>
                <a:latin typeface="Open Sans" pitchFamily="2" charset="0"/>
                <a:ea typeface="MS Mincho"/>
                <a:cs typeface="Open Sans" pitchFamily="2" charset="0"/>
              </a:rPr>
              <a:t> </a:t>
            </a:r>
            <a:r>
              <a:rPr lang="en-US" altLang="zh-CN" dirty="0">
                <a:solidFill>
                  <a:srgbClr val="C00000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is</a:t>
            </a:r>
            <a:r>
              <a:rPr lang="en-GB" dirty="0">
                <a:solidFill>
                  <a:srgbClr val="C00000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 low at this stage</a:t>
            </a:r>
            <a:r>
              <a:rPr lang="zh-CN" altLang="en-US" dirty="0">
                <a:solidFill>
                  <a:srgbClr val="C00000"/>
                </a:solidFill>
                <a:latin typeface="Open Sans" pitchFamily="2" charset="0"/>
                <a:ea typeface="MS Mincho"/>
                <a:cs typeface="Open Sans" pitchFamily="2" charset="0"/>
              </a:rPr>
              <a:t> </a:t>
            </a:r>
            <a:r>
              <a:rPr lang="en-US" altLang="zh-CN" dirty="0">
                <a:solidFill>
                  <a:srgbClr val="C00000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with</a:t>
            </a:r>
            <a:r>
              <a:rPr lang="en-GB" dirty="0">
                <a:solidFill>
                  <a:srgbClr val="C00000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 high phone coverage (80%)</a:t>
            </a:r>
          </a:p>
        </p:txBody>
      </p:sp>
    </p:spTree>
    <p:extLst>
      <p:ext uri="{BB962C8B-B14F-4D97-AF65-F5344CB8AC3E}">
        <p14:creationId xmlns:p14="http://schemas.microsoft.com/office/powerpoint/2010/main" val="2192043971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E44B879-13DF-B1BE-7393-04AE90432A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2200" y="530225"/>
            <a:ext cx="10548938" cy="962244"/>
          </a:xfrm>
        </p:spPr>
        <p:txBody>
          <a:bodyPr/>
          <a:lstStyle/>
          <a:p>
            <a:r>
              <a:rPr lang="en-GB"/>
              <a:t>Sampling Frame – Central African Republic (CAR)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4CAAB626-701F-09AD-C282-974263A51E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2200" y="1393371"/>
            <a:ext cx="10424886" cy="4767944"/>
          </a:xfrm>
          <a:ln w="28575">
            <a:noFill/>
          </a:ln>
        </p:spPr>
        <p:txBody>
          <a:bodyPr vert="horz" lIns="91440" tIns="45720" rIns="91440" bIns="45720" rtlCol="0" anchor="ctr">
            <a:noAutofit/>
          </a:bodyPr>
          <a:lstStyle/>
          <a:p>
            <a:pPr marL="0" indent="0">
              <a:spcAft>
                <a:spcPts val="800"/>
              </a:spcAft>
              <a:buNone/>
            </a:pPr>
            <a:r>
              <a:rPr lang="en-GB" dirty="0">
                <a:solidFill>
                  <a:srgbClr val="0070BA"/>
                </a:solidFill>
                <a:latin typeface="Open Sans"/>
                <a:ea typeface="MS Mincho"/>
                <a:cs typeface="Times New Roman"/>
              </a:rPr>
              <a:t>The study in CAR was in 2 ADMIN1 Areas –</a:t>
            </a:r>
            <a:r>
              <a:rPr lang="zh-CN" altLang="en-US" dirty="0">
                <a:solidFill>
                  <a:srgbClr val="0070BA"/>
                </a:solidFill>
                <a:latin typeface="Open Sans"/>
                <a:ea typeface="MS Mincho"/>
                <a:cs typeface="Times New Roman"/>
              </a:rPr>
              <a:t> </a:t>
            </a:r>
            <a:r>
              <a:rPr lang="en-GB" dirty="0" err="1">
                <a:solidFill>
                  <a:srgbClr val="0070BA"/>
                </a:solidFill>
                <a:latin typeface="Open Sans"/>
                <a:ea typeface="MS Mincho"/>
                <a:cs typeface="Times New Roman"/>
              </a:rPr>
              <a:t>Mbomou</a:t>
            </a:r>
            <a:r>
              <a:rPr lang="en-GB" dirty="0">
                <a:solidFill>
                  <a:srgbClr val="0070BA"/>
                </a:solidFill>
                <a:latin typeface="Open Sans"/>
                <a:ea typeface="MS Mincho"/>
                <a:cs typeface="Times New Roman"/>
              </a:rPr>
              <a:t> &amp; Nana-</a:t>
            </a:r>
            <a:r>
              <a:rPr lang="en-GB" dirty="0" err="1">
                <a:solidFill>
                  <a:srgbClr val="0070BA"/>
                </a:solidFill>
                <a:latin typeface="Open Sans"/>
                <a:ea typeface="MS Mincho"/>
                <a:cs typeface="Times New Roman"/>
              </a:rPr>
              <a:t>Gribizi</a:t>
            </a:r>
            <a:endParaRPr lang="en-GB" dirty="0">
              <a:solidFill>
                <a:srgbClr val="0070BA"/>
              </a:solidFill>
              <a:latin typeface="Open Sans"/>
              <a:ea typeface="MS Mincho"/>
              <a:cs typeface="Times New Roman"/>
            </a:endParaRPr>
          </a:p>
          <a:p>
            <a:pPr marL="631825" indent="0">
              <a:spcAft>
                <a:spcPts val="800"/>
              </a:spcAft>
            </a:pPr>
            <a:r>
              <a:rPr lang="en-GB" dirty="0">
                <a:solidFill>
                  <a:srgbClr val="0070BA"/>
                </a:solidFill>
                <a:latin typeface="Open Sans"/>
                <a:ea typeface="MS Mincho"/>
                <a:cs typeface="Times New Roman"/>
              </a:rPr>
              <a:t>	25 </a:t>
            </a:r>
            <a:r>
              <a:rPr lang="en-US" dirty="0">
                <a:solidFill>
                  <a:srgbClr val="0070BA"/>
                </a:solidFill>
                <a:latin typeface="Open Sans"/>
                <a:ea typeface="MS Mincho"/>
                <a:cs typeface="Times New Roman"/>
              </a:rPr>
              <a:t>ADMIN5</a:t>
            </a:r>
            <a:r>
              <a:rPr lang="en-GB" dirty="0">
                <a:solidFill>
                  <a:srgbClr val="0070BA"/>
                </a:solidFill>
                <a:latin typeface="Open Sans"/>
                <a:ea typeface="MS Mincho"/>
                <a:cs typeface="Times New Roman"/>
              </a:rPr>
              <a:t> Areas were </a:t>
            </a:r>
            <a:r>
              <a:rPr lang="en-GB" dirty="0">
                <a:solidFill>
                  <a:srgbClr val="C00000"/>
                </a:solidFill>
                <a:latin typeface="Open Sans"/>
                <a:ea typeface="MS Mincho"/>
                <a:cs typeface="Times New Roman"/>
              </a:rPr>
              <a:t>randomly selected </a:t>
            </a:r>
            <a:r>
              <a:rPr lang="en-GB" dirty="0">
                <a:solidFill>
                  <a:srgbClr val="0070BA"/>
                </a:solidFill>
                <a:latin typeface="Open Sans"/>
                <a:ea typeface="MS Mincho"/>
                <a:cs typeface="Times New Roman"/>
              </a:rPr>
              <a:t>as PSUs</a:t>
            </a:r>
          </a:p>
          <a:p>
            <a:pPr marL="1031875" lvl="1" indent="358775">
              <a:spcAft>
                <a:spcPts val="800"/>
              </a:spcAft>
            </a:pPr>
            <a:r>
              <a:rPr lang="en-GB" sz="2000" dirty="0">
                <a:solidFill>
                  <a:srgbClr val="0070BA"/>
                </a:solidFill>
                <a:latin typeface="Open Sans"/>
                <a:ea typeface="MS Mincho"/>
                <a:cs typeface="Times New Roman"/>
              </a:rPr>
              <a:t>15 PSUs in Nana-</a:t>
            </a:r>
            <a:r>
              <a:rPr lang="en-GB" sz="2000" dirty="0" err="1">
                <a:solidFill>
                  <a:srgbClr val="0070BA"/>
                </a:solidFill>
                <a:latin typeface="Open Sans"/>
                <a:ea typeface="MS Mincho"/>
                <a:cs typeface="Times New Roman"/>
              </a:rPr>
              <a:t>Gribizi</a:t>
            </a:r>
            <a:r>
              <a:rPr lang="en-GB" sz="2000" dirty="0">
                <a:solidFill>
                  <a:srgbClr val="0070BA"/>
                </a:solidFill>
                <a:latin typeface="Open Sans"/>
                <a:ea typeface="MS Mincho"/>
                <a:cs typeface="Times New Roman"/>
              </a:rPr>
              <a:t> &amp; 10 PSUs in </a:t>
            </a:r>
            <a:r>
              <a:rPr lang="en-GB" sz="2000" dirty="0" err="1">
                <a:solidFill>
                  <a:srgbClr val="0070BA"/>
                </a:solidFill>
                <a:latin typeface="Open Sans"/>
                <a:ea typeface="MS Mincho"/>
                <a:cs typeface="Times New Roman"/>
              </a:rPr>
              <a:t>Mbomou</a:t>
            </a:r>
            <a:endParaRPr lang="en-GB" sz="2000" dirty="0">
              <a:solidFill>
                <a:srgbClr val="0070BA"/>
              </a:solidFill>
              <a:latin typeface="Open Sans"/>
              <a:ea typeface="MS Mincho"/>
              <a:cs typeface="Times New Roman"/>
            </a:endParaRPr>
          </a:p>
          <a:p>
            <a:pPr marL="1031875" lvl="1" indent="358775">
              <a:spcAft>
                <a:spcPts val="800"/>
              </a:spcAft>
            </a:pPr>
            <a:r>
              <a:rPr lang="en-GB" sz="2000" dirty="0">
                <a:solidFill>
                  <a:srgbClr val="0070BA"/>
                </a:solidFill>
                <a:latin typeface="Open Sans"/>
                <a:ea typeface="MS Mincho"/>
                <a:cs typeface="Times New Roman"/>
              </a:rPr>
              <a:t>Only PSUs known to have mobile coverage were including</a:t>
            </a:r>
          </a:p>
          <a:p>
            <a:pPr marL="1031875" lvl="1" indent="358775">
              <a:spcAft>
                <a:spcPts val="800"/>
              </a:spcAft>
            </a:pPr>
            <a:r>
              <a:rPr lang="en-GB" sz="2000" dirty="0">
                <a:solidFill>
                  <a:srgbClr val="0070BA"/>
                </a:solidFill>
                <a:latin typeface="Open Sans"/>
                <a:ea typeface="MS Mincho"/>
                <a:cs typeface="Times New Roman"/>
              </a:rPr>
              <a:t>Sampled PSUs are mixed of both rural and urban areas</a:t>
            </a:r>
          </a:p>
          <a:p>
            <a:pPr marL="631825" indent="358775">
              <a:spcAft>
                <a:spcPts val="800"/>
              </a:spcAft>
            </a:pPr>
            <a:r>
              <a:rPr lang="en-GB" dirty="0">
                <a:solidFill>
                  <a:srgbClr val="0070BA"/>
                </a:solidFill>
                <a:latin typeface="Open Sans"/>
                <a:ea typeface="MS Mincho"/>
                <a:cs typeface="Times New Roman"/>
              </a:rPr>
              <a:t>The sampling frame includes all households in each PSU</a:t>
            </a:r>
          </a:p>
          <a:p>
            <a:pPr marL="631825" indent="358775">
              <a:spcAft>
                <a:spcPts val="800"/>
              </a:spcAft>
            </a:pPr>
            <a:r>
              <a:rPr lang="en-GB" dirty="0">
                <a:solidFill>
                  <a:srgbClr val="0070BA"/>
                </a:solidFill>
                <a:latin typeface="Open Sans"/>
                <a:ea typeface="MS Mincho"/>
                <a:cs typeface="Times New Roman"/>
              </a:rPr>
              <a:t>Sampling/listing was through a random-walk in each PSU of</a:t>
            </a:r>
            <a:r>
              <a:rPr lang="en-GB" dirty="0">
                <a:solidFill>
                  <a:srgbClr val="C00000"/>
                </a:solidFill>
                <a:latin typeface="Open Sans"/>
                <a:ea typeface="MS Mincho"/>
                <a:cs typeface="Times New Roman"/>
              </a:rPr>
              <a:t> 100</a:t>
            </a:r>
            <a:r>
              <a:rPr lang="zh-CN" altLang="en-US" dirty="0">
                <a:solidFill>
                  <a:srgbClr val="C00000"/>
                </a:solidFill>
                <a:latin typeface="Open Sans"/>
                <a:ea typeface="MS Mincho"/>
                <a:cs typeface="Times New Roman"/>
              </a:rPr>
              <a:t> </a:t>
            </a:r>
            <a:r>
              <a:rPr lang="en-GB" dirty="0">
                <a:solidFill>
                  <a:srgbClr val="C00000"/>
                </a:solidFill>
                <a:latin typeface="Open Sans"/>
                <a:ea typeface="MS Mincho"/>
                <a:cs typeface="Times New Roman"/>
              </a:rPr>
              <a:t>HHs per PSU</a:t>
            </a:r>
          </a:p>
          <a:p>
            <a:pPr marL="1031875" lvl="1" indent="358775">
              <a:spcAft>
                <a:spcPts val="800"/>
              </a:spcAft>
            </a:pPr>
            <a:r>
              <a:rPr lang="en-GB" sz="2000" dirty="0">
                <a:solidFill>
                  <a:srgbClr val="0070BA"/>
                </a:solidFill>
                <a:latin typeface="Open Sans"/>
                <a:ea typeface="MS Mincho"/>
                <a:cs typeface="Times New Roman"/>
              </a:rPr>
              <a:t>Every 3</a:t>
            </a:r>
            <a:r>
              <a:rPr lang="en-GB" sz="2000" baseline="30000" dirty="0">
                <a:solidFill>
                  <a:srgbClr val="0070BA"/>
                </a:solidFill>
                <a:latin typeface="Open Sans"/>
                <a:ea typeface="MS Mincho"/>
                <a:cs typeface="Times New Roman"/>
              </a:rPr>
              <a:t>rd</a:t>
            </a:r>
            <a:r>
              <a:rPr lang="en-GB" sz="2000" dirty="0">
                <a:solidFill>
                  <a:srgbClr val="0070BA"/>
                </a:solidFill>
                <a:latin typeface="Open Sans"/>
                <a:ea typeface="MS Mincho"/>
                <a:cs typeface="Times New Roman"/>
              </a:rPr>
              <a:t> house was listed after taking formal consent</a:t>
            </a:r>
          </a:p>
          <a:p>
            <a:pPr marL="1031875" lvl="1" indent="358775">
              <a:spcAft>
                <a:spcPts val="800"/>
              </a:spcAft>
            </a:pPr>
            <a:r>
              <a:rPr lang="en-GB" sz="2000" dirty="0">
                <a:solidFill>
                  <a:srgbClr val="0070BA"/>
                </a:solidFill>
                <a:latin typeface="Open Sans"/>
                <a:ea typeface="MS Mincho"/>
                <a:cs typeface="Times New Roman"/>
              </a:rPr>
              <a:t>2500HHs were sampled</a:t>
            </a:r>
          </a:p>
          <a:p>
            <a:pPr marL="1031875" lvl="1" indent="358775">
              <a:spcAft>
                <a:spcPts val="800"/>
              </a:spcAft>
            </a:pPr>
            <a:r>
              <a:rPr lang="en-GB" sz="2000" dirty="0">
                <a:solidFill>
                  <a:srgbClr val="0070BA"/>
                </a:solidFill>
                <a:latin typeface="Open Sans"/>
                <a:ea typeface="MS Mincho"/>
                <a:cs typeface="Times New Roman"/>
              </a:rPr>
              <a:t>Households without phone coverage &amp; incomplete contact info were dropped</a:t>
            </a:r>
          </a:p>
        </p:txBody>
      </p:sp>
    </p:spTree>
    <p:extLst>
      <p:ext uri="{BB962C8B-B14F-4D97-AF65-F5344CB8AC3E}">
        <p14:creationId xmlns:p14="http://schemas.microsoft.com/office/powerpoint/2010/main" val="3909209158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E44B879-13DF-B1BE-7393-04AE90432A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2200" y="530225"/>
            <a:ext cx="10548938" cy="962244"/>
          </a:xfrm>
        </p:spPr>
        <p:txBody>
          <a:bodyPr/>
          <a:lstStyle/>
          <a:p>
            <a:r>
              <a:rPr lang="en-GB"/>
              <a:t>Sampling Frame – Burkina Faso </a:t>
            </a:r>
            <a:r>
              <a:rPr lang="en-US"/>
              <a:t>(</a:t>
            </a:r>
            <a:r>
              <a:rPr lang="en-GB"/>
              <a:t>BF)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688CFDB2-3ECA-9687-91B0-8A0631E735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2200" y="1393371"/>
            <a:ext cx="10424886" cy="4767944"/>
          </a:xfrm>
          <a:ln w="28575">
            <a:noFill/>
          </a:ln>
        </p:spPr>
        <p:txBody>
          <a:bodyPr vert="horz" lIns="91440" tIns="45720" rIns="91440" bIns="45720" rtlCol="0" anchor="ctr">
            <a:noAutofit/>
          </a:bodyPr>
          <a:lstStyle/>
          <a:p>
            <a:pPr marL="0" indent="0">
              <a:spcAft>
                <a:spcPts val="800"/>
              </a:spcAft>
              <a:buNone/>
            </a:pPr>
            <a:r>
              <a:rPr lang="en-GB">
                <a:solidFill>
                  <a:srgbClr val="0070BA"/>
                </a:solidFill>
                <a:latin typeface="Open Sans"/>
                <a:ea typeface="MS Mincho"/>
                <a:cs typeface="Times New Roman"/>
              </a:rPr>
              <a:t>The study in BF was in 2 ADMIN1 Areas – Centro &amp; North Prefecture</a:t>
            </a:r>
          </a:p>
          <a:p>
            <a:pPr marL="631825" indent="0">
              <a:spcAft>
                <a:spcPts val="800"/>
              </a:spcAft>
            </a:pPr>
            <a:r>
              <a:rPr lang="en-GB">
                <a:solidFill>
                  <a:srgbClr val="0070BA"/>
                </a:solidFill>
                <a:latin typeface="Open Sans"/>
                <a:ea typeface="MS Mincho"/>
                <a:cs typeface="Times New Roman"/>
              </a:rPr>
              <a:t>	25 ADMIN5 Areas were </a:t>
            </a:r>
            <a:r>
              <a:rPr lang="en-GB">
                <a:solidFill>
                  <a:srgbClr val="C00000"/>
                </a:solidFill>
                <a:latin typeface="Open Sans"/>
                <a:ea typeface="MS Mincho"/>
                <a:cs typeface="Times New Roman"/>
              </a:rPr>
              <a:t>randomly selected </a:t>
            </a:r>
            <a:r>
              <a:rPr lang="en-GB">
                <a:solidFill>
                  <a:srgbClr val="0070BA"/>
                </a:solidFill>
                <a:latin typeface="Open Sans"/>
                <a:ea typeface="MS Mincho"/>
                <a:cs typeface="Times New Roman"/>
              </a:rPr>
              <a:t>as PSUs</a:t>
            </a:r>
          </a:p>
          <a:p>
            <a:pPr marL="1031875" lvl="1" indent="358775">
              <a:spcAft>
                <a:spcPts val="800"/>
              </a:spcAft>
            </a:pPr>
            <a:r>
              <a:rPr lang="en-GB" sz="2000">
                <a:solidFill>
                  <a:srgbClr val="0070BA"/>
                </a:solidFill>
                <a:latin typeface="Open Sans"/>
                <a:ea typeface="MS Mincho"/>
                <a:cs typeface="Times New Roman"/>
              </a:rPr>
              <a:t>15 PSUs in </a:t>
            </a:r>
            <a:r>
              <a:rPr lang="en-GB" sz="2000" err="1">
                <a:solidFill>
                  <a:srgbClr val="0070BA"/>
                </a:solidFill>
                <a:latin typeface="Open Sans"/>
                <a:ea typeface="MS Mincho"/>
                <a:cs typeface="Times New Roman"/>
              </a:rPr>
              <a:t>Cenro</a:t>
            </a:r>
            <a:r>
              <a:rPr lang="en-GB" sz="2000">
                <a:solidFill>
                  <a:srgbClr val="0070BA"/>
                </a:solidFill>
                <a:latin typeface="Open Sans"/>
                <a:ea typeface="MS Mincho"/>
                <a:cs typeface="Times New Roman"/>
              </a:rPr>
              <a:t> &amp; 10 PSUs in North Prefectures respectively</a:t>
            </a:r>
          </a:p>
          <a:p>
            <a:pPr marL="1031875" lvl="1" indent="358775">
              <a:spcAft>
                <a:spcPts val="800"/>
              </a:spcAft>
            </a:pPr>
            <a:r>
              <a:rPr lang="en-GB" sz="2000">
                <a:solidFill>
                  <a:srgbClr val="0070BA"/>
                </a:solidFill>
                <a:latin typeface="Open Sans"/>
                <a:ea typeface="MS Mincho"/>
                <a:cs typeface="Times New Roman"/>
              </a:rPr>
              <a:t>Sampled PSUs is a mix of rural and urban areas – (accessibility/security)</a:t>
            </a:r>
          </a:p>
          <a:p>
            <a:pPr marL="631825" indent="358775">
              <a:spcAft>
                <a:spcPts val="800"/>
              </a:spcAft>
            </a:pPr>
            <a:r>
              <a:rPr lang="en-GB">
                <a:solidFill>
                  <a:srgbClr val="0070BA"/>
                </a:solidFill>
                <a:latin typeface="Open Sans"/>
                <a:ea typeface="MS Mincho"/>
                <a:cs typeface="Times New Roman"/>
              </a:rPr>
              <a:t>The sampling frame was all households in each PSU</a:t>
            </a:r>
          </a:p>
          <a:p>
            <a:pPr marL="631825" indent="358775">
              <a:spcAft>
                <a:spcPts val="800"/>
              </a:spcAft>
            </a:pPr>
            <a:r>
              <a:rPr lang="en-GB">
                <a:solidFill>
                  <a:srgbClr val="0070BA"/>
                </a:solidFill>
                <a:latin typeface="Open Sans"/>
                <a:ea typeface="MS Mincho"/>
                <a:cs typeface="Times New Roman"/>
              </a:rPr>
              <a:t>Sampling/listing was</a:t>
            </a:r>
            <a:r>
              <a:rPr lang="zh-CN" altLang="en-US">
                <a:solidFill>
                  <a:srgbClr val="0070BA"/>
                </a:solidFill>
                <a:latin typeface="Open Sans"/>
                <a:ea typeface="MS Mincho"/>
                <a:cs typeface="Times New Roman"/>
              </a:rPr>
              <a:t> </a:t>
            </a:r>
            <a:r>
              <a:rPr lang="en-US" altLang="zh-CN">
                <a:solidFill>
                  <a:srgbClr val="0070BA"/>
                </a:solidFill>
                <a:latin typeface="Open Sans"/>
                <a:ea typeface="MS Mincho"/>
                <a:cs typeface="Times New Roman"/>
              </a:rPr>
              <a:t>done</a:t>
            </a:r>
            <a:r>
              <a:rPr lang="en-GB">
                <a:solidFill>
                  <a:srgbClr val="0070BA"/>
                </a:solidFill>
                <a:latin typeface="Open Sans"/>
                <a:ea typeface="MS Mincho"/>
                <a:cs typeface="Times New Roman"/>
              </a:rPr>
              <a:t> through a random-walk in each PSU of</a:t>
            </a:r>
            <a:r>
              <a:rPr lang="en-GB">
                <a:solidFill>
                  <a:srgbClr val="C00000"/>
                </a:solidFill>
                <a:latin typeface="Open Sans"/>
                <a:ea typeface="MS Mincho"/>
                <a:cs typeface="Times New Roman"/>
              </a:rPr>
              <a:t> 100</a:t>
            </a:r>
            <a:r>
              <a:rPr lang="zh-CN" altLang="en-US">
                <a:solidFill>
                  <a:srgbClr val="C00000"/>
                </a:solidFill>
                <a:latin typeface="Open Sans"/>
                <a:ea typeface="MS Mincho"/>
                <a:cs typeface="Times New Roman"/>
              </a:rPr>
              <a:t> </a:t>
            </a:r>
            <a:r>
              <a:rPr lang="en-GB">
                <a:solidFill>
                  <a:srgbClr val="C00000"/>
                </a:solidFill>
                <a:latin typeface="Open Sans"/>
                <a:ea typeface="MS Mincho"/>
                <a:cs typeface="Times New Roman"/>
              </a:rPr>
              <a:t>HHs per PSU</a:t>
            </a:r>
          </a:p>
          <a:p>
            <a:pPr marL="1031875" lvl="1" indent="358775">
              <a:spcAft>
                <a:spcPts val="800"/>
              </a:spcAft>
            </a:pPr>
            <a:r>
              <a:rPr lang="en-GB" sz="2000">
                <a:solidFill>
                  <a:srgbClr val="0070BA"/>
                </a:solidFill>
                <a:latin typeface="Open Sans"/>
                <a:ea typeface="MS Mincho"/>
                <a:cs typeface="Times New Roman"/>
              </a:rPr>
              <a:t>Every 3</a:t>
            </a:r>
            <a:r>
              <a:rPr lang="en-GB" sz="2000" baseline="30000">
                <a:solidFill>
                  <a:srgbClr val="0070BA"/>
                </a:solidFill>
                <a:latin typeface="Open Sans"/>
                <a:ea typeface="MS Mincho"/>
                <a:cs typeface="Times New Roman"/>
              </a:rPr>
              <a:t>rd</a:t>
            </a:r>
            <a:r>
              <a:rPr lang="en-GB" sz="2000">
                <a:solidFill>
                  <a:srgbClr val="0070BA"/>
                </a:solidFill>
                <a:latin typeface="Open Sans"/>
                <a:ea typeface="MS Mincho"/>
                <a:cs typeface="Times New Roman"/>
              </a:rPr>
              <a:t> house was listed after taking formal consent</a:t>
            </a:r>
          </a:p>
          <a:p>
            <a:pPr marL="1031875" lvl="1" indent="358775">
              <a:spcAft>
                <a:spcPts val="800"/>
              </a:spcAft>
            </a:pPr>
            <a:r>
              <a:rPr lang="en-GB" sz="2000">
                <a:solidFill>
                  <a:srgbClr val="0070BA"/>
                </a:solidFill>
                <a:latin typeface="Open Sans"/>
                <a:ea typeface="MS Mincho"/>
                <a:cs typeface="Times New Roman"/>
              </a:rPr>
              <a:t>Households without phone coverage &amp; incomplete contact info will</a:t>
            </a:r>
            <a:r>
              <a:rPr lang="zh-CN" altLang="en-US" sz="2000">
                <a:solidFill>
                  <a:srgbClr val="0070BA"/>
                </a:solidFill>
                <a:latin typeface="Open Sans"/>
                <a:ea typeface="MS Mincho"/>
                <a:cs typeface="Times New Roman"/>
              </a:rPr>
              <a:t> </a:t>
            </a:r>
            <a:r>
              <a:rPr lang="en-US" altLang="zh-CN" sz="2000">
                <a:solidFill>
                  <a:srgbClr val="0070BA"/>
                </a:solidFill>
                <a:latin typeface="Open Sans"/>
                <a:ea typeface="MS Mincho"/>
                <a:cs typeface="Times New Roman"/>
              </a:rPr>
              <a:t>be</a:t>
            </a:r>
            <a:r>
              <a:rPr lang="en-GB" sz="2000">
                <a:solidFill>
                  <a:srgbClr val="0070BA"/>
                </a:solidFill>
                <a:latin typeface="Open Sans"/>
                <a:ea typeface="MS Mincho"/>
                <a:cs typeface="Times New Roman"/>
              </a:rPr>
              <a:t> dropped before randomization stage</a:t>
            </a:r>
          </a:p>
        </p:txBody>
      </p:sp>
    </p:spTree>
    <p:extLst>
      <p:ext uri="{BB962C8B-B14F-4D97-AF65-F5344CB8AC3E}">
        <p14:creationId xmlns:p14="http://schemas.microsoft.com/office/powerpoint/2010/main" val="19686298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D16E23-B95D-E373-6EDB-2C8510CBEE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7880" y="412663"/>
            <a:ext cx="10542124" cy="1152000"/>
          </a:xfrm>
        </p:spPr>
        <p:txBody>
          <a:bodyPr anchor="ctr">
            <a:normAutofit/>
          </a:bodyPr>
          <a:lstStyle/>
          <a:p>
            <a:r>
              <a:rPr lang="en-US"/>
              <a:t>Next steps…</a:t>
            </a:r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E7C056F-9D7F-4B72-99AA-CBF424D71D1A}"/>
              </a:ext>
            </a:extLst>
          </p:cNvPr>
          <p:cNvSpPr txBox="1"/>
          <p:nvPr/>
        </p:nvSpPr>
        <p:spPr>
          <a:xfrm>
            <a:off x="1087880" y="1360480"/>
            <a:ext cx="10342120" cy="4465261"/>
          </a:xfrm>
          <a:prstGeom prst="rect">
            <a:avLst/>
          </a:prstGeom>
          <a:noFill/>
          <a:ln w="28575">
            <a:noFill/>
          </a:ln>
        </p:spPr>
        <p:txBody>
          <a:bodyPr wrap="square" rtlCol="0" anchor="ctr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>
                <a:solidFill>
                  <a:schemeClr val="accent1">
                    <a:lumMod val="75000"/>
                  </a:schemeClr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Resume data collection – Burkina Faso, Lebanon &amp; Guatemala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>
                <a:solidFill>
                  <a:schemeClr val="accent1">
                    <a:lumMod val="75000"/>
                  </a:schemeClr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Further in-depth analysis of the data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>
                <a:solidFill>
                  <a:schemeClr val="accent1">
                    <a:lumMod val="75000"/>
                  </a:schemeClr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Aggregate the full sample from CAR 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>
                <a:solidFill>
                  <a:schemeClr val="accent1">
                    <a:lumMod val="75000"/>
                  </a:schemeClr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Apply weights to the data to adjust for different response rates in the Remote (where possible)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>
                <a:solidFill>
                  <a:schemeClr val="accent1">
                    <a:lumMod val="75000"/>
                  </a:schemeClr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Compare</a:t>
            </a:r>
            <a:r>
              <a:rPr lang="zh-CN" altLang="en-US" sz="2400">
                <a:solidFill>
                  <a:schemeClr val="accent1">
                    <a:lumMod val="75000"/>
                  </a:schemeClr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US" altLang="zh-CN" sz="2400">
                <a:solidFill>
                  <a:schemeClr val="accent1">
                    <a:lumMod val="75000"/>
                  </a:schemeClr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the</a:t>
            </a:r>
            <a:r>
              <a:rPr lang="zh-CN" altLang="en-US" sz="2400">
                <a:solidFill>
                  <a:schemeClr val="accent1">
                    <a:lumMod val="75000"/>
                  </a:schemeClr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US" sz="2400">
                <a:solidFill>
                  <a:schemeClr val="accent1">
                    <a:lumMod val="75000"/>
                  </a:schemeClr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Long and Short modules</a:t>
            </a:r>
            <a:r>
              <a:rPr lang="zh-CN" altLang="en-US" sz="2400">
                <a:solidFill>
                  <a:schemeClr val="accent1">
                    <a:lumMod val="75000"/>
                  </a:schemeClr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US" altLang="zh-CN" sz="2400">
                <a:solidFill>
                  <a:schemeClr val="accent1">
                    <a:lumMod val="75000"/>
                  </a:schemeClr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within modalities</a:t>
            </a:r>
            <a:endParaRPr lang="en-US" sz="2400">
              <a:solidFill>
                <a:schemeClr val="accent1">
                  <a:lumMod val="75000"/>
                </a:schemeClr>
              </a:solidFill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>
                <a:solidFill>
                  <a:schemeClr val="accent1">
                    <a:lumMod val="75000"/>
                  </a:schemeClr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Explore further the use of the income sources and change variable as a standard food security indicator</a:t>
            </a:r>
            <a:endParaRPr lang="en-GB" sz="900">
              <a:solidFill>
                <a:schemeClr val="accent1">
                  <a:lumMod val="75000"/>
                </a:schemeClr>
              </a:solidFill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91961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3">
            <a:extLst>
              <a:ext uri="{FF2B5EF4-FFF2-40B4-BE49-F238E27FC236}">
                <a16:creationId xmlns:a16="http://schemas.microsoft.com/office/drawing/2014/main" id="{FE274F24-262D-4CB5-C013-10335B7274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1948" y="2257063"/>
            <a:ext cx="8623141" cy="2033581"/>
          </a:xfrm>
        </p:spPr>
        <p:txBody>
          <a:bodyPr>
            <a:normAutofit/>
          </a:bodyPr>
          <a:lstStyle/>
          <a:p>
            <a:pPr algn="ctr"/>
            <a:r>
              <a:rPr lang="en-US" sz="5400"/>
              <a:t>Thank you!!</a:t>
            </a:r>
            <a:endParaRPr lang="en-GB" sz="5400"/>
          </a:p>
        </p:txBody>
      </p:sp>
    </p:spTree>
    <p:extLst>
      <p:ext uri="{BB962C8B-B14F-4D97-AF65-F5344CB8AC3E}">
        <p14:creationId xmlns:p14="http://schemas.microsoft.com/office/powerpoint/2010/main" val="3803842916"/>
      </p:ext>
    </p:extLst>
  </p:cSld>
  <p:clrMapOvr>
    <a:masterClrMapping/>
  </p:clrMapOvr>
</p:sld>
</file>

<file path=ppt/theme/theme1.xml><?xml version="1.0" encoding="utf-8"?>
<a:theme xmlns:a="http://schemas.openxmlformats.org/drawingml/2006/main" name="Theme2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2" id="{CEABC6C1-02E8-6E4D-9B35-02EDBE627B8A}" vid="{F8040699-0E4C-D043-8EE2-4232DCF6EB18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7EC5AEA005F3944B5281CE0F7F3B6DF" ma:contentTypeVersion="17" ma:contentTypeDescription="Create a new document." ma:contentTypeScope="" ma:versionID="5104b4098f693acec562e45c0b5b1a24">
  <xsd:schema xmlns:xsd="http://www.w3.org/2001/XMLSchema" xmlns:xs="http://www.w3.org/2001/XMLSchema" xmlns:p="http://schemas.microsoft.com/office/2006/metadata/properties" xmlns:ns2="49256dcf-74b5-4e0f-b2ab-e17546be8a80" xmlns:ns3="3940b711-dc1d-4235-b0a5-48d487f0d3b9" targetNamespace="http://schemas.microsoft.com/office/2006/metadata/properties" ma:root="true" ma:fieldsID="4479ec4828d41ffc74c9628dd955ac38" ns2:_="" ns3:_="">
    <xsd:import namespace="49256dcf-74b5-4e0f-b2ab-e17546be8a80"/>
    <xsd:import namespace="3940b711-dc1d-4235-b0a5-48d487f0d3b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Locatio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9256dcf-74b5-4e0f-b2ab-e17546be8a8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5acc4dc2-1d7d-4ba2-9bc5-748c4ad50a6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940b711-dc1d-4235-b0a5-48d487f0d3b9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517c2faf-511a-483c-a677-1ab92e51de83}" ma:internalName="TaxCatchAll" ma:showField="CatchAllData" ma:web="3940b711-dc1d-4235-b0a5-48d487f0d3b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49256dcf-74b5-4e0f-b2ab-e17546be8a80">
      <Terms xmlns="http://schemas.microsoft.com/office/infopath/2007/PartnerControls"/>
    </lcf76f155ced4ddcb4097134ff3c332f>
    <TaxCatchAll xmlns="3940b711-dc1d-4235-b0a5-48d487f0d3b9" xsi:nil="true"/>
  </documentManagement>
</p:properties>
</file>

<file path=customXml/itemProps1.xml><?xml version="1.0" encoding="utf-8"?>
<ds:datastoreItem xmlns:ds="http://schemas.openxmlformats.org/officeDocument/2006/customXml" ds:itemID="{D2C8538E-530A-445D-9A15-7CC7F4A16C2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0AD3556-5E53-4100-9237-95951C307FCE}">
  <ds:schemaRefs>
    <ds:schemaRef ds:uri="3940b711-dc1d-4235-b0a5-48d487f0d3b9"/>
    <ds:schemaRef ds:uri="49256dcf-74b5-4e0f-b2ab-e17546be8a80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FF2CF057-9F0A-4CCB-B937-805ED701A0E8}">
  <ds:schemaRefs>
    <ds:schemaRef ds:uri="3940b711-dc1d-4235-b0a5-48d487f0d3b9"/>
    <ds:schemaRef ds:uri="49256dcf-74b5-4e0f-b2ab-e17546be8a80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1209</TotalTime>
  <Words>921</Words>
  <Application>Microsoft Office PowerPoint</Application>
  <PresentationFormat>Widescreen</PresentationFormat>
  <Paragraphs>99</Paragraphs>
  <Slides>9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Calibri</vt:lpstr>
      <vt:lpstr>HALDEN SOLID</vt:lpstr>
      <vt:lpstr>Open Sans</vt:lpstr>
      <vt:lpstr>Open Sans Extrabold</vt:lpstr>
      <vt:lpstr>Theme2</vt:lpstr>
      <vt:lpstr>Remote CARI (rCARI) Validation Study</vt:lpstr>
      <vt:lpstr>How to Name the Study Methodology…</vt:lpstr>
      <vt:lpstr>Overall sampling study framework</vt:lpstr>
      <vt:lpstr>Sampling Frame - Myanmar</vt:lpstr>
      <vt:lpstr>Sampling Frame - Ecuador</vt:lpstr>
      <vt:lpstr>Sampling Frame – Central African Republic (CAR)</vt:lpstr>
      <vt:lpstr>Sampling Frame – Burkina Faso (BF)</vt:lpstr>
      <vt:lpstr>Next steps…</vt:lpstr>
      <vt:lpstr>Thank you!!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Instructions slide Useful tips to correctly edit this powerpoint template</dc:title>
  <dc:creator>Helen CLARKE</dc:creator>
  <cp:lastModifiedBy>Alirah WEYORI</cp:lastModifiedBy>
  <cp:revision>13</cp:revision>
  <dcterms:created xsi:type="dcterms:W3CDTF">2018-08-20T09:35:59Z</dcterms:created>
  <dcterms:modified xsi:type="dcterms:W3CDTF">2023-11-30T08:32:40Z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0x01010007EC5AEA005F3944B5281CE0F7F3B6DF</vt:lpwstr>
  </property>
  <property fmtid="{D5CDD505-2E9C-101B-9397-08002B2CF9AE}" pid="3" name="MediaServiceImageTags">
    <vt:lpwstr/>
  </property>
</Properties>
</file>