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55_9FF6A08B.xml" ContentType="application/vnd.ms-powerpoint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33"/>
  </p:notesMasterIdLst>
  <p:handoutMasterIdLst>
    <p:handoutMasterId r:id="rId34"/>
  </p:handoutMasterIdLst>
  <p:sldIdLst>
    <p:sldId id="283" r:id="rId5"/>
    <p:sldId id="286" r:id="rId6"/>
    <p:sldId id="311" r:id="rId7"/>
    <p:sldId id="296" r:id="rId8"/>
    <p:sldId id="310" r:id="rId9"/>
    <p:sldId id="323" r:id="rId10"/>
    <p:sldId id="320" r:id="rId11"/>
    <p:sldId id="321" r:id="rId12"/>
    <p:sldId id="326" r:id="rId13"/>
    <p:sldId id="324" r:id="rId14"/>
    <p:sldId id="329" r:id="rId15"/>
    <p:sldId id="341" r:id="rId16"/>
    <p:sldId id="330" r:id="rId17"/>
    <p:sldId id="325" r:id="rId18"/>
    <p:sldId id="327" r:id="rId19"/>
    <p:sldId id="331" r:id="rId20"/>
    <p:sldId id="334" r:id="rId21"/>
    <p:sldId id="335" r:id="rId22"/>
    <p:sldId id="336" r:id="rId23"/>
    <p:sldId id="337" r:id="rId24"/>
    <p:sldId id="338" r:id="rId25"/>
    <p:sldId id="339" r:id="rId26"/>
    <p:sldId id="343" r:id="rId27"/>
    <p:sldId id="340" r:id="rId28"/>
    <p:sldId id="342" r:id="rId29"/>
    <p:sldId id="332" r:id="rId30"/>
    <p:sldId id="333" r:id="rId31"/>
    <p:sldId id="328" r:id="rId3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86BFB65-520F-4649-842A-8FAC50C1638D}">
          <p14:sldIdLst>
            <p14:sldId id="283"/>
            <p14:sldId id="286"/>
            <p14:sldId id="311"/>
            <p14:sldId id="296"/>
            <p14:sldId id="310"/>
          </p14:sldIdLst>
        </p14:section>
        <p14:section name="Results" id="{2C4D1EE9-A3E0-4084-9198-0FB1A973D7CA}">
          <p14:sldIdLst>
            <p14:sldId id="323"/>
            <p14:sldId id="320"/>
            <p14:sldId id="321"/>
            <p14:sldId id="326"/>
            <p14:sldId id="324"/>
            <p14:sldId id="329"/>
            <p14:sldId id="341"/>
            <p14:sldId id="330"/>
            <p14:sldId id="325"/>
            <p14:sldId id="327"/>
            <p14:sldId id="331"/>
            <p14:sldId id="334"/>
            <p14:sldId id="335"/>
            <p14:sldId id="336"/>
            <p14:sldId id="337"/>
            <p14:sldId id="338"/>
            <p14:sldId id="339"/>
            <p14:sldId id="343"/>
            <p14:sldId id="340"/>
            <p14:sldId id="342"/>
            <p14:sldId id="332"/>
            <p14:sldId id="333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7EE71F-E4CF-2640-16B2-A6A6650BB44B}" name="Cassandra WALKER" initials="CW" userId="S::cassandra.walker@wfp.org::7d551a76-2a3b-46ce-9612-27f9694a0380" providerId="AD"/>
  <p188:author id="{E164B82E-70A5-DC7F-7202-998852D0418F}" name="Nicole Wu" initials="YW" userId="Nicole Wu" providerId="None"/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9CAFF"/>
    <a:srgbClr val="73F4E2"/>
    <a:srgbClr val="6DE4D0"/>
    <a:srgbClr val="57C5F7"/>
    <a:srgbClr val="007CC5"/>
    <a:srgbClr val="FFFFFE"/>
    <a:srgbClr val="0070BA"/>
    <a:srgbClr val="DEE5C9"/>
    <a:srgbClr val="FCE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F22E73-00B4-442B-AE8B-6BA82F01CCFE}" v="120" dt="2023-10-10T08:17:27.9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549" autoAdjust="0"/>
    <p:restoredTop sz="94695"/>
  </p:normalViewPr>
  <p:slideViewPr>
    <p:cSldViewPr snapToGrid="0">
      <p:cViewPr varScale="1">
        <p:scale>
          <a:sx n="59" d="100"/>
          <a:sy n="59" d="100"/>
        </p:scale>
        <p:origin x="48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ah WEYORI" userId="1c7cbaa8-91f0-4806-8632-e4be5028c1b4" providerId="ADAL" clId="{BBF22E73-00B4-442B-AE8B-6BA82F01CCFE}"/>
    <pc:docChg chg="undo custSel addSld delSld modSld sldOrd modSection">
      <pc:chgData name="Alirah WEYORI" userId="1c7cbaa8-91f0-4806-8632-e4be5028c1b4" providerId="ADAL" clId="{BBF22E73-00B4-442B-AE8B-6BA82F01CCFE}" dt="2023-10-10T08:18:16.984" v="723" actId="14734"/>
      <pc:docMkLst>
        <pc:docMk/>
      </pc:docMkLst>
      <pc:sldChg chg="modSp mod">
        <pc:chgData name="Alirah WEYORI" userId="1c7cbaa8-91f0-4806-8632-e4be5028c1b4" providerId="ADAL" clId="{BBF22E73-00B4-442B-AE8B-6BA82F01CCFE}" dt="2023-10-09T20:17:37.201" v="67" actId="5793"/>
        <pc:sldMkLst>
          <pc:docMk/>
          <pc:sldMk cId="3545166311" sldId="283"/>
        </pc:sldMkLst>
        <pc:spChg chg="mod">
          <ac:chgData name="Alirah WEYORI" userId="1c7cbaa8-91f0-4806-8632-e4be5028c1b4" providerId="ADAL" clId="{BBF22E73-00B4-442B-AE8B-6BA82F01CCFE}" dt="2023-10-09T20:16:50.688" v="39" actId="122"/>
          <ac:spMkLst>
            <pc:docMk/>
            <pc:sldMk cId="3545166311" sldId="283"/>
            <ac:spMk id="2" creationId="{00000000-0000-0000-0000-000000000000}"/>
          </ac:spMkLst>
        </pc:spChg>
        <pc:spChg chg="mod">
          <ac:chgData name="Alirah WEYORI" userId="1c7cbaa8-91f0-4806-8632-e4be5028c1b4" providerId="ADAL" clId="{BBF22E73-00B4-442B-AE8B-6BA82F01CCFE}" dt="2023-10-09T20:16:46.844" v="38" actId="122"/>
          <ac:spMkLst>
            <pc:docMk/>
            <pc:sldMk cId="3545166311" sldId="283"/>
            <ac:spMk id="3" creationId="{00000000-0000-0000-0000-000000000000}"/>
          </ac:spMkLst>
        </pc:spChg>
        <pc:spChg chg="mod">
          <ac:chgData name="Alirah WEYORI" userId="1c7cbaa8-91f0-4806-8632-e4be5028c1b4" providerId="ADAL" clId="{BBF22E73-00B4-442B-AE8B-6BA82F01CCFE}" dt="2023-10-09T20:17:37.201" v="67" actId="5793"/>
          <ac:spMkLst>
            <pc:docMk/>
            <pc:sldMk cId="3545166311" sldId="283"/>
            <ac:spMk id="6" creationId="{53CD270A-9458-E7A9-9B9B-7F70A19E11F1}"/>
          </ac:spMkLst>
        </pc:spChg>
      </pc:sldChg>
      <pc:sldChg chg="modSp mod">
        <pc:chgData name="Alirah WEYORI" userId="1c7cbaa8-91f0-4806-8632-e4be5028c1b4" providerId="ADAL" clId="{BBF22E73-00B4-442B-AE8B-6BA82F01CCFE}" dt="2023-10-09T20:18:05.217" v="68" actId="6549"/>
        <pc:sldMkLst>
          <pc:docMk/>
          <pc:sldMk cId="2571662685" sldId="296"/>
        </pc:sldMkLst>
        <pc:spChg chg="mod">
          <ac:chgData name="Alirah WEYORI" userId="1c7cbaa8-91f0-4806-8632-e4be5028c1b4" providerId="ADAL" clId="{BBF22E73-00B4-442B-AE8B-6BA82F01CCFE}" dt="2023-10-09T20:18:05.217" v="68" actId="6549"/>
          <ac:spMkLst>
            <pc:docMk/>
            <pc:sldMk cId="2571662685" sldId="296"/>
            <ac:spMk id="3" creationId="{63505D0D-7CB2-2242-BE0E-B72CE5E5E8F7}"/>
          </ac:spMkLst>
        </pc:spChg>
      </pc:sldChg>
      <pc:sldChg chg="delSp mod">
        <pc:chgData name="Alirah WEYORI" userId="1c7cbaa8-91f0-4806-8632-e4be5028c1b4" providerId="ADAL" clId="{BBF22E73-00B4-442B-AE8B-6BA82F01CCFE}" dt="2023-10-09T20:30:49.975" v="161" actId="478"/>
        <pc:sldMkLst>
          <pc:docMk/>
          <pc:sldMk cId="763011548" sldId="318"/>
        </pc:sldMkLst>
        <pc:picChg chg="del">
          <ac:chgData name="Alirah WEYORI" userId="1c7cbaa8-91f0-4806-8632-e4be5028c1b4" providerId="ADAL" clId="{BBF22E73-00B4-442B-AE8B-6BA82F01CCFE}" dt="2023-10-09T20:30:45.759" v="160" actId="478"/>
          <ac:picMkLst>
            <pc:docMk/>
            <pc:sldMk cId="763011548" sldId="318"/>
            <ac:picMk id="11" creationId="{D65D3133-D99A-EDCA-B944-4522CFA42DC7}"/>
          </ac:picMkLst>
        </pc:picChg>
        <pc:picChg chg="del">
          <ac:chgData name="Alirah WEYORI" userId="1c7cbaa8-91f0-4806-8632-e4be5028c1b4" providerId="ADAL" clId="{BBF22E73-00B4-442B-AE8B-6BA82F01CCFE}" dt="2023-10-09T20:30:49.975" v="161" actId="478"/>
          <ac:picMkLst>
            <pc:docMk/>
            <pc:sldMk cId="763011548" sldId="318"/>
            <ac:picMk id="13" creationId="{74545284-EA71-8962-3A2C-A8485009909C}"/>
          </ac:picMkLst>
        </pc:picChg>
      </pc:sldChg>
      <pc:sldChg chg="modSp mod">
        <pc:chgData name="Alirah WEYORI" userId="1c7cbaa8-91f0-4806-8632-e4be5028c1b4" providerId="ADAL" clId="{BBF22E73-00B4-442B-AE8B-6BA82F01CCFE}" dt="2023-10-09T21:48:18.085" v="323" actId="1582"/>
        <pc:sldMkLst>
          <pc:docMk/>
          <pc:sldMk cId="1674716470" sldId="321"/>
        </pc:sldMkLst>
        <pc:spChg chg="mod">
          <ac:chgData name="Alirah WEYORI" userId="1c7cbaa8-91f0-4806-8632-e4be5028c1b4" providerId="ADAL" clId="{BBF22E73-00B4-442B-AE8B-6BA82F01CCFE}" dt="2023-10-09T21:48:18.085" v="323" actId="1582"/>
          <ac:spMkLst>
            <pc:docMk/>
            <pc:sldMk cId="1674716470" sldId="321"/>
            <ac:spMk id="4" creationId="{8187BD5D-5E44-D650-9D63-23F917E8919A}"/>
          </ac:spMkLst>
        </pc:spChg>
        <pc:spChg chg="mod">
          <ac:chgData name="Alirah WEYORI" userId="1c7cbaa8-91f0-4806-8632-e4be5028c1b4" providerId="ADAL" clId="{BBF22E73-00B4-442B-AE8B-6BA82F01CCFE}" dt="2023-10-09T21:48:07.237" v="322" actId="1582"/>
          <ac:spMkLst>
            <pc:docMk/>
            <pc:sldMk cId="1674716470" sldId="321"/>
            <ac:spMk id="6" creationId="{8E1FD0D4-3ACF-F0B9-C558-681283CF05FA}"/>
          </ac:spMkLst>
        </pc:spChg>
      </pc:sldChg>
      <pc:sldChg chg="delCm">
        <pc:chgData name="Alirah WEYORI" userId="1c7cbaa8-91f0-4806-8632-e4be5028c1b4" providerId="ADAL" clId="{BBF22E73-00B4-442B-AE8B-6BA82F01CCFE}" dt="2023-10-09T20:27:38.635" v="150"/>
        <pc:sldMkLst>
          <pc:docMk/>
          <pc:sldMk cId="584995391" sldId="324"/>
        </pc:sldMkLst>
      </pc:sldChg>
      <pc:sldChg chg="addSp delSp modSp mod delAnim modAnim">
        <pc:chgData name="Alirah WEYORI" userId="1c7cbaa8-91f0-4806-8632-e4be5028c1b4" providerId="ADAL" clId="{BBF22E73-00B4-442B-AE8B-6BA82F01CCFE}" dt="2023-10-09T21:48:49.548" v="327" actId="1035"/>
        <pc:sldMkLst>
          <pc:docMk/>
          <pc:sldMk cId="840639942" sldId="326"/>
        </pc:sldMkLst>
        <pc:spChg chg="del">
          <ac:chgData name="Alirah WEYORI" userId="1c7cbaa8-91f0-4806-8632-e4be5028c1b4" providerId="ADAL" clId="{BBF22E73-00B4-442B-AE8B-6BA82F01CCFE}" dt="2023-10-09T20:19:09.414" v="74" actId="478"/>
          <ac:spMkLst>
            <pc:docMk/>
            <pc:sldMk cId="840639942" sldId="326"/>
            <ac:spMk id="4" creationId="{4DE524AF-D753-5646-7668-8B2E4ABF5BA5}"/>
          </ac:spMkLst>
        </pc:spChg>
        <pc:spChg chg="del">
          <ac:chgData name="Alirah WEYORI" userId="1c7cbaa8-91f0-4806-8632-e4be5028c1b4" providerId="ADAL" clId="{BBF22E73-00B4-442B-AE8B-6BA82F01CCFE}" dt="2023-10-09T20:18:59.706" v="70" actId="478"/>
          <ac:spMkLst>
            <pc:docMk/>
            <pc:sldMk cId="840639942" sldId="326"/>
            <ac:spMk id="6" creationId="{85CEA327-1895-55AF-12A3-BE074BE276B2}"/>
          </ac:spMkLst>
        </pc:spChg>
        <pc:spChg chg="add mod">
          <ac:chgData name="Alirah WEYORI" userId="1c7cbaa8-91f0-4806-8632-e4be5028c1b4" providerId="ADAL" clId="{BBF22E73-00B4-442B-AE8B-6BA82F01CCFE}" dt="2023-10-09T21:48:49.548" v="327" actId="1035"/>
          <ac:spMkLst>
            <pc:docMk/>
            <pc:sldMk cId="840639942" sldId="326"/>
            <ac:spMk id="8" creationId="{4226E02E-28C3-AD02-48D8-ED752A1FDB3D}"/>
          </ac:spMkLst>
        </pc:spChg>
        <pc:spChg chg="del">
          <ac:chgData name="Alirah WEYORI" userId="1c7cbaa8-91f0-4806-8632-e4be5028c1b4" providerId="ADAL" clId="{BBF22E73-00B4-442B-AE8B-6BA82F01CCFE}" dt="2023-10-09T20:19:13.872" v="76" actId="478"/>
          <ac:spMkLst>
            <pc:docMk/>
            <pc:sldMk cId="840639942" sldId="326"/>
            <ac:spMk id="10" creationId="{65B9117B-7C33-04D8-7EFA-4626FE586D9C}"/>
          </ac:spMkLst>
        </pc:spChg>
        <pc:spChg chg="del">
          <ac:chgData name="Alirah WEYORI" userId="1c7cbaa8-91f0-4806-8632-e4be5028c1b4" providerId="ADAL" clId="{BBF22E73-00B4-442B-AE8B-6BA82F01CCFE}" dt="2023-10-09T20:19:04.501" v="72" actId="478"/>
          <ac:spMkLst>
            <pc:docMk/>
            <pc:sldMk cId="840639942" sldId="326"/>
            <ac:spMk id="11" creationId="{3DD359B8-6E1B-5FA9-2F62-F43F2C944A81}"/>
          </ac:spMkLst>
        </pc:spChg>
        <pc:spChg chg="del">
          <ac:chgData name="Alirah WEYORI" userId="1c7cbaa8-91f0-4806-8632-e4be5028c1b4" providerId="ADAL" clId="{BBF22E73-00B4-442B-AE8B-6BA82F01CCFE}" dt="2023-10-09T20:19:07.081" v="73" actId="478"/>
          <ac:spMkLst>
            <pc:docMk/>
            <pc:sldMk cId="840639942" sldId="326"/>
            <ac:spMk id="12" creationId="{F7F42C21-C7C3-39E6-642E-AA806354D309}"/>
          </ac:spMkLst>
        </pc:spChg>
        <pc:spChg chg="del">
          <ac:chgData name="Alirah WEYORI" userId="1c7cbaa8-91f0-4806-8632-e4be5028c1b4" providerId="ADAL" clId="{BBF22E73-00B4-442B-AE8B-6BA82F01CCFE}" dt="2023-10-09T20:19:11.932" v="75" actId="478"/>
          <ac:spMkLst>
            <pc:docMk/>
            <pc:sldMk cId="840639942" sldId="326"/>
            <ac:spMk id="14" creationId="{8489DD7A-1C7C-CC13-3E81-196390B6B5F8}"/>
          </ac:spMkLst>
        </pc:spChg>
        <pc:spChg chg="del">
          <ac:chgData name="Alirah WEYORI" userId="1c7cbaa8-91f0-4806-8632-e4be5028c1b4" providerId="ADAL" clId="{BBF22E73-00B4-442B-AE8B-6BA82F01CCFE}" dt="2023-10-09T20:19:02.150" v="71" actId="478"/>
          <ac:spMkLst>
            <pc:docMk/>
            <pc:sldMk cId="840639942" sldId="326"/>
            <ac:spMk id="15" creationId="{62EBE12C-B7A2-7F61-9C1C-2EF5F2FE4A89}"/>
          </ac:spMkLst>
        </pc:spChg>
        <pc:graphicFrameChg chg="add del mod">
          <ac:chgData name="Alirah WEYORI" userId="1c7cbaa8-91f0-4806-8632-e4be5028c1b4" providerId="ADAL" clId="{BBF22E73-00B4-442B-AE8B-6BA82F01CCFE}" dt="2023-10-09T20:20:35.563" v="98"/>
          <ac:graphicFrameMkLst>
            <pc:docMk/>
            <pc:sldMk cId="840639942" sldId="326"/>
            <ac:graphicFrameMk id="3" creationId="{C9B89E2F-C30D-34BB-E0BB-AB3188D5693C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09T20:29:21.416" v="159" actId="207"/>
          <ac:graphicFrameMkLst>
            <pc:docMk/>
            <pc:sldMk cId="840639942" sldId="326"/>
            <ac:graphicFrameMk id="7" creationId="{50D841BE-BD9F-4408-D1FE-2E053D0E4DF1}"/>
          </ac:graphicFrameMkLst>
        </pc:graphicFrameChg>
        <pc:picChg chg="del">
          <ac:chgData name="Alirah WEYORI" userId="1c7cbaa8-91f0-4806-8632-e4be5028c1b4" providerId="ADAL" clId="{BBF22E73-00B4-442B-AE8B-6BA82F01CCFE}" dt="2023-10-09T20:18:54.804" v="69" actId="478"/>
          <ac:picMkLst>
            <pc:docMk/>
            <pc:sldMk cId="840639942" sldId="326"/>
            <ac:picMk id="5" creationId="{C60F0F0E-2817-2F76-BD36-04875EB0BA48}"/>
          </ac:picMkLst>
        </pc:picChg>
      </pc:sldChg>
      <pc:sldChg chg="addSp delSp modSp new mod">
        <pc:chgData name="Alirah WEYORI" userId="1c7cbaa8-91f0-4806-8632-e4be5028c1b4" providerId="ADAL" clId="{BBF22E73-00B4-442B-AE8B-6BA82F01CCFE}" dt="2023-10-09T21:13:37.485" v="205" actId="1076"/>
        <pc:sldMkLst>
          <pc:docMk/>
          <pc:sldMk cId="1965202995" sldId="329"/>
        </pc:sldMkLst>
        <pc:spChg chg="del">
          <ac:chgData name="Alirah WEYORI" userId="1c7cbaa8-91f0-4806-8632-e4be5028c1b4" providerId="ADAL" clId="{BBF22E73-00B4-442B-AE8B-6BA82F01CCFE}" dt="2023-10-09T20:37:04.789" v="164" actId="478"/>
          <ac:spMkLst>
            <pc:docMk/>
            <pc:sldMk cId="1965202995" sldId="329"/>
            <ac:spMk id="2" creationId="{02ADF4C6-A7BB-7DBA-1646-1FE67E74CEBF}"/>
          </ac:spMkLst>
        </pc:spChg>
        <pc:spChg chg="del">
          <ac:chgData name="Alirah WEYORI" userId="1c7cbaa8-91f0-4806-8632-e4be5028c1b4" providerId="ADAL" clId="{BBF22E73-00B4-442B-AE8B-6BA82F01CCFE}" dt="2023-10-09T20:37:00.110" v="163" actId="478"/>
          <ac:spMkLst>
            <pc:docMk/>
            <pc:sldMk cId="1965202995" sldId="329"/>
            <ac:spMk id="3" creationId="{4B4C97F6-EA13-A5F7-6BA6-D957853245AB}"/>
          </ac:spMkLst>
        </pc:spChg>
        <pc:graphicFrameChg chg="add del mod">
          <ac:chgData name="Alirah WEYORI" userId="1c7cbaa8-91f0-4806-8632-e4be5028c1b4" providerId="ADAL" clId="{BBF22E73-00B4-442B-AE8B-6BA82F01CCFE}" dt="2023-10-09T20:38:32.336" v="172"/>
          <ac:graphicFrameMkLst>
            <pc:docMk/>
            <pc:sldMk cId="1965202995" sldId="329"/>
            <ac:graphicFrameMk id="4" creationId="{23D28E3E-BECD-BD7C-E691-5ED12D923E90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09T21:13:37.485" v="205" actId="1076"/>
          <ac:graphicFrameMkLst>
            <pc:docMk/>
            <pc:sldMk cId="1965202995" sldId="329"/>
            <ac:graphicFrameMk id="5" creationId="{E4302323-FA08-D4EE-6EB6-308CF0F6DE98}"/>
          </ac:graphicFrameMkLst>
        </pc:graphicFrameChg>
      </pc:sldChg>
      <pc:sldChg chg="addSp delSp modSp add mod">
        <pc:chgData name="Alirah WEYORI" userId="1c7cbaa8-91f0-4806-8632-e4be5028c1b4" providerId="ADAL" clId="{BBF22E73-00B4-442B-AE8B-6BA82F01CCFE}" dt="2023-10-09T21:45:17.878" v="316" actId="1076"/>
        <pc:sldMkLst>
          <pc:docMk/>
          <pc:sldMk cId="4061635016" sldId="330"/>
        </pc:sldMkLst>
        <pc:spChg chg="add mod">
          <ac:chgData name="Alirah WEYORI" userId="1c7cbaa8-91f0-4806-8632-e4be5028c1b4" providerId="ADAL" clId="{BBF22E73-00B4-442B-AE8B-6BA82F01CCFE}" dt="2023-10-09T21:45:17.878" v="316" actId="1076"/>
          <ac:spMkLst>
            <pc:docMk/>
            <pc:sldMk cId="4061635016" sldId="330"/>
            <ac:spMk id="7" creationId="{4BF0B333-D71E-CE7C-268C-A43F9130A4FD}"/>
          </ac:spMkLst>
        </pc:spChg>
        <pc:graphicFrameChg chg="add del mod">
          <ac:chgData name="Alirah WEYORI" userId="1c7cbaa8-91f0-4806-8632-e4be5028c1b4" providerId="ADAL" clId="{BBF22E73-00B4-442B-AE8B-6BA82F01CCFE}" dt="2023-10-09T21:16:49.137" v="215"/>
          <ac:graphicFrameMkLst>
            <pc:docMk/>
            <pc:sldMk cId="4061635016" sldId="330"/>
            <ac:graphicFrameMk id="2" creationId="{BE783E8A-5B4F-2ADC-A98D-C5C1B34E4C77}"/>
          </ac:graphicFrameMkLst>
        </pc:graphicFrameChg>
        <pc:graphicFrameChg chg="add del mod">
          <ac:chgData name="Alirah WEYORI" userId="1c7cbaa8-91f0-4806-8632-e4be5028c1b4" providerId="ADAL" clId="{BBF22E73-00B4-442B-AE8B-6BA82F01CCFE}" dt="2023-10-09T21:17:12.371" v="223"/>
          <ac:graphicFrameMkLst>
            <pc:docMk/>
            <pc:sldMk cId="4061635016" sldId="330"/>
            <ac:graphicFrameMk id="3" creationId="{9D040E56-2FF2-0489-8897-F659BC7BB704}"/>
          </ac:graphicFrameMkLst>
        </pc:graphicFrameChg>
        <pc:graphicFrameChg chg="add del mod">
          <ac:chgData name="Alirah WEYORI" userId="1c7cbaa8-91f0-4806-8632-e4be5028c1b4" providerId="ADAL" clId="{BBF22E73-00B4-442B-AE8B-6BA82F01CCFE}" dt="2023-10-09T21:17:34.648" v="227"/>
          <ac:graphicFrameMkLst>
            <pc:docMk/>
            <pc:sldMk cId="4061635016" sldId="330"/>
            <ac:graphicFrameMk id="4" creationId="{ABD6595C-941F-FA9F-6CF9-713478F27AED}"/>
          </ac:graphicFrameMkLst>
        </pc:graphicFrameChg>
        <pc:graphicFrameChg chg="del">
          <ac:chgData name="Alirah WEYORI" userId="1c7cbaa8-91f0-4806-8632-e4be5028c1b4" providerId="ADAL" clId="{BBF22E73-00B4-442B-AE8B-6BA82F01CCFE}" dt="2023-10-09T21:14:22.256" v="207" actId="478"/>
          <ac:graphicFrameMkLst>
            <pc:docMk/>
            <pc:sldMk cId="4061635016" sldId="330"/>
            <ac:graphicFrameMk id="5" creationId="{E4302323-FA08-D4EE-6EB6-308CF0F6DE98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09T21:45:13.330" v="315" actId="1076"/>
          <ac:graphicFrameMkLst>
            <pc:docMk/>
            <pc:sldMk cId="4061635016" sldId="330"/>
            <ac:graphicFrameMk id="6" creationId="{9D52D563-BD7E-B2CB-64B1-26C6D6374F10}"/>
          </ac:graphicFrameMkLst>
        </pc:graphicFrameChg>
      </pc:sldChg>
      <pc:sldChg chg="modSp add mod ord">
        <pc:chgData name="Alirah WEYORI" userId="1c7cbaa8-91f0-4806-8632-e4be5028c1b4" providerId="ADAL" clId="{BBF22E73-00B4-442B-AE8B-6BA82F01CCFE}" dt="2023-10-09T21:25:29.477" v="268" actId="20577"/>
        <pc:sldMkLst>
          <pc:docMk/>
          <pc:sldMk cId="1669664080" sldId="331"/>
        </pc:sldMkLst>
        <pc:spChg chg="mod">
          <ac:chgData name="Alirah WEYORI" userId="1c7cbaa8-91f0-4806-8632-e4be5028c1b4" providerId="ADAL" clId="{BBF22E73-00B4-442B-AE8B-6BA82F01CCFE}" dt="2023-10-09T21:25:29.477" v="268" actId="20577"/>
          <ac:spMkLst>
            <pc:docMk/>
            <pc:sldMk cId="1669664080" sldId="331"/>
            <ac:spMk id="4" creationId="{3ECF8963-4DED-C55E-B926-36AA487C8500}"/>
          </ac:spMkLst>
        </pc:spChg>
      </pc:sldChg>
      <pc:sldChg chg="delSp new mod">
        <pc:chgData name="Alirah WEYORI" userId="1c7cbaa8-91f0-4806-8632-e4be5028c1b4" providerId="ADAL" clId="{BBF22E73-00B4-442B-AE8B-6BA82F01CCFE}" dt="2023-10-09T21:26:10.105" v="270" actId="478"/>
        <pc:sldMkLst>
          <pc:docMk/>
          <pc:sldMk cId="1465853430" sldId="332"/>
        </pc:sldMkLst>
        <pc:spChg chg="del">
          <ac:chgData name="Alirah WEYORI" userId="1c7cbaa8-91f0-4806-8632-e4be5028c1b4" providerId="ADAL" clId="{BBF22E73-00B4-442B-AE8B-6BA82F01CCFE}" dt="2023-10-09T21:26:10.105" v="270" actId="478"/>
          <ac:spMkLst>
            <pc:docMk/>
            <pc:sldMk cId="1465853430" sldId="332"/>
            <ac:spMk id="2" creationId="{D1C596CB-73EE-494B-6813-AB88ED36CF85}"/>
          </ac:spMkLst>
        </pc:spChg>
      </pc:sldChg>
      <pc:sldChg chg="modSp add mod ord">
        <pc:chgData name="Alirah WEYORI" userId="1c7cbaa8-91f0-4806-8632-e4be5028c1b4" providerId="ADAL" clId="{BBF22E73-00B4-442B-AE8B-6BA82F01CCFE}" dt="2023-10-10T07:48:54.357" v="542" actId="20577"/>
        <pc:sldMkLst>
          <pc:docMk/>
          <pc:sldMk cId="1820479352" sldId="333"/>
        </pc:sldMkLst>
        <pc:spChg chg="mod">
          <ac:chgData name="Alirah WEYORI" userId="1c7cbaa8-91f0-4806-8632-e4be5028c1b4" providerId="ADAL" clId="{BBF22E73-00B4-442B-AE8B-6BA82F01CCFE}" dt="2023-10-10T07:48:54.357" v="542" actId="20577"/>
          <ac:spMkLst>
            <pc:docMk/>
            <pc:sldMk cId="1820479352" sldId="333"/>
            <ac:spMk id="4" creationId="{3ECF8963-4DED-C55E-B926-36AA487C8500}"/>
          </ac:spMkLst>
        </pc:spChg>
      </pc:sldChg>
      <pc:sldChg chg="addSp delSp modSp mod">
        <pc:chgData name="Alirah WEYORI" userId="1c7cbaa8-91f0-4806-8632-e4be5028c1b4" providerId="ADAL" clId="{BBF22E73-00B4-442B-AE8B-6BA82F01CCFE}" dt="2023-10-10T07:54:04.758" v="577" actId="14100"/>
        <pc:sldMkLst>
          <pc:docMk/>
          <pc:sldMk cId="2385089260" sldId="334"/>
        </pc:sldMkLst>
        <pc:spChg chg="mod">
          <ac:chgData name="Alirah WEYORI" userId="1c7cbaa8-91f0-4806-8632-e4be5028c1b4" providerId="ADAL" clId="{BBF22E73-00B4-442B-AE8B-6BA82F01CCFE}" dt="2023-10-10T07:54:04.758" v="577" actId="14100"/>
          <ac:spMkLst>
            <pc:docMk/>
            <pc:sldMk cId="2385089260" sldId="334"/>
            <ac:spMk id="2" creationId="{7F999FF3-0E37-AD51-18F7-3D20C12981BD}"/>
          </ac:spMkLst>
        </pc:spChg>
        <pc:spChg chg="add del mod">
          <ac:chgData name="Alirah WEYORI" userId="1c7cbaa8-91f0-4806-8632-e4be5028c1b4" providerId="ADAL" clId="{BBF22E73-00B4-442B-AE8B-6BA82F01CCFE}" dt="2023-10-09T21:50:29.585" v="329" actId="478"/>
          <ac:spMkLst>
            <pc:docMk/>
            <pc:sldMk cId="2385089260" sldId="334"/>
            <ac:spMk id="5" creationId="{456788B4-0653-E155-5F1D-737F088AC053}"/>
          </ac:spMkLst>
        </pc:spChg>
        <pc:spChg chg="mod">
          <ac:chgData name="Alirah WEYORI" userId="1c7cbaa8-91f0-4806-8632-e4be5028c1b4" providerId="ADAL" clId="{BBF22E73-00B4-442B-AE8B-6BA82F01CCFE}" dt="2023-10-10T07:53:09.956" v="571" actId="14100"/>
          <ac:spMkLst>
            <pc:docMk/>
            <pc:sldMk cId="2385089260" sldId="334"/>
            <ac:spMk id="9" creationId="{8A88FD57-E5D3-C556-2477-683567EC73BF}"/>
          </ac:spMkLst>
        </pc:spChg>
        <pc:graphicFrameChg chg="add del mod">
          <ac:chgData name="Alirah WEYORI" userId="1c7cbaa8-91f0-4806-8632-e4be5028c1b4" providerId="ADAL" clId="{BBF22E73-00B4-442B-AE8B-6BA82F01CCFE}" dt="2023-10-10T07:51:26.051" v="547"/>
          <ac:graphicFrameMkLst>
            <pc:docMk/>
            <pc:sldMk cId="2385089260" sldId="334"/>
            <ac:graphicFrameMk id="6" creationId="{13B7D570-CB6B-FB83-BD48-84159FAA2D02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10T07:53:36.971" v="575" actId="14734"/>
          <ac:graphicFrameMkLst>
            <pc:docMk/>
            <pc:sldMk cId="2385089260" sldId="334"/>
            <ac:graphicFrameMk id="7" creationId="{6E9DE798-A588-36D4-50BC-5705AE4E6C74}"/>
          </ac:graphicFrameMkLst>
        </pc:graphicFrameChg>
        <pc:picChg chg="del">
          <ac:chgData name="Alirah WEYORI" userId="1c7cbaa8-91f0-4806-8632-e4be5028c1b4" providerId="ADAL" clId="{BBF22E73-00B4-442B-AE8B-6BA82F01CCFE}" dt="2023-10-09T21:50:17.819" v="328" actId="478"/>
          <ac:picMkLst>
            <pc:docMk/>
            <pc:sldMk cId="2385089260" sldId="334"/>
            <ac:picMk id="8" creationId="{70A90F58-3ABF-3DD7-A6EA-FC69AF058D54}"/>
          </ac:picMkLst>
        </pc:picChg>
      </pc:sldChg>
      <pc:sldChg chg="addSp delSp modSp mod">
        <pc:chgData name="Alirah WEYORI" userId="1c7cbaa8-91f0-4806-8632-e4be5028c1b4" providerId="ADAL" clId="{BBF22E73-00B4-442B-AE8B-6BA82F01CCFE}" dt="2023-10-10T07:59:53.292" v="621" actId="1076"/>
        <pc:sldMkLst>
          <pc:docMk/>
          <pc:sldMk cId="198036346" sldId="335"/>
        </pc:sldMkLst>
        <pc:spChg chg="mod">
          <ac:chgData name="Alirah WEYORI" userId="1c7cbaa8-91f0-4806-8632-e4be5028c1b4" providerId="ADAL" clId="{BBF22E73-00B4-442B-AE8B-6BA82F01CCFE}" dt="2023-10-10T07:59:53.292" v="621" actId="1076"/>
          <ac:spMkLst>
            <pc:docMk/>
            <pc:sldMk cId="198036346" sldId="335"/>
            <ac:spMk id="2" creationId="{A7C1B331-3CC8-B8DA-D0E4-19AE7AD797A9}"/>
          </ac:spMkLst>
        </pc:spChg>
        <pc:spChg chg="del">
          <ac:chgData name="Alirah WEYORI" userId="1c7cbaa8-91f0-4806-8632-e4be5028c1b4" providerId="ADAL" clId="{BBF22E73-00B4-442B-AE8B-6BA82F01CCFE}" dt="2023-10-09T21:50:56.882" v="334" actId="478"/>
          <ac:spMkLst>
            <pc:docMk/>
            <pc:sldMk cId="198036346" sldId="335"/>
            <ac:spMk id="4" creationId="{8187BD5D-5E44-D650-9D63-23F917E8919A}"/>
          </ac:spMkLst>
        </pc:spChg>
        <pc:spChg chg="del">
          <ac:chgData name="Alirah WEYORI" userId="1c7cbaa8-91f0-4806-8632-e4be5028c1b4" providerId="ADAL" clId="{BBF22E73-00B4-442B-AE8B-6BA82F01CCFE}" dt="2023-10-09T21:50:54.375" v="333" actId="478"/>
          <ac:spMkLst>
            <pc:docMk/>
            <pc:sldMk cId="198036346" sldId="335"/>
            <ac:spMk id="6" creationId="{8E1FD0D4-3ACF-F0B9-C558-681283CF05FA}"/>
          </ac:spMkLst>
        </pc:spChg>
        <pc:graphicFrameChg chg="add del mod">
          <ac:chgData name="Alirah WEYORI" userId="1c7cbaa8-91f0-4806-8632-e4be5028c1b4" providerId="ADAL" clId="{BBF22E73-00B4-442B-AE8B-6BA82F01CCFE}" dt="2023-10-10T07:54:45.651" v="579"/>
          <ac:graphicFrameMkLst>
            <pc:docMk/>
            <pc:sldMk cId="198036346" sldId="335"/>
            <ac:graphicFrameMk id="3" creationId="{6DC01D73-6A25-EFC4-3CDB-9CF098DB151F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10T07:59:31.117" v="620" actId="113"/>
          <ac:graphicFrameMkLst>
            <pc:docMk/>
            <pc:sldMk cId="198036346" sldId="335"/>
            <ac:graphicFrameMk id="5" creationId="{FCAB26F1-4130-4EC0-16CB-1D4071F067D9}"/>
          </ac:graphicFrameMkLst>
        </pc:graphicFrameChg>
        <pc:picChg chg="del mod">
          <ac:chgData name="Alirah WEYORI" userId="1c7cbaa8-91f0-4806-8632-e4be5028c1b4" providerId="ADAL" clId="{BBF22E73-00B4-442B-AE8B-6BA82F01CCFE}" dt="2023-10-09T21:50:50.661" v="332" actId="478"/>
          <ac:picMkLst>
            <pc:docMk/>
            <pc:sldMk cId="198036346" sldId="335"/>
            <ac:picMk id="12" creationId="{B9AC66A6-50FD-F745-C7A6-35F805CFE854}"/>
          </ac:picMkLst>
        </pc:picChg>
      </pc:sldChg>
      <pc:sldChg chg="modSp mod">
        <pc:chgData name="Alirah WEYORI" userId="1c7cbaa8-91f0-4806-8632-e4be5028c1b4" providerId="ADAL" clId="{BBF22E73-00B4-442B-AE8B-6BA82F01CCFE}" dt="2023-10-10T07:56:13.425" v="589"/>
        <pc:sldMkLst>
          <pc:docMk/>
          <pc:sldMk cId="2047381616" sldId="336"/>
        </pc:sldMkLst>
        <pc:spChg chg="mod">
          <ac:chgData name="Alirah WEYORI" userId="1c7cbaa8-91f0-4806-8632-e4be5028c1b4" providerId="ADAL" clId="{BBF22E73-00B4-442B-AE8B-6BA82F01CCFE}" dt="2023-10-09T21:52:36.818" v="342" actId="1076"/>
          <ac:spMkLst>
            <pc:docMk/>
            <pc:sldMk cId="2047381616" sldId="336"/>
            <ac:spMk id="8" creationId="{4226E02E-28C3-AD02-48D8-ED752A1FDB3D}"/>
          </ac:spMkLst>
        </pc:spChg>
        <pc:graphicFrameChg chg="mod modGraphic">
          <ac:chgData name="Alirah WEYORI" userId="1c7cbaa8-91f0-4806-8632-e4be5028c1b4" providerId="ADAL" clId="{BBF22E73-00B4-442B-AE8B-6BA82F01CCFE}" dt="2023-10-10T07:56:13.425" v="589"/>
          <ac:graphicFrameMkLst>
            <pc:docMk/>
            <pc:sldMk cId="2047381616" sldId="336"/>
            <ac:graphicFrameMk id="7" creationId="{50D841BE-BD9F-4408-D1FE-2E053D0E4DF1}"/>
          </ac:graphicFrameMkLst>
        </pc:graphicFrameChg>
      </pc:sldChg>
      <pc:sldChg chg="addSp delSp modSp mod delAnim modAnim">
        <pc:chgData name="Alirah WEYORI" userId="1c7cbaa8-91f0-4806-8632-e4be5028c1b4" providerId="ADAL" clId="{BBF22E73-00B4-442B-AE8B-6BA82F01CCFE}" dt="2023-10-10T07:37:38.441" v="446" actId="1076"/>
        <pc:sldMkLst>
          <pc:docMk/>
          <pc:sldMk cId="3046301208" sldId="337"/>
        </pc:sldMkLst>
        <pc:spChg chg="add mod">
          <ac:chgData name="Alirah WEYORI" userId="1c7cbaa8-91f0-4806-8632-e4be5028c1b4" providerId="ADAL" clId="{BBF22E73-00B4-442B-AE8B-6BA82F01CCFE}" dt="2023-10-10T07:30:23.866" v="443" actId="14100"/>
          <ac:spMkLst>
            <pc:docMk/>
            <pc:sldMk cId="3046301208" sldId="337"/>
            <ac:spMk id="4" creationId="{9A94FE39-A35A-D660-F096-B3803757D0BC}"/>
          </ac:spMkLst>
        </pc:spChg>
        <pc:spChg chg="del">
          <ac:chgData name="Alirah WEYORI" userId="1c7cbaa8-91f0-4806-8632-e4be5028c1b4" providerId="ADAL" clId="{BBF22E73-00B4-442B-AE8B-6BA82F01CCFE}" dt="2023-10-09T21:55:48.225" v="362" actId="21"/>
          <ac:spMkLst>
            <pc:docMk/>
            <pc:sldMk cId="3046301208" sldId="337"/>
            <ac:spMk id="5" creationId="{376D1B6F-AC30-3654-22D1-B4F03C2C75A4}"/>
          </ac:spMkLst>
        </pc:spChg>
        <pc:spChg chg="del">
          <ac:chgData name="Alirah WEYORI" userId="1c7cbaa8-91f0-4806-8632-e4be5028c1b4" providerId="ADAL" clId="{BBF22E73-00B4-442B-AE8B-6BA82F01CCFE}" dt="2023-10-09T21:56:50.124" v="369" actId="21"/>
          <ac:spMkLst>
            <pc:docMk/>
            <pc:sldMk cId="3046301208" sldId="337"/>
            <ac:spMk id="7" creationId="{33DC40FD-1136-7FA9-C475-9D9121718C02}"/>
          </ac:spMkLst>
        </pc:spChg>
        <pc:spChg chg="add mod">
          <ac:chgData name="Alirah WEYORI" userId="1c7cbaa8-91f0-4806-8632-e4be5028c1b4" providerId="ADAL" clId="{BBF22E73-00B4-442B-AE8B-6BA82F01CCFE}" dt="2023-10-10T07:37:25.777" v="444" actId="1076"/>
          <ac:spMkLst>
            <pc:docMk/>
            <pc:sldMk cId="3046301208" sldId="337"/>
            <ac:spMk id="8" creationId="{9556F04F-D5F0-BC85-479D-244A35489755}"/>
          </ac:spMkLst>
        </pc:spChg>
        <pc:spChg chg="del">
          <ac:chgData name="Alirah WEYORI" userId="1c7cbaa8-91f0-4806-8632-e4be5028c1b4" providerId="ADAL" clId="{BBF22E73-00B4-442B-AE8B-6BA82F01CCFE}" dt="2023-10-09T21:56:11.328" v="365" actId="21"/>
          <ac:spMkLst>
            <pc:docMk/>
            <pc:sldMk cId="3046301208" sldId="337"/>
            <ac:spMk id="10" creationId="{A12273C7-9671-F36A-E606-74B0CEBE0972}"/>
          </ac:spMkLst>
        </pc:spChg>
        <pc:spChg chg="del">
          <ac:chgData name="Alirah WEYORI" userId="1c7cbaa8-91f0-4806-8632-e4be5028c1b4" providerId="ADAL" clId="{BBF22E73-00B4-442B-AE8B-6BA82F01CCFE}" dt="2023-10-09T21:57:44.667" v="373" actId="21"/>
          <ac:spMkLst>
            <pc:docMk/>
            <pc:sldMk cId="3046301208" sldId="337"/>
            <ac:spMk id="11" creationId="{90853CE8-E01B-99D0-A5EB-E08374D0F1E1}"/>
          </ac:spMkLst>
        </pc:spChg>
        <pc:spChg chg="add mod">
          <ac:chgData name="Alirah WEYORI" userId="1c7cbaa8-91f0-4806-8632-e4be5028c1b4" providerId="ADAL" clId="{BBF22E73-00B4-442B-AE8B-6BA82F01CCFE}" dt="2023-10-09T22:01:15.613" v="424" actId="14100"/>
          <ac:spMkLst>
            <pc:docMk/>
            <pc:sldMk cId="3046301208" sldId="337"/>
            <ac:spMk id="12" creationId="{EB7D4C59-D2C9-0214-D52F-65ADFF4929E1}"/>
          </ac:spMkLst>
        </pc:spChg>
        <pc:spChg chg="add mod">
          <ac:chgData name="Alirah WEYORI" userId="1c7cbaa8-91f0-4806-8632-e4be5028c1b4" providerId="ADAL" clId="{BBF22E73-00B4-442B-AE8B-6BA82F01CCFE}" dt="2023-10-10T07:37:38.441" v="446" actId="1076"/>
          <ac:spMkLst>
            <pc:docMk/>
            <pc:sldMk cId="3046301208" sldId="337"/>
            <ac:spMk id="13" creationId="{A31DFC57-6C6C-6A4F-916D-DCF8477AA720}"/>
          </ac:spMkLst>
        </pc:spChg>
        <pc:graphicFrameChg chg="add del mod">
          <ac:chgData name="Alirah WEYORI" userId="1c7cbaa8-91f0-4806-8632-e4be5028c1b4" providerId="ADAL" clId="{BBF22E73-00B4-442B-AE8B-6BA82F01CCFE}" dt="2023-10-09T21:53:58.568" v="351"/>
          <ac:graphicFrameMkLst>
            <pc:docMk/>
            <pc:sldMk cId="3046301208" sldId="337"/>
            <ac:graphicFrameMk id="2" creationId="{34DFAAA7-8B42-BD3B-D67B-602958865D14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09T22:00:40.495" v="418" actId="14100"/>
          <ac:graphicFrameMkLst>
            <pc:docMk/>
            <pc:sldMk cId="3046301208" sldId="337"/>
            <ac:graphicFrameMk id="3" creationId="{D123D0A8-2386-F08E-75E8-33501E646DE7}"/>
          </ac:graphicFrameMkLst>
        </pc:graphicFrameChg>
        <pc:picChg chg="add del mod">
          <ac:chgData name="Alirah WEYORI" userId="1c7cbaa8-91f0-4806-8632-e4be5028c1b4" providerId="ADAL" clId="{BBF22E73-00B4-442B-AE8B-6BA82F01CCFE}" dt="2023-10-09T21:53:50.184" v="347" actId="478"/>
          <ac:picMkLst>
            <pc:docMk/>
            <pc:sldMk cId="3046301208" sldId="337"/>
            <ac:picMk id="6" creationId="{80BC7B68-63FB-37E5-9445-C9B01126493A}"/>
          </ac:picMkLst>
        </pc:picChg>
      </pc:sldChg>
      <pc:sldChg chg="addSp modSp mod">
        <pc:chgData name="Alirah WEYORI" userId="1c7cbaa8-91f0-4806-8632-e4be5028c1b4" providerId="ADAL" clId="{BBF22E73-00B4-442B-AE8B-6BA82F01CCFE}" dt="2023-10-10T08:00:38.867" v="645" actId="20577"/>
        <pc:sldMkLst>
          <pc:docMk/>
          <pc:sldMk cId="731193161" sldId="338"/>
        </pc:sldMkLst>
        <pc:spChg chg="add mod">
          <ac:chgData name="Alirah WEYORI" userId="1c7cbaa8-91f0-4806-8632-e4be5028c1b4" providerId="ADAL" clId="{BBF22E73-00B4-442B-AE8B-6BA82F01CCFE}" dt="2023-10-10T08:00:38.867" v="645" actId="20577"/>
          <ac:spMkLst>
            <pc:docMk/>
            <pc:sldMk cId="731193161" sldId="338"/>
            <ac:spMk id="2" creationId="{F884A94C-2CEE-C2FF-D832-19F73E4B75BF}"/>
          </ac:spMkLst>
        </pc:spChg>
        <pc:graphicFrameChg chg="mod modGraphic">
          <ac:chgData name="Alirah WEYORI" userId="1c7cbaa8-91f0-4806-8632-e4be5028c1b4" providerId="ADAL" clId="{BBF22E73-00B4-442B-AE8B-6BA82F01CCFE}" dt="2023-10-09T22:05:32.662" v="432" actId="1076"/>
          <ac:graphicFrameMkLst>
            <pc:docMk/>
            <pc:sldMk cId="731193161" sldId="338"/>
            <ac:graphicFrameMk id="5" creationId="{E4302323-FA08-D4EE-6EB6-308CF0F6DE98}"/>
          </ac:graphicFrameMkLst>
        </pc:graphicFrameChg>
      </pc:sldChg>
      <pc:sldChg chg="modSp mod">
        <pc:chgData name="Alirah WEYORI" userId="1c7cbaa8-91f0-4806-8632-e4be5028c1b4" providerId="ADAL" clId="{BBF22E73-00B4-442B-AE8B-6BA82F01CCFE}" dt="2023-10-09T22:07:01.556" v="439" actId="207"/>
        <pc:sldMkLst>
          <pc:docMk/>
          <pc:sldMk cId="1520372727" sldId="339"/>
        </pc:sldMkLst>
        <pc:graphicFrameChg chg="mod modGraphic">
          <ac:chgData name="Alirah WEYORI" userId="1c7cbaa8-91f0-4806-8632-e4be5028c1b4" providerId="ADAL" clId="{BBF22E73-00B4-442B-AE8B-6BA82F01CCFE}" dt="2023-10-09T22:07:01.556" v="439" actId="207"/>
          <ac:graphicFrameMkLst>
            <pc:docMk/>
            <pc:sldMk cId="1520372727" sldId="339"/>
            <ac:graphicFrameMk id="6" creationId="{9D52D563-BD7E-B2CB-64B1-26C6D6374F10}"/>
          </ac:graphicFrameMkLst>
        </pc:graphicFrameChg>
      </pc:sldChg>
      <pc:sldChg chg="addSp delSp modSp mod">
        <pc:chgData name="Alirah WEYORI" userId="1c7cbaa8-91f0-4806-8632-e4be5028c1b4" providerId="ADAL" clId="{BBF22E73-00B4-442B-AE8B-6BA82F01CCFE}" dt="2023-10-10T07:47:39.157" v="532" actId="1076"/>
        <pc:sldMkLst>
          <pc:docMk/>
          <pc:sldMk cId="1341858918" sldId="340"/>
        </pc:sldMkLst>
        <pc:spChg chg="mod">
          <ac:chgData name="Alirah WEYORI" userId="1c7cbaa8-91f0-4806-8632-e4be5028c1b4" providerId="ADAL" clId="{BBF22E73-00B4-442B-AE8B-6BA82F01CCFE}" dt="2023-10-10T07:47:39.157" v="532" actId="1076"/>
          <ac:spMkLst>
            <pc:docMk/>
            <pc:sldMk cId="1341858918" sldId="340"/>
            <ac:spMk id="2" creationId="{A4444E68-B3E5-7E99-8E8F-BF47E2329A9F}"/>
          </ac:spMkLst>
        </pc:spChg>
        <pc:spChg chg="del">
          <ac:chgData name="Alirah WEYORI" userId="1c7cbaa8-91f0-4806-8632-e4be5028c1b4" providerId="ADAL" clId="{BBF22E73-00B4-442B-AE8B-6BA82F01CCFE}" dt="2023-10-09T22:07:19.868" v="441" actId="478"/>
          <ac:spMkLst>
            <pc:docMk/>
            <pc:sldMk cId="1341858918" sldId="340"/>
            <ac:spMk id="4" creationId="{072D0C57-2C19-A30F-0C53-2EA29138166C}"/>
          </ac:spMkLst>
        </pc:spChg>
        <pc:spChg chg="del">
          <ac:chgData name="Alirah WEYORI" userId="1c7cbaa8-91f0-4806-8632-e4be5028c1b4" providerId="ADAL" clId="{BBF22E73-00B4-442B-AE8B-6BA82F01CCFE}" dt="2023-10-09T22:07:22.028" v="442" actId="478"/>
          <ac:spMkLst>
            <pc:docMk/>
            <pc:sldMk cId="1341858918" sldId="340"/>
            <ac:spMk id="6" creationId="{907C91D2-5089-C86A-A5F5-9A2E6B7347C8}"/>
          </ac:spMkLst>
        </pc:spChg>
        <pc:graphicFrameChg chg="add del mod">
          <ac:chgData name="Alirah WEYORI" userId="1c7cbaa8-91f0-4806-8632-e4be5028c1b4" providerId="ADAL" clId="{BBF22E73-00B4-442B-AE8B-6BA82F01CCFE}" dt="2023-10-10T07:44:44.052" v="507"/>
          <ac:graphicFrameMkLst>
            <pc:docMk/>
            <pc:sldMk cId="1341858918" sldId="340"/>
            <ac:graphicFrameMk id="3" creationId="{3FB51E96-C208-7E81-0EEC-5C206285F76A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10T07:47:34.906" v="531" actId="1076"/>
          <ac:graphicFrameMkLst>
            <pc:docMk/>
            <pc:sldMk cId="1341858918" sldId="340"/>
            <ac:graphicFrameMk id="7" creationId="{7C3EA471-3ADD-76F3-1E3B-51018EB4B5F8}"/>
          </ac:graphicFrameMkLst>
        </pc:graphicFrameChg>
        <pc:picChg chg="del">
          <ac:chgData name="Alirah WEYORI" userId="1c7cbaa8-91f0-4806-8632-e4be5028c1b4" providerId="ADAL" clId="{BBF22E73-00B4-442B-AE8B-6BA82F01CCFE}" dt="2023-10-09T22:07:16.608" v="440" actId="478"/>
          <ac:picMkLst>
            <pc:docMk/>
            <pc:sldMk cId="1341858918" sldId="340"/>
            <ac:picMk id="5" creationId="{8C3E88A8-ADB3-3025-0851-E6196466009B}"/>
          </ac:picMkLst>
        </pc:picChg>
      </pc:sldChg>
      <pc:sldChg chg="addSp delSp modSp mod">
        <pc:chgData name="Alirah WEYORI" userId="1c7cbaa8-91f0-4806-8632-e4be5028c1b4" providerId="ADAL" clId="{BBF22E73-00B4-442B-AE8B-6BA82F01CCFE}" dt="2023-10-10T08:18:16.984" v="723" actId="14734"/>
        <pc:sldMkLst>
          <pc:docMk/>
          <pc:sldMk cId="2683740299" sldId="341"/>
        </pc:sldMkLst>
        <pc:spChg chg="del">
          <ac:chgData name="Alirah WEYORI" userId="1c7cbaa8-91f0-4806-8632-e4be5028c1b4" providerId="ADAL" clId="{BBF22E73-00B4-442B-AE8B-6BA82F01CCFE}" dt="2023-10-10T08:15:08.936" v="646" actId="478"/>
          <ac:spMkLst>
            <pc:docMk/>
            <pc:sldMk cId="2683740299" sldId="341"/>
            <ac:spMk id="2" creationId="{9BC5AE11-0425-B274-DD68-031B5EC8452B}"/>
          </ac:spMkLst>
        </pc:spChg>
        <pc:spChg chg="add del mod">
          <ac:chgData name="Alirah WEYORI" userId="1c7cbaa8-91f0-4806-8632-e4be5028c1b4" providerId="ADAL" clId="{BBF22E73-00B4-442B-AE8B-6BA82F01CCFE}" dt="2023-10-10T07:47:54.086" v="534" actId="478"/>
          <ac:spMkLst>
            <pc:docMk/>
            <pc:sldMk cId="2683740299" sldId="341"/>
            <ac:spMk id="4" creationId="{704A3788-9FA2-EB6D-24A0-415DCD179BBC}"/>
          </ac:spMkLst>
        </pc:spChg>
        <pc:spChg chg="del">
          <ac:chgData name="Alirah WEYORI" userId="1c7cbaa8-91f0-4806-8632-e4be5028c1b4" providerId="ADAL" clId="{BBF22E73-00B4-442B-AE8B-6BA82F01CCFE}" dt="2023-10-10T07:47:50.136" v="533" actId="478"/>
          <ac:spMkLst>
            <pc:docMk/>
            <pc:sldMk cId="2683740299" sldId="341"/>
            <ac:spMk id="8" creationId="{15BD22BC-67A9-439A-2A17-D4260CE7A754}"/>
          </ac:spMkLst>
        </pc:spChg>
        <pc:graphicFrameChg chg="add del mod">
          <ac:chgData name="Alirah WEYORI" userId="1c7cbaa8-91f0-4806-8632-e4be5028c1b4" providerId="ADAL" clId="{BBF22E73-00B4-442B-AE8B-6BA82F01CCFE}" dt="2023-10-10T08:15:25.426" v="656"/>
          <ac:graphicFrameMkLst>
            <pc:docMk/>
            <pc:sldMk cId="2683740299" sldId="341"/>
            <ac:graphicFrameMk id="5" creationId="{34543E8B-D1CE-B92B-1059-E4947245F94B}"/>
          </ac:graphicFrameMkLst>
        </pc:graphicFrameChg>
        <pc:graphicFrameChg chg="add mod modGraphic">
          <ac:chgData name="Alirah WEYORI" userId="1c7cbaa8-91f0-4806-8632-e4be5028c1b4" providerId="ADAL" clId="{BBF22E73-00B4-442B-AE8B-6BA82F01CCFE}" dt="2023-10-10T08:18:16.984" v="723" actId="14734"/>
          <ac:graphicFrameMkLst>
            <pc:docMk/>
            <pc:sldMk cId="2683740299" sldId="341"/>
            <ac:graphicFrameMk id="6" creationId="{3889A90B-877E-1B6F-4346-2353736CD8B1}"/>
          </ac:graphicFrameMkLst>
        </pc:graphicFrameChg>
      </pc:sldChg>
      <pc:sldChg chg="modSp add mod">
        <pc:chgData name="Alirah WEYORI" userId="1c7cbaa8-91f0-4806-8632-e4be5028c1b4" providerId="ADAL" clId="{BBF22E73-00B4-442B-AE8B-6BA82F01CCFE}" dt="2023-10-10T07:50:35.451" v="543" actId="207"/>
        <pc:sldMkLst>
          <pc:docMk/>
          <pc:sldMk cId="3374689230" sldId="343"/>
        </pc:sldMkLst>
        <pc:spChg chg="mod">
          <ac:chgData name="Alirah WEYORI" userId="1c7cbaa8-91f0-4806-8632-e4be5028c1b4" providerId="ADAL" clId="{BBF22E73-00B4-442B-AE8B-6BA82F01CCFE}" dt="2023-10-10T07:44:06.959" v="503" actId="1076"/>
          <ac:spMkLst>
            <pc:docMk/>
            <pc:sldMk cId="3374689230" sldId="343"/>
            <ac:spMk id="7" creationId="{4BF0B333-D71E-CE7C-268C-A43F9130A4FD}"/>
          </ac:spMkLst>
        </pc:spChg>
        <pc:graphicFrameChg chg="mod modGraphic">
          <ac:chgData name="Alirah WEYORI" userId="1c7cbaa8-91f0-4806-8632-e4be5028c1b4" providerId="ADAL" clId="{BBF22E73-00B4-442B-AE8B-6BA82F01CCFE}" dt="2023-10-10T07:50:35.451" v="543" actId="207"/>
          <ac:graphicFrameMkLst>
            <pc:docMk/>
            <pc:sldMk cId="3374689230" sldId="343"/>
            <ac:graphicFrameMk id="6" creationId="{9D52D563-BD7E-B2CB-64B1-26C6D6374F10}"/>
          </ac:graphicFrameMkLst>
        </pc:graphicFrameChg>
      </pc:sldChg>
      <pc:sldChg chg="add del ord">
        <pc:chgData name="Alirah WEYORI" userId="1c7cbaa8-91f0-4806-8632-e4be5028c1b4" providerId="ADAL" clId="{BBF22E73-00B4-442B-AE8B-6BA82F01CCFE}" dt="2023-10-10T07:48:44.684" v="539" actId="2890"/>
        <pc:sldMkLst>
          <pc:docMk/>
          <pc:sldMk cId="1600159649" sldId="344"/>
        </pc:sldMkLst>
      </pc:sldChg>
    </pc:docChg>
  </pc:docChgLst>
  <pc:docChgLst>
    <pc:chgData name="Alirah WEYORI" userId="S::alirah.weyori@wfp.org::1c7cbaa8-91f0-4806-8632-e4be5028c1b4" providerId="AD" clId="Web-{2F696419-06BC-247C-302E-11F3CEA7AB2F}"/>
    <pc:docChg chg="modSld">
      <pc:chgData name="Alirah WEYORI" userId="S::alirah.weyori@wfp.org::1c7cbaa8-91f0-4806-8632-e4be5028c1b4" providerId="AD" clId="Web-{2F696419-06BC-247C-302E-11F3CEA7AB2F}" dt="2023-07-14T12:54:09.844" v="16" actId="20577"/>
      <pc:docMkLst>
        <pc:docMk/>
      </pc:docMkLst>
      <pc:sldChg chg="modSp">
        <pc:chgData name="Alirah WEYORI" userId="S::alirah.weyori@wfp.org::1c7cbaa8-91f0-4806-8632-e4be5028c1b4" providerId="AD" clId="Web-{2F696419-06BC-247C-302E-11F3CEA7AB2F}" dt="2023-07-14T12:54:09.844" v="16" actId="20577"/>
        <pc:sldMkLst>
          <pc:docMk/>
          <pc:sldMk cId="2571662685" sldId="296"/>
        </pc:sldMkLst>
        <pc:spChg chg="mod">
          <ac:chgData name="Alirah WEYORI" userId="S::alirah.weyori@wfp.org::1c7cbaa8-91f0-4806-8632-e4be5028c1b4" providerId="AD" clId="Web-{2F696419-06BC-247C-302E-11F3CEA7AB2F}" dt="2023-07-14T12:54:09.844" v="16" actId="20577"/>
          <ac:spMkLst>
            <pc:docMk/>
            <pc:sldMk cId="2571662685" sldId="296"/>
            <ac:spMk id="3" creationId="{63505D0D-7CB2-2242-BE0E-B72CE5E5E8F7}"/>
          </ac:spMkLst>
        </pc:spChg>
      </pc:sldChg>
    </pc:docChg>
  </pc:docChgLst>
  <pc:docChgLst>
    <pc:chgData name="Mohamed SALEM" userId="13f12703-f1ce-4b8b-924c-fe401988a08b" providerId="ADAL" clId="{E0A75B0A-5725-439A-A782-1DD7A3F7BF10}"/>
    <pc:docChg chg="undo redo custSel addSld delSld modSld sldOrd addSection delSection modSection">
      <pc:chgData name="Mohamed SALEM" userId="13f12703-f1ce-4b8b-924c-fe401988a08b" providerId="ADAL" clId="{E0A75B0A-5725-439A-A782-1DD7A3F7BF10}" dt="2023-07-14T13:00:00.780" v="1292" actId="14100"/>
      <pc:docMkLst>
        <pc:docMk/>
      </pc:docMkLst>
      <pc:sldChg chg="del">
        <pc:chgData name="Mohamed SALEM" userId="13f12703-f1ce-4b8b-924c-fe401988a08b" providerId="ADAL" clId="{E0A75B0A-5725-439A-A782-1DD7A3F7BF10}" dt="2023-07-13T10:50:05.896" v="27" actId="47"/>
        <pc:sldMkLst>
          <pc:docMk/>
          <pc:sldMk cId="1261453650" sldId="277"/>
        </pc:sldMkLst>
      </pc:sldChg>
      <pc:sldChg chg="addSp delSp modSp mod">
        <pc:chgData name="Mohamed SALEM" userId="13f12703-f1ce-4b8b-924c-fe401988a08b" providerId="ADAL" clId="{E0A75B0A-5725-439A-A782-1DD7A3F7BF10}" dt="2023-07-14T07:30:43.259" v="240" actId="20577"/>
        <pc:sldMkLst>
          <pc:docMk/>
          <pc:sldMk cId="3545166311" sldId="283"/>
        </pc:sldMkLst>
        <pc:spChg chg="mod">
          <ac:chgData name="Mohamed SALEM" userId="13f12703-f1ce-4b8b-924c-fe401988a08b" providerId="ADAL" clId="{E0A75B0A-5725-439A-A782-1DD7A3F7BF10}" dt="2023-07-13T10:38:16.064" v="14" actId="20577"/>
          <ac:spMkLst>
            <pc:docMk/>
            <pc:sldMk cId="3545166311" sldId="283"/>
            <ac:spMk id="3" creationId="{00000000-0000-0000-0000-000000000000}"/>
          </ac:spMkLst>
        </pc:spChg>
        <pc:spChg chg="add del mod">
          <ac:chgData name="Mohamed SALEM" userId="13f12703-f1ce-4b8b-924c-fe401988a08b" providerId="ADAL" clId="{E0A75B0A-5725-439A-A782-1DD7A3F7BF10}" dt="2023-07-13T10:53:43.010" v="31" actId="478"/>
          <ac:spMkLst>
            <pc:docMk/>
            <pc:sldMk cId="3545166311" sldId="283"/>
            <ac:spMk id="5" creationId="{EC2AC73F-029F-0F53-3171-41BAFF7A82DE}"/>
          </ac:spMkLst>
        </pc:spChg>
        <pc:spChg chg="mod">
          <ac:chgData name="Mohamed SALEM" userId="13f12703-f1ce-4b8b-924c-fe401988a08b" providerId="ADAL" clId="{E0A75B0A-5725-439A-A782-1DD7A3F7BF10}" dt="2023-07-14T07:30:43.259" v="240" actId="20577"/>
          <ac:spMkLst>
            <pc:docMk/>
            <pc:sldMk cId="3545166311" sldId="283"/>
            <ac:spMk id="6" creationId="{53CD270A-9458-E7A9-9B9B-7F70A19E11F1}"/>
          </ac:spMkLst>
        </pc:spChg>
      </pc:sldChg>
      <pc:sldChg chg="addSp delSp modSp mod ord delCm modCm">
        <pc:chgData name="Mohamed SALEM" userId="13f12703-f1ce-4b8b-924c-fe401988a08b" providerId="ADAL" clId="{E0A75B0A-5725-439A-A782-1DD7A3F7BF10}" dt="2023-07-14T07:32:43.274" v="257" actId="20577"/>
        <pc:sldMkLst>
          <pc:docMk/>
          <pc:sldMk cId="1390366204" sldId="286"/>
        </pc:sldMkLst>
        <pc:spChg chg="del mod">
          <ac:chgData name="Mohamed SALEM" userId="13f12703-f1ce-4b8b-924c-fe401988a08b" providerId="ADAL" clId="{E0A75B0A-5725-439A-A782-1DD7A3F7BF10}" dt="2023-07-14T07:31:29.289" v="246" actId="478"/>
          <ac:spMkLst>
            <pc:docMk/>
            <pc:sldMk cId="1390366204" sldId="286"/>
            <ac:spMk id="6" creationId="{976CF346-227C-9D0A-FCA6-48B7717B8252}"/>
          </ac:spMkLst>
        </pc:spChg>
        <pc:graphicFrameChg chg="modGraphic">
          <ac:chgData name="Mohamed SALEM" userId="13f12703-f1ce-4b8b-924c-fe401988a08b" providerId="ADAL" clId="{E0A75B0A-5725-439A-A782-1DD7A3F7BF10}" dt="2023-07-14T07:32:43.274" v="257" actId="20577"/>
          <ac:graphicFrameMkLst>
            <pc:docMk/>
            <pc:sldMk cId="1390366204" sldId="286"/>
            <ac:graphicFrameMk id="7" creationId="{4DC19564-DA97-85B7-C134-AB5663E5E240}"/>
          </ac:graphicFrameMkLst>
        </pc:graphicFrameChg>
        <pc:cxnChg chg="add mod">
          <ac:chgData name="Mohamed SALEM" userId="13f12703-f1ce-4b8b-924c-fe401988a08b" providerId="ADAL" clId="{E0A75B0A-5725-439A-A782-1DD7A3F7BF10}" dt="2023-07-14T07:32:25.697" v="251" actId="1582"/>
          <ac:cxnSpMkLst>
            <pc:docMk/>
            <pc:sldMk cId="1390366204" sldId="286"/>
            <ac:cxnSpMk id="3" creationId="{DBADC8F4-3E65-44EC-94D3-A6F050FA5DBA}"/>
          </ac:cxnSpMkLst>
        </pc:cxnChg>
      </pc:sldChg>
      <pc:sldChg chg="del">
        <pc:chgData name="Mohamed SALEM" userId="13f12703-f1ce-4b8b-924c-fe401988a08b" providerId="ADAL" clId="{E0A75B0A-5725-439A-A782-1DD7A3F7BF10}" dt="2023-07-13T10:38:23.068" v="15" actId="47"/>
        <pc:sldMkLst>
          <pc:docMk/>
          <pc:sldMk cId="434839054" sldId="292"/>
        </pc:sldMkLst>
      </pc:sldChg>
      <pc:sldChg chg="del">
        <pc:chgData name="Mohamed SALEM" userId="13f12703-f1ce-4b8b-924c-fe401988a08b" providerId="ADAL" clId="{E0A75B0A-5725-439A-A782-1DD7A3F7BF10}" dt="2023-07-13T10:38:24.584" v="16" actId="47"/>
        <pc:sldMkLst>
          <pc:docMk/>
          <pc:sldMk cId="12140453" sldId="293"/>
        </pc:sldMkLst>
      </pc:sldChg>
      <pc:sldChg chg="modSp mod addCm delCm modCm">
        <pc:chgData name="Mohamed SALEM" userId="13f12703-f1ce-4b8b-924c-fe401988a08b" providerId="ADAL" clId="{E0A75B0A-5725-439A-A782-1DD7A3F7BF10}" dt="2023-07-14T10:15:26.975" v="1079" actId="20577"/>
        <pc:sldMkLst>
          <pc:docMk/>
          <pc:sldMk cId="2571662685" sldId="296"/>
        </pc:sldMkLst>
        <pc:spChg chg="mod">
          <ac:chgData name="Mohamed SALEM" userId="13f12703-f1ce-4b8b-924c-fe401988a08b" providerId="ADAL" clId="{E0A75B0A-5725-439A-A782-1DD7A3F7BF10}" dt="2023-07-14T10:15:26.975" v="1079" actId="20577"/>
          <ac:spMkLst>
            <pc:docMk/>
            <pc:sldMk cId="2571662685" sldId="296"/>
            <ac:spMk id="3" creationId="{63505D0D-7CB2-2242-BE0E-B72CE5E5E8F7}"/>
          </ac:spMkLst>
        </pc:spChg>
      </pc:sldChg>
      <pc:sldChg chg="del">
        <pc:chgData name="Mohamed SALEM" userId="13f12703-f1ce-4b8b-924c-fe401988a08b" providerId="ADAL" clId="{E0A75B0A-5725-439A-A782-1DD7A3F7BF10}" dt="2023-07-13T10:53:48.500" v="32" actId="47"/>
        <pc:sldMkLst>
          <pc:docMk/>
          <pc:sldMk cId="667740432" sldId="301"/>
        </pc:sldMkLst>
      </pc:sldChg>
      <pc:sldChg chg="addSp delSp modSp mod delCm">
        <pc:chgData name="Mohamed SALEM" userId="13f12703-f1ce-4b8b-924c-fe401988a08b" providerId="ADAL" clId="{E0A75B0A-5725-439A-A782-1DD7A3F7BF10}" dt="2023-07-14T07:47:04.648" v="637" actId="20577"/>
        <pc:sldMkLst>
          <pc:docMk/>
          <pc:sldMk cId="475964468" sldId="310"/>
        </pc:sldMkLst>
        <pc:spChg chg="add del mod">
          <ac:chgData name="Mohamed SALEM" userId="13f12703-f1ce-4b8b-924c-fe401988a08b" providerId="ADAL" clId="{E0A75B0A-5725-439A-A782-1DD7A3F7BF10}" dt="2023-07-13T10:49:56.702" v="25" actId="478"/>
          <ac:spMkLst>
            <pc:docMk/>
            <pc:sldMk cId="475964468" sldId="310"/>
            <ac:spMk id="3" creationId="{E201CA23-790F-67C2-F249-5F2FE850892D}"/>
          </ac:spMkLst>
        </pc:spChg>
        <pc:spChg chg="mod">
          <ac:chgData name="Mohamed SALEM" userId="13f12703-f1ce-4b8b-924c-fe401988a08b" providerId="ADAL" clId="{E0A75B0A-5725-439A-A782-1DD7A3F7BF10}" dt="2023-07-13T10:50:01.081" v="26" actId="1076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Mohamed SALEM" userId="13f12703-f1ce-4b8b-924c-fe401988a08b" providerId="ADAL" clId="{E0A75B0A-5725-439A-A782-1DD7A3F7BF10}" dt="2023-07-14T07:46:55.597" v="628" actId="20577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Mohamed SALEM" userId="13f12703-f1ce-4b8b-924c-fe401988a08b" providerId="ADAL" clId="{E0A75B0A-5725-439A-A782-1DD7A3F7BF10}" dt="2023-07-14T07:46:58.622" v="631" actId="20577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Mohamed SALEM" userId="13f12703-f1ce-4b8b-924c-fe401988a08b" providerId="ADAL" clId="{E0A75B0A-5725-439A-A782-1DD7A3F7BF10}" dt="2023-07-14T07:47:01.638" v="634" actId="20577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Mohamed SALEM" userId="13f12703-f1ce-4b8b-924c-fe401988a08b" providerId="ADAL" clId="{E0A75B0A-5725-439A-A782-1DD7A3F7BF10}" dt="2023-07-14T07:47:04.648" v="637" actId="20577"/>
          <ac:spMkLst>
            <pc:docMk/>
            <pc:sldMk cId="475964468" sldId="310"/>
            <ac:spMk id="18" creationId="{D18ED16F-1385-C386-3999-5DBC532DC256}"/>
          </ac:spMkLst>
        </pc:spChg>
      </pc:sldChg>
      <pc:sldChg chg="modSp mod">
        <pc:chgData name="Mohamed SALEM" userId="13f12703-f1ce-4b8b-924c-fe401988a08b" providerId="ADAL" clId="{E0A75B0A-5725-439A-A782-1DD7A3F7BF10}" dt="2023-07-13T11:08:46.946" v="79" actId="14100"/>
        <pc:sldMkLst>
          <pc:docMk/>
          <pc:sldMk cId="1186335691" sldId="312"/>
        </pc:sldMkLst>
        <pc:spChg chg="mod">
          <ac:chgData name="Mohamed SALEM" userId="13f12703-f1ce-4b8b-924c-fe401988a08b" providerId="ADAL" clId="{E0A75B0A-5725-439A-A782-1DD7A3F7BF10}" dt="2023-07-13T11:08:46.946" v="79" actId="14100"/>
          <ac:spMkLst>
            <pc:docMk/>
            <pc:sldMk cId="1186335691" sldId="312"/>
            <ac:spMk id="2" creationId="{36E1EB4E-1D39-6B33-BBF9-2806F0231CCF}"/>
          </ac:spMkLst>
        </pc:spChg>
      </pc:sldChg>
      <pc:sldChg chg="del">
        <pc:chgData name="Mohamed SALEM" userId="13f12703-f1ce-4b8b-924c-fe401988a08b" providerId="ADAL" clId="{E0A75B0A-5725-439A-A782-1DD7A3F7BF10}" dt="2023-07-13T10:58:34.137" v="77" actId="47"/>
        <pc:sldMkLst>
          <pc:docMk/>
          <pc:sldMk cId="1573064980" sldId="313"/>
        </pc:sldMkLst>
      </pc:sldChg>
      <pc:sldChg chg="del">
        <pc:chgData name="Mohamed SALEM" userId="13f12703-f1ce-4b8b-924c-fe401988a08b" providerId="ADAL" clId="{E0A75B0A-5725-439A-A782-1DD7A3F7BF10}" dt="2023-07-13T10:58:34.137" v="77" actId="47"/>
        <pc:sldMkLst>
          <pc:docMk/>
          <pc:sldMk cId="2475341515" sldId="314"/>
        </pc:sldMkLst>
      </pc:sldChg>
      <pc:sldChg chg="del">
        <pc:chgData name="Mohamed SALEM" userId="13f12703-f1ce-4b8b-924c-fe401988a08b" providerId="ADAL" clId="{E0A75B0A-5725-439A-A782-1DD7A3F7BF10}" dt="2023-07-13T10:58:34.137" v="77" actId="47"/>
        <pc:sldMkLst>
          <pc:docMk/>
          <pc:sldMk cId="2962351336" sldId="315"/>
        </pc:sldMkLst>
      </pc:sldChg>
      <pc:sldChg chg="del">
        <pc:chgData name="Mohamed SALEM" userId="13f12703-f1ce-4b8b-924c-fe401988a08b" providerId="ADAL" clId="{E0A75B0A-5725-439A-A782-1DD7A3F7BF10}" dt="2023-07-13T10:58:34.137" v="77" actId="47"/>
        <pc:sldMkLst>
          <pc:docMk/>
          <pc:sldMk cId="2823186393" sldId="317"/>
        </pc:sldMkLst>
      </pc:sldChg>
      <pc:sldChg chg="modSp mod addCm">
        <pc:chgData name="Mohamed SALEM" userId="13f12703-f1ce-4b8b-924c-fe401988a08b" providerId="ADAL" clId="{E0A75B0A-5725-439A-A782-1DD7A3F7BF10}" dt="2023-07-14T10:52:45.580" v="1224"/>
        <pc:sldMkLst>
          <pc:docMk/>
          <pc:sldMk cId="763011548" sldId="318"/>
        </pc:sldMkLst>
        <pc:spChg chg="mod">
          <ac:chgData name="Mohamed SALEM" userId="13f12703-f1ce-4b8b-924c-fe401988a08b" providerId="ADAL" clId="{E0A75B0A-5725-439A-A782-1DD7A3F7BF10}" dt="2023-07-14T08:51:21.301" v="1056" actId="1038"/>
          <ac:spMkLst>
            <pc:docMk/>
            <pc:sldMk cId="763011548" sldId="318"/>
            <ac:spMk id="2" creationId="{9BC5AE11-0425-B274-DD68-031B5EC8452B}"/>
          </ac:spMkLst>
        </pc:spChg>
      </pc:sldChg>
      <pc:sldChg chg="del">
        <pc:chgData name="Mohamed SALEM" userId="13f12703-f1ce-4b8b-924c-fe401988a08b" providerId="ADAL" clId="{E0A75B0A-5725-439A-A782-1DD7A3F7BF10}" dt="2023-07-14T07:26:36.031" v="82" actId="47"/>
        <pc:sldMkLst>
          <pc:docMk/>
          <pc:sldMk cId="30370661" sldId="319"/>
        </pc:sldMkLst>
      </pc:sldChg>
      <pc:sldChg chg="del">
        <pc:chgData name="Mohamed SALEM" userId="13f12703-f1ce-4b8b-924c-fe401988a08b" providerId="ADAL" clId="{E0A75B0A-5725-439A-A782-1DD7A3F7BF10}" dt="2023-07-13T10:53:27.225" v="29" actId="47"/>
        <pc:sldMkLst>
          <pc:docMk/>
          <pc:sldMk cId="1884454528" sldId="319"/>
        </pc:sldMkLst>
      </pc:sldChg>
      <pc:sldChg chg="modSp mod">
        <pc:chgData name="Mohamed SALEM" userId="13f12703-f1ce-4b8b-924c-fe401988a08b" providerId="ADAL" clId="{E0A75B0A-5725-439A-A782-1DD7A3F7BF10}" dt="2023-07-14T10:17:45.416" v="1082" actId="1076"/>
        <pc:sldMkLst>
          <pc:docMk/>
          <pc:sldMk cId="1237851312" sldId="320"/>
        </pc:sldMkLst>
        <pc:spChg chg="mod">
          <ac:chgData name="Mohamed SALEM" userId="13f12703-f1ce-4b8b-924c-fe401988a08b" providerId="ADAL" clId="{E0A75B0A-5725-439A-A782-1DD7A3F7BF10}" dt="2023-07-14T10:17:40.829" v="1081" actId="208"/>
          <ac:spMkLst>
            <pc:docMk/>
            <pc:sldMk cId="1237851312" sldId="320"/>
            <ac:spMk id="9" creationId="{8A88FD57-E5D3-C556-2477-683567EC73BF}"/>
          </ac:spMkLst>
        </pc:spChg>
        <pc:picChg chg="mod">
          <ac:chgData name="Mohamed SALEM" userId="13f12703-f1ce-4b8b-924c-fe401988a08b" providerId="ADAL" clId="{E0A75B0A-5725-439A-A782-1DD7A3F7BF10}" dt="2023-07-14T10:17:45.416" v="1082" actId="1076"/>
          <ac:picMkLst>
            <pc:docMk/>
            <pc:sldMk cId="1237851312" sldId="320"/>
            <ac:picMk id="8" creationId="{70A90F58-3ABF-3DD7-A6EA-FC69AF058D54}"/>
          </ac:picMkLst>
        </pc:picChg>
      </pc:sldChg>
      <pc:sldChg chg="addSp delSp modSp mod">
        <pc:chgData name="Mohamed SALEM" userId="13f12703-f1ce-4b8b-924c-fe401988a08b" providerId="ADAL" clId="{E0A75B0A-5725-439A-A782-1DD7A3F7BF10}" dt="2023-07-14T08:25:00.381" v="954" actId="732"/>
        <pc:sldMkLst>
          <pc:docMk/>
          <pc:sldMk cId="1674716470" sldId="321"/>
        </pc:sldMkLst>
        <pc:spChg chg="add del">
          <ac:chgData name="Mohamed SALEM" userId="13f12703-f1ce-4b8b-924c-fe401988a08b" providerId="ADAL" clId="{E0A75B0A-5725-439A-A782-1DD7A3F7BF10}" dt="2023-07-14T07:53:12.363" v="899" actId="478"/>
          <ac:spMkLst>
            <pc:docMk/>
            <pc:sldMk cId="1674716470" sldId="321"/>
            <ac:spMk id="3" creationId="{45A38D2A-DD66-A767-0478-6B989A0705E8}"/>
          </ac:spMkLst>
        </pc:spChg>
        <pc:spChg chg="add mod">
          <ac:chgData name="Mohamed SALEM" userId="13f12703-f1ce-4b8b-924c-fe401988a08b" providerId="ADAL" clId="{E0A75B0A-5725-439A-A782-1DD7A3F7BF10}" dt="2023-07-14T08:23:56.230" v="936" actId="1076"/>
          <ac:spMkLst>
            <pc:docMk/>
            <pc:sldMk cId="1674716470" sldId="321"/>
            <ac:spMk id="4" creationId="{8187BD5D-5E44-D650-9D63-23F917E8919A}"/>
          </ac:spMkLst>
        </pc:spChg>
        <pc:spChg chg="add mod">
          <ac:chgData name="Mohamed SALEM" userId="13f12703-f1ce-4b8b-924c-fe401988a08b" providerId="ADAL" clId="{E0A75B0A-5725-439A-A782-1DD7A3F7BF10}" dt="2023-07-14T08:24:27.993" v="951" actId="1038"/>
          <ac:spMkLst>
            <pc:docMk/>
            <pc:sldMk cId="1674716470" sldId="321"/>
            <ac:spMk id="6" creationId="{8E1FD0D4-3ACF-F0B9-C558-681283CF05FA}"/>
          </ac:spMkLst>
        </pc:spChg>
        <pc:spChg chg="add del mod">
          <ac:chgData name="Mohamed SALEM" userId="13f12703-f1ce-4b8b-924c-fe401988a08b" providerId="ADAL" clId="{E0A75B0A-5725-439A-A782-1DD7A3F7BF10}" dt="2023-07-14T07:56:16.794" v="927" actId="478"/>
          <ac:spMkLst>
            <pc:docMk/>
            <pc:sldMk cId="1674716470" sldId="321"/>
            <ac:spMk id="7" creationId="{84AC5495-9C8E-3C0F-3C15-756BBD638E37}"/>
          </ac:spMkLst>
        </pc:spChg>
        <pc:spChg chg="add del">
          <ac:chgData name="Mohamed SALEM" userId="13f12703-f1ce-4b8b-924c-fe401988a08b" providerId="ADAL" clId="{E0A75B0A-5725-439A-A782-1DD7A3F7BF10}" dt="2023-07-14T07:56:36.162" v="929" actId="478"/>
          <ac:spMkLst>
            <pc:docMk/>
            <pc:sldMk cId="1674716470" sldId="321"/>
            <ac:spMk id="8" creationId="{B92C3893-26F1-0B89-AFBD-B58242F63C09}"/>
          </ac:spMkLst>
        </pc:spChg>
        <pc:spChg chg="add mod">
          <ac:chgData name="Mohamed SALEM" userId="13f12703-f1ce-4b8b-924c-fe401988a08b" providerId="ADAL" clId="{E0A75B0A-5725-439A-A782-1DD7A3F7BF10}" dt="2023-07-14T08:24:01.157" v="937" actId="1076"/>
          <ac:spMkLst>
            <pc:docMk/>
            <pc:sldMk cId="1674716470" sldId="321"/>
            <ac:spMk id="9" creationId="{5CD9F58D-B17B-5070-A239-D04DCF722D9A}"/>
          </ac:spMkLst>
        </pc:spChg>
        <pc:picChg chg="mod modCrop">
          <ac:chgData name="Mohamed SALEM" userId="13f12703-f1ce-4b8b-924c-fe401988a08b" providerId="ADAL" clId="{E0A75B0A-5725-439A-A782-1DD7A3F7BF10}" dt="2023-07-14T08:25:00.381" v="954" actId="732"/>
          <ac:picMkLst>
            <pc:docMk/>
            <pc:sldMk cId="1674716470" sldId="321"/>
            <ac:picMk id="5" creationId="{603EC272-4EE1-BFFB-60F7-722066784606}"/>
          </ac:picMkLst>
        </pc:picChg>
      </pc:sldChg>
      <pc:sldChg chg="modSp mod">
        <pc:chgData name="Mohamed SALEM" userId="13f12703-f1ce-4b8b-924c-fe401988a08b" providerId="ADAL" clId="{E0A75B0A-5725-439A-A782-1DD7A3F7BF10}" dt="2023-07-14T08:40:56.335" v="994" actId="14100"/>
        <pc:sldMkLst>
          <pc:docMk/>
          <pc:sldMk cId="1911260351" sldId="322"/>
        </pc:sldMkLst>
        <pc:spChg chg="mod">
          <ac:chgData name="Mohamed SALEM" userId="13f12703-f1ce-4b8b-924c-fe401988a08b" providerId="ADAL" clId="{E0A75B0A-5725-439A-A782-1DD7A3F7BF10}" dt="2023-07-14T08:40:56.335" v="994" actId="14100"/>
          <ac:spMkLst>
            <pc:docMk/>
            <pc:sldMk cId="1911260351" sldId="322"/>
            <ac:spMk id="3" creationId="{A42009B4-2A1B-CD50-BEFC-5171941AE6C5}"/>
          </ac:spMkLst>
        </pc:spChg>
      </pc:sldChg>
      <pc:sldChg chg="addSp delSp modSp new mod modClrScheme chgLayout">
        <pc:chgData name="Mohamed SALEM" userId="13f12703-f1ce-4b8b-924c-fe401988a08b" providerId="ADAL" clId="{E0A75B0A-5725-439A-A782-1DD7A3F7BF10}" dt="2023-07-14T07:50:45.356" v="897" actId="20577"/>
        <pc:sldMkLst>
          <pc:docMk/>
          <pc:sldMk cId="3086938220" sldId="323"/>
        </pc:sldMkLst>
        <pc:spChg chg="del mod ord">
          <ac:chgData name="Mohamed SALEM" userId="13f12703-f1ce-4b8b-924c-fe401988a08b" providerId="ADAL" clId="{E0A75B0A-5725-439A-A782-1DD7A3F7BF10}" dt="2023-07-14T07:50:23.352" v="877" actId="700"/>
          <ac:spMkLst>
            <pc:docMk/>
            <pc:sldMk cId="3086938220" sldId="323"/>
            <ac:spMk id="2" creationId="{B7AEAAE3-4F21-16B2-F752-1BB61D17038A}"/>
          </ac:spMkLst>
        </pc:spChg>
        <pc:spChg chg="del">
          <ac:chgData name="Mohamed SALEM" userId="13f12703-f1ce-4b8b-924c-fe401988a08b" providerId="ADAL" clId="{E0A75B0A-5725-439A-A782-1DD7A3F7BF10}" dt="2023-07-14T07:50:23.352" v="877" actId="700"/>
          <ac:spMkLst>
            <pc:docMk/>
            <pc:sldMk cId="3086938220" sldId="323"/>
            <ac:spMk id="3" creationId="{3A4FB7CA-B91B-2590-7E84-4F55CF0408A4}"/>
          </ac:spMkLst>
        </pc:spChg>
        <pc:spChg chg="add mod ord">
          <ac:chgData name="Mohamed SALEM" userId="13f12703-f1ce-4b8b-924c-fe401988a08b" providerId="ADAL" clId="{E0A75B0A-5725-439A-A782-1DD7A3F7BF10}" dt="2023-07-14T07:50:45.356" v="897" actId="20577"/>
          <ac:spMkLst>
            <pc:docMk/>
            <pc:sldMk cId="3086938220" sldId="323"/>
            <ac:spMk id="4" creationId="{3ECF8963-4DED-C55E-B926-36AA487C8500}"/>
          </ac:spMkLst>
        </pc:spChg>
      </pc:sldChg>
      <pc:sldChg chg="addSp modSp add mod modAnim addCm modCm">
        <pc:chgData name="Mohamed SALEM" userId="13f12703-f1ce-4b8b-924c-fe401988a08b" providerId="ADAL" clId="{E0A75B0A-5725-439A-A782-1DD7A3F7BF10}" dt="2023-07-14T13:00:00.780" v="1292" actId="14100"/>
        <pc:sldMkLst>
          <pc:docMk/>
          <pc:sldMk cId="584995391" sldId="324"/>
        </pc:sldMkLst>
        <pc:spChg chg="add mod">
          <ac:chgData name="Mohamed SALEM" userId="13f12703-f1ce-4b8b-924c-fe401988a08b" providerId="ADAL" clId="{E0A75B0A-5725-439A-A782-1DD7A3F7BF10}" dt="2023-07-14T08:29:09.096" v="970" actId="1076"/>
          <ac:spMkLst>
            <pc:docMk/>
            <pc:sldMk cId="584995391" sldId="324"/>
            <ac:spMk id="2" creationId="{318F71FA-7238-A99A-EC19-C254CF3212A1}"/>
          </ac:spMkLst>
        </pc:spChg>
        <pc:spChg chg="mod">
          <ac:chgData name="Mohamed SALEM" userId="13f12703-f1ce-4b8b-924c-fe401988a08b" providerId="ADAL" clId="{E0A75B0A-5725-439A-A782-1DD7A3F7BF10}" dt="2023-07-14T10:38:04.326" v="1143" actId="208"/>
          <ac:spMkLst>
            <pc:docMk/>
            <pc:sldMk cId="584995391" sldId="324"/>
            <ac:spMk id="3" creationId="{A42009B4-2A1B-CD50-BEFC-5171941AE6C5}"/>
          </ac:spMkLst>
        </pc:spChg>
        <pc:spChg chg="add mod">
          <ac:chgData name="Mohamed SALEM" userId="13f12703-f1ce-4b8b-924c-fe401988a08b" providerId="ADAL" clId="{E0A75B0A-5725-439A-A782-1DD7A3F7BF10}" dt="2023-07-14T10:37:57.430" v="1141" actId="208"/>
          <ac:spMkLst>
            <pc:docMk/>
            <pc:sldMk cId="584995391" sldId="324"/>
            <ac:spMk id="4" creationId="{D5242913-CE88-9748-E92C-3E4F0E57852D}"/>
          </ac:spMkLst>
        </pc:spChg>
        <pc:spChg chg="add mod">
          <ac:chgData name="Mohamed SALEM" userId="13f12703-f1ce-4b8b-924c-fe401988a08b" providerId="ADAL" clId="{E0A75B0A-5725-439A-A782-1DD7A3F7BF10}" dt="2023-07-14T08:49:59.490" v="1030" actId="208"/>
          <ac:spMkLst>
            <pc:docMk/>
            <pc:sldMk cId="584995391" sldId="324"/>
            <ac:spMk id="5" creationId="{376D1B6F-AC30-3654-22D1-B4F03C2C75A4}"/>
          </ac:spMkLst>
        </pc:spChg>
        <pc:spChg chg="add mod">
          <ac:chgData name="Mohamed SALEM" userId="13f12703-f1ce-4b8b-924c-fe401988a08b" providerId="ADAL" clId="{E0A75B0A-5725-439A-A782-1DD7A3F7BF10}" dt="2023-07-14T08:37:44.622" v="984" actId="1076"/>
          <ac:spMkLst>
            <pc:docMk/>
            <pc:sldMk cId="584995391" sldId="324"/>
            <ac:spMk id="7" creationId="{33DC40FD-1136-7FA9-C475-9D9121718C02}"/>
          </ac:spMkLst>
        </pc:spChg>
        <pc:spChg chg="add mod">
          <ac:chgData name="Mohamed SALEM" userId="13f12703-f1ce-4b8b-924c-fe401988a08b" providerId="ADAL" clId="{E0A75B0A-5725-439A-A782-1DD7A3F7BF10}" dt="2023-07-14T09:36:13.220" v="1067" actId="1035"/>
          <ac:spMkLst>
            <pc:docMk/>
            <pc:sldMk cId="584995391" sldId="324"/>
            <ac:spMk id="8" creationId="{B90A935F-0DFA-ADB9-48B2-73B776158A0A}"/>
          </ac:spMkLst>
        </pc:spChg>
        <pc:spChg chg="add mod">
          <ac:chgData name="Mohamed SALEM" userId="13f12703-f1ce-4b8b-924c-fe401988a08b" providerId="ADAL" clId="{E0A75B0A-5725-439A-A782-1DD7A3F7BF10}" dt="2023-07-14T13:00:00.780" v="1292" actId="14100"/>
          <ac:spMkLst>
            <pc:docMk/>
            <pc:sldMk cId="584995391" sldId="324"/>
            <ac:spMk id="10" creationId="{A12273C7-9671-F36A-E606-74B0CEBE0972}"/>
          </ac:spMkLst>
        </pc:spChg>
        <pc:picChg chg="mod">
          <ac:chgData name="Mohamed SALEM" userId="13f12703-f1ce-4b8b-924c-fe401988a08b" providerId="ADAL" clId="{E0A75B0A-5725-439A-A782-1DD7A3F7BF10}" dt="2023-07-14T08:38:22.861" v="991" actId="1076"/>
          <ac:picMkLst>
            <pc:docMk/>
            <pc:sldMk cId="584995391" sldId="324"/>
            <ac:picMk id="6" creationId="{708E7703-16F1-5A53-94DC-D2D05B422DBB}"/>
          </ac:picMkLst>
        </pc:picChg>
        <pc:picChg chg="mod">
          <ac:chgData name="Mohamed SALEM" userId="13f12703-f1ce-4b8b-924c-fe401988a08b" providerId="ADAL" clId="{E0A75B0A-5725-439A-A782-1DD7A3F7BF10}" dt="2023-07-14T09:36:13.928" v="1068" actId="1076"/>
          <ac:picMkLst>
            <pc:docMk/>
            <pc:sldMk cId="584995391" sldId="324"/>
            <ac:picMk id="12" creationId="{2B909285-CBA5-51C8-6DD5-24214AC6732D}"/>
          </ac:picMkLst>
        </pc:picChg>
        <pc:picChg chg="mod">
          <ac:chgData name="Mohamed SALEM" userId="13f12703-f1ce-4b8b-924c-fe401988a08b" providerId="ADAL" clId="{E0A75B0A-5725-439A-A782-1DD7A3F7BF10}" dt="2023-07-14T10:14:08.997" v="1072" actId="1076"/>
          <ac:picMkLst>
            <pc:docMk/>
            <pc:sldMk cId="584995391" sldId="324"/>
            <ac:picMk id="14" creationId="{22B103F7-FF4B-DBC8-5EBC-FACE83AF11F1}"/>
          </ac:picMkLst>
        </pc:picChg>
      </pc:sldChg>
      <pc:sldChg chg="addSp modSp new mod addCm delCm modCm">
        <pc:chgData name="Mohamed SALEM" userId="13f12703-f1ce-4b8b-924c-fe401988a08b" providerId="ADAL" clId="{E0A75B0A-5725-439A-A782-1DD7A3F7BF10}" dt="2023-07-14T10:47:28.832" v="1223" actId="1076"/>
        <pc:sldMkLst>
          <pc:docMk/>
          <pc:sldMk cId="2566885915" sldId="325"/>
        </pc:sldMkLst>
        <pc:spChg chg="mod">
          <ac:chgData name="Mohamed SALEM" userId="13f12703-f1ce-4b8b-924c-fe401988a08b" providerId="ADAL" clId="{E0A75B0A-5725-439A-A782-1DD7A3F7BF10}" dt="2023-07-14T08:41:38.570" v="1022" actId="20577"/>
          <ac:spMkLst>
            <pc:docMk/>
            <pc:sldMk cId="2566885915" sldId="325"/>
            <ac:spMk id="2" creationId="{A4444E68-B3E5-7E99-8E8F-BF47E2329A9F}"/>
          </ac:spMkLst>
        </pc:spChg>
        <pc:spChg chg="add mod">
          <ac:chgData name="Mohamed SALEM" userId="13f12703-f1ce-4b8b-924c-fe401988a08b" providerId="ADAL" clId="{E0A75B0A-5725-439A-A782-1DD7A3F7BF10}" dt="2023-07-14T10:45:52.293" v="1220" actId="1036"/>
          <ac:spMkLst>
            <pc:docMk/>
            <pc:sldMk cId="2566885915" sldId="325"/>
            <ac:spMk id="4" creationId="{072D0C57-2C19-A30F-0C53-2EA29138166C}"/>
          </ac:spMkLst>
        </pc:spChg>
        <pc:spChg chg="add mod">
          <ac:chgData name="Mohamed SALEM" userId="13f12703-f1ce-4b8b-924c-fe401988a08b" providerId="ADAL" clId="{E0A75B0A-5725-439A-A782-1DD7A3F7BF10}" dt="2023-07-14T10:47:28.832" v="1223" actId="1076"/>
          <ac:spMkLst>
            <pc:docMk/>
            <pc:sldMk cId="2566885915" sldId="325"/>
            <ac:spMk id="6" creationId="{907C91D2-5089-C86A-A5F5-9A2E6B7347C8}"/>
          </ac:spMkLst>
        </pc:spChg>
      </pc:sldChg>
      <pc:sldChg chg="addSp modSp new mod ord">
        <pc:chgData name="Mohamed SALEM" userId="13f12703-f1ce-4b8b-924c-fe401988a08b" providerId="ADAL" clId="{E0A75B0A-5725-439A-A782-1DD7A3F7BF10}" dt="2023-07-14T12:59:06.491" v="1284" actId="208"/>
        <pc:sldMkLst>
          <pc:docMk/>
          <pc:sldMk cId="840639942" sldId="326"/>
        </pc:sldMkLst>
        <pc:spChg chg="add mod">
          <ac:chgData name="Mohamed SALEM" userId="13f12703-f1ce-4b8b-924c-fe401988a08b" providerId="ADAL" clId="{E0A75B0A-5725-439A-A782-1DD7A3F7BF10}" dt="2023-07-14T10:24:18.603" v="1086" actId="14100"/>
          <ac:spMkLst>
            <pc:docMk/>
            <pc:sldMk cId="840639942" sldId="326"/>
            <ac:spMk id="4" creationId="{4DE524AF-D753-5646-7668-8B2E4ABF5BA5}"/>
          </ac:spMkLst>
        </pc:spChg>
        <pc:spChg chg="mod">
          <ac:chgData name="Mohamed SALEM" userId="13f12703-f1ce-4b8b-924c-fe401988a08b" providerId="ADAL" clId="{E0A75B0A-5725-439A-A782-1DD7A3F7BF10}" dt="2023-07-14T10:30:27.462" v="1107" actId="208"/>
          <ac:spMkLst>
            <pc:docMk/>
            <pc:sldMk cId="840639942" sldId="326"/>
            <ac:spMk id="6" creationId="{85CEA327-1895-55AF-12A3-BE074BE276B2}"/>
          </ac:spMkLst>
        </pc:spChg>
        <pc:spChg chg="mod">
          <ac:chgData name="Mohamed SALEM" userId="13f12703-f1ce-4b8b-924c-fe401988a08b" providerId="ADAL" clId="{E0A75B0A-5725-439A-A782-1DD7A3F7BF10}" dt="2023-07-14T10:30:19.812" v="1106" actId="1036"/>
          <ac:spMkLst>
            <pc:docMk/>
            <pc:sldMk cId="840639942" sldId="326"/>
            <ac:spMk id="10" creationId="{65B9117B-7C33-04D8-7EFA-4626FE586D9C}"/>
          </ac:spMkLst>
        </pc:spChg>
        <pc:spChg chg="add">
          <ac:chgData name="Mohamed SALEM" userId="13f12703-f1ce-4b8b-924c-fe401988a08b" providerId="ADAL" clId="{E0A75B0A-5725-439A-A782-1DD7A3F7BF10}" dt="2023-07-14T10:28:45.601" v="1090" actId="11529"/>
          <ac:spMkLst>
            <pc:docMk/>
            <pc:sldMk cId="840639942" sldId="326"/>
            <ac:spMk id="13" creationId="{BD58F54F-6F31-B927-2425-10EBA0AA4E47}"/>
          </ac:spMkLst>
        </pc:spChg>
        <pc:spChg chg="add mod">
          <ac:chgData name="Mohamed SALEM" userId="13f12703-f1ce-4b8b-924c-fe401988a08b" providerId="ADAL" clId="{E0A75B0A-5725-439A-A782-1DD7A3F7BF10}" dt="2023-07-14T10:36:49.726" v="1139" actId="1036"/>
          <ac:spMkLst>
            <pc:docMk/>
            <pc:sldMk cId="840639942" sldId="326"/>
            <ac:spMk id="14" creationId="{8489DD7A-1C7C-CC13-3E81-196390B6B5F8}"/>
          </ac:spMkLst>
        </pc:spChg>
        <pc:spChg chg="add mod">
          <ac:chgData name="Mohamed SALEM" userId="13f12703-f1ce-4b8b-924c-fe401988a08b" providerId="ADAL" clId="{E0A75B0A-5725-439A-A782-1DD7A3F7BF10}" dt="2023-07-14T12:59:06.491" v="1284" actId="208"/>
          <ac:spMkLst>
            <pc:docMk/>
            <pc:sldMk cId="840639942" sldId="326"/>
            <ac:spMk id="15" creationId="{62EBE12C-B7A2-7F61-9C1C-2EF5F2FE4A89}"/>
          </ac:spMkLst>
        </pc:spChg>
        <pc:spChg chg="add mod">
          <ac:chgData name="Mohamed SALEM" userId="13f12703-f1ce-4b8b-924c-fe401988a08b" providerId="ADAL" clId="{E0A75B0A-5725-439A-A782-1DD7A3F7BF10}" dt="2023-07-14T10:41:59.061" v="1151" actId="14100"/>
          <ac:spMkLst>
            <pc:docMk/>
            <pc:sldMk cId="840639942" sldId="326"/>
            <ac:spMk id="16" creationId="{74A6FACF-A3A3-67A6-8020-34549852AD76}"/>
          </ac:spMkLst>
        </pc:spChg>
        <pc:picChg chg="mod">
          <ac:chgData name="Mohamed SALEM" userId="13f12703-f1ce-4b8b-924c-fe401988a08b" providerId="ADAL" clId="{E0A75B0A-5725-439A-A782-1DD7A3F7BF10}" dt="2023-07-14T10:30:54.851" v="1131" actId="1035"/>
          <ac:picMkLst>
            <pc:docMk/>
            <pc:sldMk cId="840639942" sldId="326"/>
            <ac:picMk id="5" creationId="{C60F0F0E-2817-2F76-BD36-04875EB0BA48}"/>
          </ac:picMkLst>
        </pc:picChg>
      </pc:sldChg>
      <pc:sldChg chg="delSp modSp add mod">
        <pc:chgData name="Mohamed SALEM" userId="13f12703-f1ce-4b8b-924c-fe401988a08b" providerId="ADAL" clId="{E0A75B0A-5725-439A-A782-1DD7A3F7BF10}" dt="2023-07-14T08:48:56.007" v="1028" actId="1076"/>
        <pc:sldMkLst>
          <pc:docMk/>
          <pc:sldMk cId="3321794201" sldId="326"/>
        </pc:sldMkLst>
        <pc:spChg chg="mod">
          <ac:chgData name="Mohamed SALEM" userId="13f12703-f1ce-4b8b-924c-fe401988a08b" providerId="ADAL" clId="{E0A75B0A-5725-439A-A782-1DD7A3F7BF10}" dt="2023-07-14T08:48:56.007" v="1028" actId="1076"/>
          <ac:spMkLst>
            <pc:docMk/>
            <pc:sldMk cId="3321794201" sldId="326"/>
            <ac:spMk id="2" creationId="{9BC5AE11-0425-B274-DD68-031B5EC8452B}"/>
          </ac:spMkLst>
        </pc:spChg>
        <pc:picChg chg="del">
          <ac:chgData name="Mohamed SALEM" userId="13f12703-f1ce-4b8b-924c-fe401988a08b" providerId="ADAL" clId="{E0A75B0A-5725-439A-A782-1DD7A3F7BF10}" dt="2023-07-14T08:45:18.924" v="1025" actId="478"/>
          <ac:picMkLst>
            <pc:docMk/>
            <pc:sldMk cId="3321794201" sldId="326"/>
            <ac:picMk id="4" creationId="{18CF50AC-7910-2088-8ABF-DED854244741}"/>
          </ac:picMkLst>
        </pc:picChg>
      </pc:sldChg>
      <pc:sldChg chg="modSp new mod addCm delCm">
        <pc:chgData name="Mohamed SALEM" userId="13f12703-f1ce-4b8b-924c-fe401988a08b" providerId="ADAL" clId="{E0A75B0A-5725-439A-A782-1DD7A3F7BF10}" dt="2023-07-14T11:02:42.265" v="1270"/>
        <pc:sldMkLst>
          <pc:docMk/>
          <pc:sldMk cId="69835" sldId="327"/>
        </pc:sldMkLst>
        <pc:spChg chg="mod">
          <ac:chgData name="Mohamed SALEM" userId="13f12703-f1ce-4b8b-924c-fe401988a08b" providerId="ADAL" clId="{E0A75B0A-5725-439A-A782-1DD7A3F7BF10}" dt="2023-07-14T11:02:33.720" v="1269" actId="20577"/>
          <ac:spMkLst>
            <pc:docMk/>
            <pc:sldMk cId="69835" sldId="327"/>
            <ac:spMk id="2" creationId="{FCD16E23-B95D-E373-6EDB-2C8510CBEE16}"/>
          </ac:spMkLst>
        </pc:spChg>
      </pc:sldChg>
      <pc:sldChg chg="addSp delSp modSp new mod modClrScheme chgLayout">
        <pc:chgData name="Mohamed SALEM" userId="13f12703-f1ce-4b8b-924c-fe401988a08b" providerId="ADAL" clId="{E0A75B0A-5725-439A-A782-1DD7A3F7BF10}" dt="2023-07-14T12:58:02.629" v="1283" actId="20577"/>
        <pc:sldMkLst>
          <pc:docMk/>
          <pc:sldMk cId="1824988097" sldId="328"/>
        </pc:sldMkLst>
        <pc:spChg chg="del mod ord">
          <ac:chgData name="Mohamed SALEM" userId="13f12703-f1ce-4b8b-924c-fe401988a08b" providerId="ADAL" clId="{E0A75B0A-5725-439A-A782-1DD7A3F7BF10}" dt="2023-07-14T12:57:58.952" v="1274" actId="700"/>
          <ac:spMkLst>
            <pc:docMk/>
            <pc:sldMk cId="1824988097" sldId="328"/>
            <ac:spMk id="2" creationId="{94717A3B-DD0E-DCEA-6EE2-2DB3D6F8D0E5}"/>
          </ac:spMkLst>
        </pc:spChg>
        <pc:spChg chg="del">
          <ac:chgData name="Mohamed SALEM" userId="13f12703-f1ce-4b8b-924c-fe401988a08b" providerId="ADAL" clId="{E0A75B0A-5725-439A-A782-1DD7A3F7BF10}" dt="2023-07-14T12:57:58.952" v="1274" actId="700"/>
          <ac:spMkLst>
            <pc:docMk/>
            <pc:sldMk cId="1824988097" sldId="328"/>
            <ac:spMk id="3" creationId="{CBDE2DF2-8732-3E83-7711-2F9906D3D855}"/>
          </ac:spMkLst>
        </pc:spChg>
        <pc:spChg chg="add mod ord">
          <ac:chgData name="Mohamed SALEM" userId="13f12703-f1ce-4b8b-924c-fe401988a08b" providerId="ADAL" clId="{E0A75B0A-5725-439A-A782-1DD7A3F7BF10}" dt="2023-07-14T12:58:02.629" v="1283" actId="20577"/>
          <ac:spMkLst>
            <pc:docMk/>
            <pc:sldMk cId="1824988097" sldId="328"/>
            <ac:spMk id="4" creationId="{1F5FE424-DDE7-5EA9-4990-570BBC9DFBB1}"/>
          </ac:spMkLst>
        </pc:spChg>
      </pc:sldChg>
    </pc:docChg>
  </pc:docChgLst>
  <pc:docChgLst>
    <pc:chgData name="Nicole WU" userId="4cf90142-5117-41df-a92b-6216d87bdf3c" providerId="ADAL" clId="{9BADF966-46AE-9B4E-ABCD-630AB4EDE81A}"/>
    <pc:docChg chg="undo custSel addSld delSld modSld modSection">
      <pc:chgData name="Nicole WU" userId="4cf90142-5117-41df-a92b-6216d87bdf3c" providerId="ADAL" clId="{9BADF966-46AE-9B4E-ABCD-630AB4EDE81A}" dt="2023-07-18T14:46:05.222" v="1333" actId="20577"/>
      <pc:docMkLst>
        <pc:docMk/>
      </pc:docMkLst>
      <pc:sldChg chg="addSp delSp modSp mod">
        <pc:chgData name="Nicole WU" userId="4cf90142-5117-41df-a92b-6216d87bdf3c" providerId="ADAL" clId="{9BADF966-46AE-9B4E-ABCD-630AB4EDE81A}" dt="2023-07-14T07:28:50.824" v="707" actId="1076"/>
        <pc:sldMkLst>
          <pc:docMk/>
          <pc:sldMk cId="3545166311" sldId="283"/>
        </pc:sldMkLst>
        <pc:spChg chg="mod">
          <ac:chgData name="Nicole WU" userId="4cf90142-5117-41df-a92b-6216d87bdf3c" providerId="ADAL" clId="{9BADF966-46AE-9B4E-ABCD-630AB4EDE81A}" dt="2023-07-13T13:01:12.881" v="19" actId="27636"/>
          <ac:spMkLst>
            <pc:docMk/>
            <pc:sldMk cId="3545166311" sldId="283"/>
            <ac:spMk id="2" creationId="{00000000-0000-0000-0000-000000000000}"/>
          </ac:spMkLst>
        </pc:spChg>
        <pc:spChg chg="mod">
          <ac:chgData name="Nicole WU" userId="4cf90142-5117-41df-a92b-6216d87bdf3c" providerId="ADAL" clId="{9BADF966-46AE-9B4E-ABCD-630AB4EDE81A}" dt="2023-07-13T13:01:24.051" v="66" actId="20577"/>
          <ac:spMkLst>
            <pc:docMk/>
            <pc:sldMk cId="3545166311" sldId="283"/>
            <ac:spMk id="3" creationId="{00000000-0000-0000-0000-000000000000}"/>
          </ac:spMkLst>
        </pc:spChg>
        <pc:spChg chg="add del mod">
          <ac:chgData name="Nicole WU" userId="4cf90142-5117-41df-a92b-6216d87bdf3c" providerId="ADAL" clId="{9BADF966-46AE-9B4E-ABCD-630AB4EDE81A}" dt="2023-07-13T13:01:37.757" v="85"/>
          <ac:spMkLst>
            <pc:docMk/>
            <pc:sldMk cId="3545166311" sldId="283"/>
            <ac:spMk id="5" creationId="{EF85567E-7E31-BA65-4539-BB77F0C3AC25}"/>
          </ac:spMkLst>
        </pc:spChg>
        <pc:spChg chg="mod">
          <ac:chgData name="Nicole WU" userId="4cf90142-5117-41df-a92b-6216d87bdf3c" providerId="ADAL" clId="{9BADF966-46AE-9B4E-ABCD-630AB4EDE81A}" dt="2023-07-14T07:28:50.824" v="707" actId="1076"/>
          <ac:spMkLst>
            <pc:docMk/>
            <pc:sldMk cId="3545166311" sldId="283"/>
            <ac:spMk id="6" creationId="{53CD270A-9458-E7A9-9B9B-7F70A19E11F1}"/>
          </ac:spMkLst>
        </pc:spChg>
      </pc:sldChg>
      <pc:sldChg chg="modSp mod addCm modCm">
        <pc:chgData name="Nicole WU" userId="4cf90142-5117-41df-a92b-6216d87bdf3c" providerId="ADAL" clId="{9BADF966-46AE-9B4E-ABCD-630AB4EDE81A}" dt="2023-07-18T14:46:05.222" v="1333" actId="20577"/>
        <pc:sldMkLst>
          <pc:docMk/>
          <pc:sldMk cId="1390366204" sldId="286"/>
        </pc:sldMkLst>
        <pc:spChg chg="mod">
          <ac:chgData name="Nicole WU" userId="4cf90142-5117-41df-a92b-6216d87bdf3c" providerId="ADAL" clId="{9BADF966-46AE-9B4E-ABCD-630AB4EDE81A}" dt="2023-07-14T08:27:29.572" v="747" actId="14100"/>
          <ac:spMkLst>
            <pc:docMk/>
            <pc:sldMk cId="1390366204" sldId="286"/>
            <ac:spMk id="5" creationId="{7E44B879-13DF-B1BE-7393-04AE90432AD3}"/>
          </ac:spMkLst>
        </pc:spChg>
        <pc:spChg chg="mod">
          <ac:chgData name="Nicole WU" userId="4cf90142-5117-41df-a92b-6216d87bdf3c" providerId="ADAL" clId="{9BADF966-46AE-9B4E-ABCD-630AB4EDE81A}" dt="2023-07-13T14:09:41.766" v="379" actId="20577"/>
          <ac:spMkLst>
            <pc:docMk/>
            <pc:sldMk cId="1390366204" sldId="286"/>
            <ac:spMk id="6" creationId="{976CF346-227C-9D0A-FCA6-48B7717B8252}"/>
          </ac:spMkLst>
        </pc:spChg>
        <pc:graphicFrameChg chg="mod modGraphic">
          <ac:chgData name="Nicole WU" userId="4cf90142-5117-41df-a92b-6216d87bdf3c" providerId="ADAL" clId="{9BADF966-46AE-9B4E-ABCD-630AB4EDE81A}" dt="2023-07-18T14:46:05.222" v="1333" actId="20577"/>
          <ac:graphicFrameMkLst>
            <pc:docMk/>
            <pc:sldMk cId="1390366204" sldId="286"/>
            <ac:graphicFrameMk id="7" creationId="{4DC19564-DA97-85B7-C134-AB5663E5E240}"/>
          </ac:graphicFrameMkLst>
        </pc:graphicFrameChg>
        <pc:cxnChg chg="mod">
          <ac:chgData name="Nicole WU" userId="4cf90142-5117-41df-a92b-6216d87bdf3c" providerId="ADAL" clId="{9BADF966-46AE-9B4E-ABCD-630AB4EDE81A}" dt="2023-07-14T09:22:51.245" v="881" actId="14100"/>
          <ac:cxnSpMkLst>
            <pc:docMk/>
            <pc:sldMk cId="1390366204" sldId="286"/>
            <ac:cxnSpMk id="3" creationId="{DBADC8F4-3E65-44EC-94D3-A6F050FA5DBA}"/>
          </ac:cxnSpMkLst>
        </pc:cxnChg>
      </pc:sldChg>
      <pc:sldChg chg="modSp mod addCm">
        <pc:chgData name="Nicole WU" userId="4cf90142-5117-41df-a92b-6216d87bdf3c" providerId="ADAL" clId="{9BADF966-46AE-9B4E-ABCD-630AB4EDE81A}" dt="2023-07-13T13:04:51.048" v="100" actId="108"/>
        <pc:sldMkLst>
          <pc:docMk/>
          <pc:sldMk cId="2571662685" sldId="296"/>
        </pc:sldMkLst>
        <pc:spChg chg="mod">
          <ac:chgData name="Nicole WU" userId="4cf90142-5117-41df-a92b-6216d87bdf3c" providerId="ADAL" clId="{9BADF966-46AE-9B4E-ABCD-630AB4EDE81A}" dt="2023-07-13T13:04:51.048" v="100" actId="108"/>
          <ac:spMkLst>
            <pc:docMk/>
            <pc:sldMk cId="2571662685" sldId="296"/>
            <ac:spMk id="3" creationId="{63505D0D-7CB2-2242-BE0E-B72CE5E5E8F7}"/>
          </ac:spMkLst>
        </pc:spChg>
      </pc:sldChg>
      <pc:sldChg chg="modSp mod addCm">
        <pc:chgData name="Nicole WU" userId="4cf90142-5117-41df-a92b-6216d87bdf3c" providerId="ADAL" clId="{9BADF966-46AE-9B4E-ABCD-630AB4EDE81A}" dt="2023-07-13T14:27:24.074" v="478" actId="207"/>
        <pc:sldMkLst>
          <pc:docMk/>
          <pc:sldMk cId="475964468" sldId="310"/>
        </pc:sldMkLst>
        <pc:spChg chg="mod">
          <ac:chgData name="Nicole WU" userId="4cf90142-5117-41df-a92b-6216d87bdf3c" providerId="ADAL" clId="{9BADF966-46AE-9B4E-ABCD-630AB4EDE81A}" dt="2023-07-13T14:14:52.155" v="425" actId="1076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Nicole WU" userId="4cf90142-5117-41df-a92b-6216d87bdf3c" providerId="ADAL" clId="{9BADF966-46AE-9B4E-ABCD-630AB4EDE81A}" dt="2023-07-13T14:26:56.628" v="472" actId="207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Nicole WU" userId="4cf90142-5117-41df-a92b-6216d87bdf3c" providerId="ADAL" clId="{9BADF966-46AE-9B4E-ABCD-630AB4EDE81A}" dt="2023-07-13T14:26:55.917" v="470" actId="207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Nicole WU" userId="4cf90142-5117-41df-a92b-6216d87bdf3c" providerId="ADAL" clId="{9BADF966-46AE-9B4E-ABCD-630AB4EDE81A}" dt="2023-07-13T14:27:15.338" v="477" actId="207"/>
          <ac:spMkLst>
            <pc:docMk/>
            <pc:sldMk cId="475964468" sldId="310"/>
            <ac:spMk id="7" creationId="{93750393-C4E8-2A3B-967F-A064AE94C8AB}"/>
          </ac:spMkLst>
        </pc:spChg>
        <pc:spChg chg="mod">
          <ac:chgData name="Nicole WU" userId="4cf90142-5117-41df-a92b-6216d87bdf3c" providerId="ADAL" clId="{9BADF966-46AE-9B4E-ABCD-630AB4EDE81A}" dt="2023-07-13T14:24:15.835" v="443" actId="20577"/>
          <ac:spMkLst>
            <pc:docMk/>
            <pc:sldMk cId="475964468" sldId="310"/>
            <ac:spMk id="9" creationId="{5C2CACA0-144C-1FA4-3B93-3821251A134B}"/>
          </ac:spMkLst>
        </pc:spChg>
        <pc:spChg chg="mod">
          <ac:chgData name="Nicole WU" userId="4cf90142-5117-41df-a92b-6216d87bdf3c" providerId="ADAL" clId="{9BADF966-46AE-9B4E-ABCD-630AB4EDE81A}" dt="2023-07-13T14:26:55.563" v="469" actId="207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Nicole WU" userId="4cf90142-5117-41df-a92b-6216d87bdf3c" providerId="ADAL" clId="{9BADF966-46AE-9B4E-ABCD-630AB4EDE81A}" dt="2023-07-13T14:26:54.926" v="467" actId="207"/>
          <ac:spMkLst>
            <pc:docMk/>
            <pc:sldMk cId="475964468" sldId="310"/>
            <ac:spMk id="18" creationId="{D18ED16F-1385-C386-3999-5DBC532DC256}"/>
          </ac:spMkLst>
        </pc:spChg>
        <pc:spChg chg="mod">
          <ac:chgData name="Nicole WU" userId="4cf90142-5117-41df-a92b-6216d87bdf3c" providerId="ADAL" clId="{9BADF966-46AE-9B4E-ABCD-630AB4EDE81A}" dt="2023-07-13T14:27:24.074" v="478" actId="207"/>
          <ac:spMkLst>
            <pc:docMk/>
            <pc:sldMk cId="475964468" sldId="310"/>
            <ac:spMk id="25" creationId="{D4F18B0C-7E08-2DFA-2D85-1A2DF7C9DBE4}"/>
          </ac:spMkLst>
        </pc:spChg>
        <pc:spChg chg="mod">
          <ac:chgData name="Nicole WU" userId="4cf90142-5117-41df-a92b-6216d87bdf3c" providerId="ADAL" clId="{9BADF966-46AE-9B4E-ABCD-630AB4EDE81A}" dt="2023-07-13T14:25:46.237" v="451" actId="1076"/>
          <ac:spMkLst>
            <pc:docMk/>
            <pc:sldMk cId="475964468" sldId="310"/>
            <ac:spMk id="34" creationId="{CC10B166-C624-C74D-55EB-337080D15D3D}"/>
          </ac:spMkLst>
        </pc:spChg>
      </pc:sldChg>
      <pc:sldChg chg="modSp mod">
        <pc:chgData name="Nicole WU" userId="4cf90142-5117-41df-a92b-6216d87bdf3c" providerId="ADAL" clId="{9BADF966-46AE-9B4E-ABCD-630AB4EDE81A}" dt="2023-07-13T13:01:54.724" v="88" actId="1076"/>
        <pc:sldMkLst>
          <pc:docMk/>
          <pc:sldMk cId="2986976553" sldId="311"/>
        </pc:sldMkLst>
        <pc:spChg chg="mod">
          <ac:chgData name="Nicole WU" userId="4cf90142-5117-41df-a92b-6216d87bdf3c" providerId="ADAL" clId="{9BADF966-46AE-9B4E-ABCD-630AB4EDE81A}" dt="2023-07-13T13:01:52.875" v="87" actId="14100"/>
          <ac:spMkLst>
            <pc:docMk/>
            <pc:sldMk cId="2986976553" sldId="311"/>
            <ac:spMk id="6" creationId="{C77D6C2F-AC0C-CDE5-6C26-DEC4BD426D97}"/>
          </ac:spMkLst>
        </pc:spChg>
        <pc:picChg chg="mod">
          <ac:chgData name="Nicole WU" userId="4cf90142-5117-41df-a92b-6216d87bdf3c" providerId="ADAL" clId="{9BADF966-46AE-9B4E-ABCD-630AB4EDE81A}" dt="2023-07-13T13:01:54.724" v="88" actId="1076"/>
          <ac:picMkLst>
            <pc:docMk/>
            <pc:sldMk cId="2986976553" sldId="311"/>
            <ac:picMk id="8" creationId="{9F548F5E-1645-A988-92FC-24A524438847}"/>
          </ac:picMkLst>
        </pc:picChg>
      </pc:sldChg>
      <pc:sldChg chg="addSp delSp modSp del mod">
        <pc:chgData name="Nicole WU" userId="4cf90142-5117-41df-a92b-6216d87bdf3c" providerId="ADAL" clId="{9BADF966-46AE-9B4E-ABCD-630AB4EDE81A}" dt="2023-07-13T19:54:07.828" v="648" actId="2696"/>
        <pc:sldMkLst>
          <pc:docMk/>
          <pc:sldMk cId="1186335691" sldId="312"/>
        </pc:sldMkLst>
        <pc:spChg chg="add del mod">
          <ac:chgData name="Nicole WU" userId="4cf90142-5117-41df-a92b-6216d87bdf3c" providerId="ADAL" clId="{9BADF966-46AE-9B4E-ABCD-630AB4EDE81A}" dt="2023-07-13T19:54:02.148" v="643" actId="1076"/>
          <ac:spMkLst>
            <pc:docMk/>
            <pc:sldMk cId="1186335691" sldId="312"/>
            <ac:spMk id="2" creationId="{36E1EB4E-1D39-6B33-BBF9-2806F0231CCF}"/>
          </ac:spMkLst>
        </pc:spChg>
        <pc:spChg chg="mod">
          <ac:chgData name="Nicole WU" userId="4cf90142-5117-41df-a92b-6216d87bdf3c" providerId="ADAL" clId="{9BADF966-46AE-9B4E-ABCD-630AB4EDE81A}" dt="2023-07-13T19:53:58.917" v="635" actId="1076"/>
          <ac:spMkLst>
            <pc:docMk/>
            <pc:sldMk cId="1186335691" sldId="312"/>
            <ac:spMk id="3" creationId="{A42009B4-2A1B-CD50-BEFC-5171941AE6C5}"/>
          </ac:spMkLst>
        </pc:spChg>
        <pc:spChg chg="add del mod">
          <ac:chgData name="Nicole WU" userId="4cf90142-5117-41df-a92b-6216d87bdf3c" providerId="ADAL" clId="{9BADF966-46AE-9B4E-ABCD-630AB4EDE81A}" dt="2023-07-13T19:48:44.199" v="521"/>
          <ac:spMkLst>
            <pc:docMk/>
            <pc:sldMk cId="1186335691" sldId="312"/>
            <ac:spMk id="4" creationId="{588D7CE9-41A1-07D7-16FD-8DC05969C0E7}"/>
          </ac:spMkLst>
        </pc:spChg>
        <pc:spChg chg="mod">
          <ac:chgData name="Nicole WU" userId="4cf90142-5117-41df-a92b-6216d87bdf3c" providerId="ADAL" clId="{9BADF966-46AE-9B4E-ABCD-630AB4EDE81A}" dt="2023-07-13T19:51:43.905" v="608" actId="20577"/>
          <ac:spMkLst>
            <pc:docMk/>
            <pc:sldMk cId="1186335691" sldId="312"/>
            <ac:spMk id="9" creationId="{FE0E28B4-BC7B-F6A6-3A38-DC86E9FF259F}"/>
          </ac:spMkLst>
        </pc:spChg>
        <pc:picChg chg="add del mod">
          <ac:chgData name="Nicole WU" userId="4cf90142-5117-41df-a92b-6216d87bdf3c" providerId="ADAL" clId="{9BADF966-46AE-9B4E-ABCD-630AB4EDE81A}" dt="2023-07-13T19:54:03.619" v="645"/>
          <ac:picMkLst>
            <pc:docMk/>
            <pc:sldMk cId="1186335691" sldId="312"/>
            <ac:picMk id="6" creationId="{708E7703-16F1-5A53-94DC-D2D05B422DBB}"/>
          </ac:picMkLst>
        </pc:picChg>
        <pc:picChg chg="add del mod">
          <ac:chgData name="Nicole WU" userId="4cf90142-5117-41df-a92b-6216d87bdf3c" providerId="ADAL" clId="{9BADF966-46AE-9B4E-ABCD-630AB4EDE81A}" dt="2023-07-13T14:25:52.288" v="452" actId="478"/>
          <ac:picMkLst>
            <pc:docMk/>
            <pc:sldMk cId="1186335691" sldId="312"/>
            <ac:picMk id="7" creationId="{FF00CE20-FDF2-DF7D-91EC-6886026C1465}"/>
          </ac:picMkLst>
        </pc:picChg>
      </pc:sldChg>
      <pc:sldChg chg="addSp delSp modSp add del mod modCm">
        <pc:chgData name="Nicole WU" userId="4cf90142-5117-41df-a92b-6216d87bdf3c" providerId="ADAL" clId="{9BADF966-46AE-9B4E-ABCD-630AB4EDE81A}" dt="2023-07-14T11:09:28.100" v="1303" actId="14100"/>
        <pc:sldMkLst>
          <pc:docMk/>
          <pc:sldMk cId="763011548" sldId="318"/>
        </pc:sldMkLst>
        <pc:spChg chg="mod">
          <ac:chgData name="Nicole WU" userId="4cf90142-5117-41df-a92b-6216d87bdf3c" providerId="ADAL" clId="{9BADF966-46AE-9B4E-ABCD-630AB4EDE81A}" dt="2023-07-14T11:09:28.100" v="1303" actId="14100"/>
          <ac:spMkLst>
            <pc:docMk/>
            <pc:sldMk cId="763011548" sldId="318"/>
            <ac:spMk id="2" creationId="{9BC5AE11-0425-B274-DD68-031B5EC8452B}"/>
          </ac:spMkLst>
        </pc:spChg>
        <pc:spChg chg="mod">
          <ac:chgData name="Nicole WU" userId="4cf90142-5117-41df-a92b-6216d87bdf3c" providerId="ADAL" clId="{9BADF966-46AE-9B4E-ABCD-630AB4EDE81A}" dt="2023-07-14T11:08:38.954" v="1292" actId="1076"/>
          <ac:spMkLst>
            <pc:docMk/>
            <pc:sldMk cId="763011548" sldId="318"/>
            <ac:spMk id="8" creationId="{15BD22BC-67A9-439A-2A17-D4260CE7A754}"/>
          </ac:spMkLst>
        </pc:spChg>
        <pc:picChg chg="add del mod">
          <ac:chgData name="Nicole WU" userId="4cf90142-5117-41df-a92b-6216d87bdf3c" providerId="ADAL" clId="{9BADF966-46AE-9B4E-ABCD-630AB4EDE81A}" dt="2023-07-14T09:36:40.176" v="930" actId="478"/>
          <ac:picMkLst>
            <pc:docMk/>
            <pc:sldMk cId="763011548" sldId="318"/>
            <ac:picMk id="4" creationId="{18CF50AC-7910-2088-8ABF-DED854244741}"/>
          </ac:picMkLst>
        </pc:picChg>
        <pc:picChg chg="del">
          <ac:chgData name="Nicole WU" userId="4cf90142-5117-41df-a92b-6216d87bdf3c" providerId="ADAL" clId="{9BADF966-46AE-9B4E-ABCD-630AB4EDE81A}" dt="2023-07-13T14:25:55.202" v="453" actId="478"/>
          <ac:picMkLst>
            <pc:docMk/>
            <pc:sldMk cId="763011548" sldId="318"/>
            <ac:picMk id="5" creationId="{8C950CB6-AA92-1584-1A42-1C10A76C57C0}"/>
          </ac:picMkLst>
        </pc:picChg>
        <pc:picChg chg="add del mod">
          <ac:chgData name="Nicole WU" userId="4cf90142-5117-41df-a92b-6216d87bdf3c" providerId="ADAL" clId="{9BADF966-46AE-9B4E-ABCD-630AB4EDE81A}" dt="2023-07-14T11:03:06.336" v="1263" actId="478"/>
          <ac:picMkLst>
            <pc:docMk/>
            <pc:sldMk cId="763011548" sldId="318"/>
            <ac:picMk id="5" creationId="{D311687D-BC7D-77DD-14CB-0ACCC1D88C1E}"/>
          </ac:picMkLst>
        </pc:picChg>
        <pc:picChg chg="add del mod">
          <ac:chgData name="Nicole WU" userId="4cf90142-5117-41df-a92b-6216d87bdf3c" providerId="ADAL" clId="{9BADF966-46AE-9B4E-ABCD-630AB4EDE81A}" dt="2023-07-14T09:36:40.957" v="931" actId="478"/>
          <ac:picMkLst>
            <pc:docMk/>
            <pc:sldMk cId="763011548" sldId="318"/>
            <ac:picMk id="6" creationId="{E78767F1-8B6C-7FCF-8B2C-7E66F6C4AAAD}"/>
          </ac:picMkLst>
        </pc:picChg>
        <pc:picChg chg="del">
          <ac:chgData name="Nicole WU" userId="4cf90142-5117-41df-a92b-6216d87bdf3c" providerId="ADAL" clId="{9BADF966-46AE-9B4E-ABCD-630AB4EDE81A}" dt="2023-07-13T14:25:56.634" v="454" actId="478"/>
          <ac:picMkLst>
            <pc:docMk/>
            <pc:sldMk cId="763011548" sldId="318"/>
            <ac:picMk id="7" creationId="{397E9FE5-327C-791D-6786-FD0E77B952EE}"/>
          </ac:picMkLst>
        </pc:picChg>
        <pc:picChg chg="add del mod">
          <ac:chgData name="Nicole WU" userId="4cf90142-5117-41df-a92b-6216d87bdf3c" providerId="ADAL" clId="{9BADF966-46AE-9B4E-ABCD-630AB4EDE81A}" dt="2023-07-14T11:03:07.425" v="1264" actId="478"/>
          <ac:picMkLst>
            <pc:docMk/>
            <pc:sldMk cId="763011548" sldId="318"/>
            <ac:picMk id="9" creationId="{F4CBC54D-B5BB-BA9E-22E2-7422C9767EAA}"/>
          </ac:picMkLst>
        </pc:picChg>
        <pc:picChg chg="add mod">
          <ac:chgData name="Nicole WU" userId="4cf90142-5117-41df-a92b-6216d87bdf3c" providerId="ADAL" clId="{9BADF966-46AE-9B4E-ABCD-630AB4EDE81A}" dt="2023-07-14T11:08:53.997" v="1296" actId="170"/>
          <ac:picMkLst>
            <pc:docMk/>
            <pc:sldMk cId="763011548" sldId="318"/>
            <ac:picMk id="11" creationId="{D65D3133-D99A-EDCA-B944-4522CFA42DC7}"/>
          </ac:picMkLst>
        </pc:picChg>
        <pc:picChg chg="add mod modCrop">
          <ac:chgData name="Nicole WU" userId="4cf90142-5117-41df-a92b-6216d87bdf3c" providerId="ADAL" clId="{9BADF966-46AE-9B4E-ABCD-630AB4EDE81A}" dt="2023-07-14T11:09:13.358" v="1300" actId="732"/>
          <ac:picMkLst>
            <pc:docMk/>
            <pc:sldMk cId="763011548" sldId="318"/>
            <ac:picMk id="13" creationId="{74545284-EA71-8962-3A2C-A8485009909C}"/>
          </ac:picMkLst>
        </pc:picChg>
      </pc:sldChg>
      <pc:sldChg chg="addSp delSp modSp new mod">
        <pc:chgData name="Nicole WU" userId="4cf90142-5117-41df-a92b-6216d87bdf3c" providerId="ADAL" clId="{9BADF966-46AE-9B4E-ABCD-630AB4EDE81A}" dt="2023-07-13T14:00:39.385" v="371" actId="1076"/>
        <pc:sldMkLst>
          <pc:docMk/>
          <pc:sldMk cId="30370661" sldId="319"/>
        </pc:sldMkLst>
        <pc:spChg chg="mod">
          <ac:chgData name="Nicole WU" userId="4cf90142-5117-41df-a92b-6216d87bdf3c" providerId="ADAL" clId="{9BADF966-46AE-9B4E-ABCD-630AB4EDE81A}" dt="2023-07-13T13:16:03.003" v="113" actId="26606"/>
          <ac:spMkLst>
            <pc:docMk/>
            <pc:sldMk cId="30370661" sldId="319"/>
            <ac:spMk id="2" creationId="{7CB28976-605C-D94F-4A65-88574AAFB696}"/>
          </ac:spMkLst>
        </pc:spChg>
        <pc:spChg chg="del mod">
          <ac:chgData name="Nicole WU" userId="4cf90142-5117-41df-a92b-6216d87bdf3c" providerId="ADAL" clId="{9BADF966-46AE-9B4E-ABCD-630AB4EDE81A}" dt="2023-07-13T13:02:16.376" v="95" actId="478"/>
          <ac:spMkLst>
            <pc:docMk/>
            <pc:sldMk cId="30370661" sldId="319"/>
            <ac:spMk id="3" creationId="{0595410A-6103-3A09-E540-44DD0FA3E26D}"/>
          </ac:spMkLst>
        </pc:spChg>
        <pc:picChg chg="add mod">
          <ac:chgData name="Nicole WU" userId="4cf90142-5117-41df-a92b-6216d87bdf3c" providerId="ADAL" clId="{9BADF966-46AE-9B4E-ABCD-630AB4EDE81A}" dt="2023-07-13T14:00:39.385" v="371" actId="1076"/>
          <ac:picMkLst>
            <pc:docMk/>
            <pc:sldMk cId="30370661" sldId="319"/>
            <ac:picMk id="4" creationId="{4B99E08D-6E9B-1BA7-7761-3280007F4F9B}"/>
          </ac:picMkLst>
        </pc:picChg>
        <pc:picChg chg="add del mod">
          <ac:chgData name="Nicole WU" userId="4cf90142-5117-41df-a92b-6216d87bdf3c" providerId="ADAL" clId="{9BADF966-46AE-9B4E-ABCD-630AB4EDE81A}" dt="2023-07-13T13:15:08.779" v="109" actId="478"/>
          <ac:picMkLst>
            <pc:docMk/>
            <pc:sldMk cId="30370661" sldId="319"/>
            <ac:picMk id="5" creationId="{41281249-AE48-9736-8607-F7D196338079}"/>
          </ac:picMkLst>
        </pc:picChg>
      </pc:sldChg>
      <pc:sldChg chg="addSp delSp modSp add mod delCm modCm">
        <pc:chgData name="Nicole WU" userId="4cf90142-5117-41df-a92b-6216d87bdf3c" providerId="ADAL" clId="{9BADF966-46AE-9B4E-ABCD-630AB4EDE81A}" dt="2023-07-14T11:11:30.949" v="1307" actId="14100"/>
        <pc:sldMkLst>
          <pc:docMk/>
          <pc:sldMk cId="1237851312" sldId="320"/>
        </pc:sldMkLst>
        <pc:spChg chg="mod">
          <ac:chgData name="Nicole WU" userId="4cf90142-5117-41df-a92b-6216d87bdf3c" providerId="ADAL" clId="{9BADF966-46AE-9B4E-ABCD-630AB4EDE81A}" dt="2023-07-14T08:28:06.807" v="752" actId="20577"/>
          <ac:spMkLst>
            <pc:docMk/>
            <pc:sldMk cId="1237851312" sldId="320"/>
            <ac:spMk id="2" creationId="{7F999FF3-0E37-AD51-18F7-3D20C12981BD}"/>
          </ac:spMkLst>
        </pc:spChg>
        <pc:spChg chg="del mod">
          <ac:chgData name="Nicole WU" userId="4cf90142-5117-41df-a92b-6216d87bdf3c" providerId="ADAL" clId="{9BADF966-46AE-9B4E-ABCD-630AB4EDE81A}" dt="2023-07-13T19:43:44.737" v="500" actId="478"/>
          <ac:spMkLst>
            <pc:docMk/>
            <pc:sldMk cId="1237851312" sldId="320"/>
            <ac:spMk id="3" creationId="{63505D0D-7CB2-2242-BE0E-B72CE5E5E8F7}"/>
          </ac:spMkLst>
        </pc:spChg>
        <pc:spChg chg="add del mod">
          <ac:chgData name="Nicole WU" userId="4cf90142-5117-41df-a92b-6216d87bdf3c" providerId="ADAL" clId="{9BADF966-46AE-9B4E-ABCD-630AB4EDE81A}" dt="2023-07-13T19:43:47.984" v="502"/>
          <ac:spMkLst>
            <pc:docMk/>
            <pc:sldMk cId="1237851312" sldId="320"/>
            <ac:spMk id="6" creationId="{A48672E1-F695-F06D-9791-1E7B244E286B}"/>
          </ac:spMkLst>
        </pc:spChg>
        <pc:spChg chg="add mod">
          <ac:chgData name="Nicole WU" userId="4cf90142-5117-41df-a92b-6216d87bdf3c" providerId="ADAL" clId="{9BADF966-46AE-9B4E-ABCD-630AB4EDE81A}" dt="2023-07-14T11:11:30.949" v="1307" actId="14100"/>
          <ac:spMkLst>
            <pc:docMk/>
            <pc:sldMk cId="1237851312" sldId="320"/>
            <ac:spMk id="9" creationId="{8A88FD57-E5D3-C556-2477-683567EC73BF}"/>
          </ac:spMkLst>
        </pc:spChg>
        <pc:picChg chg="ord">
          <ac:chgData name="Nicole WU" userId="4cf90142-5117-41df-a92b-6216d87bdf3c" providerId="ADAL" clId="{9BADF966-46AE-9B4E-ABCD-630AB4EDE81A}" dt="2023-07-13T19:43:54.088" v="504" actId="26606"/>
          <ac:picMkLst>
            <pc:docMk/>
            <pc:sldMk cId="1237851312" sldId="320"/>
            <ac:picMk id="4" creationId="{7043CEEA-DFD5-78AB-FD60-97153E800CDC}"/>
          </ac:picMkLst>
        </pc:picChg>
        <pc:picChg chg="add mod">
          <ac:chgData name="Nicole WU" userId="4cf90142-5117-41df-a92b-6216d87bdf3c" providerId="ADAL" clId="{9BADF966-46AE-9B4E-ABCD-630AB4EDE81A}" dt="2023-07-14T11:11:27.647" v="1306" actId="1076"/>
          <ac:picMkLst>
            <pc:docMk/>
            <pc:sldMk cId="1237851312" sldId="320"/>
            <ac:picMk id="8" creationId="{70A90F58-3ABF-3DD7-A6EA-FC69AF058D54}"/>
          </ac:picMkLst>
        </pc:picChg>
      </pc:sldChg>
      <pc:sldChg chg="addSp delSp modSp new mod modClrScheme chgLayout">
        <pc:chgData name="Nicole WU" userId="4cf90142-5117-41df-a92b-6216d87bdf3c" providerId="ADAL" clId="{9BADF966-46AE-9B4E-ABCD-630AB4EDE81A}" dt="2023-07-14T09:07:49.634" v="871" actId="1582"/>
        <pc:sldMkLst>
          <pc:docMk/>
          <pc:sldMk cId="1674716470" sldId="321"/>
        </pc:sldMkLst>
        <pc:spChg chg="mod">
          <ac:chgData name="Nicole WU" userId="4cf90142-5117-41df-a92b-6216d87bdf3c" providerId="ADAL" clId="{9BADF966-46AE-9B4E-ABCD-630AB4EDE81A}" dt="2023-07-13T19:50:57.089" v="607" actId="1076"/>
          <ac:spMkLst>
            <pc:docMk/>
            <pc:sldMk cId="1674716470" sldId="321"/>
            <ac:spMk id="2" creationId="{A7C1B331-3CC8-B8DA-D0E4-19AE7AD797A9}"/>
          </ac:spMkLst>
        </pc:spChg>
        <pc:spChg chg="del">
          <ac:chgData name="Nicole WU" userId="4cf90142-5117-41df-a92b-6216d87bdf3c" providerId="ADAL" clId="{9BADF966-46AE-9B4E-ABCD-630AB4EDE81A}" dt="2023-07-13T19:50:04.426" v="567"/>
          <ac:spMkLst>
            <pc:docMk/>
            <pc:sldMk cId="1674716470" sldId="321"/>
            <ac:spMk id="3" creationId="{AA01E3DE-C625-FBF8-3517-868947A72DA5}"/>
          </ac:spMkLst>
        </pc:spChg>
        <pc:spChg chg="mod">
          <ac:chgData name="Nicole WU" userId="4cf90142-5117-41df-a92b-6216d87bdf3c" providerId="ADAL" clId="{9BADF966-46AE-9B4E-ABCD-630AB4EDE81A}" dt="2023-07-14T09:07:49.634" v="871" actId="1582"/>
          <ac:spMkLst>
            <pc:docMk/>
            <pc:sldMk cId="1674716470" sldId="321"/>
            <ac:spMk id="4" creationId="{8187BD5D-5E44-D650-9D63-23F917E8919A}"/>
          </ac:spMkLst>
        </pc:spChg>
        <pc:spChg chg="mod">
          <ac:chgData name="Nicole WU" userId="4cf90142-5117-41df-a92b-6216d87bdf3c" providerId="ADAL" clId="{9BADF966-46AE-9B4E-ABCD-630AB4EDE81A}" dt="2023-07-14T09:07:42.130" v="870" actId="14100"/>
          <ac:spMkLst>
            <pc:docMk/>
            <pc:sldMk cId="1674716470" sldId="321"/>
            <ac:spMk id="6" creationId="{8E1FD0D4-3ACF-F0B9-C558-681283CF05FA}"/>
          </ac:spMkLst>
        </pc:spChg>
        <pc:spChg chg="add del mod">
          <ac:chgData name="Nicole WU" userId="4cf90142-5117-41df-a92b-6216d87bdf3c" providerId="ADAL" clId="{9BADF966-46AE-9B4E-ABCD-630AB4EDE81A}" dt="2023-07-14T08:56:03.375" v="759" actId="478"/>
          <ac:spMkLst>
            <pc:docMk/>
            <pc:sldMk cId="1674716470" sldId="321"/>
            <ac:spMk id="7" creationId="{D098C36B-17FE-8994-3819-E0D65E23D5B3}"/>
          </ac:spMkLst>
        </pc:spChg>
        <pc:spChg chg="del mod">
          <ac:chgData name="Nicole WU" userId="4cf90142-5117-41df-a92b-6216d87bdf3c" providerId="ADAL" clId="{9BADF966-46AE-9B4E-ABCD-630AB4EDE81A}" dt="2023-07-14T08:56:07.553" v="760" actId="478"/>
          <ac:spMkLst>
            <pc:docMk/>
            <pc:sldMk cId="1674716470" sldId="321"/>
            <ac:spMk id="9" creationId="{5CD9F58D-B17B-5070-A239-D04DCF722D9A}"/>
          </ac:spMkLst>
        </pc:spChg>
        <pc:spChg chg="add del mod">
          <ac:chgData name="Nicole WU" userId="4cf90142-5117-41df-a92b-6216d87bdf3c" providerId="ADAL" clId="{9BADF966-46AE-9B4E-ABCD-630AB4EDE81A}" dt="2023-07-14T08:56:14.263" v="763" actId="478"/>
          <ac:spMkLst>
            <pc:docMk/>
            <pc:sldMk cId="1674716470" sldId="321"/>
            <ac:spMk id="10" creationId="{6138DA25-555D-43C2-8EEF-6477A8D52544}"/>
          </ac:spMkLst>
        </pc:spChg>
        <pc:picChg chg="add del mod">
          <ac:chgData name="Nicole WU" userId="4cf90142-5117-41df-a92b-6216d87bdf3c" providerId="ADAL" clId="{9BADF966-46AE-9B4E-ABCD-630AB4EDE81A}" dt="2023-07-14T08:56:08.591" v="761" actId="478"/>
          <ac:picMkLst>
            <pc:docMk/>
            <pc:sldMk cId="1674716470" sldId="321"/>
            <ac:picMk id="5" creationId="{603EC272-4EE1-BFFB-60F7-722066784606}"/>
          </ac:picMkLst>
        </pc:picChg>
        <pc:picChg chg="add mod">
          <ac:chgData name="Nicole WU" userId="4cf90142-5117-41df-a92b-6216d87bdf3c" providerId="ADAL" clId="{9BADF966-46AE-9B4E-ABCD-630AB4EDE81A}" dt="2023-07-14T08:56:42.472" v="773" actId="1076"/>
          <ac:picMkLst>
            <pc:docMk/>
            <pc:sldMk cId="1674716470" sldId="321"/>
            <ac:picMk id="12" creationId="{B9AC66A6-50FD-F745-C7A6-35F805CFE854}"/>
          </ac:picMkLst>
        </pc:picChg>
      </pc:sldChg>
      <pc:sldChg chg="modSp add del mod">
        <pc:chgData name="Nicole WU" userId="4cf90142-5117-41df-a92b-6216d87bdf3c" providerId="ADAL" clId="{9BADF966-46AE-9B4E-ABCD-630AB4EDE81A}" dt="2023-07-14T09:20:32.520" v="878" actId="2696"/>
        <pc:sldMkLst>
          <pc:docMk/>
          <pc:sldMk cId="1911260351" sldId="322"/>
        </pc:sldMkLst>
        <pc:spChg chg="mod">
          <ac:chgData name="Nicole WU" userId="4cf90142-5117-41df-a92b-6216d87bdf3c" providerId="ADAL" clId="{9BADF966-46AE-9B4E-ABCD-630AB4EDE81A}" dt="2023-07-13T19:58:10.749" v="687" actId="1076"/>
          <ac:spMkLst>
            <pc:docMk/>
            <pc:sldMk cId="1911260351" sldId="322"/>
            <ac:spMk id="9" creationId="{FE0E28B4-BC7B-F6A6-3A38-DC86E9FF259F}"/>
          </ac:spMkLst>
        </pc:spChg>
      </pc:sldChg>
      <pc:sldChg chg="addSp delSp modSp mod delAnim modAnim addCm delCm modCm">
        <pc:chgData name="Nicole WU" userId="4cf90142-5117-41df-a92b-6216d87bdf3c" providerId="ADAL" clId="{9BADF966-46AE-9B4E-ABCD-630AB4EDE81A}" dt="2023-07-14T10:53:17.597" v="1256" actId="1037"/>
        <pc:sldMkLst>
          <pc:docMk/>
          <pc:sldMk cId="584995391" sldId="324"/>
        </pc:sldMkLst>
        <pc:spChg chg="del">
          <ac:chgData name="Nicole WU" userId="4cf90142-5117-41df-a92b-6216d87bdf3c" providerId="ADAL" clId="{9BADF966-46AE-9B4E-ABCD-630AB4EDE81A}" dt="2023-07-14T08:57:15.362" v="782" actId="478"/>
          <ac:spMkLst>
            <pc:docMk/>
            <pc:sldMk cId="584995391" sldId="324"/>
            <ac:spMk id="2" creationId="{318F71FA-7238-A99A-EC19-C254CF3212A1}"/>
          </ac:spMkLst>
        </pc:spChg>
        <pc:spChg chg="del mod">
          <ac:chgData name="Nicole WU" userId="4cf90142-5117-41df-a92b-6216d87bdf3c" providerId="ADAL" clId="{9BADF966-46AE-9B4E-ABCD-630AB4EDE81A}" dt="2023-07-14T10:46:34.759" v="1160" actId="478"/>
          <ac:spMkLst>
            <pc:docMk/>
            <pc:sldMk cId="584995391" sldId="324"/>
            <ac:spMk id="3" creationId="{A42009B4-2A1B-CD50-BEFC-5171941AE6C5}"/>
          </ac:spMkLst>
        </pc:spChg>
        <pc:spChg chg="del mod">
          <ac:chgData name="Nicole WU" userId="4cf90142-5117-41df-a92b-6216d87bdf3c" providerId="ADAL" clId="{9BADF966-46AE-9B4E-ABCD-630AB4EDE81A}" dt="2023-07-14T10:46:33.165" v="1159" actId="478"/>
          <ac:spMkLst>
            <pc:docMk/>
            <pc:sldMk cId="584995391" sldId="324"/>
            <ac:spMk id="4" creationId="{D5242913-CE88-9748-E92C-3E4F0E57852D}"/>
          </ac:spMkLst>
        </pc:spChg>
        <pc:spChg chg="mod">
          <ac:chgData name="Nicole WU" userId="4cf90142-5117-41df-a92b-6216d87bdf3c" providerId="ADAL" clId="{9BADF966-46AE-9B4E-ABCD-630AB4EDE81A}" dt="2023-07-14T10:53:17.597" v="1256" actId="1037"/>
          <ac:spMkLst>
            <pc:docMk/>
            <pc:sldMk cId="584995391" sldId="324"/>
            <ac:spMk id="5" creationId="{376D1B6F-AC30-3654-22D1-B4F03C2C75A4}"/>
          </ac:spMkLst>
        </pc:spChg>
        <pc:spChg chg="mod">
          <ac:chgData name="Nicole WU" userId="4cf90142-5117-41df-a92b-6216d87bdf3c" providerId="ADAL" clId="{9BADF966-46AE-9B4E-ABCD-630AB4EDE81A}" dt="2023-07-14T10:53:17.597" v="1256" actId="1037"/>
          <ac:spMkLst>
            <pc:docMk/>
            <pc:sldMk cId="584995391" sldId="324"/>
            <ac:spMk id="7" creationId="{33DC40FD-1136-7FA9-C475-9D9121718C02}"/>
          </ac:spMkLst>
        </pc:spChg>
        <pc:spChg chg="del mod">
          <ac:chgData name="Nicole WU" userId="4cf90142-5117-41df-a92b-6216d87bdf3c" providerId="ADAL" clId="{9BADF966-46AE-9B4E-ABCD-630AB4EDE81A}" dt="2023-07-14T10:51:35.082" v="1193" actId="478"/>
          <ac:spMkLst>
            <pc:docMk/>
            <pc:sldMk cId="584995391" sldId="324"/>
            <ac:spMk id="8" creationId="{B90A935F-0DFA-ADB9-48B2-73B776158A0A}"/>
          </ac:spMkLst>
        </pc:spChg>
        <pc:spChg chg="mod">
          <ac:chgData name="Nicole WU" userId="4cf90142-5117-41df-a92b-6216d87bdf3c" providerId="ADAL" clId="{9BADF966-46AE-9B4E-ABCD-630AB4EDE81A}" dt="2023-07-14T10:50:32.151" v="1185" actId="1076"/>
          <ac:spMkLst>
            <pc:docMk/>
            <pc:sldMk cId="584995391" sldId="324"/>
            <ac:spMk id="9" creationId="{FE0E28B4-BC7B-F6A6-3A38-DC86E9FF259F}"/>
          </ac:spMkLst>
        </pc:spChg>
        <pc:spChg chg="mod">
          <ac:chgData name="Nicole WU" userId="4cf90142-5117-41df-a92b-6216d87bdf3c" providerId="ADAL" clId="{9BADF966-46AE-9B4E-ABCD-630AB4EDE81A}" dt="2023-07-14T10:53:17.597" v="1256" actId="1037"/>
          <ac:spMkLst>
            <pc:docMk/>
            <pc:sldMk cId="584995391" sldId="324"/>
            <ac:spMk id="10" creationId="{A12273C7-9671-F36A-E606-74B0CEBE0972}"/>
          </ac:spMkLst>
        </pc:spChg>
        <pc:spChg chg="add mod">
          <ac:chgData name="Nicole WU" userId="4cf90142-5117-41df-a92b-6216d87bdf3c" providerId="ADAL" clId="{9BADF966-46AE-9B4E-ABCD-630AB4EDE81A}" dt="2023-07-14T10:53:17.597" v="1256" actId="1037"/>
          <ac:spMkLst>
            <pc:docMk/>
            <pc:sldMk cId="584995391" sldId="324"/>
            <ac:spMk id="11" creationId="{90853CE8-E01B-99D0-A5EB-E08374D0F1E1}"/>
          </ac:spMkLst>
        </pc:spChg>
        <pc:picChg chg="add del">
          <ac:chgData name="Nicole WU" userId="4cf90142-5117-41df-a92b-6216d87bdf3c" providerId="ADAL" clId="{9BADF966-46AE-9B4E-ABCD-630AB4EDE81A}" dt="2023-07-14T08:57:24.044" v="785" actId="478"/>
          <ac:picMkLst>
            <pc:docMk/>
            <pc:sldMk cId="584995391" sldId="324"/>
            <ac:picMk id="6" creationId="{708E7703-16F1-5A53-94DC-D2D05B422DBB}"/>
          </ac:picMkLst>
        </pc:picChg>
        <pc:picChg chg="add mod">
          <ac:chgData name="Nicole WU" userId="4cf90142-5117-41df-a92b-6216d87bdf3c" providerId="ADAL" clId="{9BADF966-46AE-9B4E-ABCD-630AB4EDE81A}" dt="2023-07-14T10:53:09.165" v="1248" actId="1076"/>
          <ac:picMkLst>
            <pc:docMk/>
            <pc:sldMk cId="584995391" sldId="324"/>
            <ac:picMk id="6" creationId="{80BC7B68-63FB-37E5-9445-C9B01126493A}"/>
          </ac:picMkLst>
        </pc:picChg>
        <pc:picChg chg="add del mod">
          <ac:chgData name="Nicole WU" userId="4cf90142-5117-41df-a92b-6216d87bdf3c" providerId="ADAL" clId="{9BADF966-46AE-9B4E-ABCD-630AB4EDE81A}" dt="2023-07-14T10:11:06.021" v="968" actId="478"/>
          <ac:picMkLst>
            <pc:docMk/>
            <pc:sldMk cId="584995391" sldId="324"/>
            <ac:picMk id="12" creationId="{2B909285-CBA5-51C8-6DD5-24214AC6732D}"/>
          </ac:picMkLst>
        </pc:picChg>
        <pc:picChg chg="add del mod">
          <ac:chgData name="Nicole WU" userId="4cf90142-5117-41df-a92b-6216d87bdf3c" providerId="ADAL" clId="{9BADF966-46AE-9B4E-ABCD-630AB4EDE81A}" dt="2023-07-14T10:46:35.553" v="1162" actId="478"/>
          <ac:picMkLst>
            <pc:docMk/>
            <pc:sldMk cId="584995391" sldId="324"/>
            <ac:picMk id="14" creationId="{22B103F7-FF4B-DBC8-5EBC-FACE83AF11F1}"/>
          </ac:picMkLst>
        </pc:picChg>
      </pc:sldChg>
      <pc:sldChg chg="addSp delSp modSp mod modCm">
        <pc:chgData name="Nicole WU" userId="4cf90142-5117-41df-a92b-6216d87bdf3c" providerId="ADAL" clId="{9BADF966-46AE-9B4E-ABCD-630AB4EDE81A}" dt="2023-07-14T09:36:28.572" v="925"/>
        <pc:sldMkLst>
          <pc:docMk/>
          <pc:sldMk cId="2566885915" sldId="325"/>
        </pc:sldMkLst>
        <pc:spChg chg="mod">
          <ac:chgData name="Nicole WU" userId="4cf90142-5117-41df-a92b-6216d87bdf3c" providerId="ADAL" clId="{9BADF966-46AE-9B4E-ABCD-630AB4EDE81A}" dt="2023-07-14T09:35:01.715" v="920" actId="20577"/>
          <ac:spMkLst>
            <pc:docMk/>
            <pc:sldMk cId="2566885915" sldId="325"/>
            <ac:spMk id="2" creationId="{A4444E68-B3E5-7E99-8E8F-BF47E2329A9F}"/>
          </ac:spMkLst>
        </pc:spChg>
        <pc:spChg chg="del">
          <ac:chgData name="Nicole WU" userId="4cf90142-5117-41df-a92b-6216d87bdf3c" providerId="ADAL" clId="{9BADF966-46AE-9B4E-ABCD-630AB4EDE81A}" dt="2023-07-14T09:18:11.048" v="872" actId="478"/>
          <ac:spMkLst>
            <pc:docMk/>
            <pc:sldMk cId="2566885915" sldId="325"/>
            <ac:spMk id="3" creationId="{6309FEF8-29FD-4832-F6EB-80993705453F}"/>
          </ac:spMkLst>
        </pc:spChg>
        <pc:picChg chg="add del mod modCrop">
          <ac:chgData name="Nicole WU" userId="4cf90142-5117-41df-a92b-6216d87bdf3c" providerId="ADAL" clId="{9BADF966-46AE-9B4E-ABCD-630AB4EDE81A}" dt="2023-07-14T09:35:11.002" v="922" actId="478"/>
          <ac:picMkLst>
            <pc:docMk/>
            <pc:sldMk cId="2566885915" sldId="325"/>
            <ac:picMk id="5" creationId="{8C3E88A8-ADB3-3025-0851-E6196466009B}"/>
          </ac:picMkLst>
        </pc:picChg>
      </pc:sldChg>
      <pc:sldChg chg="addSp delSp modSp mod">
        <pc:chgData name="Nicole WU" userId="4cf90142-5117-41df-a92b-6216d87bdf3c" providerId="ADAL" clId="{9BADF966-46AE-9B4E-ABCD-630AB4EDE81A}" dt="2023-07-14T10:48:05.303" v="1174" actId="14100"/>
        <pc:sldMkLst>
          <pc:docMk/>
          <pc:sldMk cId="840639942" sldId="326"/>
        </pc:sldMkLst>
        <pc:spChg chg="mod">
          <ac:chgData name="Nicole WU" userId="4cf90142-5117-41df-a92b-6216d87bdf3c" providerId="ADAL" clId="{9BADF966-46AE-9B4E-ABCD-630AB4EDE81A}" dt="2023-07-14T10:19:03.276" v="1088" actId="1076"/>
          <ac:spMkLst>
            <pc:docMk/>
            <pc:sldMk cId="840639942" sldId="326"/>
            <ac:spMk id="2" creationId="{D3D80AFA-49FA-3277-B9B4-56D319CB76FC}"/>
          </ac:spMkLst>
        </pc:spChg>
        <pc:spChg chg="del">
          <ac:chgData name="Nicole WU" userId="4cf90142-5117-41df-a92b-6216d87bdf3c" providerId="ADAL" clId="{9BADF966-46AE-9B4E-ABCD-630AB4EDE81A}" dt="2023-07-14T10:12:18.166" v="1084" actId="478"/>
          <ac:spMkLst>
            <pc:docMk/>
            <pc:sldMk cId="840639942" sldId="326"/>
            <ac:spMk id="3" creationId="{FBB7116E-6FE7-4589-001A-14A0E94D4AF1}"/>
          </ac:spMkLst>
        </pc:spChg>
        <pc:spChg chg="add mod">
          <ac:chgData name="Nicole WU" userId="4cf90142-5117-41df-a92b-6216d87bdf3c" providerId="ADAL" clId="{9BADF966-46AE-9B4E-ABCD-630AB4EDE81A}" dt="2023-07-14T10:47:23.259" v="1171" actId="1076"/>
          <ac:spMkLst>
            <pc:docMk/>
            <pc:sldMk cId="840639942" sldId="326"/>
            <ac:spMk id="6" creationId="{85CEA327-1895-55AF-12A3-BE074BE276B2}"/>
          </ac:spMkLst>
        </pc:spChg>
        <pc:spChg chg="add del mod">
          <ac:chgData name="Nicole WU" userId="4cf90142-5117-41df-a92b-6216d87bdf3c" providerId="ADAL" clId="{9BADF966-46AE-9B4E-ABCD-630AB4EDE81A}" dt="2023-07-14T10:21:10.636" v="1134" actId="478"/>
          <ac:spMkLst>
            <pc:docMk/>
            <pc:sldMk cId="840639942" sldId="326"/>
            <ac:spMk id="7" creationId="{8A1AB5CB-FBA8-FDE8-0D73-75753118131B}"/>
          </ac:spMkLst>
        </pc:spChg>
        <pc:spChg chg="add del mod">
          <ac:chgData name="Nicole WU" userId="4cf90142-5117-41df-a92b-6216d87bdf3c" providerId="ADAL" clId="{9BADF966-46AE-9B4E-ABCD-630AB4EDE81A}" dt="2023-07-14T10:21:09.507" v="1133" actId="478"/>
          <ac:spMkLst>
            <pc:docMk/>
            <pc:sldMk cId="840639942" sldId="326"/>
            <ac:spMk id="8" creationId="{0D9FF801-1AD0-5B0C-FE57-0BC55506A083}"/>
          </ac:spMkLst>
        </pc:spChg>
        <pc:spChg chg="add del mod">
          <ac:chgData name="Nicole WU" userId="4cf90142-5117-41df-a92b-6216d87bdf3c" providerId="ADAL" clId="{9BADF966-46AE-9B4E-ABCD-630AB4EDE81A}" dt="2023-07-14T10:21:11.927" v="1135" actId="478"/>
          <ac:spMkLst>
            <pc:docMk/>
            <pc:sldMk cId="840639942" sldId="326"/>
            <ac:spMk id="9" creationId="{ECF57084-5CAC-97AE-6B7F-371ECA81D51A}"/>
          </ac:spMkLst>
        </pc:spChg>
        <pc:spChg chg="add mod">
          <ac:chgData name="Nicole WU" userId="4cf90142-5117-41df-a92b-6216d87bdf3c" providerId="ADAL" clId="{9BADF966-46AE-9B4E-ABCD-630AB4EDE81A}" dt="2023-07-14T10:21:01.763" v="1128" actId="1035"/>
          <ac:spMkLst>
            <pc:docMk/>
            <pc:sldMk cId="840639942" sldId="326"/>
            <ac:spMk id="10" creationId="{65B9117B-7C33-04D8-7EFA-4626FE586D9C}"/>
          </ac:spMkLst>
        </pc:spChg>
        <pc:spChg chg="add mod">
          <ac:chgData name="Nicole WU" userId="4cf90142-5117-41df-a92b-6216d87bdf3c" providerId="ADAL" clId="{9BADF966-46AE-9B4E-ABCD-630AB4EDE81A}" dt="2023-07-14T10:21:40.673" v="1139" actId="208"/>
          <ac:spMkLst>
            <pc:docMk/>
            <pc:sldMk cId="840639942" sldId="326"/>
            <ac:spMk id="11" creationId="{3DD359B8-6E1B-5FA9-2F62-F43F2C944A81}"/>
          </ac:spMkLst>
        </pc:spChg>
        <pc:spChg chg="add mod">
          <ac:chgData name="Nicole WU" userId="4cf90142-5117-41df-a92b-6216d87bdf3c" providerId="ADAL" clId="{9BADF966-46AE-9B4E-ABCD-630AB4EDE81A}" dt="2023-07-14T10:22:06.100" v="1158" actId="14100"/>
          <ac:spMkLst>
            <pc:docMk/>
            <pc:sldMk cId="840639942" sldId="326"/>
            <ac:spMk id="12" creationId="{F7F42C21-C7C3-39E6-642E-AA806354D309}"/>
          </ac:spMkLst>
        </pc:spChg>
        <pc:spChg chg="del">
          <ac:chgData name="Nicole WU" userId="4cf90142-5117-41df-a92b-6216d87bdf3c" providerId="ADAL" clId="{9BADF966-46AE-9B4E-ABCD-630AB4EDE81A}" dt="2023-07-14T10:47:25.970" v="1172" actId="478"/>
          <ac:spMkLst>
            <pc:docMk/>
            <pc:sldMk cId="840639942" sldId="326"/>
            <ac:spMk id="13" creationId="{BD58F54F-6F31-B927-2425-10EBA0AA4E47}"/>
          </ac:spMkLst>
        </pc:spChg>
        <pc:spChg chg="mod">
          <ac:chgData name="Nicole WU" userId="4cf90142-5117-41df-a92b-6216d87bdf3c" providerId="ADAL" clId="{9BADF966-46AE-9B4E-ABCD-630AB4EDE81A}" dt="2023-07-14T10:47:01.892" v="1167" actId="14100"/>
          <ac:spMkLst>
            <pc:docMk/>
            <pc:sldMk cId="840639942" sldId="326"/>
            <ac:spMk id="14" creationId="{8489DD7A-1C7C-CC13-3E81-196390B6B5F8}"/>
          </ac:spMkLst>
        </pc:spChg>
        <pc:spChg chg="mod">
          <ac:chgData name="Nicole WU" userId="4cf90142-5117-41df-a92b-6216d87bdf3c" providerId="ADAL" clId="{9BADF966-46AE-9B4E-ABCD-630AB4EDE81A}" dt="2023-07-14T10:46:54.852" v="1166" actId="2085"/>
          <ac:spMkLst>
            <pc:docMk/>
            <pc:sldMk cId="840639942" sldId="326"/>
            <ac:spMk id="15" creationId="{62EBE12C-B7A2-7F61-9C1C-2EF5F2FE4A89}"/>
          </ac:spMkLst>
        </pc:spChg>
        <pc:spChg chg="mod">
          <ac:chgData name="Nicole WU" userId="4cf90142-5117-41df-a92b-6216d87bdf3c" providerId="ADAL" clId="{9BADF966-46AE-9B4E-ABCD-630AB4EDE81A}" dt="2023-07-14T10:48:05.303" v="1174" actId="14100"/>
          <ac:spMkLst>
            <pc:docMk/>
            <pc:sldMk cId="840639942" sldId="326"/>
            <ac:spMk id="16" creationId="{74A6FACF-A3A3-67A6-8020-34549852AD76}"/>
          </ac:spMkLst>
        </pc:spChg>
        <pc:picChg chg="add mod">
          <ac:chgData name="Nicole WU" userId="4cf90142-5117-41df-a92b-6216d87bdf3c" providerId="ADAL" clId="{9BADF966-46AE-9B4E-ABCD-630AB4EDE81A}" dt="2023-07-14T10:47:23.259" v="1171" actId="1076"/>
          <ac:picMkLst>
            <pc:docMk/>
            <pc:sldMk cId="840639942" sldId="326"/>
            <ac:picMk id="5" creationId="{C60F0F0E-2817-2F76-BD36-04875EB0BA48}"/>
          </ac:picMkLst>
        </pc:picChg>
      </pc:sldChg>
      <pc:sldChg chg="del">
        <pc:chgData name="Nicole WU" userId="4cf90142-5117-41df-a92b-6216d87bdf3c" providerId="ADAL" clId="{9BADF966-46AE-9B4E-ABCD-630AB4EDE81A}" dt="2023-07-14T09:20:37.022" v="879" actId="2696"/>
        <pc:sldMkLst>
          <pc:docMk/>
          <pc:sldMk cId="3321794201" sldId="326"/>
        </pc:sldMkLst>
      </pc:sldChg>
      <pc:sldChg chg="addSp delSp modSp mod modCm">
        <pc:chgData name="Nicole WU" userId="4cf90142-5117-41df-a92b-6216d87bdf3c" providerId="ADAL" clId="{9BADF966-46AE-9B4E-ABCD-630AB4EDE81A}" dt="2023-07-14T11:01:46.118" v="1262"/>
        <pc:sldMkLst>
          <pc:docMk/>
          <pc:sldMk cId="69835" sldId="327"/>
        </pc:sldMkLst>
        <pc:spChg chg="mod">
          <ac:chgData name="Nicole WU" userId="4cf90142-5117-41df-a92b-6216d87bdf3c" providerId="ADAL" clId="{9BADF966-46AE-9B4E-ABCD-630AB4EDE81A}" dt="2023-07-14T11:01:25.394" v="1261" actId="26606"/>
          <ac:spMkLst>
            <pc:docMk/>
            <pc:sldMk cId="69835" sldId="327"/>
            <ac:spMk id="2" creationId="{FCD16E23-B95D-E373-6EDB-2C8510CBEE16}"/>
          </ac:spMkLst>
        </pc:spChg>
        <pc:spChg chg="del">
          <ac:chgData name="Nicole WU" userId="4cf90142-5117-41df-a92b-6216d87bdf3c" providerId="ADAL" clId="{9BADF966-46AE-9B4E-ABCD-630AB4EDE81A}" dt="2023-07-14T10:56:17.001" v="1257" actId="478"/>
          <ac:spMkLst>
            <pc:docMk/>
            <pc:sldMk cId="69835" sldId="327"/>
            <ac:spMk id="3" creationId="{533AA780-F6E6-8EB3-B1E4-6554F3634F33}"/>
          </ac:spMkLst>
        </pc:spChg>
        <pc:picChg chg="add mod modCrop">
          <ac:chgData name="Nicole WU" userId="4cf90142-5117-41df-a92b-6216d87bdf3c" providerId="ADAL" clId="{9BADF966-46AE-9B4E-ABCD-630AB4EDE81A}" dt="2023-07-14T11:01:25.394" v="1261" actId="26606"/>
          <ac:picMkLst>
            <pc:docMk/>
            <pc:sldMk cId="69835" sldId="327"/>
            <ac:picMk id="5" creationId="{DAE2028C-3279-9639-A477-E15B2D3BE39C}"/>
          </ac:picMkLst>
        </pc:picChg>
      </pc:sldChg>
    </pc:docChg>
  </pc:docChgLst>
  <pc:docChgLst>
    <pc:chgData name="Alirah WEYORI" userId="1c7cbaa8-91f0-4806-8632-e4be5028c1b4" providerId="ADAL" clId="{1C74BE68-2C71-4873-9BBB-2A4CE73C0337}"/>
    <pc:docChg chg="undo custSel modSld">
      <pc:chgData name="Alirah WEYORI" userId="1c7cbaa8-91f0-4806-8632-e4be5028c1b4" providerId="ADAL" clId="{1C74BE68-2C71-4873-9BBB-2A4CE73C0337}" dt="2023-09-12T12:14:46.957" v="5" actId="1076"/>
      <pc:docMkLst>
        <pc:docMk/>
      </pc:docMkLst>
      <pc:sldChg chg="modSp mod">
        <pc:chgData name="Alirah WEYORI" userId="1c7cbaa8-91f0-4806-8632-e4be5028c1b4" providerId="ADAL" clId="{1C74BE68-2C71-4873-9BBB-2A4CE73C0337}" dt="2023-09-04T09:36:24.209" v="0" actId="1076"/>
        <pc:sldMkLst>
          <pc:docMk/>
          <pc:sldMk cId="1237851312" sldId="320"/>
        </pc:sldMkLst>
        <pc:spChg chg="mod">
          <ac:chgData name="Alirah WEYORI" userId="1c7cbaa8-91f0-4806-8632-e4be5028c1b4" providerId="ADAL" clId="{1C74BE68-2C71-4873-9BBB-2A4CE73C0337}" dt="2023-09-04T09:36:24.209" v="0" actId="1076"/>
          <ac:spMkLst>
            <pc:docMk/>
            <pc:sldMk cId="1237851312" sldId="320"/>
            <ac:spMk id="9" creationId="{8A88FD57-E5D3-C556-2477-683567EC73BF}"/>
          </ac:spMkLst>
        </pc:spChg>
      </pc:sldChg>
      <pc:sldChg chg="modSp mod">
        <pc:chgData name="Alirah WEYORI" userId="1c7cbaa8-91f0-4806-8632-e4be5028c1b4" providerId="ADAL" clId="{1C74BE68-2C71-4873-9BBB-2A4CE73C0337}" dt="2023-09-12T09:15:44.298" v="1" actId="1036"/>
        <pc:sldMkLst>
          <pc:docMk/>
          <pc:sldMk cId="2566885915" sldId="325"/>
        </pc:sldMkLst>
        <pc:picChg chg="mod">
          <ac:chgData name="Alirah WEYORI" userId="1c7cbaa8-91f0-4806-8632-e4be5028c1b4" providerId="ADAL" clId="{1C74BE68-2C71-4873-9BBB-2A4CE73C0337}" dt="2023-09-12T09:15:44.298" v="1" actId="1036"/>
          <ac:picMkLst>
            <pc:docMk/>
            <pc:sldMk cId="2566885915" sldId="325"/>
            <ac:picMk id="5" creationId="{8C3E88A8-ADB3-3025-0851-E6196466009B}"/>
          </ac:picMkLst>
        </pc:picChg>
      </pc:sldChg>
      <pc:sldChg chg="modSp mod">
        <pc:chgData name="Alirah WEYORI" userId="1c7cbaa8-91f0-4806-8632-e4be5028c1b4" providerId="ADAL" clId="{1C74BE68-2C71-4873-9BBB-2A4CE73C0337}" dt="2023-09-12T12:14:46.957" v="5" actId="1076"/>
        <pc:sldMkLst>
          <pc:docMk/>
          <pc:sldMk cId="840639942" sldId="326"/>
        </pc:sldMkLst>
        <pc:spChg chg="mod">
          <ac:chgData name="Alirah WEYORI" userId="1c7cbaa8-91f0-4806-8632-e4be5028c1b4" providerId="ADAL" clId="{1C74BE68-2C71-4873-9BBB-2A4CE73C0337}" dt="2023-09-12T12:14:46.957" v="5" actId="1076"/>
          <ac:spMkLst>
            <pc:docMk/>
            <pc:sldMk cId="840639942" sldId="326"/>
            <ac:spMk id="14" creationId="{8489DD7A-1C7C-CC13-3E81-196390B6B5F8}"/>
          </ac:spMkLst>
        </pc:spChg>
      </pc:sldChg>
    </pc:docChg>
  </pc:docChgLst>
  <pc:docChgLst>
    <pc:chgData name="Alirah WEYORI" userId="1c7cbaa8-91f0-4806-8632-e4be5028c1b4" providerId="ADAL" clId="{A4008A69-31F3-4126-99BE-9B0400C981AA}"/>
    <pc:docChg chg="delSld modSld sldOrd modSection">
      <pc:chgData name="Alirah WEYORI" userId="1c7cbaa8-91f0-4806-8632-e4be5028c1b4" providerId="ADAL" clId="{A4008A69-31F3-4126-99BE-9B0400C981AA}" dt="2023-10-10T08:24:04.327" v="2" actId="47"/>
      <pc:docMkLst>
        <pc:docMk/>
      </pc:docMkLst>
      <pc:sldChg chg="del">
        <pc:chgData name="Alirah WEYORI" userId="1c7cbaa8-91f0-4806-8632-e4be5028c1b4" providerId="ADAL" clId="{A4008A69-31F3-4126-99BE-9B0400C981AA}" dt="2023-10-10T08:24:04.327" v="2" actId="47"/>
        <pc:sldMkLst>
          <pc:docMk/>
          <pc:sldMk cId="763011548" sldId="318"/>
        </pc:sldMkLst>
      </pc:sldChg>
      <pc:sldChg chg="ord">
        <pc:chgData name="Alirah WEYORI" userId="1c7cbaa8-91f0-4806-8632-e4be5028c1b4" providerId="ADAL" clId="{A4008A69-31F3-4126-99BE-9B0400C981AA}" dt="2023-10-10T08:23:57.618" v="1"/>
        <pc:sldMkLst>
          <pc:docMk/>
          <pc:sldMk cId="2683740299" sldId="341"/>
        </pc:sldMkLst>
      </pc:sldChg>
    </pc:docChg>
  </pc:docChgLst>
</pc:chgInfo>
</file>

<file path=ppt/comments/modernComment_155_9FF6A0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63AC73-EBE8-4962-839D-63FE3A4DA5AD}" authorId="{6A52989B-2D3B-6FC0-BBC3-D88A3726BC0B}" status="resolved" created="2023-07-14T10:52:45.483">
    <pc:sldMkLst xmlns:pc="http://schemas.microsoft.com/office/powerpoint/2013/main/command">
      <pc:docMk/>
      <pc:sldMk cId="763011548" sldId="318"/>
    </pc:sldMkLst>
    <p188:txBody>
      <a:bodyPr/>
      <a:lstStyle/>
      <a:p>
        <a:r>
          <a:rPr lang="en-GB"/>
          <a:t>This table should compare only the expenditure indicators, average FES, monthly food exp, monthly non-food, monthly total HH, monthly per capita, from the long and short both F2F and remote (the same way you are structuring the table just focus on expenditure indicators 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10/10/2023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10/10/2023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4929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Country selection based on 3-key indicators</a:t>
            </a:r>
          </a:p>
          <a:p>
            <a:pPr lvl="1"/>
            <a:r>
              <a:rPr lang="en-GB"/>
              <a:t>Global representation</a:t>
            </a:r>
          </a:p>
          <a:p>
            <a:pPr lvl="1"/>
            <a:r>
              <a:rPr lang="en-GB"/>
              <a:t>Relevance of </a:t>
            </a:r>
            <a:r>
              <a:rPr lang="en-GB" err="1"/>
              <a:t>rCARI</a:t>
            </a:r>
            <a:endParaRPr lang="en-GB"/>
          </a:p>
          <a:p>
            <a:pPr lvl="1"/>
            <a:r>
              <a:rPr lang="en-GB"/>
              <a:t>Mobile network penetration</a:t>
            </a:r>
          </a:p>
          <a:p>
            <a:pPr lvl="1"/>
            <a:endParaRPr lang="en-GB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cs typeface="Calibri"/>
              </a:rPr>
              <a:t>We will give (dumb) phones with credit to identified HH who don't have phones (50%) for the remote surveys (CAR)</a:t>
            </a:r>
            <a:endParaRPr lang="en-US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 useful in emergencies where F2F survey is not feasible</a:t>
            </a:r>
          </a:p>
          <a:p>
            <a:pPr marL="342900" lvl="1" indent="-342900">
              <a:spcBef>
                <a:spcPts val="1000"/>
              </a:spcBef>
            </a:pPr>
            <a:endParaRPr lang="en-US" sz="240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The Challenge with rCARI numbers &amp; methodology is that not it is been validated against CARI or IPC</a:t>
            </a:r>
          </a:p>
          <a:p>
            <a:pPr marL="800100" lvl="2" indent="-342900">
              <a:spcBef>
                <a:spcPts val="1000"/>
              </a:spcBef>
            </a:pPr>
            <a:r>
              <a:rPr lang="en-US" sz="2200"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Though is easily available, results are not globally accepted</a:t>
            </a:r>
            <a:endParaRPr lang="en-GB" sz="2200"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just">
              <a:lnSpc>
                <a:spcPct val="107000"/>
              </a:lnSpc>
              <a:buFont typeface="+mj-lt"/>
              <a:buNone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rCARI is based on the following modules</a:t>
            </a: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 consumption score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Consumption-based coping strategy (rCSI)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Livelihood coping strategy (usually a shorter version of the original)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Income sources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GB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Changes in income </a:t>
            </a:r>
            <a:endParaRPr lang="en-GB" sz="18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5615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477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7340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1828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4116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5252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27884D-8063-894A-9B96-2E8B250142E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7174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2031224" y="675542"/>
            <a:ext cx="9595954" cy="132420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3600" b="1" i="0" baseline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Click to insert title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2045184" y="1999748"/>
            <a:ext cx="9595954" cy="1655762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insert subtitle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2066124" y="5820454"/>
            <a:ext cx="2743200" cy="365125"/>
          </a:xfrm>
        </p:spPr>
        <p:txBody>
          <a:bodyPr/>
          <a:lstStyle>
            <a:lvl1pPr algn="l">
              <a:defRPr sz="14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en-US" noProof="0"/>
              <a:t>Year Month</a:t>
            </a:r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539496"/>
            <a:ext cx="1082040" cy="577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8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9">
          <p15:clr>
            <a:srgbClr val="FBAE40"/>
          </p15:clr>
        </p15:guide>
        <p15:guide id="2" orient="horz" pos="334">
          <p15:clr>
            <a:srgbClr val="FBAE40"/>
          </p15:clr>
        </p15:guide>
        <p15:guide id="3" orient="horz" pos="3978">
          <p15:clr>
            <a:srgbClr val="FBAE40"/>
          </p15:clr>
        </p15:guide>
        <p15:guide id="4" pos="1359">
          <p15:clr>
            <a:srgbClr val="FBAE40"/>
          </p15:clr>
        </p15:guide>
        <p15:guide id="5" orient="horz" pos="514">
          <p15:clr>
            <a:srgbClr val="FBAE40"/>
          </p15:clr>
        </p15:guide>
        <p15:guide id="6" pos="7333">
          <p15:clr>
            <a:srgbClr val="FBAE40"/>
          </p15:clr>
        </p15:guide>
        <p15:guide id="7" orient="horz" pos="3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9148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4" r:id="rId3"/>
    <p:sldLayoutId id="2147483672" r:id="rId4"/>
    <p:sldLayoutId id="2147483673" r:id="rId5"/>
    <p:sldLayoutId id="2147483675" r:id="rId6"/>
    <p:sldLayoutId id="2147483676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55_9FF6A08B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954117" y="1165399"/>
            <a:ext cx="9595954" cy="74130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Remote CARI (rCARI) Validation Study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949934" y="1999748"/>
            <a:ext cx="9595954" cy="1655762"/>
          </a:xfrm>
        </p:spPr>
        <p:txBody>
          <a:bodyPr/>
          <a:lstStyle/>
          <a:p>
            <a:pPr algn="ctr"/>
            <a:r>
              <a:rPr lang="en-US" dirty="0"/>
              <a:t>Preliminary Results from Myanmar, Ecuador &amp; CAR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0D791-EF6F-FAB9-1B34-8EAE26F0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CD270A-9458-E7A9-9B9B-7F70A19E11F1}"/>
              </a:ext>
            </a:extLst>
          </p:cNvPr>
          <p:cNvSpPr txBox="1"/>
          <p:nvPr/>
        </p:nvSpPr>
        <p:spPr>
          <a:xfrm>
            <a:off x="1857466" y="3914721"/>
            <a:ext cx="9595954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Open Sans"/>
                <a:ea typeface="Open Sans"/>
                <a:cs typeface="Open Sans"/>
              </a:rPr>
              <a:t>      RAM-N – rCARI Team</a:t>
            </a:r>
          </a:p>
        </p:txBody>
      </p:sp>
    </p:spTree>
    <p:extLst>
      <p:ext uri="{BB962C8B-B14F-4D97-AF65-F5344CB8AC3E}">
        <p14:creationId xmlns:p14="http://schemas.microsoft.com/office/powerpoint/2010/main" val="35451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93" y="375135"/>
            <a:ext cx="11421308" cy="655930"/>
          </a:xfrm>
        </p:spPr>
        <p:txBody>
          <a:bodyPr/>
          <a:lstStyle/>
          <a:p>
            <a:r>
              <a:rPr lang="en-GB"/>
              <a:t>Tentative Workplan 2023</a:t>
            </a:r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4DC19564-DA97-85B7-C134-AB5663E5E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91713"/>
              </p:ext>
            </p:extLst>
          </p:nvPr>
        </p:nvGraphicFramePr>
        <p:xfrm>
          <a:off x="261293" y="1130882"/>
          <a:ext cx="11421308" cy="45099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51468">
                  <a:extLst>
                    <a:ext uri="{9D8B030D-6E8A-4147-A177-3AD203B41FA5}">
                      <a16:colId xmlns:a16="http://schemas.microsoft.com/office/drawing/2014/main" val="1281626355"/>
                    </a:ext>
                  </a:extLst>
                </a:gridCol>
                <a:gridCol w="1071230">
                  <a:extLst>
                    <a:ext uri="{9D8B030D-6E8A-4147-A177-3AD203B41FA5}">
                      <a16:colId xmlns:a16="http://schemas.microsoft.com/office/drawing/2014/main" val="2766482773"/>
                    </a:ext>
                  </a:extLst>
                </a:gridCol>
                <a:gridCol w="1071230">
                  <a:extLst>
                    <a:ext uri="{9D8B030D-6E8A-4147-A177-3AD203B41FA5}">
                      <a16:colId xmlns:a16="http://schemas.microsoft.com/office/drawing/2014/main" val="1273883561"/>
                    </a:ext>
                  </a:extLst>
                </a:gridCol>
                <a:gridCol w="1071230">
                  <a:extLst>
                    <a:ext uri="{9D8B030D-6E8A-4147-A177-3AD203B41FA5}">
                      <a16:colId xmlns:a16="http://schemas.microsoft.com/office/drawing/2014/main" val="3904246363"/>
                    </a:ext>
                  </a:extLst>
                </a:gridCol>
                <a:gridCol w="1071230">
                  <a:extLst>
                    <a:ext uri="{9D8B030D-6E8A-4147-A177-3AD203B41FA5}">
                      <a16:colId xmlns:a16="http://schemas.microsoft.com/office/drawing/2014/main" val="4223001528"/>
                    </a:ext>
                  </a:extLst>
                </a:gridCol>
                <a:gridCol w="1071230">
                  <a:extLst>
                    <a:ext uri="{9D8B030D-6E8A-4147-A177-3AD203B41FA5}">
                      <a16:colId xmlns:a16="http://schemas.microsoft.com/office/drawing/2014/main" val="3745430968"/>
                    </a:ext>
                  </a:extLst>
                </a:gridCol>
                <a:gridCol w="1071230">
                  <a:extLst>
                    <a:ext uri="{9D8B030D-6E8A-4147-A177-3AD203B41FA5}">
                      <a16:colId xmlns:a16="http://schemas.microsoft.com/office/drawing/2014/main" val="1812068250"/>
                    </a:ext>
                  </a:extLst>
                </a:gridCol>
                <a:gridCol w="1071230">
                  <a:extLst>
                    <a:ext uri="{9D8B030D-6E8A-4147-A177-3AD203B41FA5}">
                      <a16:colId xmlns:a16="http://schemas.microsoft.com/office/drawing/2014/main" val="1713016819"/>
                    </a:ext>
                  </a:extLst>
                </a:gridCol>
                <a:gridCol w="1071230">
                  <a:extLst>
                    <a:ext uri="{9D8B030D-6E8A-4147-A177-3AD203B41FA5}">
                      <a16:colId xmlns:a16="http://schemas.microsoft.com/office/drawing/2014/main" val="22546638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               </a:t>
                      </a:r>
                      <a:r>
                        <a:rPr lang="zh-CN" altLang="en-US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                </a:t>
                      </a:r>
                      <a:r>
                        <a:rPr lang="en-GB" sz="1600" b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Time</a:t>
                      </a:r>
                    </a:p>
                    <a:p>
                      <a:r>
                        <a:rPr lang="en-GB" sz="1400" b="1">
                          <a:solidFill>
                            <a:srgbClr val="0070BA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Countries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Jan - Apr 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May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Jun 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Jul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Aug 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Sep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Oct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Nov</a:t>
                      </a:r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883429"/>
                  </a:ext>
                </a:extLst>
              </a:tr>
              <a:tr h="364717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Overall Design &amp; Planning</a:t>
                      </a:r>
                      <a:endParaRPr lang="en-GB" sz="1400" b="1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  <a:endParaRPr lang="en-GB" sz="1600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435608"/>
                  </a:ext>
                </a:extLst>
              </a:tr>
              <a:tr h="1909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✓</a:t>
                      </a:r>
                      <a:r>
                        <a:rPr lang="zh-CN" altLang="en-US" sz="12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sz="12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  <a:r>
                        <a:rPr lang="zh-CN" altLang="en-US" sz="12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endParaRPr lang="en-GB" sz="1200" kern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✓</a:t>
                      </a:r>
                      <a:r>
                        <a:rPr lang="zh-CN" altLang="en-US" sz="11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 </a:t>
                      </a:r>
                      <a:r>
                        <a:rPr lang="en-GB" sz="11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bg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73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✓</a:t>
                      </a:r>
                      <a:r>
                        <a:rPr lang="zh-CN" altLang="en-US" sz="1200" kern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527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092020"/>
                  </a:ext>
                </a:extLst>
              </a:tr>
              <a:tr h="3647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Burkina Faso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Planning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>
                          <a:solidFill>
                            <a:srgbClr val="002060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Collection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6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707208"/>
                  </a:ext>
                </a:extLst>
              </a:tr>
              <a:tr h="190335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Lebanon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514939"/>
                  </a:ext>
                </a:extLst>
              </a:tr>
              <a:tr h="190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Mauritania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281060"/>
                  </a:ext>
                </a:extLst>
              </a:tr>
              <a:tr h="190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Guatemala </a:t>
                      </a:r>
                      <a:endParaRPr lang="en-GB" sz="1400" b="1">
                        <a:solidFill>
                          <a:schemeClr val="accent6">
                            <a:lumMod val="75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200">
                        <a:solidFill>
                          <a:srgbClr val="002060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658595"/>
                  </a:ext>
                </a:extLst>
              </a:tr>
              <a:tr h="364717">
                <a:tc>
                  <a:txBody>
                    <a:bodyPr/>
                    <a:lstStyle/>
                    <a:p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Data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Iraq</a:t>
                      </a:r>
                    </a:p>
                  </a:txBody>
                  <a:tcPr anchor="ctr">
                    <a:solidFill>
                      <a:schemeClr val="bg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Myanmar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Ecuador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kern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CAR 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Nicole’s BIS :)</a:t>
                      </a:r>
                      <a:endParaRPr lang="en-GB" sz="1400" kern="1200" dirty="0">
                        <a:solidFill>
                          <a:srgbClr val="FFFFFE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dirty="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BF &amp;</a:t>
                      </a:r>
                      <a:r>
                        <a:rPr lang="zh-CN" altLang="en-US" sz="1200" dirty="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</a:t>
                      </a:r>
                      <a:r>
                        <a:rPr lang="en-US" altLang="zh-CN" sz="1200">
                          <a:solidFill>
                            <a:srgbClr val="FFFFFE"/>
                          </a:solidFill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Other</a:t>
                      </a:r>
                      <a:endParaRPr lang="en-GB" sz="1200" dirty="0">
                        <a:solidFill>
                          <a:srgbClr val="FFFFFE"/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986922"/>
                  </a:ext>
                </a:extLst>
              </a:tr>
              <a:tr h="364717">
                <a:tc>
                  <a:txBody>
                    <a:bodyPr/>
                    <a:lstStyle/>
                    <a:p>
                      <a:r>
                        <a:rPr lang="en-GB" sz="14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Report Writing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60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198080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BADC8F4-3E65-44EC-94D3-A6F050FA5DBA}"/>
              </a:ext>
            </a:extLst>
          </p:cNvPr>
          <p:cNvCxnSpPr>
            <a:cxnSpLocks/>
          </p:cNvCxnSpPr>
          <p:nvPr/>
        </p:nvCxnSpPr>
        <p:spPr>
          <a:xfrm>
            <a:off x="6878881" y="1697366"/>
            <a:ext cx="0" cy="394351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/>
              <a:t>Background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7D6C2F-AC0C-CDE5-6C26-DEC4BD42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5928" y="1578633"/>
            <a:ext cx="4637606" cy="4383255"/>
          </a:xfrm>
        </p:spPr>
        <p:txBody>
          <a:bodyPr/>
          <a:lstStyle/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CARI and </a:t>
            </a:r>
            <a:r>
              <a:rPr lang="en-US" sz="2400" err="1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</a:t>
            </a: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aggregate indicators in a similar way and the only difference is in the </a:t>
            </a:r>
            <a:r>
              <a:rPr lang="en-US" sz="2400" b="1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Economic Vulnerability </a:t>
            </a: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To date, </a:t>
            </a:r>
            <a:r>
              <a:rPr lang="en-US" sz="2400" err="1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rCARI</a:t>
            </a:r>
            <a:r>
              <a:rPr lang="en-US" sz="2400">
                <a:solidFill>
                  <a:schemeClr val="tx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Times New Roman" panose="02020603050405020304" pitchFamily="18" charset="0"/>
              </a:rPr>
              <a:t> is not validated against the conventional CARI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497816-66DD-EF27-A2CF-5B2FFB89D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pic>
        <p:nvPicPr>
          <p:cNvPr id="8" name="Picture 7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9F548F5E-1645-A988-92FC-24A5244388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134" y="1265698"/>
            <a:ext cx="6732938" cy="481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76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5D0D-7CB2-2242-BE0E-B72CE5E5E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38" y="1786702"/>
            <a:ext cx="10732780" cy="38652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Validate and calibrate rCARI with the standard CARI methodology</a:t>
            </a:r>
          </a:p>
          <a:p>
            <a:pPr marL="0" indent="0">
              <a:spcAft>
                <a:spcPts val="800"/>
              </a:spcAft>
              <a:buNone/>
            </a:pPr>
            <a:r>
              <a:rPr lang="en-GB" sz="2400" b="1" dirty="0">
                <a:solidFill>
                  <a:srgbClr val="0070BA"/>
                </a:solidFill>
                <a:latin typeface="Open Sans"/>
                <a:ea typeface="MS Mincho"/>
                <a:cs typeface="Times New Roman"/>
              </a:rPr>
              <a:t>Specific objectives:</a:t>
            </a:r>
          </a:p>
          <a:p>
            <a:pPr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Compare the results produced by CARI and rCARI methodologies from a statically identical groups within the same sample</a:t>
            </a:r>
            <a:endParaRPr lang="en-GB" sz="24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800"/>
              </a:spcAft>
            </a:pP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Study the validity of phone survey modality to collect CARI indicators (FCS, rCSI, LCS, FES, and income sources)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/>
              <a:t>Main Research Objective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2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752210" y="3963664"/>
            <a:ext cx="3330774" cy="1875171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73F4E2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solidFill>
                  <a:srgbClr val="0020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Remote</a:t>
            </a:r>
            <a:endParaRPr lang="en-GB" sz="2000">
              <a:solidFill>
                <a:srgbClr val="00206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25" name="Speech Bubble: Rectangle with Corners Rounded 6">
            <a:extLst>
              <a:ext uri="{FF2B5EF4-FFF2-40B4-BE49-F238E27FC236}">
                <a16:creationId xmlns:a16="http://schemas.microsoft.com/office/drawing/2014/main" id="{D4F18B0C-7E08-2DFA-2D85-1A2DF7C9DBE4}"/>
              </a:ext>
            </a:extLst>
          </p:cNvPr>
          <p:cNvSpPr/>
          <p:nvPr/>
        </p:nvSpPr>
        <p:spPr>
          <a:xfrm>
            <a:off x="4903586" y="3963664"/>
            <a:ext cx="3330774" cy="1875171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59CAFF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>
                <a:solidFill>
                  <a:srgbClr val="0020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F2F</a:t>
            </a:r>
            <a:endParaRPr lang="en-GB" sz="2000">
              <a:solidFill>
                <a:srgbClr val="002060"/>
              </a:solidFill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 flipH="1">
            <a:off x="2417597" y="2659783"/>
            <a:ext cx="1986096" cy="130388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BE5976E-B8EE-C91A-61C7-41EE920339DA}"/>
              </a:ext>
            </a:extLst>
          </p:cNvPr>
          <p:cNvSpPr/>
          <p:nvPr/>
        </p:nvSpPr>
        <p:spPr>
          <a:xfrm>
            <a:off x="5092218" y="4540678"/>
            <a:ext cx="2953510" cy="472154"/>
          </a:xfrm>
          <a:prstGeom prst="rect">
            <a:avLst/>
          </a:prstGeom>
          <a:solidFill>
            <a:srgbClr val="007CC5"/>
          </a:solidFill>
          <a:ln w="28575">
            <a:solidFill>
              <a:srgbClr val="57C5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ln w="0"/>
                <a:solidFill>
                  <a:srgbClr val="FFFFF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itchFamily="2" charset="0"/>
                <a:ea typeface="Open Sans" pitchFamily="2" charset="0"/>
                <a:cs typeface="Open Sans" pitchFamily="2" charset="0"/>
              </a:rPr>
              <a:t>300 HH Long-modules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8ED16F-1385-C386-3999-5DBC532DC256}"/>
              </a:ext>
            </a:extLst>
          </p:cNvPr>
          <p:cNvSpPr/>
          <p:nvPr/>
        </p:nvSpPr>
        <p:spPr>
          <a:xfrm>
            <a:off x="5092217" y="5177652"/>
            <a:ext cx="2953511" cy="496362"/>
          </a:xfrm>
          <a:prstGeom prst="rect">
            <a:avLst/>
          </a:prstGeom>
          <a:solidFill>
            <a:srgbClr val="007CC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ln w="0"/>
                <a:solidFill>
                  <a:srgbClr val="FFFFF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" pitchFamily="2" charset="0"/>
                <a:ea typeface="Open Sans" pitchFamily="2" charset="0"/>
                <a:cs typeface="Open Sans" pitchFamily="2" charset="0"/>
              </a:rPr>
              <a:t>300 HH Short Modules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098" y="452526"/>
            <a:ext cx="10542124" cy="824952"/>
          </a:xfrm>
        </p:spPr>
        <p:txBody>
          <a:bodyPr/>
          <a:lstStyle/>
          <a:p>
            <a:r>
              <a:rPr lang="en-GB"/>
              <a:t>RCT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4D01CA-E7C1-205C-7EDF-BEF60690F3B2}"/>
              </a:ext>
            </a:extLst>
          </p:cNvPr>
          <p:cNvSpPr/>
          <p:nvPr/>
        </p:nvSpPr>
        <p:spPr>
          <a:xfrm>
            <a:off x="940842" y="4540678"/>
            <a:ext cx="2953510" cy="472154"/>
          </a:xfrm>
          <a:prstGeom prst="rect">
            <a:avLst/>
          </a:prstGeom>
          <a:solidFill>
            <a:srgbClr val="007CC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ln w="0"/>
                <a:solidFill>
                  <a:srgbClr val="FFFFF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itchFamily="2" charset="0"/>
                <a:ea typeface="Open Sans" pitchFamily="2" charset="0"/>
                <a:cs typeface="Open Sans" pitchFamily="2" charset="0"/>
              </a:rPr>
              <a:t>300 HH Long-modules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8ED0F-3DF9-473D-5DD5-50D48ED082FA}"/>
              </a:ext>
            </a:extLst>
          </p:cNvPr>
          <p:cNvSpPr/>
          <p:nvPr/>
        </p:nvSpPr>
        <p:spPr>
          <a:xfrm>
            <a:off x="940841" y="5164215"/>
            <a:ext cx="2953511" cy="496362"/>
          </a:xfrm>
          <a:prstGeom prst="rect">
            <a:avLst/>
          </a:prstGeom>
          <a:solidFill>
            <a:srgbClr val="007CC5"/>
          </a:solidFill>
          <a:ln w="28575">
            <a:solidFill>
              <a:srgbClr val="007C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ln w="0"/>
                <a:solidFill>
                  <a:srgbClr val="FFFFFE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Open Sans" pitchFamily="2" charset="0"/>
                <a:ea typeface="Open Sans" pitchFamily="2" charset="0"/>
                <a:cs typeface="Open Sans" pitchFamily="2" charset="0"/>
              </a:rPr>
              <a:t>300 HH Short Modules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C2CACA0-144C-1FA4-3B93-3821251A134B}"/>
              </a:ext>
            </a:extLst>
          </p:cNvPr>
          <p:cNvSpPr/>
          <p:nvPr/>
        </p:nvSpPr>
        <p:spPr>
          <a:xfrm>
            <a:off x="2711385" y="1428861"/>
            <a:ext cx="3384615" cy="123092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007CC5"/>
          </a:solidFill>
          <a:ln>
            <a:solidFill>
              <a:srgbClr val="007CC5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TW" sz="20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1200</a:t>
            </a:r>
            <a:r>
              <a:rPr lang="zh-TW" altLang="en-US" sz="20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GB" sz="2000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Sampled Households </a:t>
            </a:r>
          </a:p>
          <a:p>
            <a:pPr algn="ctr"/>
            <a:r>
              <a:rPr lang="en-GB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(+ ~20%</a:t>
            </a:r>
            <a:r>
              <a:rPr lang="zh-TW" altLang="en-US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altLang="zh-TW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for</a:t>
            </a:r>
            <a:r>
              <a:rPr lang="zh-CN" altLang="en-US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  <a:r>
              <a:rPr lang="en-US" altLang="zh-CN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non-response</a:t>
            </a:r>
            <a:r>
              <a:rPr lang="en-GB" b="1">
                <a:solidFill>
                  <a:srgbClr val="FFFFFE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B19E24-AEAB-3184-C58A-71D37A201B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BD0F997-4148-528C-D6B2-9C613B3C7706}"/>
              </a:ext>
            </a:extLst>
          </p:cNvPr>
          <p:cNvCxnSpPr>
            <a:cxnSpLocks/>
            <a:stCxn id="9" idx="2"/>
            <a:endCxn id="25" idx="0"/>
          </p:cNvCxnSpPr>
          <p:nvPr/>
        </p:nvCxnSpPr>
        <p:spPr>
          <a:xfrm>
            <a:off x="4403693" y="2659783"/>
            <a:ext cx="2165280" cy="130388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C10B166-C624-C74D-55EB-337080D15D3D}"/>
              </a:ext>
            </a:extLst>
          </p:cNvPr>
          <p:cNvSpPr txBox="1"/>
          <p:nvPr/>
        </p:nvSpPr>
        <p:spPr>
          <a:xfrm>
            <a:off x="8595742" y="3127057"/>
            <a:ext cx="3034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20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Randomized Assignment 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7E7E15-B4A1-E60F-1DC3-8A4905028DD8}"/>
              </a:ext>
            </a:extLst>
          </p:cNvPr>
          <p:cNvSpPr txBox="1"/>
          <p:nvPr/>
        </p:nvSpPr>
        <p:spPr>
          <a:xfrm>
            <a:off x="8595742" y="4892927"/>
            <a:ext cx="3034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002060"/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Randomized Assignment 2</a:t>
            </a:r>
          </a:p>
        </p:txBody>
      </p:sp>
    </p:spTree>
    <p:extLst>
      <p:ext uri="{BB962C8B-B14F-4D97-AF65-F5344CB8AC3E}">
        <p14:creationId xmlns:p14="http://schemas.microsoft.com/office/powerpoint/2010/main" val="47596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Myanmar Results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6938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table with numbers and a number on it&#10;&#10;Description automatically generated">
            <a:extLst>
              <a:ext uri="{FF2B5EF4-FFF2-40B4-BE49-F238E27FC236}">
                <a16:creationId xmlns:a16="http://schemas.microsoft.com/office/drawing/2014/main" id="{70A90F58-3ABF-3DD7-A6EA-FC69AF058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46311" y="2524321"/>
            <a:ext cx="10542124" cy="3162635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GB"/>
              <a:t>Sample Completion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88FD57-E5D3-C556-2477-683567EC73BF}"/>
              </a:ext>
            </a:extLst>
          </p:cNvPr>
          <p:cNvSpPr/>
          <p:nvPr/>
        </p:nvSpPr>
        <p:spPr>
          <a:xfrm>
            <a:off x="6117373" y="3538906"/>
            <a:ext cx="2607986" cy="1685580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51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table of survey assignment&#10;&#10;Description automatically generated">
            <a:extLst>
              <a:ext uri="{FF2B5EF4-FFF2-40B4-BE49-F238E27FC236}">
                <a16:creationId xmlns:a16="http://schemas.microsoft.com/office/drawing/2014/main" id="{B9AC66A6-50FD-F745-C7A6-35F805CFE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156974"/>
            <a:ext cx="7772400" cy="4544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C1B331-3CC8-B8DA-D0E4-19AE7AD7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407" y="2853000"/>
            <a:ext cx="3791790" cy="1152000"/>
          </a:xfrm>
        </p:spPr>
        <p:txBody>
          <a:bodyPr/>
          <a:lstStyle/>
          <a:p>
            <a:r>
              <a:rPr lang="en-US"/>
              <a:t>Balance Tests for Randomization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87BD5D-5E44-D650-9D63-23F917E8919A}"/>
              </a:ext>
            </a:extLst>
          </p:cNvPr>
          <p:cNvSpPr/>
          <p:nvPr/>
        </p:nvSpPr>
        <p:spPr>
          <a:xfrm>
            <a:off x="4590221" y="3824505"/>
            <a:ext cx="7278125" cy="1151999"/>
          </a:xfrm>
          <a:prstGeom prst="round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1FD0D4-3ACF-F0B9-C558-681283CF05FA}"/>
              </a:ext>
            </a:extLst>
          </p:cNvPr>
          <p:cNvSpPr/>
          <p:nvPr/>
        </p:nvSpPr>
        <p:spPr>
          <a:xfrm>
            <a:off x="4590221" y="3033495"/>
            <a:ext cx="7278125" cy="395505"/>
          </a:xfrm>
          <a:prstGeom prst="round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716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80AFA-49FA-3277-B9B4-56D319CB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9114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74A6FACF-A3A3-67A6-8020-34549852AD76}"/>
              </a:ext>
            </a:extLst>
          </p:cNvPr>
          <p:cNvSpPr/>
          <p:nvPr/>
        </p:nvSpPr>
        <p:spPr>
          <a:xfrm>
            <a:off x="8442250" y="1972019"/>
            <a:ext cx="955137" cy="3334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D841BE-BD9F-4408-D1FE-2E053D0E4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1208878"/>
              </p:ext>
            </p:extLst>
          </p:nvPr>
        </p:nvGraphicFramePr>
        <p:xfrm>
          <a:off x="872996" y="1327365"/>
          <a:ext cx="10994136" cy="4623769"/>
        </p:xfrm>
        <a:graphic>
          <a:graphicData uri="http://schemas.openxmlformats.org/drawingml/2006/table">
            <a:tbl>
              <a:tblPr firstRow="1" firstCol="1" bandRow="1"/>
              <a:tblGrid>
                <a:gridCol w="2679376">
                  <a:extLst>
                    <a:ext uri="{9D8B030D-6E8A-4147-A177-3AD203B41FA5}">
                      <a16:colId xmlns:a16="http://schemas.microsoft.com/office/drawing/2014/main" val="2276180383"/>
                    </a:ext>
                  </a:extLst>
                </a:gridCol>
                <a:gridCol w="1106286">
                  <a:extLst>
                    <a:ext uri="{9D8B030D-6E8A-4147-A177-3AD203B41FA5}">
                      <a16:colId xmlns:a16="http://schemas.microsoft.com/office/drawing/2014/main" val="4146182389"/>
                    </a:ext>
                  </a:extLst>
                </a:gridCol>
                <a:gridCol w="1420459">
                  <a:extLst>
                    <a:ext uri="{9D8B030D-6E8A-4147-A177-3AD203B41FA5}">
                      <a16:colId xmlns:a16="http://schemas.microsoft.com/office/drawing/2014/main" val="2554641682"/>
                    </a:ext>
                  </a:extLst>
                </a:gridCol>
                <a:gridCol w="1420459">
                  <a:extLst>
                    <a:ext uri="{9D8B030D-6E8A-4147-A177-3AD203B41FA5}">
                      <a16:colId xmlns:a16="http://schemas.microsoft.com/office/drawing/2014/main" val="1949522651"/>
                    </a:ext>
                  </a:extLst>
                </a:gridCol>
                <a:gridCol w="1106286">
                  <a:extLst>
                    <a:ext uri="{9D8B030D-6E8A-4147-A177-3AD203B41FA5}">
                      <a16:colId xmlns:a16="http://schemas.microsoft.com/office/drawing/2014/main" val="289035588"/>
                    </a:ext>
                  </a:extLst>
                </a:gridCol>
                <a:gridCol w="1105174">
                  <a:extLst>
                    <a:ext uri="{9D8B030D-6E8A-4147-A177-3AD203B41FA5}">
                      <a16:colId xmlns:a16="http://schemas.microsoft.com/office/drawing/2014/main" val="2832428174"/>
                    </a:ext>
                  </a:extLst>
                </a:gridCol>
                <a:gridCol w="1105174">
                  <a:extLst>
                    <a:ext uri="{9D8B030D-6E8A-4147-A177-3AD203B41FA5}">
                      <a16:colId xmlns:a16="http://schemas.microsoft.com/office/drawing/2014/main" val="1744790125"/>
                    </a:ext>
                  </a:extLst>
                </a:gridCol>
                <a:gridCol w="1050922">
                  <a:extLst>
                    <a:ext uri="{9D8B030D-6E8A-4147-A177-3AD203B41FA5}">
                      <a16:colId xmlns:a16="http://schemas.microsoft.com/office/drawing/2014/main" val="3793383869"/>
                    </a:ext>
                  </a:extLst>
                </a:gridCol>
              </a:tblGrid>
              <a:tr h="220980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84720"/>
                  </a:ext>
                </a:extLst>
              </a:tr>
              <a:tr h="86097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(2)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(3)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 (4)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37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936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96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-0.05***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8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994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Households (M + S - 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-0.12***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-0.07**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14445"/>
                  </a:ext>
                </a:extLst>
              </a:tr>
              <a:tr h="3296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483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1093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40819"/>
                  </a:ext>
                </a:extLst>
              </a:tr>
            </a:tbl>
          </a:graphicData>
        </a:graphic>
      </p:graphicFrame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4226E02E-28C3-AD02-48D8-ED752A1FDB3D}"/>
              </a:ext>
            </a:extLst>
          </p:cNvPr>
          <p:cNvSpPr/>
          <p:nvPr/>
        </p:nvSpPr>
        <p:spPr>
          <a:xfrm>
            <a:off x="834082" y="4992625"/>
            <a:ext cx="11042194" cy="615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40639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able of numbers and text&#10;&#10;Description automatically generated">
            <a:extLst>
              <a:ext uri="{FF2B5EF4-FFF2-40B4-BE49-F238E27FC236}">
                <a16:creationId xmlns:a16="http://schemas.microsoft.com/office/drawing/2014/main" id="{80BC7B68-63FB-37E5-9445-C9B011264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608219"/>
            <a:ext cx="7772400" cy="56415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376D1B6F-AC30-3654-22D1-B4F03C2C75A4}"/>
              </a:ext>
            </a:extLst>
          </p:cNvPr>
          <p:cNvSpPr/>
          <p:nvPr/>
        </p:nvSpPr>
        <p:spPr>
          <a:xfrm>
            <a:off x="4473229" y="2389917"/>
            <a:ext cx="7369902" cy="1670500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33DC40FD-1136-7FA9-C475-9D9121718C02}"/>
              </a:ext>
            </a:extLst>
          </p:cNvPr>
          <p:cNvSpPr/>
          <p:nvPr/>
        </p:nvSpPr>
        <p:spPr>
          <a:xfrm>
            <a:off x="4483863" y="1535039"/>
            <a:ext cx="7359268" cy="348345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A12273C7-9671-F36A-E606-74B0CEBE0972}"/>
              </a:ext>
            </a:extLst>
          </p:cNvPr>
          <p:cNvSpPr/>
          <p:nvPr/>
        </p:nvSpPr>
        <p:spPr>
          <a:xfrm>
            <a:off x="4483862" y="1910295"/>
            <a:ext cx="7369902" cy="422234"/>
          </a:xfrm>
          <a:prstGeom prst="roundRect">
            <a:avLst/>
          </a:prstGeom>
          <a:noFill/>
          <a:ln w="952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90853CE8-E01B-99D0-A5EB-E08374D0F1E1}"/>
              </a:ext>
            </a:extLst>
          </p:cNvPr>
          <p:cNvSpPr/>
          <p:nvPr/>
        </p:nvSpPr>
        <p:spPr>
          <a:xfrm>
            <a:off x="4483862" y="5015291"/>
            <a:ext cx="7359268" cy="422234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99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302323-FA08-D4EE-6EB6-308CF0F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720857"/>
              </p:ext>
            </p:extLst>
          </p:nvPr>
        </p:nvGraphicFramePr>
        <p:xfrm>
          <a:off x="896112" y="1127250"/>
          <a:ext cx="10123849" cy="5199382"/>
        </p:xfrm>
        <a:graphic>
          <a:graphicData uri="http://schemas.openxmlformats.org/drawingml/2006/table">
            <a:tbl>
              <a:tblPr firstRow="1" firstCol="1" bandRow="1"/>
              <a:tblGrid>
                <a:gridCol w="5463988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893325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509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FCS Indicator disaggregated over the Last 7days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-0.00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-0.20**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6.67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(0.05)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6.37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47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610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483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1093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202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89A90B-877E-1B6F-4346-2353736CD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44938"/>
              </p:ext>
            </p:extLst>
          </p:nvPr>
        </p:nvGraphicFramePr>
        <p:xfrm>
          <a:off x="3973286" y="506230"/>
          <a:ext cx="7794171" cy="6090513"/>
        </p:xfrm>
        <a:graphic>
          <a:graphicData uri="http://schemas.openxmlformats.org/drawingml/2006/table">
            <a:tbl>
              <a:tblPr firstRow="1" firstCol="1" bandRow="1"/>
              <a:tblGrid>
                <a:gridCol w="3483428">
                  <a:extLst>
                    <a:ext uri="{9D8B030D-6E8A-4147-A177-3AD203B41FA5}">
                      <a16:colId xmlns:a16="http://schemas.microsoft.com/office/drawing/2014/main" val="3099269303"/>
                    </a:ext>
                  </a:extLst>
                </a:gridCol>
                <a:gridCol w="1186543">
                  <a:extLst>
                    <a:ext uri="{9D8B030D-6E8A-4147-A177-3AD203B41FA5}">
                      <a16:colId xmlns:a16="http://schemas.microsoft.com/office/drawing/2014/main" val="1200934435"/>
                    </a:ext>
                  </a:extLst>
                </a:gridCol>
                <a:gridCol w="1318834">
                  <a:extLst>
                    <a:ext uri="{9D8B030D-6E8A-4147-A177-3AD203B41FA5}">
                      <a16:colId xmlns:a16="http://schemas.microsoft.com/office/drawing/2014/main" val="1113706178"/>
                    </a:ext>
                  </a:extLst>
                </a:gridCol>
                <a:gridCol w="1805366">
                  <a:extLst>
                    <a:ext uri="{9D8B030D-6E8A-4147-A177-3AD203B41FA5}">
                      <a16:colId xmlns:a16="http://schemas.microsoft.com/office/drawing/2014/main" val="1962020666"/>
                    </a:ext>
                  </a:extLst>
                </a:gridCol>
              </a:tblGrid>
              <a:tr h="52791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LCS-Strategy</a:t>
                      </a:r>
                      <a:endParaRPr lang="en-GB" sz="1600" b="1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Mean/(SE)</a:t>
                      </a:r>
                    </a:p>
                  </a:txBody>
                  <a:tcPr marL="66952" marR="66952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Mean/(SE)</a:t>
                      </a:r>
                    </a:p>
                  </a:txBody>
                  <a:tcPr marL="66952" marR="66952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Mean difference</a:t>
                      </a:r>
                    </a:p>
                  </a:txBody>
                  <a:tcPr marL="66952" marR="66952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5066836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Lcs_stress_DomAsset_yn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0.19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0.38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-0.20***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13233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(0.01)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(0.03)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88671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Lcs_stress_HealthEdu_yn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0.19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0.42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-0.22***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5724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(0.01)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(0.03)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943184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Lcs_stress_Saving_yn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0.30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0.42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-0.12***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554293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(0.01)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(0.03)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777998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Lcs_stress_BorrowCash_yn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0.36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0.45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-0.09***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7099870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(0.02)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(0.03)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856135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Lcs_crisis_ProdAssets_yn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0.04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0.18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-0.14***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68972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(0.01)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(0.02)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085630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Lcs_crisis_DomMigration_yn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0.09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0.18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-0.09***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454904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(0.01)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(0.02)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361481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Lcs_crisis_OutSchool_yn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0.03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0.07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-0.04***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4194841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(0.01)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(0.02)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310529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Lcs_em_ResAsset_yn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0.02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0.17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-0.15***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0288455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(0.00)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(0.02)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365138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Lcs_em_Begged_yn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0.02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0.07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-0.05***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6028591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(0.00)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(0.02)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6662519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Lcs_em_IllegalAct_yn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0.01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0.04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-0.03***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222409"/>
                  </a:ext>
                </a:extLst>
              </a:tr>
              <a:tr h="17977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(0.00)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(0.01)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015961"/>
                  </a:ext>
                </a:extLst>
              </a:tr>
              <a:tr h="33334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610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483</a:t>
                      </a:r>
                      <a:endParaRPr lang="en-GB" sz="160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1093</a:t>
                      </a:r>
                      <a:endParaRPr lang="en-GB" sz="1600" dirty="0">
                        <a:solidFill>
                          <a:schemeClr val="accent1">
                            <a:lumMod val="5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952" marR="66952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165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7402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70873"/>
              </p:ext>
            </p:extLst>
          </p:nvPr>
        </p:nvGraphicFramePr>
        <p:xfrm>
          <a:off x="1761723" y="1744757"/>
          <a:ext cx="9118623" cy="2791302"/>
        </p:xfrm>
        <a:graphic>
          <a:graphicData uri="http://schemas.openxmlformats.org/drawingml/2006/table">
            <a:tbl>
              <a:tblPr firstRow="1" firstCol="1" bandRow="1"/>
              <a:tblGrid>
                <a:gridCol w="4607895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-0.05*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610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483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1093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723" y="838606"/>
            <a:ext cx="8882905" cy="1152000"/>
          </a:xfrm>
        </p:spPr>
        <p:txBody>
          <a:bodyPr/>
          <a:lstStyle/>
          <a:p>
            <a:r>
              <a:rPr lang="en-US" dirty="0"/>
              <a:t>FCG by modality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1635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pic>
        <p:nvPicPr>
          <p:cNvPr id="5" name="Picture 4" descr="A screenshot of a report&#10;&#10;Description automatically generated">
            <a:extLst>
              <a:ext uri="{FF2B5EF4-FFF2-40B4-BE49-F238E27FC236}">
                <a16:creationId xmlns:a16="http://schemas.microsoft.com/office/drawing/2014/main" id="{8C3E88A8-ADB3-3025-0851-E619646600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50"/>
          <a:stretch/>
        </p:blipFill>
        <p:spPr>
          <a:xfrm>
            <a:off x="2626682" y="1573540"/>
            <a:ext cx="6718300" cy="4920026"/>
          </a:xfrm>
          <a:prstGeom prst="rect">
            <a:avLst/>
          </a:prstGeom>
        </p:spPr>
      </p:pic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072D0C57-2C19-A30F-0C53-2EA29138166C}"/>
              </a:ext>
            </a:extLst>
          </p:cNvPr>
          <p:cNvSpPr/>
          <p:nvPr/>
        </p:nvSpPr>
        <p:spPr>
          <a:xfrm>
            <a:off x="6656508" y="3222498"/>
            <a:ext cx="764781" cy="895154"/>
          </a:xfrm>
          <a:prstGeom prst="roundRect">
            <a:avLst/>
          </a:prstGeom>
          <a:noFill/>
          <a:ln w="9525">
            <a:solidFill>
              <a:srgbClr val="59C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907C91D2-5089-C86A-A5F5-9A2E6B7347C8}"/>
              </a:ext>
            </a:extLst>
          </p:cNvPr>
          <p:cNvSpPr/>
          <p:nvPr/>
        </p:nvSpPr>
        <p:spPr>
          <a:xfrm>
            <a:off x="5603441" y="4846027"/>
            <a:ext cx="764781" cy="895154"/>
          </a:xfrm>
          <a:prstGeom prst="roundRect">
            <a:avLst/>
          </a:prstGeom>
          <a:noFill/>
          <a:ln w="9525">
            <a:solidFill>
              <a:srgbClr val="59C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566885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US"/>
              <a:t>LCS-FS and LCS-EN from the F2F sample  </a:t>
            </a:r>
            <a:endParaRPr lang="en-GB"/>
          </a:p>
        </p:txBody>
      </p:sp>
      <p:pic>
        <p:nvPicPr>
          <p:cNvPr id="5" name="Picture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DAE2028C-3279-9639-A477-E15B2D3BE3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915"/>
          <a:stretch/>
        </p:blipFill>
        <p:spPr>
          <a:xfrm>
            <a:off x="1354578" y="1919941"/>
            <a:ext cx="9525591" cy="41000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9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Ecuador Results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664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9FF3-0E37-AD51-18F7-3D20C1298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876" y="1503070"/>
            <a:ext cx="9943410" cy="1152000"/>
          </a:xfrm>
        </p:spPr>
        <p:txBody>
          <a:bodyPr anchor="ctr">
            <a:normAutofit/>
          </a:bodyPr>
          <a:lstStyle/>
          <a:p>
            <a:r>
              <a:rPr lang="en-GB" dirty="0"/>
              <a:t>Sample Completion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3CEEA-DFD5-78AB-FD60-97153E800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225" y="-363287"/>
            <a:ext cx="1202647" cy="320706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88FD57-E5D3-C556-2477-683567EC73BF}"/>
              </a:ext>
            </a:extLst>
          </p:cNvPr>
          <p:cNvSpPr/>
          <p:nvPr/>
        </p:nvSpPr>
        <p:spPr>
          <a:xfrm>
            <a:off x="6520541" y="3516086"/>
            <a:ext cx="2222669" cy="1338943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E9DE798-A588-36D4-50BC-5705AE4E6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167651"/>
              </p:ext>
            </p:extLst>
          </p:nvPr>
        </p:nvGraphicFramePr>
        <p:xfrm>
          <a:off x="1654629" y="2524321"/>
          <a:ext cx="9448801" cy="2330708"/>
        </p:xfrm>
        <a:graphic>
          <a:graphicData uri="http://schemas.openxmlformats.org/drawingml/2006/table">
            <a:tbl>
              <a:tblPr firstRow="1" firstCol="1" bandRow="1"/>
              <a:tblGrid>
                <a:gridCol w="1883228">
                  <a:extLst>
                    <a:ext uri="{9D8B030D-6E8A-4147-A177-3AD203B41FA5}">
                      <a16:colId xmlns:a16="http://schemas.microsoft.com/office/drawing/2014/main" val="409994938"/>
                    </a:ext>
                  </a:extLst>
                </a:gridCol>
                <a:gridCol w="1608125">
                  <a:extLst>
                    <a:ext uri="{9D8B030D-6E8A-4147-A177-3AD203B41FA5}">
                      <a16:colId xmlns:a16="http://schemas.microsoft.com/office/drawing/2014/main" val="2187384102"/>
                    </a:ext>
                  </a:extLst>
                </a:gridCol>
                <a:gridCol w="1016017">
                  <a:extLst>
                    <a:ext uri="{9D8B030D-6E8A-4147-A177-3AD203B41FA5}">
                      <a16:colId xmlns:a16="http://schemas.microsoft.com/office/drawing/2014/main" val="558534991"/>
                    </a:ext>
                  </a:extLst>
                </a:gridCol>
                <a:gridCol w="1484410">
                  <a:extLst>
                    <a:ext uri="{9D8B030D-6E8A-4147-A177-3AD203B41FA5}">
                      <a16:colId xmlns:a16="http://schemas.microsoft.com/office/drawing/2014/main" val="2207815212"/>
                    </a:ext>
                  </a:extLst>
                </a:gridCol>
                <a:gridCol w="1155836">
                  <a:extLst>
                    <a:ext uri="{9D8B030D-6E8A-4147-A177-3AD203B41FA5}">
                      <a16:colId xmlns:a16="http://schemas.microsoft.com/office/drawing/2014/main" val="830665490"/>
                    </a:ext>
                  </a:extLst>
                </a:gridCol>
                <a:gridCol w="1152340">
                  <a:extLst>
                    <a:ext uri="{9D8B030D-6E8A-4147-A177-3AD203B41FA5}">
                      <a16:colId xmlns:a16="http://schemas.microsoft.com/office/drawing/2014/main" val="2156471340"/>
                    </a:ext>
                  </a:extLst>
                </a:gridCol>
                <a:gridCol w="1148845">
                  <a:extLst>
                    <a:ext uri="{9D8B030D-6E8A-4147-A177-3AD203B41FA5}">
                      <a16:colId xmlns:a16="http://schemas.microsoft.com/office/drawing/2014/main" val="1789358225"/>
                    </a:ext>
                  </a:extLst>
                </a:gridCol>
              </a:tblGrid>
              <a:tr h="97933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Modality 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Not Completed Count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Completed Count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 Count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Percent</a:t>
                      </a:r>
                      <a:endParaRPr lang="en-GB" sz="1600" b="1" kern="12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448918"/>
                  </a:ext>
                </a:extLst>
              </a:tr>
              <a:tr h="45045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Face2Face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413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35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1,173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3068649"/>
                  </a:ext>
                </a:extLst>
              </a:tr>
              <a:tr h="45045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543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45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55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1,199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1233662"/>
                  </a:ext>
                </a:extLst>
              </a:tr>
              <a:tr h="45045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GB" sz="1600" b="1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952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40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  <a:endParaRPr lang="en-GB" sz="1600" kern="12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60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2,372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100</a:t>
                      </a:r>
                      <a:endParaRPr lang="en-GB" sz="1600" kern="12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Yu Gothic Light" panose="020B0300000000000000" pitchFamily="34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6225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089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B331-3CC8-B8DA-D0E4-19AE7AD79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1554"/>
            <a:ext cx="3791790" cy="1152000"/>
          </a:xfrm>
        </p:spPr>
        <p:txBody>
          <a:bodyPr/>
          <a:lstStyle/>
          <a:p>
            <a:r>
              <a:rPr lang="en-US" dirty="0"/>
              <a:t>Balance Tests for Randomization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AB26F1-4130-4EC0-16CB-1D4071F06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500612"/>
              </p:ext>
            </p:extLst>
          </p:nvPr>
        </p:nvGraphicFramePr>
        <p:xfrm>
          <a:off x="3712029" y="1361554"/>
          <a:ext cx="7968343" cy="4134892"/>
        </p:xfrm>
        <a:graphic>
          <a:graphicData uri="http://schemas.openxmlformats.org/drawingml/2006/table">
            <a:tbl>
              <a:tblPr firstRow="1" firstCol="1" bandRow="1"/>
              <a:tblGrid>
                <a:gridCol w="4027714">
                  <a:extLst>
                    <a:ext uri="{9D8B030D-6E8A-4147-A177-3AD203B41FA5}">
                      <a16:colId xmlns:a16="http://schemas.microsoft.com/office/drawing/2014/main" val="160248511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993465257"/>
                    </a:ext>
                  </a:extLst>
                </a:gridCol>
                <a:gridCol w="1121229">
                  <a:extLst>
                    <a:ext uri="{9D8B030D-6E8A-4147-A177-3AD203B41FA5}">
                      <a16:colId xmlns:a16="http://schemas.microsoft.com/office/drawing/2014/main" val="391978893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649130307"/>
                    </a:ext>
                  </a:extLst>
                </a:gridCol>
              </a:tblGrid>
              <a:tr h="25107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1328939"/>
                  </a:ext>
                </a:extLst>
              </a:tr>
              <a:tr h="66715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Respondent Age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629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Female Respondent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1530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Head of Household Respondent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27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Household Size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4.37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4.57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-0.19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926938"/>
                  </a:ext>
                </a:extLst>
              </a:tr>
              <a:tr h="3066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Number of household members contributing to income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708592"/>
                  </a:ext>
                </a:extLst>
              </a:tr>
              <a:tr h="6730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6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036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80AFA-49FA-3277-B9B4-56D319CB7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191145"/>
            <a:ext cx="10542124" cy="1152000"/>
          </a:xfrm>
        </p:spPr>
        <p:txBody>
          <a:bodyPr/>
          <a:lstStyle/>
          <a:p>
            <a:r>
              <a:rPr lang="en-GB" dirty="0"/>
              <a:t>CARI vs. rCARI Disaggregation</a:t>
            </a:r>
          </a:p>
        </p:txBody>
      </p:sp>
      <p:sp>
        <p:nvSpPr>
          <p:cNvPr id="16" name="Rounded Rectangle 2">
            <a:extLst>
              <a:ext uri="{FF2B5EF4-FFF2-40B4-BE49-F238E27FC236}">
                <a16:creationId xmlns:a16="http://schemas.microsoft.com/office/drawing/2014/main" id="{74A6FACF-A3A3-67A6-8020-34549852AD76}"/>
              </a:ext>
            </a:extLst>
          </p:cNvPr>
          <p:cNvSpPr/>
          <p:nvPr/>
        </p:nvSpPr>
        <p:spPr>
          <a:xfrm>
            <a:off x="8442250" y="1972019"/>
            <a:ext cx="955137" cy="333446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0D841BE-BD9F-4408-D1FE-2E053D0E4D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007132"/>
              </p:ext>
            </p:extLst>
          </p:nvPr>
        </p:nvGraphicFramePr>
        <p:xfrm>
          <a:off x="872996" y="1327365"/>
          <a:ext cx="10994136" cy="4899698"/>
        </p:xfrm>
        <a:graphic>
          <a:graphicData uri="http://schemas.openxmlformats.org/drawingml/2006/table">
            <a:tbl>
              <a:tblPr firstRow="1" firstCol="1" bandRow="1"/>
              <a:tblGrid>
                <a:gridCol w="2679376">
                  <a:extLst>
                    <a:ext uri="{9D8B030D-6E8A-4147-A177-3AD203B41FA5}">
                      <a16:colId xmlns:a16="http://schemas.microsoft.com/office/drawing/2014/main" val="2276180383"/>
                    </a:ext>
                  </a:extLst>
                </a:gridCol>
                <a:gridCol w="1106286">
                  <a:extLst>
                    <a:ext uri="{9D8B030D-6E8A-4147-A177-3AD203B41FA5}">
                      <a16:colId xmlns:a16="http://schemas.microsoft.com/office/drawing/2014/main" val="4146182389"/>
                    </a:ext>
                  </a:extLst>
                </a:gridCol>
                <a:gridCol w="1420459">
                  <a:extLst>
                    <a:ext uri="{9D8B030D-6E8A-4147-A177-3AD203B41FA5}">
                      <a16:colId xmlns:a16="http://schemas.microsoft.com/office/drawing/2014/main" val="2554641682"/>
                    </a:ext>
                  </a:extLst>
                </a:gridCol>
                <a:gridCol w="1420459">
                  <a:extLst>
                    <a:ext uri="{9D8B030D-6E8A-4147-A177-3AD203B41FA5}">
                      <a16:colId xmlns:a16="http://schemas.microsoft.com/office/drawing/2014/main" val="1949522651"/>
                    </a:ext>
                  </a:extLst>
                </a:gridCol>
                <a:gridCol w="1106286">
                  <a:extLst>
                    <a:ext uri="{9D8B030D-6E8A-4147-A177-3AD203B41FA5}">
                      <a16:colId xmlns:a16="http://schemas.microsoft.com/office/drawing/2014/main" val="289035588"/>
                    </a:ext>
                  </a:extLst>
                </a:gridCol>
                <a:gridCol w="1105174">
                  <a:extLst>
                    <a:ext uri="{9D8B030D-6E8A-4147-A177-3AD203B41FA5}">
                      <a16:colId xmlns:a16="http://schemas.microsoft.com/office/drawing/2014/main" val="2832428174"/>
                    </a:ext>
                  </a:extLst>
                </a:gridCol>
                <a:gridCol w="1105174">
                  <a:extLst>
                    <a:ext uri="{9D8B030D-6E8A-4147-A177-3AD203B41FA5}">
                      <a16:colId xmlns:a16="http://schemas.microsoft.com/office/drawing/2014/main" val="1744790125"/>
                    </a:ext>
                  </a:extLst>
                </a:gridCol>
                <a:gridCol w="1050922">
                  <a:extLst>
                    <a:ext uri="{9D8B030D-6E8A-4147-A177-3AD203B41FA5}">
                      <a16:colId xmlns:a16="http://schemas.microsoft.com/office/drawing/2014/main" val="3793383869"/>
                    </a:ext>
                  </a:extLst>
                </a:gridCol>
              </a:tblGrid>
              <a:tr h="445254">
                <a:tc row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security category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2400" b="1" dirty="0">
                          <a:solidFill>
                            <a:schemeClr val="tx1">
                              <a:lumMod val="75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3200" dirty="0">
                        <a:solidFill>
                          <a:schemeClr val="tx1">
                            <a:lumMod val="75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84720"/>
                  </a:ext>
                </a:extLst>
              </a:tr>
              <a:tr h="102496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(3)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(4)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rCARI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(5)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(2)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(6)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 - (3)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(7)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 (4)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diff.</a:t>
                      </a:r>
                      <a:endParaRPr lang="en-GB" sz="24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accent5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37885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0.00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-0.02**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0936557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Marginally Food 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096379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Moderately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587646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Severely Food Insecure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799400"/>
                  </a:ext>
                </a:extLst>
              </a:tr>
              <a:tr h="60740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Vulnerable Households (M + S - FI)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0.92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0.73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0.12***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114445"/>
                  </a:ext>
                </a:extLst>
              </a:tr>
              <a:tr h="39245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440819"/>
                  </a:ext>
                </a:extLst>
              </a:tr>
            </a:tbl>
          </a:graphicData>
        </a:graphic>
      </p:graphicFrame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4226E02E-28C3-AD02-48D8-ED752A1FDB3D}"/>
              </a:ext>
            </a:extLst>
          </p:cNvPr>
          <p:cNvSpPr/>
          <p:nvPr/>
        </p:nvSpPr>
        <p:spPr>
          <a:xfrm>
            <a:off x="872996" y="5223055"/>
            <a:ext cx="11042194" cy="6151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738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E0E28B4-BC7B-F6A6-3A38-DC86E9FF2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513" y="2254126"/>
            <a:ext cx="3758588" cy="2349747"/>
          </a:xfrm>
        </p:spPr>
        <p:txBody>
          <a:bodyPr/>
          <a:lstStyle/>
          <a:p>
            <a:r>
              <a:rPr lang="en-GB" dirty="0"/>
              <a:t>Other Food Security Outcome Indicators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23D0A8-2386-F08E-75E8-33501E646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442195"/>
              </p:ext>
            </p:extLst>
          </p:nvPr>
        </p:nvGraphicFramePr>
        <p:xfrm>
          <a:off x="4041100" y="1161288"/>
          <a:ext cx="8019836" cy="4877534"/>
        </p:xfrm>
        <a:graphic>
          <a:graphicData uri="http://schemas.openxmlformats.org/drawingml/2006/table">
            <a:tbl>
              <a:tblPr firstRow="1" firstCol="1" bandRow="1"/>
              <a:tblGrid>
                <a:gridCol w="4090261">
                  <a:extLst>
                    <a:ext uri="{9D8B030D-6E8A-4147-A177-3AD203B41FA5}">
                      <a16:colId xmlns:a16="http://schemas.microsoft.com/office/drawing/2014/main" val="3881511217"/>
                    </a:ext>
                  </a:extLst>
                </a:gridCol>
                <a:gridCol w="1151880">
                  <a:extLst>
                    <a:ext uri="{9D8B030D-6E8A-4147-A177-3AD203B41FA5}">
                      <a16:colId xmlns:a16="http://schemas.microsoft.com/office/drawing/2014/main" val="1239420874"/>
                    </a:ext>
                  </a:extLst>
                </a:gridCol>
                <a:gridCol w="1156395">
                  <a:extLst>
                    <a:ext uri="{9D8B030D-6E8A-4147-A177-3AD203B41FA5}">
                      <a16:colId xmlns:a16="http://schemas.microsoft.com/office/drawing/2014/main" val="1897968781"/>
                    </a:ext>
                  </a:extLst>
                </a:gridCol>
                <a:gridCol w="1621300">
                  <a:extLst>
                    <a:ext uri="{9D8B030D-6E8A-4147-A177-3AD203B41FA5}">
                      <a16:colId xmlns:a16="http://schemas.microsoft.com/office/drawing/2014/main" val="1517058052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4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18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655469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Consumption Score-FCS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46.28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(0.78)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52.54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(0.94)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-6.25***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1126845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Reduced Coping Strategies Index-rCSI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19.86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(0.45)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18.50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(0.46)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1.36**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216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None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672773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Stress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1699038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Crisis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0.23***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2388646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Livelihood coping: Emergency level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-0.50***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833219"/>
                  </a:ext>
                </a:extLst>
              </a:tr>
              <a:tr h="5513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Food Expenditure Share: FES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0.79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-0.08***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339966"/>
                  </a:ext>
                </a:extLst>
              </a:tr>
              <a:tr h="34346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711982"/>
                  </a:ext>
                </a:extLst>
              </a:tr>
            </a:tbl>
          </a:graphicData>
        </a:graphic>
      </p:graphicFrame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9A94FE39-A35A-D660-F096-B3803757D0BC}"/>
              </a:ext>
            </a:extLst>
          </p:cNvPr>
          <p:cNvSpPr/>
          <p:nvPr/>
        </p:nvSpPr>
        <p:spPr>
          <a:xfrm>
            <a:off x="4041100" y="2404872"/>
            <a:ext cx="8019835" cy="2199001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3175">
                <a:solidFill>
                  <a:srgbClr val="007DBC"/>
                </a:solidFill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9556F04F-D5F0-BC85-479D-244A35489755}"/>
              </a:ext>
            </a:extLst>
          </p:cNvPr>
          <p:cNvSpPr/>
          <p:nvPr/>
        </p:nvSpPr>
        <p:spPr>
          <a:xfrm>
            <a:off x="4041101" y="1881146"/>
            <a:ext cx="8019833" cy="515108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EB7D4C59-D2C9-0214-D52F-65ADFF4929E1}"/>
              </a:ext>
            </a:extLst>
          </p:cNvPr>
          <p:cNvSpPr/>
          <p:nvPr/>
        </p:nvSpPr>
        <p:spPr>
          <a:xfrm>
            <a:off x="4041099" y="5179883"/>
            <a:ext cx="8019835" cy="516828"/>
          </a:xfrm>
          <a:prstGeom prst="roundRect">
            <a:avLst/>
          </a:pr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2">
            <a:extLst>
              <a:ext uri="{FF2B5EF4-FFF2-40B4-BE49-F238E27FC236}">
                <a16:creationId xmlns:a16="http://schemas.microsoft.com/office/drawing/2014/main" id="{A31DFC57-6C6C-6A4F-916D-DCF8477AA720}"/>
              </a:ext>
            </a:extLst>
          </p:cNvPr>
          <p:cNvSpPr/>
          <p:nvPr/>
        </p:nvSpPr>
        <p:spPr>
          <a:xfrm>
            <a:off x="4041097" y="4666724"/>
            <a:ext cx="8019833" cy="515108"/>
          </a:xfrm>
          <a:prstGeom prst="round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6B5C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30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302323-FA08-D4EE-6EB6-308CF0F6D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735873"/>
              </p:ext>
            </p:extLst>
          </p:nvPr>
        </p:nvGraphicFramePr>
        <p:xfrm>
          <a:off x="1034075" y="953514"/>
          <a:ext cx="10123849" cy="5200652"/>
        </p:xfrm>
        <a:graphic>
          <a:graphicData uri="http://schemas.openxmlformats.org/drawingml/2006/table">
            <a:tbl>
              <a:tblPr firstRow="1" firstCol="1" bandRow="1"/>
              <a:tblGrid>
                <a:gridCol w="5463988">
                  <a:extLst>
                    <a:ext uri="{9D8B030D-6E8A-4147-A177-3AD203B41FA5}">
                      <a16:colId xmlns:a16="http://schemas.microsoft.com/office/drawing/2014/main" val="1996840913"/>
                    </a:ext>
                  </a:extLst>
                </a:gridCol>
                <a:gridCol w="1455693">
                  <a:extLst>
                    <a:ext uri="{9D8B030D-6E8A-4147-A177-3AD203B41FA5}">
                      <a16:colId xmlns:a16="http://schemas.microsoft.com/office/drawing/2014/main" val="973381695"/>
                    </a:ext>
                  </a:extLst>
                </a:gridCol>
                <a:gridCol w="1310843">
                  <a:extLst>
                    <a:ext uri="{9D8B030D-6E8A-4147-A177-3AD203B41FA5}">
                      <a16:colId xmlns:a16="http://schemas.microsoft.com/office/drawing/2014/main" val="2227567419"/>
                    </a:ext>
                  </a:extLst>
                </a:gridCol>
                <a:gridCol w="1893325">
                  <a:extLst>
                    <a:ext uri="{9D8B030D-6E8A-4147-A177-3AD203B41FA5}">
                      <a16:colId xmlns:a16="http://schemas.microsoft.com/office/drawing/2014/main" val="1399893802"/>
                    </a:ext>
                  </a:extLst>
                </a:gridCol>
              </a:tblGrid>
              <a:tr h="50952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FCS Indicator disaggregated over the Last 7days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  <a:endParaRPr lang="en-GB" sz="2000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25415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Cereals and Tubers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7.00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(0.00)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-0.00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2627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Pulses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1.63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-0.20**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590645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Dairy products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(0.03)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056250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Protein rich foods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3.01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(0.09)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0.21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71192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Vegetables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6.48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4499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Fruits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1.73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1.43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(0.08)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600181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Oils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6.67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(0.05)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6.37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0.30***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475464"/>
                  </a:ext>
                </a:extLst>
              </a:tr>
              <a:tr h="4491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Sugar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(0.06)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0.85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(0.07)</a:t>
                      </a:r>
                    </a:p>
                  </a:txBody>
                  <a:tcPr marL="68210" marR="6821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947066"/>
                  </a:ext>
                </a:extLst>
              </a:tr>
              <a:tr h="34772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610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483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600" b="1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1093</a:t>
                      </a:r>
                      <a:endParaRPr lang="en-GB" sz="1600" dirty="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210" marR="6821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40504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884A94C-2CEE-C2FF-D832-19F73E4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075" y="127834"/>
            <a:ext cx="8882905" cy="1152000"/>
          </a:xfrm>
        </p:spPr>
        <p:txBody>
          <a:bodyPr/>
          <a:lstStyle/>
          <a:p>
            <a:r>
              <a:rPr lang="en-US" dirty="0"/>
              <a:t>Disaggregated FC by modality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1193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97889"/>
              </p:ext>
            </p:extLst>
          </p:nvPr>
        </p:nvGraphicFramePr>
        <p:xfrm>
          <a:off x="1526005" y="1990606"/>
          <a:ext cx="9118623" cy="2791302"/>
        </p:xfrm>
        <a:graphic>
          <a:graphicData uri="http://schemas.openxmlformats.org/drawingml/2006/table">
            <a:tbl>
              <a:tblPr firstRow="1" firstCol="1" bandRow="1"/>
              <a:tblGrid>
                <a:gridCol w="4607895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-0.09***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723" y="838606"/>
            <a:ext cx="8882905" cy="1152000"/>
          </a:xfrm>
        </p:spPr>
        <p:txBody>
          <a:bodyPr/>
          <a:lstStyle/>
          <a:p>
            <a:r>
              <a:rPr lang="en-US" dirty="0"/>
              <a:t>FCG by modality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20372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D52D563-BD7E-B2CB-64B1-26C6D6374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258026"/>
              </p:ext>
            </p:extLst>
          </p:nvPr>
        </p:nvGraphicFramePr>
        <p:xfrm>
          <a:off x="1547372" y="1755571"/>
          <a:ext cx="9118623" cy="3346857"/>
        </p:xfrm>
        <a:graphic>
          <a:graphicData uri="http://schemas.openxmlformats.org/drawingml/2006/table">
            <a:tbl>
              <a:tblPr firstRow="1" firstCol="1" bandRow="1"/>
              <a:tblGrid>
                <a:gridCol w="4607895">
                  <a:extLst>
                    <a:ext uri="{9D8B030D-6E8A-4147-A177-3AD203B41FA5}">
                      <a16:colId xmlns:a16="http://schemas.microsoft.com/office/drawing/2014/main" val="3122595598"/>
                    </a:ext>
                  </a:extLst>
                </a:gridCol>
                <a:gridCol w="1356052">
                  <a:extLst>
                    <a:ext uri="{9D8B030D-6E8A-4147-A177-3AD203B41FA5}">
                      <a16:colId xmlns:a16="http://schemas.microsoft.com/office/drawing/2014/main" val="2744018371"/>
                    </a:ext>
                  </a:extLst>
                </a:gridCol>
                <a:gridCol w="1362452">
                  <a:extLst>
                    <a:ext uri="{9D8B030D-6E8A-4147-A177-3AD203B41FA5}">
                      <a16:colId xmlns:a16="http://schemas.microsoft.com/office/drawing/2014/main" val="877200948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1799671272"/>
                    </a:ext>
                  </a:extLst>
                </a:gridCol>
              </a:tblGrid>
              <a:tr h="5229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8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FCG</a:t>
                      </a: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5353915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77451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Acceptable with reduced coping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0.58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-0.10***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786429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Borderline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0.02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208012"/>
                  </a:ext>
                </a:extLst>
              </a:tr>
              <a:tr h="55555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Poor 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0.07***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53680"/>
                  </a:ext>
                </a:extLst>
              </a:tr>
              <a:tr h="3534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endParaRPr lang="en-GB" sz="1600">
                        <a:solidFill>
                          <a:schemeClr val="accent5">
                            <a:lumMod val="1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13065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BF0B333-D71E-CE7C-268C-A43F9130A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372" y="838606"/>
            <a:ext cx="8882905" cy="1152000"/>
          </a:xfrm>
        </p:spPr>
        <p:txBody>
          <a:bodyPr/>
          <a:lstStyle/>
          <a:p>
            <a:r>
              <a:rPr lang="en-US" dirty="0"/>
              <a:t>FCG + rCSI by modality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4689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44E68-B3E5-7E99-8E8F-BF47E232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977" y="241169"/>
            <a:ext cx="10254343" cy="1152000"/>
          </a:xfrm>
        </p:spPr>
        <p:txBody>
          <a:bodyPr/>
          <a:lstStyle/>
          <a:p>
            <a:r>
              <a:rPr lang="en-US" dirty="0"/>
              <a:t>Income Sources vs. FES 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C3EA471-3ADD-76F3-1E3B-51018EB4B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205306"/>
              </p:ext>
            </p:extLst>
          </p:nvPr>
        </p:nvGraphicFramePr>
        <p:xfrm>
          <a:off x="1242977" y="1038613"/>
          <a:ext cx="9706046" cy="5600831"/>
        </p:xfrm>
        <a:graphic>
          <a:graphicData uri="http://schemas.openxmlformats.org/drawingml/2006/table">
            <a:tbl>
              <a:tblPr firstRow="1" firstCol="1" bandRow="1"/>
              <a:tblGrid>
                <a:gridCol w="5164125">
                  <a:extLst>
                    <a:ext uri="{9D8B030D-6E8A-4147-A177-3AD203B41FA5}">
                      <a16:colId xmlns:a16="http://schemas.microsoft.com/office/drawing/2014/main" val="326127740"/>
                    </a:ext>
                  </a:extLst>
                </a:gridCol>
                <a:gridCol w="1377911">
                  <a:extLst>
                    <a:ext uri="{9D8B030D-6E8A-4147-A177-3AD203B41FA5}">
                      <a16:colId xmlns:a16="http://schemas.microsoft.com/office/drawing/2014/main" val="3474106582"/>
                    </a:ext>
                  </a:extLst>
                </a:gridCol>
                <a:gridCol w="1382229">
                  <a:extLst>
                    <a:ext uri="{9D8B030D-6E8A-4147-A177-3AD203B41FA5}">
                      <a16:colId xmlns:a16="http://schemas.microsoft.com/office/drawing/2014/main" val="4079712457"/>
                    </a:ext>
                  </a:extLst>
                </a:gridCol>
                <a:gridCol w="1781781">
                  <a:extLst>
                    <a:ext uri="{9D8B030D-6E8A-4147-A177-3AD203B41FA5}">
                      <a16:colId xmlns:a16="http://schemas.microsoft.com/office/drawing/2014/main" val="3186583632"/>
                    </a:ext>
                  </a:extLst>
                </a:gridCol>
              </a:tblGrid>
              <a:tr h="64598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Indicator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F2F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Remote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Mean/(SE)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(1)-(2)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Pairwise t-test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Mean difference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842246"/>
                  </a:ext>
                </a:extLst>
              </a:tr>
              <a:tr h="2218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Income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82205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-0.06***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9621849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Regular and reduced or irregular and Unchanged/increasing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0.38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0.41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-0.03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12794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Irregular and reduced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0.26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0.24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907905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No income sources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16985"/>
                  </a:ext>
                </a:extLst>
              </a:tr>
              <a:tr h="19176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GB" sz="1600" b="1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FES</a:t>
                      </a:r>
                    </a:p>
                  </a:txBody>
                  <a:tcPr marL="61821" marR="6182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0246737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&lt; 50%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0.10***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369730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50 – 65%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0.17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0.08***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123991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 –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0.18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(0.01)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737108"/>
                  </a:ext>
                </a:extLst>
              </a:tr>
              <a:tr h="40704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&gt;= 75% of HH Expenditure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0.49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0.68</a:t>
                      </a:r>
                    </a:p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(0.02)</a:t>
                      </a:r>
                    </a:p>
                  </a:txBody>
                  <a:tcPr marL="61821" marR="61821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-0.19***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7506383"/>
                  </a:ext>
                </a:extLst>
              </a:tr>
              <a:tr h="24190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760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656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solidFill>
                            <a:schemeClr val="accent5">
                              <a:lumMod val="10000"/>
                            </a:schemeClr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1416</a:t>
                      </a:r>
                    </a:p>
                  </a:txBody>
                  <a:tcPr marL="61821" marR="61821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088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858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6E23-B95D-E373-6EDB-2C8510CB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311" y="664870"/>
            <a:ext cx="10542124" cy="1152000"/>
          </a:xfrm>
        </p:spPr>
        <p:txBody>
          <a:bodyPr anchor="ctr">
            <a:normAutofit/>
          </a:bodyPr>
          <a:lstStyle/>
          <a:p>
            <a:r>
              <a:rPr lang="en-US"/>
              <a:t>LCS-FS and LCS-EN from the F2F sample  </a:t>
            </a:r>
            <a:endParaRPr lang="en-GB"/>
          </a:p>
        </p:txBody>
      </p:sp>
      <p:pic>
        <p:nvPicPr>
          <p:cNvPr id="5" name="Picture 4" descr="A table with numbers and text&#10;&#10;Description automatically generated">
            <a:extLst>
              <a:ext uri="{FF2B5EF4-FFF2-40B4-BE49-F238E27FC236}">
                <a16:creationId xmlns:a16="http://schemas.microsoft.com/office/drawing/2014/main" id="{DAE2028C-3279-9639-A477-E15B2D3BE3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915"/>
          <a:stretch/>
        </p:blipFill>
        <p:spPr>
          <a:xfrm>
            <a:off x="1354578" y="1919941"/>
            <a:ext cx="9525591" cy="41000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1961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853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CF8963-4DED-C55E-B926-36AA487C8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 Results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0479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5FE424-DDE7-5EA9-4990-570BBC9DF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98809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8" ma:contentTypeDescription="Create a new document." ma:contentTypeScope="" ma:versionID="ad2f6bf157231b83579321204f69ffe0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e944df982cebb5615fc5ff0a850bebfa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2CF057-9F0A-4CCB-B937-805ED701A0E8}">
  <ds:schemaRefs>
    <ds:schemaRef ds:uri="3940b711-dc1d-4235-b0a5-48d487f0d3b9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9256dcf-74b5-4e0f-b2ab-e17546be8a80"/>
  </ds:schemaRefs>
</ds:datastoreItem>
</file>

<file path=customXml/itemProps2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26F2C2-C5B4-4B71-A6B8-DCE75686C8A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13764</TotalTime>
  <Words>1925</Words>
  <Application>Microsoft Office PowerPoint</Application>
  <PresentationFormat>Widescreen</PresentationFormat>
  <Paragraphs>789</Paragraphs>
  <Slides>28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HALDEN SOLID</vt:lpstr>
      <vt:lpstr>Open Sans</vt:lpstr>
      <vt:lpstr>Open Sans Extrabold</vt:lpstr>
      <vt:lpstr>Times New Roman</vt:lpstr>
      <vt:lpstr>Theme2</vt:lpstr>
      <vt:lpstr>Remote CARI (rCARI) Validation Study</vt:lpstr>
      <vt:lpstr>Tentative Workplan 2023</vt:lpstr>
      <vt:lpstr>Background</vt:lpstr>
      <vt:lpstr>Main Research Objective</vt:lpstr>
      <vt:lpstr>RCT Design</vt:lpstr>
      <vt:lpstr>Myanmar Results </vt:lpstr>
      <vt:lpstr>Sample Completion</vt:lpstr>
      <vt:lpstr>Balance Tests for Randomization</vt:lpstr>
      <vt:lpstr>CARI vs. rCARI Disaggregation</vt:lpstr>
      <vt:lpstr>Other Food Security Outcome Indicators</vt:lpstr>
      <vt:lpstr>PowerPoint Presentation</vt:lpstr>
      <vt:lpstr>PowerPoint Presentation</vt:lpstr>
      <vt:lpstr>FCG by modality </vt:lpstr>
      <vt:lpstr>Income Sources vs. FES </vt:lpstr>
      <vt:lpstr>LCS-FS and LCS-EN from the F2F sample  </vt:lpstr>
      <vt:lpstr>Ecuador Results </vt:lpstr>
      <vt:lpstr>Sample Completion</vt:lpstr>
      <vt:lpstr>Balance Tests for Randomization</vt:lpstr>
      <vt:lpstr>CARI vs. rCARI Disaggregation</vt:lpstr>
      <vt:lpstr>Other Food Security Outcome Indicators</vt:lpstr>
      <vt:lpstr>Disaggregated FC by modality </vt:lpstr>
      <vt:lpstr>FCG by modality </vt:lpstr>
      <vt:lpstr>FCG + rCSI by modality </vt:lpstr>
      <vt:lpstr>Income Sources vs. FES </vt:lpstr>
      <vt:lpstr>LCS-FS and LCS-EN from the F2F sample  </vt:lpstr>
      <vt:lpstr>PowerPoint Presentation</vt:lpstr>
      <vt:lpstr>CAR 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1</cp:revision>
  <dcterms:created xsi:type="dcterms:W3CDTF">2018-08-20T09:35:59Z</dcterms:created>
  <dcterms:modified xsi:type="dcterms:W3CDTF">2023-10-10T08:24:08Z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