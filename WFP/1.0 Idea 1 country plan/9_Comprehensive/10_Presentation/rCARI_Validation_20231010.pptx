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59"/>
  </p:notesMasterIdLst>
  <p:handoutMasterIdLst>
    <p:handoutMasterId r:id="rId60"/>
  </p:handoutMasterIdLst>
  <p:sldIdLst>
    <p:sldId id="283" r:id="rId5"/>
    <p:sldId id="311" r:id="rId6"/>
    <p:sldId id="296" r:id="rId7"/>
    <p:sldId id="376" r:id="rId8"/>
    <p:sldId id="310" r:id="rId9"/>
    <p:sldId id="374" r:id="rId10"/>
    <p:sldId id="286" r:id="rId11"/>
    <p:sldId id="320" r:id="rId12"/>
    <p:sldId id="333" r:id="rId13"/>
    <p:sldId id="350" r:id="rId14"/>
    <p:sldId id="351" r:id="rId15"/>
    <p:sldId id="372" r:id="rId16"/>
    <p:sldId id="373" r:id="rId17"/>
    <p:sldId id="353" r:id="rId18"/>
    <p:sldId id="358" r:id="rId19"/>
    <p:sldId id="370" r:id="rId20"/>
    <p:sldId id="354" r:id="rId21"/>
    <p:sldId id="359" r:id="rId22"/>
    <p:sldId id="360" r:id="rId23"/>
    <p:sldId id="361" r:id="rId24"/>
    <p:sldId id="356" r:id="rId25"/>
    <p:sldId id="364" r:id="rId26"/>
    <p:sldId id="355" r:id="rId27"/>
    <p:sldId id="366" r:id="rId28"/>
    <p:sldId id="363" r:id="rId29"/>
    <p:sldId id="367" r:id="rId30"/>
    <p:sldId id="365" r:id="rId31"/>
    <p:sldId id="375" r:id="rId32"/>
    <p:sldId id="323" r:id="rId33"/>
    <p:sldId id="321" r:id="rId34"/>
    <p:sldId id="326" r:id="rId35"/>
    <p:sldId id="324" r:id="rId36"/>
    <p:sldId id="369" r:id="rId37"/>
    <p:sldId id="329" r:id="rId38"/>
    <p:sldId id="344" r:id="rId39"/>
    <p:sldId id="330" r:id="rId40"/>
    <p:sldId id="345" r:id="rId41"/>
    <p:sldId id="325" r:id="rId42"/>
    <p:sldId id="318" r:id="rId43"/>
    <p:sldId id="348" r:id="rId44"/>
    <p:sldId id="371" r:id="rId45"/>
    <p:sldId id="331" r:id="rId46"/>
    <p:sldId id="346" r:id="rId47"/>
    <p:sldId id="335" r:id="rId48"/>
    <p:sldId id="336" r:id="rId49"/>
    <p:sldId id="337" r:id="rId50"/>
    <p:sldId id="368" r:id="rId51"/>
    <p:sldId id="338" r:id="rId52"/>
    <p:sldId id="362" r:id="rId53"/>
    <p:sldId id="339" r:id="rId54"/>
    <p:sldId id="343" r:id="rId55"/>
    <p:sldId id="340" r:id="rId56"/>
    <p:sldId id="342" r:id="rId57"/>
    <p:sldId id="328" r:id="rId5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311"/>
            <p14:sldId id="296"/>
            <p14:sldId id="376"/>
            <p14:sldId id="310"/>
            <p14:sldId id="374"/>
          </p14:sldIdLst>
        </p14:section>
        <p14:section name="Results" id="{2C4D1EE9-A3E0-4084-9198-0FB1A973D7CA}">
          <p14:sldIdLst>
            <p14:sldId id="286"/>
            <p14:sldId id="320"/>
            <p14:sldId id="333"/>
            <p14:sldId id="350"/>
            <p14:sldId id="351"/>
            <p14:sldId id="372"/>
            <p14:sldId id="373"/>
            <p14:sldId id="353"/>
            <p14:sldId id="358"/>
            <p14:sldId id="370"/>
            <p14:sldId id="354"/>
            <p14:sldId id="359"/>
            <p14:sldId id="360"/>
            <p14:sldId id="361"/>
            <p14:sldId id="356"/>
            <p14:sldId id="364"/>
            <p14:sldId id="355"/>
            <p14:sldId id="366"/>
            <p14:sldId id="363"/>
            <p14:sldId id="367"/>
            <p14:sldId id="365"/>
            <p14:sldId id="375"/>
            <p14:sldId id="323"/>
            <p14:sldId id="321"/>
            <p14:sldId id="326"/>
            <p14:sldId id="324"/>
            <p14:sldId id="369"/>
            <p14:sldId id="329"/>
            <p14:sldId id="344"/>
            <p14:sldId id="330"/>
            <p14:sldId id="345"/>
            <p14:sldId id="325"/>
            <p14:sldId id="318"/>
            <p14:sldId id="348"/>
            <p14:sldId id="371"/>
            <p14:sldId id="331"/>
            <p14:sldId id="346"/>
            <p14:sldId id="335"/>
            <p14:sldId id="336"/>
            <p14:sldId id="337"/>
            <p14:sldId id="368"/>
            <p14:sldId id="338"/>
            <p14:sldId id="362"/>
            <p14:sldId id="339"/>
            <p14:sldId id="343"/>
            <p14:sldId id="340"/>
            <p14:sldId id="342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0070BA"/>
    <a:srgbClr val="FFFFFF"/>
    <a:srgbClr val="CFD6EA"/>
    <a:srgbClr val="F5B183"/>
    <a:srgbClr val="A9D18E"/>
    <a:srgbClr val="D4E6F2"/>
    <a:srgbClr val="59CAFF"/>
    <a:srgbClr val="57C5F7"/>
    <a:srgbClr val="5A9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06950-D755-994D-A2CE-F504B6B80713}" v="1152" dt="2023-10-10T14:38:23.157"/>
    <p1510:client id="{A3020B8A-62B3-4809-A435-34E4DC7D9396}" v="1310" dt="2023-10-11T12:14:19.658"/>
    <p1510:client id="{ADC13C7C-84CD-AE12-4045-A1568E89C384}" v="1" dt="2023-10-10T12:26:09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6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ALEM" userId="13f12703-f1ce-4b8b-924c-fe401988a08b" providerId="ADAL" clId="{E0A75B0A-5725-439A-A782-1DD7A3F7BF10}"/>
    <pc:docChg chg="undo redo custSel addSld delSld modSld sldOrd addSection delSection modSection">
      <pc:chgData name="Mohamed SALEM" userId="13f12703-f1ce-4b8b-924c-fe401988a08b" providerId="ADAL" clId="{E0A75B0A-5725-439A-A782-1DD7A3F7BF10}" dt="2023-07-14T13:00:00.780" v="1292" actId="14100"/>
      <pc:docMkLst>
        <pc:docMk/>
      </pc:docMkLst>
      <pc:sldChg chg="del">
        <pc:chgData name="Mohamed SALEM" userId="13f12703-f1ce-4b8b-924c-fe401988a08b" providerId="ADAL" clId="{E0A75B0A-5725-439A-A782-1DD7A3F7BF10}" dt="2023-07-13T10:50:05.896" v="27" actId="47"/>
        <pc:sldMkLst>
          <pc:docMk/>
          <pc:sldMk cId="1261453650" sldId="277"/>
        </pc:sldMkLst>
      </pc:sldChg>
      <pc:sldChg chg="addSp delSp modSp mod">
        <pc:chgData name="Mohamed SALEM" userId="13f12703-f1ce-4b8b-924c-fe401988a08b" providerId="ADAL" clId="{E0A75B0A-5725-439A-A782-1DD7A3F7BF10}" dt="2023-07-14T07:30:43.259" v="240" actId="20577"/>
        <pc:sldMkLst>
          <pc:docMk/>
          <pc:sldMk cId="3545166311" sldId="283"/>
        </pc:sldMkLst>
        <pc:spChg chg="mod">
          <ac:chgData name="Mohamed SALEM" userId="13f12703-f1ce-4b8b-924c-fe401988a08b" providerId="ADAL" clId="{E0A75B0A-5725-439A-A782-1DD7A3F7BF10}" dt="2023-07-13T10:38:16.064" v="14" actId="20577"/>
          <ac:spMkLst>
            <pc:docMk/>
            <pc:sldMk cId="3545166311" sldId="283"/>
            <ac:spMk id="3" creationId="{00000000-0000-0000-0000-000000000000}"/>
          </ac:spMkLst>
        </pc:spChg>
        <pc:spChg chg="add del mod">
          <ac:chgData name="Mohamed SALEM" userId="13f12703-f1ce-4b8b-924c-fe401988a08b" providerId="ADAL" clId="{E0A75B0A-5725-439A-A782-1DD7A3F7BF10}" dt="2023-07-13T10:53:43.010" v="31" actId="478"/>
          <ac:spMkLst>
            <pc:docMk/>
            <pc:sldMk cId="3545166311" sldId="283"/>
            <ac:spMk id="5" creationId="{EC2AC73F-029F-0F53-3171-41BAFF7A82DE}"/>
          </ac:spMkLst>
        </pc:spChg>
        <pc:spChg chg="mod">
          <ac:chgData name="Mohamed SALEM" userId="13f12703-f1ce-4b8b-924c-fe401988a08b" providerId="ADAL" clId="{E0A75B0A-5725-439A-A782-1DD7A3F7BF10}" dt="2023-07-14T07:30:43.259" v="240" actId="20577"/>
          <ac:spMkLst>
            <pc:docMk/>
            <pc:sldMk cId="3545166311" sldId="283"/>
            <ac:spMk id="6" creationId="{53CD270A-9458-E7A9-9B9B-7F70A19E11F1}"/>
          </ac:spMkLst>
        </pc:spChg>
      </pc:sldChg>
      <pc:sldChg chg="addSp delSp modSp mod ord delCm modCm">
        <pc:chgData name="Mohamed SALEM" userId="13f12703-f1ce-4b8b-924c-fe401988a08b" providerId="ADAL" clId="{E0A75B0A-5725-439A-A782-1DD7A3F7BF10}" dt="2023-07-14T07:32:43.274" v="257" actId="20577"/>
        <pc:sldMkLst>
          <pc:docMk/>
          <pc:sldMk cId="1390366204" sldId="286"/>
        </pc:sldMkLst>
        <pc:spChg chg="del mod">
          <ac:chgData name="Mohamed SALEM" userId="13f12703-f1ce-4b8b-924c-fe401988a08b" providerId="ADAL" clId="{E0A75B0A-5725-439A-A782-1DD7A3F7BF10}" dt="2023-07-14T07:31:29.289" v="246" actId="478"/>
          <ac:spMkLst>
            <pc:docMk/>
            <pc:sldMk cId="1390366204" sldId="286"/>
            <ac:spMk id="6" creationId="{976CF346-227C-9D0A-FCA6-48B7717B8252}"/>
          </ac:spMkLst>
        </pc:spChg>
        <pc:graphicFrameChg chg="modGraphic">
          <ac:chgData name="Mohamed SALEM" userId="13f12703-f1ce-4b8b-924c-fe401988a08b" providerId="ADAL" clId="{E0A75B0A-5725-439A-A782-1DD7A3F7BF10}" dt="2023-07-14T07:32:43.274" v="257" actId="20577"/>
          <ac:graphicFrameMkLst>
            <pc:docMk/>
            <pc:sldMk cId="1390366204" sldId="286"/>
            <ac:graphicFrameMk id="7" creationId="{4DC19564-DA97-85B7-C134-AB5663E5E240}"/>
          </ac:graphicFrameMkLst>
        </pc:graphicFrameChg>
        <pc:cxnChg chg="add mod">
          <ac:chgData name="Mohamed SALEM" userId="13f12703-f1ce-4b8b-924c-fe401988a08b" providerId="ADAL" clId="{E0A75B0A-5725-439A-A782-1DD7A3F7BF10}" dt="2023-07-14T07:32:25.697" v="251" actId="1582"/>
          <ac:cxnSpMkLst>
            <pc:docMk/>
            <pc:sldMk cId="1390366204" sldId="286"/>
            <ac:cxnSpMk id="3" creationId="{DBADC8F4-3E65-44EC-94D3-A6F050FA5DBA}"/>
          </ac:cxnSpMkLst>
        </pc:cxnChg>
      </pc:sldChg>
      <pc:sldChg chg="del">
        <pc:chgData name="Mohamed SALEM" userId="13f12703-f1ce-4b8b-924c-fe401988a08b" providerId="ADAL" clId="{E0A75B0A-5725-439A-A782-1DD7A3F7BF10}" dt="2023-07-13T10:38:23.068" v="15" actId="47"/>
        <pc:sldMkLst>
          <pc:docMk/>
          <pc:sldMk cId="434839054" sldId="292"/>
        </pc:sldMkLst>
      </pc:sldChg>
      <pc:sldChg chg="del">
        <pc:chgData name="Mohamed SALEM" userId="13f12703-f1ce-4b8b-924c-fe401988a08b" providerId="ADAL" clId="{E0A75B0A-5725-439A-A782-1DD7A3F7BF10}" dt="2023-07-13T10:38:24.584" v="16" actId="47"/>
        <pc:sldMkLst>
          <pc:docMk/>
          <pc:sldMk cId="12140453" sldId="293"/>
        </pc:sldMkLst>
      </pc:sldChg>
      <pc:sldChg chg="modSp mod addCm delCm modCm">
        <pc:chgData name="Mohamed SALEM" userId="13f12703-f1ce-4b8b-924c-fe401988a08b" providerId="ADAL" clId="{E0A75B0A-5725-439A-A782-1DD7A3F7BF10}" dt="2023-07-14T10:15:26.975" v="1079" actId="20577"/>
        <pc:sldMkLst>
          <pc:docMk/>
          <pc:sldMk cId="2571662685" sldId="296"/>
        </pc:sldMkLst>
        <pc:spChg chg="mod">
          <ac:chgData name="Mohamed SALEM" userId="13f12703-f1ce-4b8b-924c-fe401988a08b" providerId="ADAL" clId="{E0A75B0A-5725-439A-A782-1DD7A3F7BF10}" dt="2023-07-14T10:15:26.975" v="1079" actId="20577"/>
          <ac:spMkLst>
            <pc:docMk/>
            <pc:sldMk cId="2571662685" sldId="296"/>
            <ac:spMk id="3" creationId="{63505D0D-7CB2-2242-BE0E-B72CE5E5E8F7}"/>
          </ac:spMkLst>
        </pc:spChg>
      </pc:sldChg>
      <pc:sldChg chg="del">
        <pc:chgData name="Mohamed SALEM" userId="13f12703-f1ce-4b8b-924c-fe401988a08b" providerId="ADAL" clId="{E0A75B0A-5725-439A-A782-1DD7A3F7BF10}" dt="2023-07-13T10:53:48.500" v="32" actId="47"/>
        <pc:sldMkLst>
          <pc:docMk/>
          <pc:sldMk cId="667740432" sldId="301"/>
        </pc:sldMkLst>
      </pc:sldChg>
      <pc:sldChg chg="addSp delSp modSp mod delCm">
        <pc:chgData name="Mohamed SALEM" userId="13f12703-f1ce-4b8b-924c-fe401988a08b" providerId="ADAL" clId="{E0A75B0A-5725-439A-A782-1DD7A3F7BF10}" dt="2023-07-14T07:47:04.648" v="637" actId="20577"/>
        <pc:sldMkLst>
          <pc:docMk/>
          <pc:sldMk cId="475964468" sldId="310"/>
        </pc:sldMkLst>
        <pc:spChg chg="add del mod">
          <ac:chgData name="Mohamed SALEM" userId="13f12703-f1ce-4b8b-924c-fe401988a08b" providerId="ADAL" clId="{E0A75B0A-5725-439A-A782-1DD7A3F7BF10}" dt="2023-07-13T10:49:56.702" v="25" actId="478"/>
          <ac:spMkLst>
            <pc:docMk/>
            <pc:sldMk cId="475964468" sldId="310"/>
            <ac:spMk id="3" creationId="{E201CA23-790F-67C2-F249-5F2FE850892D}"/>
          </ac:spMkLst>
        </pc:spChg>
        <pc:spChg chg="mod">
          <ac:chgData name="Mohamed SALEM" userId="13f12703-f1ce-4b8b-924c-fe401988a08b" providerId="ADAL" clId="{E0A75B0A-5725-439A-A782-1DD7A3F7BF10}" dt="2023-07-13T10:50:01.081" v="26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Mohamed SALEM" userId="13f12703-f1ce-4b8b-924c-fe401988a08b" providerId="ADAL" clId="{E0A75B0A-5725-439A-A782-1DD7A3F7BF10}" dt="2023-07-14T07:46:55.597" v="628" actId="2057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Mohamed SALEM" userId="13f12703-f1ce-4b8b-924c-fe401988a08b" providerId="ADAL" clId="{E0A75B0A-5725-439A-A782-1DD7A3F7BF10}" dt="2023-07-14T07:46:58.622" v="631" actId="2057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Mohamed SALEM" userId="13f12703-f1ce-4b8b-924c-fe401988a08b" providerId="ADAL" clId="{E0A75B0A-5725-439A-A782-1DD7A3F7BF10}" dt="2023-07-14T07:47:01.638" v="634" actId="2057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Mohamed SALEM" userId="13f12703-f1ce-4b8b-924c-fe401988a08b" providerId="ADAL" clId="{E0A75B0A-5725-439A-A782-1DD7A3F7BF10}" dt="2023-07-14T07:47:04.648" v="637" actId="20577"/>
          <ac:spMkLst>
            <pc:docMk/>
            <pc:sldMk cId="475964468" sldId="310"/>
            <ac:spMk id="18" creationId="{D18ED16F-1385-C386-3999-5DBC532DC256}"/>
          </ac:spMkLst>
        </pc:spChg>
      </pc:sldChg>
      <pc:sldChg chg="modSp mod">
        <pc:chgData name="Mohamed SALEM" userId="13f12703-f1ce-4b8b-924c-fe401988a08b" providerId="ADAL" clId="{E0A75B0A-5725-439A-A782-1DD7A3F7BF10}" dt="2023-07-13T11:08:46.946" v="79" actId="14100"/>
        <pc:sldMkLst>
          <pc:docMk/>
          <pc:sldMk cId="1186335691" sldId="312"/>
        </pc:sldMkLst>
        <pc:spChg chg="mod">
          <ac:chgData name="Mohamed SALEM" userId="13f12703-f1ce-4b8b-924c-fe401988a08b" providerId="ADAL" clId="{E0A75B0A-5725-439A-A782-1DD7A3F7BF10}" dt="2023-07-13T11:08:46.946" v="79" actId="14100"/>
          <ac:spMkLst>
            <pc:docMk/>
            <pc:sldMk cId="1186335691" sldId="312"/>
            <ac:spMk id="2" creationId="{36E1EB4E-1D39-6B33-BBF9-2806F0231CCF}"/>
          </ac:spMkLst>
        </pc:spChg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1573064980" sldId="313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475341515" sldId="314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962351336" sldId="315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823186393" sldId="317"/>
        </pc:sldMkLst>
      </pc:sldChg>
      <pc:sldChg chg="modSp mod addCm">
        <pc:chgData name="Mohamed SALEM" userId="13f12703-f1ce-4b8b-924c-fe401988a08b" providerId="ADAL" clId="{E0A75B0A-5725-439A-A782-1DD7A3F7BF10}" dt="2023-07-14T10:52:45.580" v="1224"/>
        <pc:sldMkLst>
          <pc:docMk/>
          <pc:sldMk cId="763011548" sldId="318"/>
        </pc:sldMkLst>
        <pc:spChg chg="mod">
          <ac:chgData name="Mohamed SALEM" userId="13f12703-f1ce-4b8b-924c-fe401988a08b" providerId="ADAL" clId="{E0A75B0A-5725-439A-A782-1DD7A3F7BF10}" dt="2023-07-14T08:51:21.301" v="1056" actId="1038"/>
          <ac:spMkLst>
            <pc:docMk/>
            <pc:sldMk cId="763011548" sldId="318"/>
            <ac:spMk id="2" creationId="{9BC5AE11-0425-B274-DD68-031B5EC8452B}"/>
          </ac:spMkLst>
        </pc:spChg>
      </pc:sldChg>
      <pc:sldChg chg="del">
        <pc:chgData name="Mohamed SALEM" userId="13f12703-f1ce-4b8b-924c-fe401988a08b" providerId="ADAL" clId="{E0A75B0A-5725-439A-A782-1DD7A3F7BF10}" dt="2023-07-14T07:26:36.031" v="82" actId="47"/>
        <pc:sldMkLst>
          <pc:docMk/>
          <pc:sldMk cId="30370661" sldId="319"/>
        </pc:sldMkLst>
      </pc:sldChg>
      <pc:sldChg chg="del">
        <pc:chgData name="Mohamed SALEM" userId="13f12703-f1ce-4b8b-924c-fe401988a08b" providerId="ADAL" clId="{E0A75B0A-5725-439A-A782-1DD7A3F7BF10}" dt="2023-07-13T10:53:27.225" v="29" actId="47"/>
        <pc:sldMkLst>
          <pc:docMk/>
          <pc:sldMk cId="1884454528" sldId="319"/>
        </pc:sldMkLst>
      </pc:sldChg>
      <pc:sldChg chg="modSp mod">
        <pc:chgData name="Mohamed SALEM" userId="13f12703-f1ce-4b8b-924c-fe401988a08b" providerId="ADAL" clId="{E0A75B0A-5725-439A-A782-1DD7A3F7BF10}" dt="2023-07-14T10:17:45.416" v="1082" actId="1076"/>
        <pc:sldMkLst>
          <pc:docMk/>
          <pc:sldMk cId="1237851312" sldId="320"/>
        </pc:sldMkLst>
        <pc:spChg chg="mod">
          <ac:chgData name="Mohamed SALEM" userId="13f12703-f1ce-4b8b-924c-fe401988a08b" providerId="ADAL" clId="{E0A75B0A-5725-439A-A782-1DD7A3F7BF10}" dt="2023-07-14T10:17:40.829" v="1081" actId="208"/>
          <ac:spMkLst>
            <pc:docMk/>
            <pc:sldMk cId="1237851312" sldId="320"/>
            <ac:spMk id="9" creationId="{8A88FD57-E5D3-C556-2477-683567EC73BF}"/>
          </ac:spMkLst>
        </pc:spChg>
        <pc:picChg chg="mod">
          <ac:chgData name="Mohamed SALEM" userId="13f12703-f1ce-4b8b-924c-fe401988a08b" providerId="ADAL" clId="{E0A75B0A-5725-439A-A782-1DD7A3F7BF10}" dt="2023-07-14T10:17:45.416" v="1082" actId="1076"/>
          <ac:picMkLst>
            <pc:docMk/>
            <pc:sldMk cId="1237851312" sldId="320"/>
            <ac:picMk id="8" creationId="{70A90F58-3ABF-3DD7-A6EA-FC69AF058D54}"/>
          </ac:picMkLst>
        </pc:picChg>
      </pc:sldChg>
      <pc:sldChg chg="addSp delSp modSp mod">
        <pc:chgData name="Mohamed SALEM" userId="13f12703-f1ce-4b8b-924c-fe401988a08b" providerId="ADAL" clId="{E0A75B0A-5725-439A-A782-1DD7A3F7BF10}" dt="2023-07-14T08:25:00.381" v="954" actId="732"/>
        <pc:sldMkLst>
          <pc:docMk/>
          <pc:sldMk cId="1674716470" sldId="321"/>
        </pc:sldMkLst>
        <pc:spChg chg="add del">
          <ac:chgData name="Mohamed SALEM" userId="13f12703-f1ce-4b8b-924c-fe401988a08b" providerId="ADAL" clId="{E0A75B0A-5725-439A-A782-1DD7A3F7BF10}" dt="2023-07-14T07:53:12.363" v="899" actId="478"/>
          <ac:spMkLst>
            <pc:docMk/>
            <pc:sldMk cId="1674716470" sldId="321"/>
            <ac:spMk id="3" creationId="{45A38D2A-DD66-A767-0478-6B989A0705E8}"/>
          </ac:spMkLst>
        </pc:spChg>
        <pc:spChg chg="add mod">
          <ac:chgData name="Mohamed SALEM" userId="13f12703-f1ce-4b8b-924c-fe401988a08b" providerId="ADAL" clId="{E0A75B0A-5725-439A-A782-1DD7A3F7BF10}" dt="2023-07-14T08:23:56.230" v="936" actId="1076"/>
          <ac:spMkLst>
            <pc:docMk/>
            <pc:sldMk cId="1674716470" sldId="321"/>
            <ac:spMk id="4" creationId="{8187BD5D-5E44-D650-9D63-23F917E8919A}"/>
          </ac:spMkLst>
        </pc:spChg>
        <pc:spChg chg="add mod">
          <ac:chgData name="Mohamed SALEM" userId="13f12703-f1ce-4b8b-924c-fe401988a08b" providerId="ADAL" clId="{E0A75B0A-5725-439A-A782-1DD7A3F7BF10}" dt="2023-07-14T08:24:27.993" v="951" actId="1038"/>
          <ac:spMkLst>
            <pc:docMk/>
            <pc:sldMk cId="1674716470" sldId="321"/>
            <ac:spMk id="6" creationId="{8E1FD0D4-3ACF-F0B9-C558-681283CF05FA}"/>
          </ac:spMkLst>
        </pc:spChg>
        <pc:spChg chg="add del mod">
          <ac:chgData name="Mohamed SALEM" userId="13f12703-f1ce-4b8b-924c-fe401988a08b" providerId="ADAL" clId="{E0A75B0A-5725-439A-A782-1DD7A3F7BF10}" dt="2023-07-14T07:56:16.794" v="927" actId="478"/>
          <ac:spMkLst>
            <pc:docMk/>
            <pc:sldMk cId="1674716470" sldId="321"/>
            <ac:spMk id="7" creationId="{84AC5495-9C8E-3C0F-3C15-756BBD638E37}"/>
          </ac:spMkLst>
        </pc:spChg>
        <pc:spChg chg="add del">
          <ac:chgData name="Mohamed SALEM" userId="13f12703-f1ce-4b8b-924c-fe401988a08b" providerId="ADAL" clId="{E0A75B0A-5725-439A-A782-1DD7A3F7BF10}" dt="2023-07-14T07:56:36.162" v="929" actId="478"/>
          <ac:spMkLst>
            <pc:docMk/>
            <pc:sldMk cId="1674716470" sldId="321"/>
            <ac:spMk id="8" creationId="{B92C3893-26F1-0B89-AFBD-B58242F63C09}"/>
          </ac:spMkLst>
        </pc:spChg>
        <pc:spChg chg="add mod">
          <ac:chgData name="Mohamed SALEM" userId="13f12703-f1ce-4b8b-924c-fe401988a08b" providerId="ADAL" clId="{E0A75B0A-5725-439A-A782-1DD7A3F7BF10}" dt="2023-07-14T08:24:01.157" v="937" actId="1076"/>
          <ac:spMkLst>
            <pc:docMk/>
            <pc:sldMk cId="1674716470" sldId="321"/>
            <ac:spMk id="9" creationId="{5CD9F58D-B17B-5070-A239-D04DCF722D9A}"/>
          </ac:spMkLst>
        </pc:spChg>
        <pc:picChg chg="mod modCrop">
          <ac:chgData name="Mohamed SALEM" userId="13f12703-f1ce-4b8b-924c-fe401988a08b" providerId="ADAL" clId="{E0A75B0A-5725-439A-A782-1DD7A3F7BF10}" dt="2023-07-14T08:25:00.381" v="954" actId="732"/>
          <ac:picMkLst>
            <pc:docMk/>
            <pc:sldMk cId="1674716470" sldId="321"/>
            <ac:picMk id="5" creationId="{603EC272-4EE1-BFFB-60F7-722066784606}"/>
          </ac:picMkLst>
        </pc:picChg>
      </pc:sldChg>
      <pc:sldChg chg="modSp mod">
        <pc:chgData name="Mohamed SALEM" userId="13f12703-f1ce-4b8b-924c-fe401988a08b" providerId="ADAL" clId="{E0A75B0A-5725-439A-A782-1DD7A3F7BF10}" dt="2023-07-14T08:40:56.335" v="994" actId="14100"/>
        <pc:sldMkLst>
          <pc:docMk/>
          <pc:sldMk cId="1911260351" sldId="322"/>
        </pc:sldMkLst>
        <pc:spChg chg="mod">
          <ac:chgData name="Mohamed SALEM" userId="13f12703-f1ce-4b8b-924c-fe401988a08b" providerId="ADAL" clId="{E0A75B0A-5725-439A-A782-1DD7A3F7BF10}" dt="2023-07-14T08:40:56.335" v="994" actId="14100"/>
          <ac:spMkLst>
            <pc:docMk/>
            <pc:sldMk cId="1911260351" sldId="322"/>
            <ac:spMk id="3" creationId="{A42009B4-2A1B-CD50-BEFC-5171941AE6C5}"/>
          </ac:spMkLst>
        </pc:spChg>
      </pc:sldChg>
      <pc:sldChg chg="addSp delSp modSp new mod modClrScheme chgLayout">
        <pc:chgData name="Mohamed SALEM" userId="13f12703-f1ce-4b8b-924c-fe401988a08b" providerId="ADAL" clId="{E0A75B0A-5725-439A-A782-1DD7A3F7BF10}" dt="2023-07-14T07:50:45.356" v="897" actId="20577"/>
        <pc:sldMkLst>
          <pc:docMk/>
          <pc:sldMk cId="3086938220" sldId="323"/>
        </pc:sldMkLst>
        <pc:spChg chg="del mod ord">
          <ac:chgData name="Mohamed SALEM" userId="13f12703-f1ce-4b8b-924c-fe401988a08b" providerId="ADAL" clId="{E0A75B0A-5725-439A-A782-1DD7A3F7BF10}" dt="2023-07-14T07:50:23.352" v="877" actId="700"/>
          <ac:spMkLst>
            <pc:docMk/>
            <pc:sldMk cId="3086938220" sldId="323"/>
            <ac:spMk id="2" creationId="{B7AEAAE3-4F21-16B2-F752-1BB61D17038A}"/>
          </ac:spMkLst>
        </pc:spChg>
        <pc:spChg chg="del">
          <ac:chgData name="Mohamed SALEM" userId="13f12703-f1ce-4b8b-924c-fe401988a08b" providerId="ADAL" clId="{E0A75B0A-5725-439A-A782-1DD7A3F7BF10}" dt="2023-07-14T07:50:23.352" v="877" actId="700"/>
          <ac:spMkLst>
            <pc:docMk/>
            <pc:sldMk cId="3086938220" sldId="323"/>
            <ac:spMk id="3" creationId="{3A4FB7CA-B91B-2590-7E84-4F55CF0408A4}"/>
          </ac:spMkLst>
        </pc:spChg>
        <pc:spChg chg="add mod ord">
          <ac:chgData name="Mohamed SALEM" userId="13f12703-f1ce-4b8b-924c-fe401988a08b" providerId="ADAL" clId="{E0A75B0A-5725-439A-A782-1DD7A3F7BF10}" dt="2023-07-14T07:50:45.356" v="897" actId="20577"/>
          <ac:spMkLst>
            <pc:docMk/>
            <pc:sldMk cId="3086938220" sldId="323"/>
            <ac:spMk id="4" creationId="{3ECF8963-4DED-C55E-B926-36AA487C8500}"/>
          </ac:spMkLst>
        </pc:spChg>
      </pc:sldChg>
      <pc:sldChg chg="addSp modSp add mod modAnim addCm modCm">
        <pc:chgData name="Mohamed SALEM" userId="13f12703-f1ce-4b8b-924c-fe401988a08b" providerId="ADAL" clId="{E0A75B0A-5725-439A-A782-1DD7A3F7BF10}" dt="2023-07-14T13:00:00.780" v="1292" actId="14100"/>
        <pc:sldMkLst>
          <pc:docMk/>
          <pc:sldMk cId="584995391" sldId="324"/>
        </pc:sldMkLst>
        <pc:spChg chg="add mod">
          <ac:chgData name="Mohamed SALEM" userId="13f12703-f1ce-4b8b-924c-fe401988a08b" providerId="ADAL" clId="{E0A75B0A-5725-439A-A782-1DD7A3F7BF10}" dt="2023-07-14T08:29:09.096" v="970" actId="1076"/>
          <ac:spMkLst>
            <pc:docMk/>
            <pc:sldMk cId="584995391" sldId="324"/>
            <ac:spMk id="2" creationId="{318F71FA-7238-A99A-EC19-C254CF3212A1}"/>
          </ac:spMkLst>
        </pc:spChg>
        <pc:spChg chg="mod">
          <ac:chgData name="Mohamed SALEM" userId="13f12703-f1ce-4b8b-924c-fe401988a08b" providerId="ADAL" clId="{E0A75B0A-5725-439A-A782-1DD7A3F7BF10}" dt="2023-07-14T10:38:04.326" v="1143" actId="208"/>
          <ac:spMkLst>
            <pc:docMk/>
            <pc:sldMk cId="584995391" sldId="324"/>
            <ac:spMk id="3" creationId="{A42009B4-2A1B-CD50-BEFC-5171941AE6C5}"/>
          </ac:spMkLst>
        </pc:spChg>
        <pc:spChg chg="add mod">
          <ac:chgData name="Mohamed SALEM" userId="13f12703-f1ce-4b8b-924c-fe401988a08b" providerId="ADAL" clId="{E0A75B0A-5725-439A-A782-1DD7A3F7BF10}" dt="2023-07-14T10:37:57.430" v="1141" actId="208"/>
          <ac:spMkLst>
            <pc:docMk/>
            <pc:sldMk cId="584995391" sldId="324"/>
            <ac:spMk id="4" creationId="{D5242913-CE88-9748-E92C-3E4F0E57852D}"/>
          </ac:spMkLst>
        </pc:spChg>
        <pc:spChg chg="add mod">
          <ac:chgData name="Mohamed SALEM" userId="13f12703-f1ce-4b8b-924c-fe401988a08b" providerId="ADAL" clId="{E0A75B0A-5725-439A-A782-1DD7A3F7BF10}" dt="2023-07-14T08:49:59.490" v="1030" actId="208"/>
          <ac:spMkLst>
            <pc:docMk/>
            <pc:sldMk cId="584995391" sldId="324"/>
            <ac:spMk id="5" creationId="{376D1B6F-AC30-3654-22D1-B4F03C2C75A4}"/>
          </ac:spMkLst>
        </pc:spChg>
        <pc:spChg chg="add mod">
          <ac:chgData name="Mohamed SALEM" userId="13f12703-f1ce-4b8b-924c-fe401988a08b" providerId="ADAL" clId="{E0A75B0A-5725-439A-A782-1DD7A3F7BF10}" dt="2023-07-14T08:37:44.622" v="984" actId="1076"/>
          <ac:spMkLst>
            <pc:docMk/>
            <pc:sldMk cId="584995391" sldId="324"/>
            <ac:spMk id="7" creationId="{33DC40FD-1136-7FA9-C475-9D9121718C02}"/>
          </ac:spMkLst>
        </pc:spChg>
        <pc:spChg chg="add mod">
          <ac:chgData name="Mohamed SALEM" userId="13f12703-f1ce-4b8b-924c-fe401988a08b" providerId="ADAL" clId="{E0A75B0A-5725-439A-A782-1DD7A3F7BF10}" dt="2023-07-14T09:36:13.220" v="1067" actId="1035"/>
          <ac:spMkLst>
            <pc:docMk/>
            <pc:sldMk cId="584995391" sldId="324"/>
            <ac:spMk id="8" creationId="{B90A935F-0DFA-ADB9-48B2-73B776158A0A}"/>
          </ac:spMkLst>
        </pc:spChg>
        <pc:spChg chg="add mod">
          <ac:chgData name="Mohamed SALEM" userId="13f12703-f1ce-4b8b-924c-fe401988a08b" providerId="ADAL" clId="{E0A75B0A-5725-439A-A782-1DD7A3F7BF10}" dt="2023-07-14T13:00:00.780" v="1292" actId="14100"/>
          <ac:spMkLst>
            <pc:docMk/>
            <pc:sldMk cId="584995391" sldId="324"/>
            <ac:spMk id="10" creationId="{A12273C7-9671-F36A-E606-74B0CEBE0972}"/>
          </ac:spMkLst>
        </pc:spChg>
        <pc:picChg chg="mod">
          <ac:chgData name="Mohamed SALEM" userId="13f12703-f1ce-4b8b-924c-fe401988a08b" providerId="ADAL" clId="{E0A75B0A-5725-439A-A782-1DD7A3F7BF10}" dt="2023-07-14T08:38:22.861" v="991" actId="1076"/>
          <ac:picMkLst>
            <pc:docMk/>
            <pc:sldMk cId="584995391" sldId="324"/>
            <ac:picMk id="6" creationId="{708E7703-16F1-5A53-94DC-D2D05B422DBB}"/>
          </ac:picMkLst>
        </pc:picChg>
        <pc:picChg chg="mod">
          <ac:chgData name="Mohamed SALEM" userId="13f12703-f1ce-4b8b-924c-fe401988a08b" providerId="ADAL" clId="{E0A75B0A-5725-439A-A782-1DD7A3F7BF10}" dt="2023-07-14T09:36:13.928" v="1068" actId="1076"/>
          <ac:picMkLst>
            <pc:docMk/>
            <pc:sldMk cId="584995391" sldId="324"/>
            <ac:picMk id="12" creationId="{2B909285-CBA5-51C8-6DD5-24214AC6732D}"/>
          </ac:picMkLst>
        </pc:picChg>
        <pc:picChg chg="mod">
          <ac:chgData name="Mohamed SALEM" userId="13f12703-f1ce-4b8b-924c-fe401988a08b" providerId="ADAL" clId="{E0A75B0A-5725-439A-A782-1DD7A3F7BF10}" dt="2023-07-14T10:14:08.997" v="1072" actId="1076"/>
          <ac:picMkLst>
            <pc:docMk/>
            <pc:sldMk cId="584995391" sldId="324"/>
            <ac:picMk id="14" creationId="{22B103F7-FF4B-DBC8-5EBC-FACE83AF11F1}"/>
          </ac:picMkLst>
        </pc:picChg>
      </pc:sldChg>
      <pc:sldChg chg="addSp modSp new mod addCm delCm modCm">
        <pc:chgData name="Mohamed SALEM" userId="13f12703-f1ce-4b8b-924c-fe401988a08b" providerId="ADAL" clId="{E0A75B0A-5725-439A-A782-1DD7A3F7BF10}" dt="2023-07-14T10:47:28.832" v="1223" actId="1076"/>
        <pc:sldMkLst>
          <pc:docMk/>
          <pc:sldMk cId="2566885915" sldId="325"/>
        </pc:sldMkLst>
        <pc:spChg chg="mod">
          <ac:chgData name="Mohamed SALEM" userId="13f12703-f1ce-4b8b-924c-fe401988a08b" providerId="ADAL" clId="{E0A75B0A-5725-439A-A782-1DD7A3F7BF10}" dt="2023-07-14T08:41:38.570" v="1022" actId="20577"/>
          <ac:spMkLst>
            <pc:docMk/>
            <pc:sldMk cId="2566885915" sldId="325"/>
            <ac:spMk id="2" creationId="{A4444E68-B3E5-7E99-8E8F-BF47E2329A9F}"/>
          </ac:spMkLst>
        </pc:spChg>
        <pc:spChg chg="add mod">
          <ac:chgData name="Mohamed SALEM" userId="13f12703-f1ce-4b8b-924c-fe401988a08b" providerId="ADAL" clId="{E0A75B0A-5725-439A-A782-1DD7A3F7BF10}" dt="2023-07-14T10:45:52.293" v="1220" actId="1036"/>
          <ac:spMkLst>
            <pc:docMk/>
            <pc:sldMk cId="2566885915" sldId="325"/>
            <ac:spMk id="4" creationId="{072D0C57-2C19-A30F-0C53-2EA29138166C}"/>
          </ac:spMkLst>
        </pc:spChg>
        <pc:spChg chg="add mod">
          <ac:chgData name="Mohamed SALEM" userId="13f12703-f1ce-4b8b-924c-fe401988a08b" providerId="ADAL" clId="{E0A75B0A-5725-439A-A782-1DD7A3F7BF10}" dt="2023-07-14T10:47:28.832" v="1223" actId="1076"/>
          <ac:spMkLst>
            <pc:docMk/>
            <pc:sldMk cId="2566885915" sldId="325"/>
            <ac:spMk id="6" creationId="{907C91D2-5089-C86A-A5F5-9A2E6B7347C8}"/>
          </ac:spMkLst>
        </pc:spChg>
      </pc:sldChg>
      <pc:sldChg chg="addSp modSp new mod ord">
        <pc:chgData name="Mohamed SALEM" userId="13f12703-f1ce-4b8b-924c-fe401988a08b" providerId="ADAL" clId="{E0A75B0A-5725-439A-A782-1DD7A3F7BF10}" dt="2023-07-14T12:59:06.491" v="1284" actId="208"/>
        <pc:sldMkLst>
          <pc:docMk/>
          <pc:sldMk cId="840639942" sldId="326"/>
        </pc:sldMkLst>
        <pc:spChg chg="add mod">
          <ac:chgData name="Mohamed SALEM" userId="13f12703-f1ce-4b8b-924c-fe401988a08b" providerId="ADAL" clId="{E0A75B0A-5725-439A-A782-1DD7A3F7BF10}" dt="2023-07-14T10:24:18.603" v="1086" actId="14100"/>
          <ac:spMkLst>
            <pc:docMk/>
            <pc:sldMk cId="840639942" sldId="326"/>
            <ac:spMk id="4" creationId="{4DE524AF-D753-5646-7668-8B2E4ABF5BA5}"/>
          </ac:spMkLst>
        </pc:spChg>
        <pc:spChg chg="mod">
          <ac:chgData name="Mohamed SALEM" userId="13f12703-f1ce-4b8b-924c-fe401988a08b" providerId="ADAL" clId="{E0A75B0A-5725-439A-A782-1DD7A3F7BF10}" dt="2023-07-14T10:30:27.462" v="1107" actId="208"/>
          <ac:spMkLst>
            <pc:docMk/>
            <pc:sldMk cId="840639942" sldId="326"/>
            <ac:spMk id="6" creationId="{85CEA327-1895-55AF-12A3-BE074BE276B2}"/>
          </ac:spMkLst>
        </pc:spChg>
        <pc:spChg chg="mod">
          <ac:chgData name="Mohamed SALEM" userId="13f12703-f1ce-4b8b-924c-fe401988a08b" providerId="ADAL" clId="{E0A75B0A-5725-439A-A782-1DD7A3F7BF10}" dt="2023-07-14T10:30:19.812" v="1106" actId="1036"/>
          <ac:spMkLst>
            <pc:docMk/>
            <pc:sldMk cId="840639942" sldId="326"/>
            <ac:spMk id="10" creationId="{65B9117B-7C33-04D8-7EFA-4626FE586D9C}"/>
          </ac:spMkLst>
        </pc:spChg>
        <pc:spChg chg="add">
          <ac:chgData name="Mohamed SALEM" userId="13f12703-f1ce-4b8b-924c-fe401988a08b" providerId="ADAL" clId="{E0A75B0A-5725-439A-A782-1DD7A3F7BF10}" dt="2023-07-14T10:28:45.601" v="1090" actId="11529"/>
          <ac:spMkLst>
            <pc:docMk/>
            <pc:sldMk cId="840639942" sldId="326"/>
            <ac:spMk id="13" creationId="{BD58F54F-6F31-B927-2425-10EBA0AA4E47}"/>
          </ac:spMkLst>
        </pc:spChg>
        <pc:spChg chg="add mod">
          <ac:chgData name="Mohamed SALEM" userId="13f12703-f1ce-4b8b-924c-fe401988a08b" providerId="ADAL" clId="{E0A75B0A-5725-439A-A782-1DD7A3F7BF10}" dt="2023-07-14T10:36:49.726" v="1139" actId="1036"/>
          <ac:spMkLst>
            <pc:docMk/>
            <pc:sldMk cId="840639942" sldId="326"/>
            <ac:spMk id="14" creationId="{8489DD7A-1C7C-CC13-3E81-196390B6B5F8}"/>
          </ac:spMkLst>
        </pc:spChg>
        <pc:spChg chg="add mod">
          <ac:chgData name="Mohamed SALEM" userId="13f12703-f1ce-4b8b-924c-fe401988a08b" providerId="ADAL" clId="{E0A75B0A-5725-439A-A782-1DD7A3F7BF10}" dt="2023-07-14T12:59:06.491" v="1284" actId="208"/>
          <ac:spMkLst>
            <pc:docMk/>
            <pc:sldMk cId="840639942" sldId="326"/>
            <ac:spMk id="15" creationId="{62EBE12C-B7A2-7F61-9C1C-2EF5F2FE4A89}"/>
          </ac:spMkLst>
        </pc:spChg>
        <pc:spChg chg="add mod">
          <ac:chgData name="Mohamed SALEM" userId="13f12703-f1ce-4b8b-924c-fe401988a08b" providerId="ADAL" clId="{E0A75B0A-5725-439A-A782-1DD7A3F7BF10}" dt="2023-07-14T10:41:59.061" v="1151" actId="14100"/>
          <ac:spMkLst>
            <pc:docMk/>
            <pc:sldMk cId="840639942" sldId="326"/>
            <ac:spMk id="16" creationId="{74A6FACF-A3A3-67A6-8020-34549852AD76}"/>
          </ac:spMkLst>
        </pc:spChg>
        <pc:picChg chg="mod">
          <ac:chgData name="Mohamed SALEM" userId="13f12703-f1ce-4b8b-924c-fe401988a08b" providerId="ADAL" clId="{E0A75B0A-5725-439A-A782-1DD7A3F7BF10}" dt="2023-07-14T10:30:54.851" v="1131" actId="1035"/>
          <ac:picMkLst>
            <pc:docMk/>
            <pc:sldMk cId="840639942" sldId="326"/>
            <ac:picMk id="5" creationId="{C60F0F0E-2817-2F76-BD36-04875EB0BA48}"/>
          </ac:picMkLst>
        </pc:picChg>
      </pc:sldChg>
      <pc:sldChg chg="delSp modSp add mod">
        <pc:chgData name="Mohamed SALEM" userId="13f12703-f1ce-4b8b-924c-fe401988a08b" providerId="ADAL" clId="{E0A75B0A-5725-439A-A782-1DD7A3F7BF10}" dt="2023-07-14T08:48:56.007" v="1028" actId="1076"/>
        <pc:sldMkLst>
          <pc:docMk/>
          <pc:sldMk cId="3321794201" sldId="326"/>
        </pc:sldMkLst>
        <pc:spChg chg="mod">
          <ac:chgData name="Mohamed SALEM" userId="13f12703-f1ce-4b8b-924c-fe401988a08b" providerId="ADAL" clId="{E0A75B0A-5725-439A-A782-1DD7A3F7BF10}" dt="2023-07-14T08:48:56.007" v="1028" actId="1076"/>
          <ac:spMkLst>
            <pc:docMk/>
            <pc:sldMk cId="3321794201" sldId="326"/>
            <ac:spMk id="2" creationId="{9BC5AE11-0425-B274-DD68-031B5EC8452B}"/>
          </ac:spMkLst>
        </pc:spChg>
        <pc:picChg chg="del">
          <ac:chgData name="Mohamed SALEM" userId="13f12703-f1ce-4b8b-924c-fe401988a08b" providerId="ADAL" clId="{E0A75B0A-5725-439A-A782-1DD7A3F7BF10}" dt="2023-07-14T08:45:18.924" v="1025" actId="478"/>
          <ac:picMkLst>
            <pc:docMk/>
            <pc:sldMk cId="3321794201" sldId="326"/>
            <ac:picMk id="4" creationId="{18CF50AC-7910-2088-8ABF-DED854244741}"/>
          </ac:picMkLst>
        </pc:picChg>
      </pc:sldChg>
      <pc:sldChg chg="modSp new mod addCm delCm">
        <pc:chgData name="Mohamed SALEM" userId="13f12703-f1ce-4b8b-924c-fe401988a08b" providerId="ADAL" clId="{E0A75B0A-5725-439A-A782-1DD7A3F7BF10}" dt="2023-07-14T11:02:42.265" v="1270"/>
        <pc:sldMkLst>
          <pc:docMk/>
          <pc:sldMk cId="69835" sldId="327"/>
        </pc:sldMkLst>
        <pc:spChg chg="mod">
          <ac:chgData name="Mohamed SALEM" userId="13f12703-f1ce-4b8b-924c-fe401988a08b" providerId="ADAL" clId="{E0A75B0A-5725-439A-A782-1DD7A3F7BF10}" dt="2023-07-14T11:02:33.720" v="1269" actId="20577"/>
          <ac:spMkLst>
            <pc:docMk/>
            <pc:sldMk cId="69835" sldId="327"/>
            <ac:spMk id="2" creationId="{FCD16E23-B95D-E373-6EDB-2C8510CBEE16}"/>
          </ac:spMkLst>
        </pc:spChg>
      </pc:sldChg>
      <pc:sldChg chg="addSp delSp modSp new mod modClrScheme chgLayout">
        <pc:chgData name="Mohamed SALEM" userId="13f12703-f1ce-4b8b-924c-fe401988a08b" providerId="ADAL" clId="{E0A75B0A-5725-439A-A782-1DD7A3F7BF10}" dt="2023-07-14T12:58:02.629" v="1283" actId="20577"/>
        <pc:sldMkLst>
          <pc:docMk/>
          <pc:sldMk cId="1824988097" sldId="328"/>
        </pc:sldMkLst>
        <pc:spChg chg="del mod ord">
          <ac:chgData name="Mohamed SALEM" userId="13f12703-f1ce-4b8b-924c-fe401988a08b" providerId="ADAL" clId="{E0A75B0A-5725-439A-A782-1DD7A3F7BF10}" dt="2023-07-14T12:57:58.952" v="1274" actId="700"/>
          <ac:spMkLst>
            <pc:docMk/>
            <pc:sldMk cId="1824988097" sldId="328"/>
            <ac:spMk id="2" creationId="{94717A3B-DD0E-DCEA-6EE2-2DB3D6F8D0E5}"/>
          </ac:spMkLst>
        </pc:spChg>
        <pc:spChg chg="del">
          <ac:chgData name="Mohamed SALEM" userId="13f12703-f1ce-4b8b-924c-fe401988a08b" providerId="ADAL" clId="{E0A75B0A-5725-439A-A782-1DD7A3F7BF10}" dt="2023-07-14T12:57:58.952" v="1274" actId="700"/>
          <ac:spMkLst>
            <pc:docMk/>
            <pc:sldMk cId="1824988097" sldId="328"/>
            <ac:spMk id="3" creationId="{CBDE2DF2-8732-3E83-7711-2F9906D3D855}"/>
          </ac:spMkLst>
        </pc:spChg>
        <pc:spChg chg="add mod ord">
          <ac:chgData name="Mohamed SALEM" userId="13f12703-f1ce-4b8b-924c-fe401988a08b" providerId="ADAL" clId="{E0A75B0A-5725-439A-A782-1DD7A3F7BF10}" dt="2023-07-14T12:58:02.629" v="1283" actId="20577"/>
          <ac:spMkLst>
            <pc:docMk/>
            <pc:sldMk cId="1824988097" sldId="328"/>
            <ac:spMk id="4" creationId="{1F5FE424-DDE7-5EA9-4990-570BBC9DFBB1}"/>
          </ac:spMkLst>
        </pc:spChg>
      </pc:sldChg>
    </pc:docChg>
  </pc:docChgLst>
  <pc:docChgLst>
    <pc:chgData name="Nicole WU" userId="4cf90142-5117-41df-a92b-6216d87bdf3c" providerId="ADAL" clId="{77006950-D755-994D-A2CE-F504B6B80713}"/>
    <pc:docChg chg="undo redo custSel addSld delSld modSld sldOrd modSection">
      <pc:chgData name="Nicole WU" userId="4cf90142-5117-41df-a92b-6216d87bdf3c" providerId="ADAL" clId="{77006950-D755-994D-A2CE-F504B6B80713}" dt="2023-10-10T14:38:21.856" v="1140"/>
      <pc:docMkLst>
        <pc:docMk/>
      </pc:docMkLst>
      <pc:sldChg chg="modSp mod ord">
        <pc:chgData name="Nicole WU" userId="4cf90142-5117-41df-a92b-6216d87bdf3c" providerId="ADAL" clId="{77006950-D755-994D-A2CE-F504B6B80713}" dt="2023-10-10T12:47:11.747" v="278" actId="20578"/>
        <pc:sldMkLst>
          <pc:docMk/>
          <pc:sldMk cId="3545166311" sldId="283"/>
        </pc:sldMkLst>
        <pc:spChg chg="mod">
          <ac:chgData name="Nicole WU" userId="4cf90142-5117-41df-a92b-6216d87bdf3c" providerId="ADAL" clId="{77006950-D755-994D-A2CE-F504B6B80713}" dt="2023-10-10T12:30:52.177" v="8" actId="120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Nicole WU" userId="4cf90142-5117-41df-a92b-6216d87bdf3c" providerId="ADAL" clId="{77006950-D755-994D-A2CE-F504B6B80713}" dt="2023-10-10T12:30:54.798" v="9" actId="120"/>
          <ac:spMkLst>
            <pc:docMk/>
            <pc:sldMk cId="3545166311" sldId="283"/>
            <ac:spMk id="3" creationId="{00000000-0000-0000-0000-000000000000}"/>
          </ac:spMkLst>
        </pc:spChg>
        <pc:spChg chg="mod">
          <ac:chgData name="Nicole WU" userId="4cf90142-5117-41df-a92b-6216d87bdf3c" providerId="ADAL" clId="{77006950-D755-994D-A2CE-F504B6B80713}" dt="2023-10-10T12:31:10.818" v="31" actId="20577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">
        <pc:chgData name="Nicole WU" userId="4cf90142-5117-41df-a92b-6216d87bdf3c" providerId="ADAL" clId="{77006950-D755-994D-A2CE-F504B6B80713}" dt="2023-10-10T13:38:26.908" v="940"/>
        <pc:sldMkLst>
          <pc:docMk/>
          <pc:sldMk cId="1390366204" sldId="286"/>
        </pc:sldMkLst>
        <pc:spChg chg="mod">
          <ac:chgData name="Nicole WU" userId="4cf90142-5117-41df-a92b-6216d87bdf3c" providerId="ADAL" clId="{77006950-D755-994D-A2CE-F504B6B80713}" dt="2023-10-10T12:32:23.816" v="53" actId="1076"/>
          <ac:spMkLst>
            <pc:docMk/>
            <pc:sldMk cId="1390366204" sldId="286"/>
            <ac:spMk id="5" creationId="{7E44B879-13DF-B1BE-7393-04AE90432AD3}"/>
          </ac:spMkLst>
        </pc:spChg>
        <pc:graphicFrameChg chg="mod modGraphic">
          <ac:chgData name="Nicole WU" userId="4cf90142-5117-41df-a92b-6216d87bdf3c" providerId="ADAL" clId="{77006950-D755-994D-A2CE-F504B6B80713}" dt="2023-10-10T13:38:26.908" v="940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modSp mod">
        <pc:chgData name="Nicole WU" userId="4cf90142-5117-41df-a92b-6216d87bdf3c" providerId="ADAL" clId="{77006950-D755-994D-A2CE-F504B6B80713}" dt="2023-10-10T12:43:41.187" v="236" actId="14100"/>
        <pc:sldMkLst>
          <pc:docMk/>
          <pc:sldMk cId="2571662685" sldId="296"/>
        </pc:sldMkLst>
        <pc:spChg chg="mod">
          <ac:chgData name="Nicole WU" userId="4cf90142-5117-41df-a92b-6216d87bdf3c" providerId="ADAL" clId="{77006950-D755-994D-A2CE-F504B6B80713}" dt="2023-10-10T12:42:12.145" v="227" actId="14100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Nicole WU" userId="4cf90142-5117-41df-a92b-6216d87bdf3c" providerId="ADAL" clId="{77006950-D755-994D-A2CE-F504B6B80713}" dt="2023-10-10T12:43:41.187" v="236" actId="14100"/>
          <ac:spMkLst>
            <pc:docMk/>
            <pc:sldMk cId="2571662685" sldId="296"/>
            <ac:spMk id="3" creationId="{63505D0D-7CB2-2242-BE0E-B72CE5E5E8F7}"/>
          </ac:spMkLst>
        </pc:spChg>
      </pc:sldChg>
      <pc:sldChg chg="addSp modSp mod">
        <pc:chgData name="Nicole WU" userId="4cf90142-5117-41df-a92b-6216d87bdf3c" providerId="ADAL" clId="{77006950-D755-994D-A2CE-F504B6B80713}" dt="2023-10-10T13:17:03.841" v="634" actId="113"/>
        <pc:sldMkLst>
          <pc:docMk/>
          <pc:sldMk cId="475964468" sldId="310"/>
        </pc:sldMkLst>
        <pc:spChg chg="mod">
          <ac:chgData name="Nicole WU" userId="4cf90142-5117-41df-a92b-6216d87bdf3c" providerId="ADAL" clId="{77006950-D755-994D-A2CE-F504B6B80713}" dt="2023-10-10T12:46:56.236" v="275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Nicole WU" userId="4cf90142-5117-41df-a92b-6216d87bdf3c" providerId="ADAL" clId="{77006950-D755-994D-A2CE-F504B6B80713}" dt="2023-10-10T12:46:44.265" v="270" actId="113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Nicole WU" userId="4cf90142-5117-41df-a92b-6216d87bdf3c" providerId="ADAL" clId="{77006950-D755-994D-A2CE-F504B6B80713}" dt="2023-10-10T12:46:46.602" v="271" actId="113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Nicole WU" userId="4cf90142-5117-41df-a92b-6216d87bdf3c" providerId="ADAL" clId="{77006950-D755-994D-A2CE-F504B6B80713}" dt="2023-10-10T12:46:28.415" v="267" actId="1076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Nicole WU" userId="4cf90142-5117-41df-a92b-6216d87bdf3c" providerId="ADAL" clId="{77006950-D755-994D-A2CE-F504B6B80713}" dt="2023-10-10T12:44:49.432" v="247" actId="1076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Nicole WU" userId="4cf90142-5117-41df-a92b-6216d87bdf3c" providerId="ADAL" clId="{77006950-D755-994D-A2CE-F504B6B80713}" dt="2023-10-10T12:46:49.071" v="272" actId="113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Nicole WU" userId="4cf90142-5117-41df-a92b-6216d87bdf3c" providerId="ADAL" clId="{77006950-D755-994D-A2CE-F504B6B80713}" dt="2023-10-10T12:46:51.295" v="273" actId="113"/>
          <ac:spMkLst>
            <pc:docMk/>
            <pc:sldMk cId="475964468" sldId="310"/>
            <ac:spMk id="18" creationId="{D18ED16F-1385-C386-3999-5DBC532DC256}"/>
          </ac:spMkLst>
        </pc:spChg>
        <pc:spChg chg="mod">
          <ac:chgData name="Nicole WU" userId="4cf90142-5117-41df-a92b-6216d87bdf3c" providerId="ADAL" clId="{77006950-D755-994D-A2CE-F504B6B80713}" dt="2023-10-10T12:46:23.853" v="264" actId="1076"/>
          <ac:spMkLst>
            <pc:docMk/>
            <pc:sldMk cId="475964468" sldId="310"/>
            <ac:spMk id="25" creationId="{D4F18B0C-7E08-2DFA-2D85-1A2DF7C9DBE4}"/>
          </ac:spMkLst>
        </pc:spChg>
        <pc:spChg chg="mod">
          <ac:chgData name="Nicole WU" userId="4cf90142-5117-41df-a92b-6216d87bdf3c" providerId="ADAL" clId="{77006950-D755-994D-A2CE-F504B6B80713}" dt="2023-10-10T13:17:03.841" v="634" actId="113"/>
          <ac:spMkLst>
            <pc:docMk/>
            <pc:sldMk cId="475964468" sldId="310"/>
            <ac:spMk id="34" creationId="{CC10B166-C624-C74D-55EB-337080D15D3D}"/>
          </ac:spMkLst>
        </pc:spChg>
        <pc:spChg chg="mod">
          <ac:chgData name="Nicole WU" userId="4cf90142-5117-41df-a92b-6216d87bdf3c" providerId="ADAL" clId="{77006950-D755-994D-A2CE-F504B6B80713}" dt="2023-10-10T13:17:01.442" v="633" actId="113"/>
          <ac:spMkLst>
            <pc:docMk/>
            <pc:sldMk cId="475964468" sldId="310"/>
            <ac:spMk id="35" creationId="{B97E7E15-B4A1-E60F-1DC3-8A4905028DD8}"/>
          </ac:spMkLst>
        </pc:spChg>
        <pc:grpChg chg="add mod">
          <ac:chgData name="Nicole WU" userId="4cf90142-5117-41df-a92b-6216d87bdf3c" providerId="ADAL" clId="{77006950-D755-994D-A2CE-F504B6B80713}" dt="2023-10-10T12:45:28.276" v="254" actId="1076"/>
          <ac:grpSpMkLst>
            <pc:docMk/>
            <pc:sldMk cId="475964468" sldId="310"/>
            <ac:grpSpMk id="12" creationId="{85E2DAA7-5DBC-B96B-EF30-53E608FAC5A7}"/>
          </ac:grpSpMkLst>
        </pc:grpChg>
        <pc:grpChg chg="add mod">
          <ac:chgData name="Nicole WU" userId="4cf90142-5117-41df-a92b-6216d87bdf3c" providerId="ADAL" clId="{77006950-D755-994D-A2CE-F504B6B80713}" dt="2023-10-10T12:45:46.266" v="259" actId="14100"/>
          <ac:grpSpMkLst>
            <pc:docMk/>
            <pc:sldMk cId="475964468" sldId="310"/>
            <ac:grpSpMk id="14" creationId="{059EBAA2-DCB2-1066-C49D-16416B1BE106}"/>
          </ac:grpSpMkLst>
        </pc:grpChg>
        <pc:grpChg chg="add mod">
          <ac:chgData name="Nicole WU" userId="4cf90142-5117-41df-a92b-6216d87bdf3c" providerId="ADAL" clId="{77006950-D755-994D-A2CE-F504B6B80713}" dt="2023-10-10T12:46:02.712" v="261" actId="1076"/>
          <ac:grpSpMkLst>
            <pc:docMk/>
            <pc:sldMk cId="475964468" sldId="310"/>
            <ac:grpSpMk id="15" creationId="{0BEE7676-0C97-5601-EDF9-F44557AC3417}"/>
          </ac:grpSpMkLst>
        </pc:grpChg>
        <pc:cxnChg chg="mod">
          <ac:chgData name="Nicole WU" userId="4cf90142-5117-41df-a92b-6216d87bdf3c" providerId="ADAL" clId="{77006950-D755-994D-A2CE-F504B6B80713}" dt="2023-10-10T12:46:23.853" v="264" actId="1076"/>
          <ac:cxnSpMkLst>
            <pc:docMk/>
            <pc:sldMk cId="475964468" sldId="310"/>
            <ac:cxnSpMk id="20" creationId="{4BD0F997-4148-528C-D6B2-9C613B3C7706}"/>
          </ac:cxnSpMkLst>
        </pc:cxnChg>
        <pc:cxnChg chg="mod">
          <ac:chgData name="Nicole WU" userId="4cf90142-5117-41df-a92b-6216d87bdf3c" providerId="ADAL" clId="{77006950-D755-994D-A2CE-F504B6B80713}" dt="2023-10-10T12:46:28.415" v="267" actId="1076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modSp mod">
        <pc:chgData name="Nicole WU" userId="4cf90142-5117-41df-a92b-6216d87bdf3c" providerId="ADAL" clId="{77006950-D755-994D-A2CE-F504B6B80713}" dt="2023-10-10T12:44:23.854" v="242" actId="948"/>
        <pc:sldMkLst>
          <pc:docMk/>
          <pc:sldMk cId="2986976553" sldId="311"/>
        </pc:sldMkLst>
        <pc:spChg chg="mod">
          <ac:chgData name="Nicole WU" userId="4cf90142-5117-41df-a92b-6216d87bdf3c" providerId="ADAL" clId="{77006950-D755-994D-A2CE-F504B6B80713}" dt="2023-10-10T12:42:17.831" v="228" actId="14100"/>
          <ac:spMkLst>
            <pc:docMk/>
            <pc:sldMk cId="2986976553" sldId="311"/>
            <ac:spMk id="2" creationId="{F029B89D-5416-48E5-81EA-436AE51F041C}"/>
          </ac:spMkLst>
        </pc:spChg>
        <pc:spChg chg="mod">
          <ac:chgData name="Nicole WU" userId="4cf90142-5117-41df-a92b-6216d87bdf3c" providerId="ADAL" clId="{77006950-D755-994D-A2CE-F504B6B80713}" dt="2023-10-10T12:44:23.854" v="242" actId="948"/>
          <ac:spMkLst>
            <pc:docMk/>
            <pc:sldMk cId="2986976553" sldId="311"/>
            <ac:spMk id="6" creationId="{C77D6C2F-AC0C-CDE5-6C26-DEC4BD426D97}"/>
          </ac:spMkLst>
        </pc:spChg>
        <pc:picChg chg="mod">
          <ac:chgData name="Nicole WU" userId="4cf90142-5117-41df-a92b-6216d87bdf3c" providerId="ADAL" clId="{77006950-D755-994D-A2CE-F504B6B80713}" dt="2023-10-10T12:41:43.874" v="222" actId="14100"/>
          <ac:picMkLst>
            <pc:docMk/>
            <pc:sldMk cId="2986976553" sldId="311"/>
            <ac:picMk id="8" creationId="{9F548F5E-1645-A988-92FC-24A524438847}"/>
          </ac:picMkLst>
        </pc:picChg>
      </pc:sldChg>
      <pc:sldChg chg="addSp delSp modSp mod">
        <pc:chgData name="Nicole WU" userId="4cf90142-5117-41df-a92b-6216d87bdf3c" providerId="ADAL" clId="{77006950-D755-994D-A2CE-F504B6B80713}" dt="2023-10-10T13:40:59.310" v="965" actId="1076"/>
        <pc:sldMkLst>
          <pc:docMk/>
          <pc:sldMk cId="763011548" sldId="318"/>
        </pc:sldMkLst>
        <pc:spChg chg="add mod">
          <ac:chgData name="Nicole WU" userId="4cf90142-5117-41df-a92b-6216d87bdf3c" providerId="ADAL" clId="{77006950-D755-994D-A2CE-F504B6B80713}" dt="2023-10-10T13:40:59.310" v="965" actId="1076"/>
          <ac:spMkLst>
            <pc:docMk/>
            <pc:sldMk cId="763011548" sldId="318"/>
            <ac:spMk id="2" creationId="{BC54429D-6069-8A61-A969-B9E725D3DFB8}"/>
          </ac:spMkLst>
        </pc:spChg>
        <pc:spChg chg="mod">
          <ac:chgData name="Nicole WU" userId="4cf90142-5117-41df-a92b-6216d87bdf3c" providerId="ADAL" clId="{77006950-D755-994D-A2CE-F504B6B80713}" dt="2023-10-10T13:08:48.934" v="603" actId="1076"/>
          <ac:spMkLst>
            <pc:docMk/>
            <pc:sldMk cId="763011548" sldId="318"/>
            <ac:spMk id="4" creationId="{BB2688DA-168E-75F7-5ADE-A4153ECC1038}"/>
          </ac:spMkLst>
        </pc:spChg>
        <pc:spChg chg="del">
          <ac:chgData name="Nicole WU" userId="4cf90142-5117-41df-a92b-6216d87bdf3c" providerId="ADAL" clId="{77006950-D755-994D-A2CE-F504B6B80713}" dt="2023-10-10T13:40:56.667" v="963" actId="478"/>
          <ac:spMkLst>
            <pc:docMk/>
            <pc:sldMk cId="763011548" sldId="318"/>
            <ac:spMk id="5" creationId="{9A45ACDE-04B1-008D-1383-EFDD7DE26784}"/>
          </ac:spMkLst>
        </pc:spChg>
        <pc:graphicFrameChg chg="mod modGraphic">
          <ac:chgData name="Nicole WU" userId="4cf90142-5117-41df-a92b-6216d87bdf3c" providerId="ADAL" clId="{77006950-D755-994D-A2CE-F504B6B80713}" dt="2023-10-10T13:24:47.837" v="750" actId="404"/>
          <ac:graphicFrameMkLst>
            <pc:docMk/>
            <pc:sldMk cId="763011548" sldId="318"/>
            <ac:graphicFrameMk id="3" creationId="{DA2ED49B-1A38-F4BD-C4D5-2BE2DDE09820}"/>
          </ac:graphicFrameMkLst>
        </pc:graphicFrameChg>
      </pc:sldChg>
      <pc:sldChg chg="addSp delSp modSp mod ord">
        <pc:chgData name="Nicole WU" userId="4cf90142-5117-41df-a92b-6216d87bdf3c" providerId="ADAL" clId="{77006950-D755-994D-A2CE-F504B6B80713}" dt="2023-10-10T13:39:40.216" v="952" actId="1076"/>
        <pc:sldMkLst>
          <pc:docMk/>
          <pc:sldMk cId="1237851312" sldId="320"/>
        </pc:sldMkLst>
        <pc:spChg chg="mod">
          <ac:chgData name="Nicole WU" userId="4cf90142-5117-41df-a92b-6216d87bdf3c" providerId="ADAL" clId="{77006950-D755-994D-A2CE-F504B6B80713}" dt="2023-10-10T13:18:53.950" v="660" actId="14100"/>
          <ac:spMkLst>
            <pc:docMk/>
            <pc:sldMk cId="1237851312" sldId="320"/>
            <ac:spMk id="2" creationId="{7F999FF3-0E37-AD51-18F7-3D20C12981BD}"/>
          </ac:spMkLst>
        </pc:spChg>
        <pc:spChg chg="add del mod">
          <ac:chgData name="Nicole WU" userId="4cf90142-5117-41df-a92b-6216d87bdf3c" providerId="ADAL" clId="{77006950-D755-994D-A2CE-F504B6B80713}" dt="2023-10-10T12:51:30.438" v="327"/>
          <ac:spMkLst>
            <pc:docMk/>
            <pc:sldMk cId="1237851312" sldId="320"/>
            <ac:spMk id="5" creationId="{8A6E81FF-D448-4944-F938-F0BABE71E620}"/>
          </ac:spMkLst>
        </pc:spChg>
        <pc:spChg chg="add del">
          <ac:chgData name="Nicole WU" userId="4cf90142-5117-41df-a92b-6216d87bdf3c" providerId="ADAL" clId="{77006950-D755-994D-A2CE-F504B6B80713}" dt="2023-10-10T12:54:30.812" v="335" actId="478"/>
          <ac:spMkLst>
            <pc:docMk/>
            <pc:sldMk cId="1237851312" sldId="320"/>
            <ac:spMk id="9" creationId="{8A88FD57-E5D3-C556-2477-683567EC73BF}"/>
          </ac:spMkLst>
        </pc:spChg>
        <pc:spChg chg="add mod">
          <ac:chgData name="Nicole WU" userId="4cf90142-5117-41df-a92b-6216d87bdf3c" providerId="ADAL" clId="{77006950-D755-994D-A2CE-F504B6B80713}" dt="2023-10-10T13:39:40.216" v="952" actId="1076"/>
          <ac:spMkLst>
            <pc:docMk/>
            <pc:sldMk cId="1237851312" sldId="320"/>
            <ac:spMk id="12" creationId="{78F8510D-4F5B-1C05-9E49-E3797DA58C4A}"/>
          </ac:spMkLst>
        </pc:spChg>
        <pc:graphicFrameChg chg="add del mod">
          <ac:chgData name="Nicole WU" userId="4cf90142-5117-41df-a92b-6216d87bdf3c" providerId="ADAL" clId="{77006950-D755-994D-A2CE-F504B6B80713}" dt="2023-10-10T12:51:19.948" v="320"/>
          <ac:graphicFrameMkLst>
            <pc:docMk/>
            <pc:sldMk cId="1237851312" sldId="320"/>
            <ac:graphicFrameMk id="6" creationId="{C35FA15E-6912-7A88-5DB7-1A7CDB4527A6}"/>
          </ac:graphicFrameMkLst>
        </pc:graphicFrameChg>
        <pc:graphicFrameChg chg="add del mod">
          <ac:chgData name="Nicole WU" userId="4cf90142-5117-41df-a92b-6216d87bdf3c" providerId="ADAL" clId="{77006950-D755-994D-A2CE-F504B6B80713}" dt="2023-10-10T12:51:24.666" v="324"/>
          <ac:graphicFrameMkLst>
            <pc:docMk/>
            <pc:sldMk cId="1237851312" sldId="320"/>
            <ac:graphicFrameMk id="7" creationId="{C0B7B170-78C2-39A3-45C8-C09E75A0BD58}"/>
          </ac:graphicFrameMkLst>
        </pc:graphicFrameChg>
        <pc:graphicFrameChg chg="add del mod ord modGraphic">
          <ac:chgData name="Nicole WU" userId="4cf90142-5117-41df-a92b-6216d87bdf3c" providerId="ADAL" clId="{77006950-D755-994D-A2CE-F504B6B80713}" dt="2023-10-10T12:51:28.859" v="326" actId="3680"/>
          <ac:graphicFrameMkLst>
            <pc:docMk/>
            <pc:sldMk cId="1237851312" sldId="320"/>
            <ac:graphicFrameMk id="10" creationId="{CAA3B87A-5659-633B-CAC6-23D68CB39670}"/>
          </ac:graphicFrameMkLst>
        </pc:graphicFrameChg>
        <pc:graphicFrameChg chg="add mod modGraphic">
          <ac:chgData name="Nicole WU" userId="4cf90142-5117-41df-a92b-6216d87bdf3c" providerId="ADAL" clId="{77006950-D755-994D-A2CE-F504B6B80713}" dt="2023-10-10T13:37:07.555" v="913" actId="113"/>
          <ac:graphicFrameMkLst>
            <pc:docMk/>
            <pc:sldMk cId="1237851312" sldId="320"/>
            <ac:graphicFrameMk id="11" creationId="{AB895958-F1DD-9FAC-D58D-B6234CC9C4DB}"/>
          </ac:graphicFrameMkLst>
        </pc:graphicFrameChg>
        <pc:picChg chg="del">
          <ac:chgData name="Nicole WU" userId="4cf90142-5117-41df-a92b-6216d87bdf3c" providerId="ADAL" clId="{77006950-D755-994D-A2CE-F504B6B80713}" dt="2023-10-10T12:50:23.917" v="316" actId="478"/>
          <ac:picMkLst>
            <pc:docMk/>
            <pc:sldMk cId="1237851312" sldId="320"/>
            <ac:picMk id="8" creationId="{70A90F58-3ABF-3DD7-A6EA-FC69AF058D54}"/>
          </ac:picMkLst>
        </pc:picChg>
      </pc:sldChg>
      <pc:sldChg chg="modSp mod">
        <pc:chgData name="Nicole WU" userId="4cf90142-5117-41df-a92b-6216d87bdf3c" providerId="ADAL" clId="{77006950-D755-994D-A2CE-F504B6B80713}" dt="2023-10-10T13:18:21.251" v="657" actId="208"/>
        <pc:sldMkLst>
          <pc:docMk/>
          <pc:sldMk cId="1674716470" sldId="321"/>
        </pc:sldMkLst>
        <pc:spChg chg="mod">
          <ac:chgData name="Nicole WU" userId="4cf90142-5117-41df-a92b-6216d87bdf3c" providerId="ADAL" clId="{77006950-D755-994D-A2CE-F504B6B80713}" dt="2023-10-10T13:17:44.100" v="642" actId="1076"/>
          <ac:spMkLst>
            <pc:docMk/>
            <pc:sldMk cId="1674716470" sldId="321"/>
            <ac:spMk id="2" creationId="{A7C1B331-3CC8-B8DA-D0E4-19AE7AD797A9}"/>
          </ac:spMkLst>
        </pc:spChg>
        <pc:spChg chg="mod">
          <ac:chgData name="Nicole WU" userId="4cf90142-5117-41df-a92b-6216d87bdf3c" providerId="ADAL" clId="{77006950-D755-994D-A2CE-F504B6B80713}" dt="2023-10-10T13:18:21.251" v="657" actId="208"/>
          <ac:spMkLst>
            <pc:docMk/>
            <pc:sldMk cId="1674716470" sldId="321"/>
            <ac:spMk id="4" creationId="{8187BD5D-5E44-D650-9D63-23F917E8919A}"/>
          </ac:spMkLst>
        </pc:spChg>
        <pc:spChg chg="mod">
          <ac:chgData name="Nicole WU" userId="4cf90142-5117-41df-a92b-6216d87bdf3c" providerId="ADAL" clId="{77006950-D755-994D-A2CE-F504B6B80713}" dt="2023-10-10T13:17:55.271" v="645" actId="14100"/>
          <ac:spMkLst>
            <pc:docMk/>
            <pc:sldMk cId="1674716470" sldId="321"/>
            <ac:spMk id="6" creationId="{8E1FD0D4-3ACF-F0B9-C558-681283CF05FA}"/>
          </ac:spMkLst>
        </pc:spChg>
        <pc:picChg chg="mod">
          <ac:chgData name="Nicole WU" userId="4cf90142-5117-41df-a92b-6216d87bdf3c" providerId="ADAL" clId="{77006950-D755-994D-A2CE-F504B6B80713}" dt="2023-10-10T13:17:39.896" v="641" actId="1076"/>
          <ac:picMkLst>
            <pc:docMk/>
            <pc:sldMk cId="1674716470" sldId="321"/>
            <ac:picMk id="12" creationId="{B9AC66A6-50FD-F745-C7A6-35F805CFE854}"/>
          </ac:picMkLst>
        </pc:picChg>
      </pc:sldChg>
      <pc:sldChg chg="modSp mod">
        <pc:chgData name="Nicole WU" userId="4cf90142-5117-41df-a92b-6216d87bdf3c" providerId="ADAL" clId="{77006950-D755-994D-A2CE-F504B6B80713}" dt="2023-10-10T13:08:39.804" v="601" actId="14100"/>
        <pc:sldMkLst>
          <pc:docMk/>
          <pc:sldMk cId="2566885915" sldId="325"/>
        </pc:sldMkLst>
        <pc:spChg chg="mod">
          <ac:chgData name="Nicole WU" userId="4cf90142-5117-41df-a92b-6216d87bdf3c" providerId="ADAL" clId="{77006950-D755-994D-A2CE-F504B6B80713}" dt="2023-10-10T13:08:35.054" v="599" actId="14100"/>
          <ac:spMkLst>
            <pc:docMk/>
            <pc:sldMk cId="2566885915" sldId="325"/>
            <ac:spMk id="2" creationId="{A4444E68-B3E5-7E99-8E8F-BF47E2329A9F}"/>
          </ac:spMkLst>
        </pc:spChg>
        <pc:picChg chg="mod">
          <ac:chgData name="Nicole WU" userId="4cf90142-5117-41df-a92b-6216d87bdf3c" providerId="ADAL" clId="{77006950-D755-994D-A2CE-F504B6B80713}" dt="2023-10-10T13:08:39.804" v="601" actId="14100"/>
          <ac:picMkLst>
            <pc:docMk/>
            <pc:sldMk cId="2566885915" sldId="325"/>
            <ac:picMk id="5" creationId="{8C3E88A8-ADB3-3025-0851-E6196466009B}"/>
          </ac:picMkLst>
        </pc:picChg>
      </pc:sldChg>
      <pc:sldChg chg="addSp delSp modSp mod">
        <pc:chgData name="Nicole WU" userId="4cf90142-5117-41df-a92b-6216d87bdf3c" providerId="ADAL" clId="{77006950-D755-994D-A2CE-F504B6B80713}" dt="2023-10-10T13:39:21.211" v="948" actId="1076"/>
        <pc:sldMkLst>
          <pc:docMk/>
          <pc:sldMk cId="840639942" sldId="326"/>
        </pc:sldMkLst>
        <pc:spChg chg="mod">
          <ac:chgData name="Nicole WU" userId="4cf90142-5117-41df-a92b-6216d87bdf3c" providerId="ADAL" clId="{77006950-D755-994D-A2CE-F504B6B80713}" dt="2023-10-10T13:19:46.982" v="672" actId="1037"/>
          <ac:spMkLst>
            <pc:docMk/>
            <pc:sldMk cId="840639942" sldId="326"/>
            <ac:spMk id="3" creationId="{805FB691-23A2-724B-6C1B-433C03D438D8}"/>
          </ac:spMkLst>
        </pc:spChg>
        <pc:spChg chg="del mod">
          <ac:chgData name="Nicole WU" userId="4cf90142-5117-41df-a92b-6216d87bdf3c" providerId="ADAL" clId="{77006950-D755-994D-A2CE-F504B6B80713}" dt="2023-10-10T13:39:14.787" v="946" actId="478"/>
          <ac:spMkLst>
            <pc:docMk/>
            <pc:sldMk cId="840639942" sldId="326"/>
            <ac:spMk id="4" creationId="{3631D477-6EAF-8B24-8ACA-C2998A30A768}"/>
          </ac:spMkLst>
        </pc:spChg>
        <pc:spChg chg="add mod">
          <ac:chgData name="Nicole WU" userId="4cf90142-5117-41df-a92b-6216d87bdf3c" providerId="ADAL" clId="{77006950-D755-994D-A2CE-F504B6B80713}" dt="2023-10-10T13:39:21.211" v="948" actId="1076"/>
          <ac:spMkLst>
            <pc:docMk/>
            <pc:sldMk cId="840639942" sldId="326"/>
            <ac:spMk id="5" creationId="{E3096B58-3FCE-F174-4470-1C05A6AAF637}"/>
          </ac:spMkLst>
        </pc:spChg>
        <pc:spChg chg="mod">
          <ac:chgData name="Nicole WU" userId="4cf90142-5117-41df-a92b-6216d87bdf3c" providerId="ADAL" clId="{77006950-D755-994D-A2CE-F504B6B80713}" dt="2023-10-10T13:19:38.815" v="669" actId="14100"/>
          <ac:spMkLst>
            <pc:docMk/>
            <pc:sldMk cId="840639942" sldId="326"/>
            <ac:spMk id="8" creationId="{4226E02E-28C3-AD02-48D8-ED752A1FDB3D}"/>
          </ac:spMkLst>
        </pc:spChg>
        <pc:graphicFrameChg chg="mod modGraphic">
          <ac:chgData name="Nicole WU" userId="4cf90142-5117-41df-a92b-6216d87bdf3c" providerId="ADAL" clId="{77006950-D755-994D-A2CE-F504B6B80713}" dt="2023-10-10T13:19:34.865" v="668" actId="14100"/>
          <ac:graphicFrameMkLst>
            <pc:docMk/>
            <pc:sldMk cId="840639942" sldId="326"/>
            <ac:graphicFrameMk id="7" creationId="{50D841BE-BD9F-4408-D1FE-2E053D0E4DF1}"/>
          </ac:graphicFrameMkLst>
        </pc:graphicFrameChg>
      </pc:sldChg>
      <pc:sldChg chg="modSp mod">
        <pc:chgData name="Nicole WU" userId="4cf90142-5117-41df-a92b-6216d87bdf3c" providerId="ADAL" clId="{77006950-D755-994D-A2CE-F504B6B80713}" dt="2023-10-10T13:20:09.628" v="675" actId="242"/>
        <pc:sldMkLst>
          <pc:docMk/>
          <pc:sldMk cId="1965202995" sldId="329"/>
        </pc:sldMkLst>
        <pc:graphicFrameChg chg="mod modGraphic">
          <ac:chgData name="Nicole WU" userId="4cf90142-5117-41df-a92b-6216d87bdf3c" providerId="ADAL" clId="{77006950-D755-994D-A2CE-F504B6B80713}" dt="2023-10-10T13:20:09.628" v="675" actId="242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addSp delSp modSp mod">
        <pc:chgData name="Nicole WU" userId="4cf90142-5117-41df-a92b-6216d87bdf3c" providerId="ADAL" clId="{77006950-D755-994D-A2CE-F504B6B80713}" dt="2023-10-10T13:40:43.167" v="959" actId="1076"/>
        <pc:sldMkLst>
          <pc:docMk/>
          <pc:sldMk cId="4061635016" sldId="330"/>
        </pc:sldMkLst>
        <pc:spChg chg="add mod">
          <ac:chgData name="Nicole WU" userId="4cf90142-5117-41df-a92b-6216d87bdf3c" providerId="ADAL" clId="{77006950-D755-994D-A2CE-F504B6B80713}" dt="2023-10-10T13:40:43.167" v="959" actId="1076"/>
          <ac:spMkLst>
            <pc:docMk/>
            <pc:sldMk cId="4061635016" sldId="330"/>
            <ac:spMk id="2" creationId="{D3CD849E-3DA4-76F9-85C6-7FE004402C20}"/>
          </ac:spMkLst>
        </pc:spChg>
        <pc:spChg chg="del">
          <ac:chgData name="Nicole WU" userId="4cf90142-5117-41df-a92b-6216d87bdf3c" providerId="ADAL" clId="{77006950-D755-994D-A2CE-F504B6B80713}" dt="2023-10-10T13:40:40.705" v="957" actId="478"/>
          <ac:spMkLst>
            <pc:docMk/>
            <pc:sldMk cId="4061635016" sldId="330"/>
            <ac:spMk id="3" creationId="{2C9D50CB-B1D2-13C2-9F48-B7FFBC9EADAC}"/>
          </ac:spMkLst>
        </pc:spChg>
        <pc:spChg chg="mod">
          <ac:chgData name="Nicole WU" userId="4cf90142-5117-41df-a92b-6216d87bdf3c" providerId="ADAL" clId="{77006950-D755-994D-A2CE-F504B6B80713}" dt="2023-10-10T13:04:45.054" v="515" actId="14100"/>
          <ac:spMkLst>
            <pc:docMk/>
            <pc:sldMk cId="4061635016" sldId="330"/>
            <ac:spMk id="7" creationId="{4BF0B333-D71E-CE7C-268C-A43F9130A4FD}"/>
          </ac:spMkLst>
        </pc:spChg>
        <pc:graphicFrameChg chg="mod modGraphic">
          <ac:chgData name="Nicole WU" userId="4cf90142-5117-41df-a92b-6216d87bdf3c" providerId="ADAL" clId="{77006950-D755-994D-A2CE-F504B6B80713}" dt="2023-10-10T13:16:39.463" v="629" actId="207"/>
          <ac:graphicFrameMkLst>
            <pc:docMk/>
            <pc:sldMk cId="4061635016" sldId="330"/>
            <ac:graphicFrameMk id="6" creationId="{9D52D563-BD7E-B2CB-64B1-26C6D6374F10}"/>
          </ac:graphicFrameMkLst>
        </pc:graphicFrameChg>
      </pc:sldChg>
      <pc:sldChg chg="del">
        <pc:chgData name="Nicole WU" userId="4cf90142-5117-41df-a92b-6216d87bdf3c" providerId="ADAL" clId="{77006950-D755-994D-A2CE-F504B6B80713}" dt="2023-10-10T13:29:05.515" v="777" actId="2696"/>
        <pc:sldMkLst>
          <pc:docMk/>
          <pc:sldMk cId="2385089260" sldId="334"/>
        </pc:sldMkLst>
      </pc:sldChg>
      <pc:sldChg chg="addSp delSp modSp mod">
        <pc:chgData name="Nicole WU" userId="4cf90142-5117-41df-a92b-6216d87bdf3c" providerId="ADAL" clId="{77006950-D755-994D-A2CE-F504B6B80713}" dt="2023-10-10T13:44:30.101" v="986" actId="20577"/>
        <pc:sldMkLst>
          <pc:docMk/>
          <pc:sldMk cId="198036346" sldId="335"/>
        </pc:sldMkLst>
        <pc:spChg chg="del">
          <ac:chgData name="Nicole WU" userId="4cf90142-5117-41df-a92b-6216d87bdf3c" providerId="ADAL" clId="{77006950-D755-994D-A2CE-F504B6B80713}" dt="2023-10-10T13:41:07.872" v="966" actId="478"/>
          <ac:spMkLst>
            <pc:docMk/>
            <pc:sldMk cId="198036346" sldId="335"/>
            <ac:spMk id="3" creationId="{1900CF92-4998-37A0-BAA6-ACC1E72D8AAF}"/>
          </ac:spMkLst>
        </pc:spChg>
        <pc:spChg chg="add mod">
          <ac:chgData name="Nicole WU" userId="4cf90142-5117-41df-a92b-6216d87bdf3c" providerId="ADAL" clId="{77006950-D755-994D-A2CE-F504B6B80713}" dt="2023-10-10T13:41:11.312" v="968" actId="1076"/>
          <ac:spMkLst>
            <pc:docMk/>
            <pc:sldMk cId="198036346" sldId="335"/>
            <ac:spMk id="4" creationId="{DD7F3088-D006-2F8A-6DB6-FF01394B1259}"/>
          </ac:spMkLst>
        </pc:spChg>
        <pc:graphicFrameChg chg="mod modGraphic">
          <ac:chgData name="Nicole WU" userId="4cf90142-5117-41df-a92b-6216d87bdf3c" providerId="ADAL" clId="{77006950-D755-994D-A2CE-F504B6B80713}" dt="2023-10-10T13:44:30.101" v="986" actId="20577"/>
          <ac:graphicFrameMkLst>
            <pc:docMk/>
            <pc:sldMk cId="198036346" sldId="335"/>
            <ac:graphicFrameMk id="5" creationId="{FCAB26F1-4130-4EC0-16CB-1D4071F067D9}"/>
          </ac:graphicFrameMkLst>
        </pc:graphicFrameChg>
      </pc:sldChg>
      <pc:sldChg chg="modSp mod">
        <pc:chgData name="Nicole WU" userId="4cf90142-5117-41df-a92b-6216d87bdf3c" providerId="ADAL" clId="{77006950-D755-994D-A2CE-F504B6B80713}" dt="2023-10-10T13:31:19.866" v="796" actId="14734"/>
        <pc:sldMkLst>
          <pc:docMk/>
          <pc:sldMk cId="1341858918" sldId="340"/>
        </pc:sldMkLst>
        <pc:graphicFrameChg chg="modGraphic">
          <ac:chgData name="Nicole WU" userId="4cf90142-5117-41df-a92b-6216d87bdf3c" providerId="ADAL" clId="{77006950-D755-994D-A2CE-F504B6B80713}" dt="2023-10-10T13:31:19.866" v="796" actId="14734"/>
          <ac:graphicFrameMkLst>
            <pc:docMk/>
            <pc:sldMk cId="1341858918" sldId="340"/>
            <ac:graphicFrameMk id="7" creationId="{7C3EA471-3ADD-76F3-1E3B-51018EB4B5F8}"/>
          </ac:graphicFrameMkLst>
        </pc:graphicFrameChg>
      </pc:sldChg>
      <pc:sldChg chg="addSp delSp modSp mod delCm">
        <pc:chgData name="Nicole WU" userId="4cf90142-5117-41df-a92b-6216d87bdf3c" providerId="ADAL" clId="{77006950-D755-994D-A2CE-F504B6B80713}" dt="2023-10-10T13:40:37.446" v="956" actId="1076"/>
        <pc:sldMkLst>
          <pc:docMk/>
          <pc:sldMk cId="13122226" sldId="344"/>
        </pc:sldMkLst>
        <pc:spChg chg="mod">
          <ac:chgData name="Nicole WU" userId="4cf90142-5117-41df-a92b-6216d87bdf3c" providerId="ADAL" clId="{77006950-D755-994D-A2CE-F504B6B80713}" dt="2023-10-10T13:06:33.890" v="553" actId="1036"/>
          <ac:spMkLst>
            <pc:docMk/>
            <pc:sldMk cId="13122226" sldId="344"/>
            <ac:spMk id="3" creationId="{F802A158-8BE9-AD8E-6CEE-420B6CF9A4D8}"/>
          </ac:spMkLst>
        </pc:spChg>
        <pc:spChg chg="del mod">
          <ac:chgData name="Nicole WU" userId="4cf90142-5117-41df-a92b-6216d87bdf3c" providerId="ADAL" clId="{77006950-D755-994D-A2CE-F504B6B80713}" dt="2023-10-10T13:40:32.936" v="954" actId="478"/>
          <ac:spMkLst>
            <pc:docMk/>
            <pc:sldMk cId="13122226" sldId="344"/>
            <ac:spMk id="5" creationId="{8C24DE39-8E8D-1636-E488-53086AEE7975}"/>
          </ac:spMkLst>
        </pc:spChg>
        <pc:spChg chg="add mod">
          <ac:chgData name="Nicole WU" userId="4cf90142-5117-41df-a92b-6216d87bdf3c" providerId="ADAL" clId="{77006950-D755-994D-A2CE-F504B6B80713}" dt="2023-10-10T13:40:37.446" v="956" actId="1076"/>
          <ac:spMkLst>
            <pc:docMk/>
            <pc:sldMk cId="13122226" sldId="344"/>
            <ac:spMk id="7" creationId="{66701C04-606E-2911-E84B-B6B6714B2F3F}"/>
          </ac:spMkLst>
        </pc:spChg>
        <pc:graphicFrameChg chg="mod modGraphic">
          <ac:chgData name="Nicole WU" userId="4cf90142-5117-41df-a92b-6216d87bdf3c" providerId="ADAL" clId="{77006950-D755-994D-A2CE-F504B6B80713}" dt="2023-10-10T13:20:19.142" v="676" actId="207"/>
          <ac:graphicFrameMkLst>
            <pc:docMk/>
            <pc:sldMk cId="13122226" sldId="344"/>
            <ac:graphicFrameMk id="6" creationId="{3889A90B-877E-1B6F-4346-2353736CD8B1}"/>
          </ac:graphicFrameMkLst>
        </pc:graphicFrameChg>
      </pc:sldChg>
      <pc:sldChg chg="addSp delSp modSp mod">
        <pc:chgData name="Nicole WU" userId="4cf90142-5117-41df-a92b-6216d87bdf3c" providerId="ADAL" clId="{77006950-D755-994D-A2CE-F504B6B80713}" dt="2023-10-10T13:40:48.416" v="962" actId="1076"/>
        <pc:sldMkLst>
          <pc:docMk/>
          <pc:sldMk cId="2622523669" sldId="345"/>
        </pc:sldMkLst>
        <pc:spChg chg="del">
          <ac:chgData name="Nicole WU" userId="4cf90142-5117-41df-a92b-6216d87bdf3c" providerId="ADAL" clId="{77006950-D755-994D-A2CE-F504B6B80713}" dt="2023-10-10T13:40:45.549" v="960" actId="478"/>
          <ac:spMkLst>
            <pc:docMk/>
            <pc:sldMk cId="2622523669" sldId="345"/>
            <ac:spMk id="2" creationId="{F486C491-5FA4-1DF8-16C5-219FDA89BE02}"/>
          </ac:spMkLst>
        </pc:spChg>
        <pc:spChg chg="add mod">
          <ac:chgData name="Nicole WU" userId="4cf90142-5117-41df-a92b-6216d87bdf3c" providerId="ADAL" clId="{77006950-D755-994D-A2CE-F504B6B80713}" dt="2023-10-10T13:40:48.416" v="962" actId="1076"/>
          <ac:spMkLst>
            <pc:docMk/>
            <pc:sldMk cId="2622523669" sldId="345"/>
            <ac:spMk id="3" creationId="{B5E77B6F-22D2-2CF3-EB3E-0CBDAB86FD52}"/>
          </ac:spMkLst>
        </pc:spChg>
        <pc:spChg chg="mod">
          <ac:chgData name="Nicole WU" userId="4cf90142-5117-41df-a92b-6216d87bdf3c" providerId="ADAL" clId="{77006950-D755-994D-A2CE-F504B6B80713}" dt="2023-10-10T13:07:31.989" v="569" actId="14100"/>
          <ac:spMkLst>
            <pc:docMk/>
            <pc:sldMk cId="2622523669" sldId="345"/>
            <ac:spMk id="7" creationId="{4BF0B333-D71E-CE7C-268C-A43F9130A4FD}"/>
          </ac:spMkLst>
        </pc:spChg>
        <pc:graphicFrameChg chg="mod modGraphic">
          <ac:chgData name="Nicole WU" userId="4cf90142-5117-41df-a92b-6216d87bdf3c" providerId="ADAL" clId="{77006950-D755-994D-A2CE-F504B6B80713}" dt="2023-10-10T13:08:14.998" v="596" actId="207"/>
          <ac:graphicFrameMkLst>
            <pc:docMk/>
            <pc:sldMk cId="2622523669" sldId="345"/>
            <ac:graphicFrameMk id="6" creationId="{9D52D563-BD7E-B2CB-64B1-26C6D6374F10}"/>
          </ac:graphicFrameMkLst>
        </pc:graphicFrameChg>
      </pc:sldChg>
      <pc:sldChg chg="addSp modSp mod">
        <pc:chgData name="Nicole WU" userId="4cf90142-5117-41df-a92b-6216d87bdf3c" providerId="ADAL" clId="{77006950-D755-994D-A2CE-F504B6B80713}" dt="2023-10-10T13:36:37.958" v="911" actId="113"/>
        <pc:sldMkLst>
          <pc:docMk/>
          <pc:sldMk cId="4067060010" sldId="346"/>
        </pc:sldMkLst>
        <pc:spChg chg="add mod">
          <ac:chgData name="Nicole WU" userId="4cf90142-5117-41df-a92b-6216d87bdf3c" providerId="ADAL" clId="{77006950-D755-994D-A2CE-F504B6B80713}" dt="2023-10-10T13:35:35.077" v="905" actId="404"/>
          <ac:spMkLst>
            <pc:docMk/>
            <pc:sldMk cId="4067060010" sldId="346"/>
            <ac:spMk id="2" creationId="{83B05395-351C-6EC7-91F2-B7E07F167CB1}"/>
          </ac:spMkLst>
        </pc:spChg>
        <pc:spChg chg="add mod">
          <ac:chgData name="Nicole WU" userId="4cf90142-5117-41df-a92b-6216d87bdf3c" providerId="ADAL" clId="{77006950-D755-994D-A2CE-F504B6B80713}" dt="2023-10-10T13:35:43.146" v="908" actId="14100"/>
          <ac:spMkLst>
            <pc:docMk/>
            <pc:sldMk cId="4067060010" sldId="346"/>
            <ac:spMk id="5" creationId="{97A2FAD9-BFF6-ED2C-D9DE-5D306ACEE2D6}"/>
          </ac:spMkLst>
        </pc:spChg>
        <pc:spChg chg="add mod">
          <ac:chgData name="Nicole WU" userId="4cf90142-5117-41df-a92b-6216d87bdf3c" providerId="ADAL" clId="{77006950-D755-994D-A2CE-F504B6B80713}" dt="2023-10-10T13:36:37.958" v="911" actId="113"/>
          <ac:spMkLst>
            <pc:docMk/>
            <pc:sldMk cId="4067060010" sldId="346"/>
            <ac:spMk id="6" creationId="{D5DEEB99-E4B6-473C-4800-CCABC37E6329}"/>
          </ac:spMkLst>
        </pc:spChg>
        <pc:picChg chg="mod modCrop">
          <ac:chgData name="Nicole WU" userId="4cf90142-5117-41df-a92b-6216d87bdf3c" providerId="ADAL" clId="{77006950-D755-994D-A2CE-F504B6B80713}" dt="2023-10-10T13:32:08.968" v="801" actId="1076"/>
          <ac:picMkLst>
            <pc:docMk/>
            <pc:sldMk cId="4067060010" sldId="346"/>
            <ac:picMk id="3" creationId="{8798B93F-29FC-6071-0645-C537C0C81933}"/>
          </ac:picMkLst>
        </pc:picChg>
      </pc:sldChg>
      <pc:sldChg chg="modSp mod">
        <pc:chgData name="Nicole WU" userId="4cf90142-5117-41df-a92b-6216d87bdf3c" providerId="ADAL" clId="{77006950-D755-994D-A2CE-F504B6B80713}" dt="2023-10-10T13:22:55.190" v="730" actId="1076"/>
        <pc:sldMkLst>
          <pc:docMk/>
          <pc:sldMk cId="1269601775" sldId="348"/>
        </pc:sldMkLst>
        <pc:spChg chg="mod">
          <ac:chgData name="Nicole WU" userId="4cf90142-5117-41df-a92b-6216d87bdf3c" providerId="ADAL" clId="{77006950-D755-994D-A2CE-F504B6B80713}" dt="2023-10-10T13:10:04.148" v="607" actId="14100"/>
          <ac:spMkLst>
            <pc:docMk/>
            <pc:sldMk cId="1269601775" sldId="348"/>
            <ac:spMk id="2" creationId="{FCD16E23-B95D-E373-6EDB-2C8510CBEE16}"/>
          </ac:spMkLst>
        </pc:spChg>
        <pc:spChg chg="mod">
          <ac:chgData name="Nicole WU" userId="4cf90142-5117-41df-a92b-6216d87bdf3c" providerId="ADAL" clId="{77006950-D755-994D-A2CE-F504B6B80713}" dt="2023-10-10T13:22:55.190" v="730" actId="1076"/>
          <ac:spMkLst>
            <pc:docMk/>
            <pc:sldMk cId="1269601775" sldId="348"/>
            <ac:spMk id="3" creationId="{5F502638-203D-B2B7-27A3-1DE160F39D26}"/>
          </ac:spMkLst>
        </pc:spChg>
      </pc:sldChg>
      <pc:sldChg chg="addSp delSp modSp mod">
        <pc:chgData name="Nicole WU" userId="4cf90142-5117-41df-a92b-6216d87bdf3c" providerId="ADAL" clId="{77006950-D755-994D-A2CE-F504B6B80713}" dt="2023-10-10T13:52:44.608" v="1015" actId="478"/>
        <pc:sldMkLst>
          <pc:docMk/>
          <pc:sldMk cId="1362778151" sldId="350"/>
        </pc:sldMkLst>
        <pc:graphicFrameChg chg="mod">
          <ac:chgData name="Nicole WU" userId="4cf90142-5117-41df-a92b-6216d87bdf3c" providerId="ADAL" clId="{77006950-D755-994D-A2CE-F504B6B80713}" dt="2023-10-10T13:52:43.617" v="1014" actId="1076"/>
          <ac:graphicFrameMkLst>
            <pc:docMk/>
            <pc:sldMk cId="1362778151" sldId="350"/>
            <ac:graphicFrameMk id="5" creationId="{5A53646E-6FED-CFF5-990E-258CD0670F6F}"/>
          </ac:graphicFrameMkLst>
        </pc:graphicFrameChg>
        <pc:picChg chg="add del mod">
          <ac:chgData name="Nicole WU" userId="4cf90142-5117-41df-a92b-6216d87bdf3c" providerId="ADAL" clId="{77006950-D755-994D-A2CE-F504B6B80713}" dt="2023-10-10T13:52:44.608" v="1015" actId="478"/>
          <ac:picMkLst>
            <pc:docMk/>
            <pc:sldMk cId="1362778151" sldId="350"/>
            <ac:picMk id="3" creationId="{760D8C4C-5BD9-40A8-597B-B87710A028FF}"/>
          </ac:picMkLst>
        </pc:picChg>
        <pc:picChg chg="add del mod">
          <ac:chgData name="Nicole WU" userId="4cf90142-5117-41df-a92b-6216d87bdf3c" providerId="ADAL" clId="{77006950-D755-994D-A2CE-F504B6B80713}" dt="2023-10-10T13:52:41.852" v="1011"/>
          <ac:picMkLst>
            <pc:docMk/>
            <pc:sldMk cId="1362778151" sldId="350"/>
            <ac:picMk id="7" creationId="{09A6CBB5-04DC-DE39-E06D-8A50F1F96669}"/>
          </ac:picMkLst>
        </pc:picChg>
      </pc:sldChg>
      <pc:sldChg chg="modSp mod">
        <pc:chgData name="Nicole WU" userId="4cf90142-5117-41df-a92b-6216d87bdf3c" providerId="ADAL" clId="{77006950-D755-994D-A2CE-F504B6B80713}" dt="2023-10-10T13:51:26.541" v="997" actId="14100"/>
        <pc:sldMkLst>
          <pc:docMk/>
          <pc:sldMk cId="835992911" sldId="363"/>
        </pc:sldMkLst>
        <pc:spChg chg="mod">
          <ac:chgData name="Nicole WU" userId="4cf90142-5117-41df-a92b-6216d87bdf3c" providerId="ADAL" clId="{77006950-D755-994D-A2CE-F504B6B80713}" dt="2023-10-10T13:51:26.541" v="997" actId="14100"/>
          <ac:spMkLst>
            <pc:docMk/>
            <pc:sldMk cId="835992911" sldId="363"/>
            <ac:spMk id="5" creationId="{CF07441E-A759-2082-2203-CFBEDD8F4209}"/>
          </ac:spMkLst>
        </pc:spChg>
      </pc:sldChg>
      <pc:sldChg chg="modSp mod">
        <pc:chgData name="Nicole WU" userId="4cf90142-5117-41df-a92b-6216d87bdf3c" providerId="ADAL" clId="{77006950-D755-994D-A2CE-F504B6B80713}" dt="2023-10-10T13:53:31.174" v="1017" actId="20577"/>
        <pc:sldMkLst>
          <pc:docMk/>
          <pc:sldMk cId="944851729" sldId="364"/>
        </pc:sldMkLst>
        <pc:spChg chg="mod">
          <ac:chgData name="Nicole WU" userId="4cf90142-5117-41df-a92b-6216d87bdf3c" providerId="ADAL" clId="{77006950-D755-994D-A2CE-F504B6B80713}" dt="2023-10-10T13:50:19.327" v="996" actId="20577"/>
          <ac:spMkLst>
            <pc:docMk/>
            <pc:sldMk cId="944851729" sldId="364"/>
            <ac:spMk id="2" creationId="{96DDB886-5CD9-8C78-572A-0BF2625A2AD1}"/>
          </ac:spMkLst>
        </pc:spChg>
        <pc:graphicFrameChg chg="mod">
          <ac:chgData name="Nicole WU" userId="4cf90142-5117-41df-a92b-6216d87bdf3c" providerId="ADAL" clId="{77006950-D755-994D-A2CE-F504B6B80713}" dt="2023-10-10T13:53:31.174" v="1017" actId="20577"/>
          <ac:graphicFrameMkLst>
            <pc:docMk/>
            <pc:sldMk cId="944851729" sldId="364"/>
            <ac:graphicFrameMk id="7" creationId="{2615A3E3-73F6-573A-4F9F-BC11257267A7}"/>
          </ac:graphicFrameMkLst>
        </pc:graphicFrameChg>
      </pc:sldChg>
      <pc:sldChg chg="modSp mod">
        <pc:chgData name="Nicole WU" userId="4cf90142-5117-41df-a92b-6216d87bdf3c" providerId="ADAL" clId="{77006950-D755-994D-A2CE-F504B6B80713}" dt="2023-10-10T13:13:21.386" v="623" actId="14100"/>
        <pc:sldMkLst>
          <pc:docMk/>
          <pc:sldMk cId="860340241" sldId="365"/>
        </pc:sldMkLst>
        <pc:spChg chg="mod">
          <ac:chgData name="Nicole WU" userId="4cf90142-5117-41df-a92b-6216d87bdf3c" providerId="ADAL" clId="{77006950-D755-994D-A2CE-F504B6B80713}" dt="2023-10-10T13:13:21.386" v="623" actId="14100"/>
          <ac:spMkLst>
            <pc:docMk/>
            <pc:sldMk cId="860340241" sldId="365"/>
            <ac:spMk id="2" creationId="{FCD16E23-B95D-E373-6EDB-2C8510CBEE16}"/>
          </ac:spMkLst>
        </pc:spChg>
      </pc:sldChg>
      <pc:sldChg chg="modSp mod">
        <pc:chgData name="Nicole WU" userId="4cf90142-5117-41df-a92b-6216d87bdf3c" providerId="ADAL" clId="{77006950-D755-994D-A2CE-F504B6B80713}" dt="2023-10-10T13:53:55.131" v="1018" actId="1076"/>
        <pc:sldMkLst>
          <pc:docMk/>
          <pc:sldMk cId="1742775768" sldId="367"/>
        </pc:sldMkLst>
        <pc:grpChg chg="mod">
          <ac:chgData name="Nicole WU" userId="4cf90142-5117-41df-a92b-6216d87bdf3c" providerId="ADAL" clId="{77006950-D755-994D-A2CE-F504B6B80713}" dt="2023-10-10T13:53:55.131" v="1018" actId="1076"/>
          <ac:grpSpMkLst>
            <pc:docMk/>
            <pc:sldMk cId="1742775768" sldId="367"/>
            <ac:grpSpMk id="9" creationId="{0D05B52C-7A01-DA80-3121-D0D26ECAB55D}"/>
          </ac:grpSpMkLst>
        </pc:grpChg>
      </pc:sldChg>
      <pc:sldChg chg="modSp mod">
        <pc:chgData name="Nicole WU" userId="4cf90142-5117-41df-a92b-6216d87bdf3c" providerId="ADAL" clId="{77006950-D755-994D-A2CE-F504B6B80713}" dt="2023-10-10T13:39:10.499" v="945" actId="1076"/>
        <pc:sldMkLst>
          <pc:docMk/>
          <pc:sldMk cId="3074545810" sldId="369"/>
        </pc:sldMkLst>
        <pc:spChg chg="mod">
          <ac:chgData name="Nicole WU" userId="4cf90142-5117-41df-a92b-6216d87bdf3c" providerId="ADAL" clId="{77006950-D755-994D-A2CE-F504B6B80713}" dt="2023-10-10T13:39:10.499" v="945" actId="1076"/>
          <ac:spMkLst>
            <pc:docMk/>
            <pc:sldMk cId="3074545810" sldId="369"/>
            <ac:spMk id="8" creationId="{5603C8D7-CA76-7CB6-3E3B-42A5F53FF449}"/>
          </ac:spMkLst>
        </pc:spChg>
        <pc:graphicFrameChg chg="mod modGraphic">
          <ac:chgData name="Nicole WU" userId="4cf90142-5117-41df-a92b-6216d87bdf3c" providerId="ADAL" clId="{77006950-D755-994D-A2CE-F504B6B80713}" dt="2023-10-10T13:27:18.785" v="775" actId="20577"/>
          <ac:graphicFrameMkLst>
            <pc:docMk/>
            <pc:sldMk cId="3074545810" sldId="369"/>
            <ac:graphicFrameMk id="4" creationId="{58EB915C-AE9E-21CE-CB34-035965F29516}"/>
          </ac:graphicFrameMkLst>
        </pc:graphicFrameChg>
      </pc:sldChg>
      <pc:sldChg chg="add del">
        <pc:chgData name="Nicole WU" userId="4cf90142-5117-41df-a92b-6216d87bdf3c" providerId="ADAL" clId="{77006950-D755-994D-A2CE-F504B6B80713}" dt="2023-10-10T13:33:47.470" v="866" actId="2696"/>
        <pc:sldMkLst>
          <pc:docMk/>
          <pc:sldMk cId="230566297" sldId="371"/>
        </pc:sldMkLst>
      </pc:sldChg>
      <pc:sldChg chg="addSp delSp modSp add mod ord">
        <pc:chgData name="Nicole WU" userId="4cf90142-5117-41df-a92b-6216d87bdf3c" providerId="ADAL" clId="{77006950-D755-994D-A2CE-F504B6B80713}" dt="2023-10-10T14:38:21.856" v="1140"/>
        <pc:sldMkLst>
          <pc:docMk/>
          <pc:sldMk cId="1348763344" sldId="371"/>
        </pc:sldMkLst>
        <pc:spChg chg="del">
          <ac:chgData name="Nicole WU" userId="4cf90142-5117-41df-a92b-6216d87bdf3c" providerId="ADAL" clId="{77006950-D755-994D-A2CE-F504B6B80713}" dt="2023-10-10T14:29:31.563" v="1021" actId="478"/>
          <ac:spMkLst>
            <pc:docMk/>
            <pc:sldMk cId="1348763344" sldId="371"/>
            <ac:spMk id="4" creationId="{072D0C57-2C19-A30F-0C53-2EA29138166C}"/>
          </ac:spMkLst>
        </pc:spChg>
        <pc:spChg chg="del">
          <ac:chgData name="Nicole WU" userId="4cf90142-5117-41df-a92b-6216d87bdf3c" providerId="ADAL" clId="{77006950-D755-994D-A2CE-F504B6B80713}" dt="2023-10-10T14:29:33.018" v="1022" actId="478"/>
          <ac:spMkLst>
            <pc:docMk/>
            <pc:sldMk cId="1348763344" sldId="371"/>
            <ac:spMk id="6" creationId="{907C91D2-5089-C86A-A5F5-9A2E6B7347C8}"/>
          </ac:spMkLst>
        </pc:spChg>
        <pc:spChg chg="add mod">
          <ac:chgData name="Nicole WU" userId="4cf90142-5117-41df-a92b-6216d87bdf3c" providerId="ADAL" clId="{77006950-D755-994D-A2CE-F504B6B80713}" dt="2023-10-10T14:33:54.799" v="1086" actId="1076"/>
          <ac:spMkLst>
            <pc:docMk/>
            <pc:sldMk cId="1348763344" sldId="371"/>
            <ac:spMk id="8" creationId="{A3F817CE-0D70-6E89-D21E-16C793B2221B}"/>
          </ac:spMkLst>
        </pc:spChg>
        <pc:spChg chg="add mod">
          <ac:chgData name="Nicole WU" userId="4cf90142-5117-41df-a92b-6216d87bdf3c" providerId="ADAL" clId="{77006950-D755-994D-A2CE-F504B6B80713}" dt="2023-10-10T14:37:52.052" v="1138" actId="767"/>
          <ac:spMkLst>
            <pc:docMk/>
            <pc:sldMk cId="1348763344" sldId="371"/>
            <ac:spMk id="10" creationId="{D147433E-0B48-058D-20DF-612F37FFB36F}"/>
          </ac:spMkLst>
        </pc:spChg>
        <pc:graphicFrameChg chg="add mod modGraphic">
          <ac:chgData name="Nicole WU" userId="4cf90142-5117-41df-a92b-6216d87bdf3c" providerId="ADAL" clId="{77006950-D755-994D-A2CE-F504B6B80713}" dt="2023-10-10T14:38:21.856" v="1140"/>
          <ac:graphicFrameMkLst>
            <pc:docMk/>
            <pc:sldMk cId="1348763344" sldId="371"/>
            <ac:graphicFrameMk id="3" creationId="{DEEE57D2-63CB-E563-C85A-58D618C3E9D6}"/>
          </ac:graphicFrameMkLst>
        </pc:graphicFrameChg>
        <pc:graphicFrameChg chg="add del mod">
          <ac:chgData name="Nicole WU" userId="4cf90142-5117-41df-a92b-6216d87bdf3c" providerId="ADAL" clId="{77006950-D755-994D-A2CE-F504B6B80713}" dt="2023-10-10T14:33:43.857" v="1083"/>
          <ac:graphicFrameMkLst>
            <pc:docMk/>
            <pc:sldMk cId="1348763344" sldId="371"/>
            <ac:graphicFrameMk id="7" creationId="{3DB1A73E-2E40-302A-C68A-77D4008BDF56}"/>
          </ac:graphicFrameMkLst>
        </pc:graphicFrameChg>
        <pc:picChg chg="del">
          <ac:chgData name="Nicole WU" userId="4cf90142-5117-41df-a92b-6216d87bdf3c" providerId="ADAL" clId="{77006950-D755-994D-A2CE-F504B6B80713}" dt="2023-10-10T14:29:29.503" v="1020" actId="478"/>
          <ac:picMkLst>
            <pc:docMk/>
            <pc:sldMk cId="1348763344" sldId="371"/>
            <ac:picMk id="5" creationId="{8C3E88A8-ADB3-3025-0851-E6196466009B}"/>
          </ac:picMkLst>
        </pc:picChg>
        <pc:picChg chg="add del mod modCrop">
          <ac:chgData name="Nicole WU" userId="4cf90142-5117-41df-a92b-6216d87bdf3c" providerId="ADAL" clId="{77006950-D755-994D-A2CE-F504B6B80713}" dt="2023-10-10T14:36:11.694" v="1125"/>
          <ac:picMkLst>
            <pc:docMk/>
            <pc:sldMk cId="1348763344" sldId="371"/>
            <ac:picMk id="9" creationId="{734BE192-3C74-B031-3995-279502C997A1}"/>
          </ac:picMkLst>
        </pc:picChg>
      </pc:sldChg>
      <pc:sldChg chg="addSp delSp add del mod">
        <pc:chgData name="Nicole WU" userId="4cf90142-5117-41df-a92b-6216d87bdf3c" providerId="ADAL" clId="{77006950-D755-994D-A2CE-F504B6B80713}" dt="2023-10-10T14:29:55.252" v="1028" actId="2696"/>
        <pc:sldMkLst>
          <pc:docMk/>
          <pc:sldMk cId="1366657941" sldId="372"/>
        </pc:sldMkLst>
        <pc:spChg chg="del">
          <ac:chgData name="Nicole WU" userId="4cf90142-5117-41df-a92b-6216d87bdf3c" providerId="ADAL" clId="{77006950-D755-994D-A2CE-F504B6B80713}" dt="2023-10-10T14:29:37.656" v="1025" actId="478"/>
          <ac:spMkLst>
            <pc:docMk/>
            <pc:sldMk cId="1366657941" sldId="372"/>
            <ac:spMk id="4" creationId="{072D0C57-2C19-A30F-0C53-2EA29138166C}"/>
          </ac:spMkLst>
        </pc:spChg>
        <pc:spChg chg="add del">
          <ac:chgData name="Nicole WU" userId="4cf90142-5117-41df-a92b-6216d87bdf3c" providerId="ADAL" clId="{77006950-D755-994D-A2CE-F504B6B80713}" dt="2023-10-10T14:29:53.660" v="1027" actId="478"/>
          <ac:spMkLst>
            <pc:docMk/>
            <pc:sldMk cId="1366657941" sldId="372"/>
            <ac:spMk id="6" creationId="{907C91D2-5089-C86A-A5F5-9A2E6B7347C8}"/>
          </ac:spMkLst>
        </pc:spChg>
        <pc:picChg chg="del">
          <ac:chgData name="Nicole WU" userId="4cf90142-5117-41df-a92b-6216d87bdf3c" providerId="ADAL" clId="{77006950-D755-994D-A2CE-F504B6B80713}" dt="2023-10-10T14:29:35.370" v="1024" actId="478"/>
          <ac:picMkLst>
            <pc:docMk/>
            <pc:sldMk cId="1366657941" sldId="372"/>
            <ac:picMk id="5" creationId="{8C3E88A8-ADB3-3025-0851-E6196466009B}"/>
          </ac:picMkLst>
        </pc:picChg>
      </pc:sldChg>
    </pc:docChg>
  </pc:docChgLst>
  <pc:docChgLst>
    <pc:chgData name="Alirah WEYORI" userId="1c7cbaa8-91f0-4806-8632-e4be5028c1b4" providerId="ADAL" clId="{1C74BE68-2C71-4873-9BBB-2A4CE73C0337}"/>
    <pc:docChg chg="undo custSel modSld">
      <pc:chgData name="Alirah WEYORI" userId="1c7cbaa8-91f0-4806-8632-e4be5028c1b4" providerId="ADAL" clId="{1C74BE68-2C71-4873-9BBB-2A4CE73C0337}" dt="2023-09-12T12:14:46.957" v="5" actId="1076"/>
      <pc:docMkLst>
        <pc:docMk/>
      </pc:docMkLst>
      <pc:sldChg chg="modSp mod">
        <pc:chgData name="Alirah WEYORI" userId="1c7cbaa8-91f0-4806-8632-e4be5028c1b4" providerId="ADAL" clId="{1C74BE68-2C71-4873-9BBB-2A4CE73C0337}" dt="2023-09-04T09:36:24.209" v="0" actId="1076"/>
        <pc:sldMkLst>
          <pc:docMk/>
          <pc:sldMk cId="1237851312" sldId="320"/>
        </pc:sldMkLst>
        <pc:spChg chg="mod">
          <ac:chgData name="Alirah WEYORI" userId="1c7cbaa8-91f0-4806-8632-e4be5028c1b4" providerId="ADAL" clId="{1C74BE68-2C71-4873-9BBB-2A4CE73C0337}" dt="2023-09-04T09:36:24.209" v="0" actId="1076"/>
          <ac:spMkLst>
            <pc:docMk/>
            <pc:sldMk cId="1237851312" sldId="320"/>
            <ac:spMk id="9" creationId="{8A88FD57-E5D3-C556-2477-683567EC73BF}"/>
          </ac:spMkLst>
        </pc:spChg>
      </pc:sldChg>
      <pc:sldChg chg="modSp mod">
        <pc:chgData name="Alirah WEYORI" userId="1c7cbaa8-91f0-4806-8632-e4be5028c1b4" providerId="ADAL" clId="{1C74BE68-2C71-4873-9BBB-2A4CE73C0337}" dt="2023-09-12T09:15:44.298" v="1" actId="1036"/>
        <pc:sldMkLst>
          <pc:docMk/>
          <pc:sldMk cId="2566885915" sldId="325"/>
        </pc:sldMkLst>
        <pc:picChg chg="mod">
          <ac:chgData name="Alirah WEYORI" userId="1c7cbaa8-91f0-4806-8632-e4be5028c1b4" providerId="ADAL" clId="{1C74BE68-2C71-4873-9BBB-2A4CE73C0337}" dt="2023-09-12T09:15:44.298" v="1" actId="1036"/>
          <ac:picMkLst>
            <pc:docMk/>
            <pc:sldMk cId="2566885915" sldId="325"/>
            <ac:picMk id="5" creationId="{8C3E88A8-ADB3-3025-0851-E6196466009B}"/>
          </ac:picMkLst>
        </pc:picChg>
      </pc:sldChg>
      <pc:sldChg chg="modSp mod">
        <pc:chgData name="Alirah WEYORI" userId="1c7cbaa8-91f0-4806-8632-e4be5028c1b4" providerId="ADAL" clId="{1C74BE68-2C71-4873-9BBB-2A4CE73C0337}" dt="2023-09-12T12:14:46.957" v="5" actId="1076"/>
        <pc:sldMkLst>
          <pc:docMk/>
          <pc:sldMk cId="840639942" sldId="326"/>
        </pc:sldMkLst>
        <pc:spChg chg="mod">
          <ac:chgData name="Alirah WEYORI" userId="1c7cbaa8-91f0-4806-8632-e4be5028c1b4" providerId="ADAL" clId="{1C74BE68-2C71-4873-9BBB-2A4CE73C0337}" dt="2023-09-12T12:14:46.957" v="5" actId="1076"/>
          <ac:spMkLst>
            <pc:docMk/>
            <pc:sldMk cId="840639942" sldId="326"/>
            <ac:spMk id="14" creationId="{8489DD7A-1C7C-CC13-3E81-196390B6B5F8}"/>
          </ac:spMkLst>
        </pc:spChg>
      </pc:sldChg>
    </pc:docChg>
  </pc:docChgLst>
  <pc:docChgLst>
    <pc:chgData name="Alirah WEYORI" userId="S::alirah.weyori@wfp.org::1c7cbaa8-91f0-4806-8632-e4be5028c1b4" providerId="AD" clId="Web-{2F696419-06BC-247C-302E-11F3CEA7AB2F}"/>
    <pc:docChg chg="modSld">
      <pc:chgData name="Alirah WEYORI" userId="S::alirah.weyori@wfp.org::1c7cbaa8-91f0-4806-8632-e4be5028c1b4" providerId="AD" clId="Web-{2F696419-06BC-247C-302E-11F3CEA7AB2F}" dt="2023-07-14T12:54:09.844" v="16" actId="20577"/>
      <pc:docMkLst>
        <pc:docMk/>
      </pc:docMkLst>
      <pc:sldChg chg="modSp">
        <pc:chgData name="Alirah WEYORI" userId="S::alirah.weyori@wfp.org::1c7cbaa8-91f0-4806-8632-e4be5028c1b4" providerId="AD" clId="Web-{2F696419-06BC-247C-302E-11F3CEA7AB2F}" dt="2023-07-14T12:54:09.844" v="16" actId="20577"/>
        <pc:sldMkLst>
          <pc:docMk/>
          <pc:sldMk cId="2571662685" sldId="296"/>
        </pc:sldMkLst>
        <pc:spChg chg="mod">
          <ac:chgData name="Alirah WEYORI" userId="S::alirah.weyori@wfp.org::1c7cbaa8-91f0-4806-8632-e4be5028c1b4" providerId="AD" clId="Web-{2F696419-06BC-247C-302E-11F3CEA7AB2F}" dt="2023-07-14T12:54:09.844" v="16" actId="20577"/>
          <ac:spMkLst>
            <pc:docMk/>
            <pc:sldMk cId="2571662685" sldId="296"/>
            <ac:spMk id="3" creationId="{63505D0D-7CB2-2242-BE0E-B72CE5E5E8F7}"/>
          </ac:spMkLst>
        </pc:spChg>
      </pc:sldChg>
    </pc:docChg>
  </pc:docChgLst>
  <pc:docChgLst>
    <pc:chgData name="Alirah WEYORI" userId="1c7cbaa8-91f0-4806-8632-e4be5028c1b4" providerId="ADAL" clId="{A3020B8A-62B3-4809-A435-34E4DC7D9396}"/>
    <pc:docChg chg="undo custSel addSld delSld modSld sldOrd modSection">
      <pc:chgData name="Alirah WEYORI" userId="1c7cbaa8-91f0-4806-8632-e4be5028c1b4" providerId="ADAL" clId="{A3020B8A-62B3-4809-A435-34E4DC7D9396}" dt="2023-10-11T12:14:27.376" v="6330" actId="14100"/>
      <pc:docMkLst>
        <pc:docMk/>
      </pc:docMkLst>
      <pc:sldChg chg="modSp mod">
        <pc:chgData name="Alirah WEYORI" userId="1c7cbaa8-91f0-4806-8632-e4be5028c1b4" providerId="ADAL" clId="{A3020B8A-62B3-4809-A435-34E4DC7D9396}" dt="2023-10-11T12:14:27.376" v="6330" actId="14100"/>
        <pc:sldMkLst>
          <pc:docMk/>
          <pc:sldMk cId="3545166311" sldId="283"/>
        </pc:sldMkLst>
        <pc:spChg chg="mod">
          <ac:chgData name="Alirah WEYORI" userId="1c7cbaa8-91f0-4806-8632-e4be5028c1b4" providerId="ADAL" clId="{A3020B8A-62B3-4809-A435-34E4DC7D9396}" dt="2023-10-11T12:14:27.376" v="6330" actId="14100"/>
          <ac:spMkLst>
            <pc:docMk/>
            <pc:sldMk cId="3545166311" sldId="283"/>
            <ac:spMk id="3" creationId="{00000000-0000-0000-0000-000000000000}"/>
          </ac:spMkLst>
        </pc:spChg>
      </pc:sldChg>
      <pc:sldChg chg="delSp modSp mod ord">
        <pc:chgData name="Alirah WEYORI" userId="1c7cbaa8-91f0-4806-8632-e4be5028c1b4" providerId="ADAL" clId="{A3020B8A-62B3-4809-A435-34E4DC7D9396}" dt="2023-10-11T10:14:03.569" v="5773"/>
        <pc:sldMkLst>
          <pc:docMk/>
          <pc:sldMk cId="1390366204" sldId="286"/>
        </pc:sldMkLst>
        <pc:spChg chg="mod">
          <ac:chgData name="Alirah WEYORI" userId="1c7cbaa8-91f0-4806-8632-e4be5028c1b4" providerId="ADAL" clId="{A3020B8A-62B3-4809-A435-34E4DC7D9396}" dt="2023-10-10T09:09:01.062" v="499" actId="14100"/>
          <ac:spMkLst>
            <pc:docMk/>
            <pc:sldMk cId="1390366204" sldId="286"/>
            <ac:spMk id="5" creationId="{7E44B879-13DF-B1BE-7393-04AE90432AD3}"/>
          </ac:spMkLst>
        </pc:spChg>
        <pc:graphicFrameChg chg="mod modGraphic">
          <ac:chgData name="Alirah WEYORI" userId="1c7cbaa8-91f0-4806-8632-e4be5028c1b4" providerId="ADAL" clId="{A3020B8A-62B3-4809-A435-34E4DC7D9396}" dt="2023-10-10T11:15:52.250" v="1293" actId="403"/>
          <ac:graphicFrameMkLst>
            <pc:docMk/>
            <pc:sldMk cId="1390366204" sldId="286"/>
            <ac:graphicFrameMk id="7" creationId="{4DC19564-DA97-85B7-C134-AB5663E5E240}"/>
          </ac:graphicFrameMkLst>
        </pc:graphicFrameChg>
        <pc:cxnChg chg="del">
          <ac:chgData name="Alirah WEYORI" userId="1c7cbaa8-91f0-4806-8632-e4be5028c1b4" providerId="ADAL" clId="{A3020B8A-62B3-4809-A435-34E4DC7D9396}" dt="2023-10-10T09:08:49.895" v="497" actId="478"/>
          <ac:cxnSpMkLst>
            <pc:docMk/>
            <pc:sldMk cId="1390366204" sldId="286"/>
            <ac:cxnSpMk id="3" creationId="{DBADC8F4-3E65-44EC-94D3-A6F050FA5DBA}"/>
          </ac:cxnSpMkLst>
        </pc:cxnChg>
      </pc:sldChg>
      <pc:sldChg chg="modSp mod">
        <pc:chgData name="Alirah WEYORI" userId="1c7cbaa8-91f0-4806-8632-e4be5028c1b4" providerId="ADAL" clId="{A3020B8A-62B3-4809-A435-34E4DC7D9396}" dt="2023-10-11T11:20:57.308" v="6324" actId="1076"/>
        <pc:sldMkLst>
          <pc:docMk/>
          <pc:sldMk cId="2571662685" sldId="296"/>
        </pc:sldMkLst>
        <pc:spChg chg="mod">
          <ac:chgData name="Alirah WEYORI" userId="1c7cbaa8-91f0-4806-8632-e4be5028c1b4" providerId="ADAL" clId="{A3020B8A-62B3-4809-A435-34E4DC7D9396}" dt="2023-10-11T11:20:57.308" v="6324" actId="1076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Alirah WEYORI" userId="1c7cbaa8-91f0-4806-8632-e4be5028c1b4" providerId="ADAL" clId="{A3020B8A-62B3-4809-A435-34E4DC7D9396}" dt="2023-10-11T11:20:53.626" v="6323" actId="1076"/>
          <ac:spMkLst>
            <pc:docMk/>
            <pc:sldMk cId="2571662685" sldId="296"/>
            <ac:spMk id="3" creationId="{63505D0D-7CB2-2242-BE0E-B72CE5E5E8F7}"/>
          </ac:spMkLst>
        </pc:spChg>
      </pc:sldChg>
      <pc:sldChg chg="addSp modSp mod">
        <pc:chgData name="Alirah WEYORI" userId="1c7cbaa8-91f0-4806-8632-e4be5028c1b4" providerId="ADAL" clId="{A3020B8A-62B3-4809-A435-34E4DC7D9396}" dt="2023-10-11T11:05:17.516" v="6149" actId="113"/>
        <pc:sldMkLst>
          <pc:docMk/>
          <pc:sldMk cId="475964468" sldId="310"/>
        </pc:sldMkLst>
        <pc:spChg chg="mod">
          <ac:chgData name="Alirah WEYORI" userId="1c7cbaa8-91f0-4806-8632-e4be5028c1b4" providerId="ADAL" clId="{A3020B8A-62B3-4809-A435-34E4DC7D9396}" dt="2023-10-11T10:57:33.016" v="6073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Alirah WEYORI" userId="1c7cbaa8-91f0-4806-8632-e4be5028c1b4" providerId="ADAL" clId="{A3020B8A-62B3-4809-A435-34E4DC7D9396}" dt="2023-10-11T10:13:29.874" v="5770" actId="1076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Alirah WEYORI" userId="1c7cbaa8-91f0-4806-8632-e4be5028c1b4" providerId="ADAL" clId="{A3020B8A-62B3-4809-A435-34E4DC7D9396}" dt="2023-10-11T11:05:06.390" v="6139" actId="20577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Alirah WEYORI" userId="1c7cbaa8-91f0-4806-8632-e4be5028c1b4" providerId="ADAL" clId="{A3020B8A-62B3-4809-A435-34E4DC7D9396}" dt="2023-10-11T10:13:24.068" v="5769" actId="1076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Alirah WEYORI" userId="1c7cbaa8-91f0-4806-8632-e4be5028c1b4" providerId="ADAL" clId="{A3020B8A-62B3-4809-A435-34E4DC7D9396}" dt="2023-10-11T11:05:17.516" v="6149" actId="113"/>
          <ac:spMkLst>
            <pc:docMk/>
            <pc:sldMk cId="475964468" sldId="310"/>
            <ac:spMk id="25" creationId="{D4F18B0C-7E08-2DFA-2D85-1A2DF7C9DBE4}"/>
          </ac:spMkLst>
        </pc:spChg>
        <pc:spChg chg="add mod">
          <ac:chgData name="Alirah WEYORI" userId="1c7cbaa8-91f0-4806-8632-e4be5028c1b4" providerId="ADAL" clId="{A3020B8A-62B3-4809-A435-34E4DC7D9396}" dt="2023-10-11T11:04:11.286" v="6134" actId="1076"/>
          <ac:spMkLst>
            <pc:docMk/>
            <pc:sldMk cId="475964468" sldId="310"/>
            <ac:spMk id="26" creationId="{6E95D51D-A3C2-CD0F-31BA-36DE4A850411}"/>
          </ac:spMkLst>
        </pc:spChg>
        <pc:spChg chg="mod">
          <ac:chgData name="Alirah WEYORI" userId="1c7cbaa8-91f0-4806-8632-e4be5028c1b4" providerId="ADAL" clId="{A3020B8A-62B3-4809-A435-34E4DC7D9396}" dt="2023-10-11T10:58:31.576" v="6091" actId="6549"/>
          <ac:spMkLst>
            <pc:docMk/>
            <pc:sldMk cId="475964468" sldId="310"/>
            <ac:spMk id="34" creationId="{CC10B166-C624-C74D-55EB-337080D15D3D}"/>
          </ac:spMkLst>
        </pc:spChg>
        <pc:spChg chg="mod">
          <ac:chgData name="Alirah WEYORI" userId="1c7cbaa8-91f0-4806-8632-e4be5028c1b4" providerId="ADAL" clId="{A3020B8A-62B3-4809-A435-34E4DC7D9396}" dt="2023-10-11T10:58:19.922" v="6084" actId="20577"/>
          <ac:spMkLst>
            <pc:docMk/>
            <pc:sldMk cId="475964468" sldId="310"/>
            <ac:spMk id="35" creationId="{B97E7E15-B4A1-E60F-1DC3-8A4905028DD8}"/>
          </ac:spMkLst>
        </pc:spChg>
        <pc:grpChg chg="mod">
          <ac:chgData name="Alirah WEYORI" userId="1c7cbaa8-91f0-4806-8632-e4be5028c1b4" providerId="ADAL" clId="{A3020B8A-62B3-4809-A435-34E4DC7D9396}" dt="2023-10-11T10:57:43.495" v="6074" actId="164"/>
          <ac:grpSpMkLst>
            <pc:docMk/>
            <pc:sldMk cId="475964468" sldId="310"/>
            <ac:grpSpMk id="15" creationId="{0BEE7676-0C97-5601-EDF9-F44557AC3417}"/>
          </ac:grpSpMkLst>
        </pc:grpChg>
        <pc:grpChg chg="add mod">
          <ac:chgData name="Alirah WEYORI" userId="1c7cbaa8-91f0-4806-8632-e4be5028c1b4" providerId="ADAL" clId="{A3020B8A-62B3-4809-A435-34E4DC7D9396}" dt="2023-10-11T10:57:54.038" v="6075" actId="1076"/>
          <ac:grpSpMkLst>
            <pc:docMk/>
            <pc:sldMk cId="475964468" sldId="310"/>
            <ac:grpSpMk id="33" creationId="{2C2DF42A-ABC6-49D7-6506-2A399396AF3F}"/>
          </ac:grpSpMkLst>
        </pc:grpChg>
        <pc:cxnChg chg="mod">
          <ac:chgData name="Alirah WEYORI" userId="1c7cbaa8-91f0-4806-8632-e4be5028c1b4" providerId="ADAL" clId="{A3020B8A-62B3-4809-A435-34E4DC7D9396}" dt="2023-10-11T10:13:20.305" v="5768" actId="14100"/>
          <ac:cxnSpMkLst>
            <pc:docMk/>
            <pc:sldMk cId="475964468" sldId="310"/>
            <ac:cxnSpMk id="20" creationId="{4BD0F997-4148-528C-D6B2-9C613B3C7706}"/>
          </ac:cxnSpMkLst>
        </pc:cxnChg>
        <pc:cxnChg chg="add mod">
          <ac:chgData name="Alirah WEYORI" userId="1c7cbaa8-91f0-4806-8632-e4be5028c1b4" providerId="ADAL" clId="{A3020B8A-62B3-4809-A435-34E4DC7D9396}" dt="2023-10-11T10:57:43.495" v="6074" actId="164"/>
          <ac:cxnSpMkLst>
            <pc:docMk/>
            <pc:sldMk cId="475964468" sldId="310"/>
            <ac:cxnSpMk id="27" creationId="{068FBBD6-EA21-932E-06E7-072E72A9DAB2}"/>
          </ac:cxnSpMkLst>
        </pc:cxnChg>
        <pc:cxnChg chg="mod">
          <ac:chgData name="Alirah WEYORI" userId="1c7cbaa8-91f0-4806-8632-e4be5028c1b4" providerId="ADAL" clId="{A3020B8A-62B3-4809-A435-34E4DC7D9396}" dt="2023-10-11T10:13:35.138" v="5771" actId="14100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modSp mod">
        <pc:chgData name="Alirah WEYORI" userId="1c7cbaa8-91f0-4806-8632-e4be5028c1b4" providerId="ADAL" clId="{A3020B8A-62B3-4809-A435-34E4DC7D9396}" dt="2023-10-11T11:19:58.906" v="6263" actId="1076"/>
        <pc:sldMkLst>
          <pc:docMk/>
          <pc:sldMk cId="2986976553" sldId="311"/>
        </pc:sldMkLst>
        <pc:spChg chg="mod">
          <ac:chgData name="Alirah WEYORI" userId="1c7cbaa8-91f0-4806-8632-e4be5028c1b4" providerId="ADAL" clId="{A3020B8A-62B3-4809-A435-34E4DC7D9396}" dt="2023-10-11T11:19:58.906" v="6263" actId="1076"/>
          <ac:spMkLst>
            <pc:docMk/>
            <pc:sldMk cId="2986976553" sldId="311"/>
            <ac:spMk id="2" creationId="{F029B89D-5416-48E5-81EA-436AE51F041C}"/>
          </ac:spMkLst>
        </pc:spChg>
        <pc:spChg chg="mod">
          <ac:chgData name="Alirah WEYORI" userId="1c7cbaa8-91f0-4806-8632-e4be5028c1b4" providerId="ADAL" clId="{A3020B8A-62B3-4809-A435-34E4DC7D9396}" dt="2023-10-11T08:19:39.132" v="4933" actId="1076"/>
          <ac:spMkLst>
            <pc:docMk/>
            <pc:sldMk cId="2986976553" sldId="311"/>
            <ac:spMk id="6" creationId="{C77D6C2F-AC0C-CDE5-6C26-DEC4BD426D97}"/>
          </ac:spMkLst>
        </pc:spChg>
        <pc:picChg chg="mod">
          <ac:chgData name="Alirah WEYORI" userId="1c7cbaa8-91f0-4806-8632-e4be5028c1b4" providerId="ADAL" clId="{A3020B8A-62B3-4809-A435-34E4DC7D9396}" dt="2023-10-11T11:19:48.473" v="6262" actId="14100"/>
          <ac:picMkLst>
            <pc:docMk/>
            <pc:sldMk cId="2986976553" sldId="311"/>
            <ac:picMk id="8" creationId="{9F548F5E-1645-A988-92FC-24A524438847}"/>
          </ac:picMkLst>
        </pc:picChg>
      </pc:sldChg>
      <pc:sldChg chg="addSp delSp modSp mod delCm">
        <pc:chgData name="Alirah WEYORI" userId="1c7cbaa8-91f0-4806-8632-e4be5028c1b4" providerId="ADAL" clId="{A3020B8A-62B3-4809-A435-34E4DC7D9396}" dt="2023-10-10T13:36:01.075" v="4467" actId="1076"/>
        <pc:sldMkLst>
          <pc:docMk/>
          <pc:sldMk cId="763011548" sldId="318"/>
        </pc:sldMkLst>
        <pc:spChg chg="add mod">
          <ac:chgData name="Alirah WEYORI" userId="1c7cbaa8-91f0-4806-8632-e4be5028c1b4" providerId="ADAL" clId="{A3020B8A-62B3-4809-A435-34E4DC7D9396}" dt="2023-10-10T08:36:33.792" v="134" actId="1076"/>
          <ac:spMkLst>
            <pc:docMk/>
            <pc:sldMk cId="763011548" sldId="318"/>
            <ac:spMk id="4" creationId="{BB2688DA-168E-75F7-5ADE-A4153ECC1038}"/>
          </ac:spMkLst>
        </pc:spChg>
        <pc:spChg chg="add mod">
          <ac:chgData name="Alirah WEYORI" userId="1c7cbaa8-91f0-4806-8632-e4be5028c1b4" providerId="ADAL" clId="{A3020B8A-62B3-4809-A435-34E4DC7D9396}" dt="2023-10-10T13:36:01.075" v="4467" actId="1076"/>
          <ac:spMkLst>
            <pc:docMk/>
            <pc:sldMk cId="763011548" sldId="318"/>
            <ac:spMk id="5" creationId="{9A45ACDE-04B1-008D-1383-EFDD7DE26784}"/>
          </ac:spMkLst>
        </pc:spChg>
        <pc:graphicFrameChg chg="add del mod">
          <ac:chgData name="Alirah WEYORI" userId="1c7cbaa8-91f0-4806-8632-e4be5028c1b4" providerId="ADAL" clId="{A3020B8A-62B3-4809-A435-34E4DC7D9396}" dt="2023-10-10T08:33:18.922" v="101"/>
          <ac:graphicFrameMkLst>
            <pc:docMk/>
            <pc:sldMk cId="763011548" sldId="318"/>
            <ac:graphicFrameMk id="2" creationId="{40AB12B2-F50A-A2D1-5554-504966EE99AE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08:36:12.539" v="132" actId="1076"/>
          <ac:graphicFrameMkLst>
            <pc:docMk/>
            <pc:sldMk cId="763011548" sldId="318"/>
            <ac:graphicFrameMk id="3" creationId="{DA2ED49B-1A38-F4BD-C4D5-2BE2DDE09820}"/>
          </ac:graphicFrameMkLst>
        </pc:graphicFrameChg>
      </pc:sldChg>
      <pc:sldChg chg="modSp mod">
        <pc:chgData name="Alirah WEYORI" userId="1c7cbaa8-91f0-4806-8632-e4be5028c1b4" providerId="ADAL" clId="{A3020B8A-62B3-4809-A435-34E4DC7D9396}" dt="2023-10-11T11:13:39.810" v="6192" actId="1076"/>
        <pc:sldMkLst>
          <pc:docMk/>
          <pc:sldMk cId="1237851312" sldId="320"/>
        </pc:sldMkLst>
        <pc:spChg chg="mod">
          <ac:chgData name="Alirah WEYORI" userId="1c7cbaa8-91f0-4806-8632-e4be5028c1b4" providerId="ADAL" clId="{A3020B8A-62B3-4809-A435-34E4DC7D9396}" dt="2023-10-11T11:13:39.810" v="6192" actId="1076"/>
          <ac:spMkLst>
            <pc:docMk/>
            <pc:sldMk cId="1237851312" sldId="320"/>
            <ac:spMk id="12" creationId="{78F8510D-4F5B-1C05-9E49-E3797DA58C4A}"/>
          </ac:spMkLst>
        </pc:spChg>
        <pc:graphicFrameChg chg="mod modGraphic">
          <ac:chgData name="Alirah WEYORI" userId="1c7cbaa8-91f0-4806-8632-e4be5028c1b4" providerId="ADAL" clId="{A3020B8A-62B3-4809-A435-34E4DC7D9396}" dt="2023-10-11T11:13:14.621" v="6191" actId="403"/>
          <ac:graphicFrameMkLst>
            <pc:docMk/>
            <pc:sldMk cId="1237851312" sldId="320"/>
            <ac:graphicFrameMk id="11" creationId="{AB895958-F1DD-9FAC-D58D-B6234CC9C4DB}"/>
          </ac:graphicFrameMkLst>
        </pc:graphicFrameChg>
      </pc:sldChg>
      <pc:sldChg chg="modSp mod">
        <pc:chgData name="Alirah WEYORI" userId="1c7cbaa8-91f0-4806-8632-e4be5028c1b4" providerId="ADAL" clId="{A3020B8A-62B3-4809-A435-34E4DC7D9396}" dt="2023-10-10T13:29:42.169" v="4425" actId="1076"/>
        <pc:sldMkLst>
          <pc:docMk/>
          <pc:sldMk cId="1674716470" sldId="321"/>
        </pc:sldMkLst>
        <pc:picChg chg="mod">
          <ac:chgData name="Alirah WEYORI" userId="1c7cbaa8-91f0-4806-8632-e4be5028c1b4" providerId="ADAL" clId="{A3020B8A-62B3-4809-A435-34E4DC7D9396}" dt="2023-10-10T13:29:42.169" v="4425" actId="1076"/>
          <ac:picMkLst>
            <pc:docMk/>
            <pc:sldMk cId="1674716470" sldId="321"/>
            <ac:picMk id="12" creationId="{B9AC66A6-50FD-F745-C7A6-35F805CFE854}"/>
          </ac:picMkLst>
        </pc:picChg>
      </pc:sldChg>
      <pc:sldChg chg="addSp modSp mod">
        <pc:chgData name="Alirah WEYORI" userId="1c7cbaa8-91f0-4806-8632-e4be5028c1b4" providerId="ADAL" clId="{A3020B8A-62B3-4809-A435-34E4DC7D9396}" dt="2023-10-10T13:35:04.658" v="4459" actId="2711"/>
        <pc:sldMkLst>
          <pc:docMk/>
          <pc:sldMk cId="840639942" sldId="326"/>
        </pc:sldMkLst>
        <pc:spChg chg="add mod">
          <ac:chgData name="Alirah WEYORI" userId="1c7cbaa8-91f0-4806-8632-e4be5028c1b4" providerId="ADAL" clId="{A3020B8A-62B3-4809-A435-34E4DC7D9396}" dt="2023-10-10T13:34:56.686" v="4455" actId="14100"/>
          <ac:spMkLst>
            <pc:docMk/>
            <pc:sldMk cId="840639942" sldId="326"/>
            <ac:spMk id="3" creationId="{805FB691-23A2-724B-6C1B-433C03D438D8}"/>
          </ac:spMkLst>
        </pc:spChg>
        <pc:spChg chg="add mod">
          <ac:chgData name="Alirah WEYORI" userId="1c7cbaa8-91f0-4806-8632-e4be5028c1b4" providerId="ADAL" clId="{A3020B8A-62B3-4809-A435-34E4DC7D9396}" dt="2023-10-10T13:35:04.658" v="4459" actId="2711"/>
          <ac:spMkLst>
            <pc:docMk/>
            <pc:sldMk cId="840639942" sldId="326"/>
            <ac:spMk id="4" creationId="{3631D477-6EAF-8B24-8ACA-C2998A30A768}"/>
          </ac:spMkLst>
        </pc:spChg>
        <pc:spChg chg="mod">
          <ac:chgData name="Alirah WEYORI" userId="1c7cbaa8-91f0-4806-8632-e4be5028c1b4" providerId="ADAL" clId="{A3020B8A-62B3-4809-A435-34E4DC7D9396}" dt="2023-10-10T13:34:49.365" v="4454" actId="1076"/>
          <ac:spMkLst>
            <pc:docMk/>
            <pc:sldMk cId="840639942" sldId="326"/>
            <ac:spMk id="8" creationId="{4226E02E-28C3-AD02-48D8-ED752A1FDB3D}"/>
          </ac:spMkLst>
        </pc:spChg>
        <pc:graphicFrameChg chg="modGraphic">
          <ac:chgData name="Alirah WEYORI" userId="1c7cbaa8-91f0-4806-8632-e4be5028c1b4" providerId="ADAL" clId="{A3020B8A-62B3-4809-A435-34E4DC7D9396}" dt="2023-10-10T11:25:04.294" v="1877" actId="113"/>
          <ac:graphicFrameMkLst>
            <pc:docMk/>
            <pc:sldMk cId="840639942" sldId="326"/>
            <ac:graphicFrameMk id="7" creationId="{50D841BE-BD9F-4408-D1FE-2E053D0E4DF1}"/>
          </ac:graphicFrameMkLst>
        </pc:graphicFrameChg>
      </pc:sldChg>
      <pc:sldChg chg="delSp del mod">
        <pc:chgData name="Alirah WEYORI" userId="1c7cbaa8-91f0-4806-8632-e4be5028c1b4" providerId="ADAL" clId="{A3020B8A-62B3-4809-A435-34E4DC7D9396}" dt="2023-10-10T08:36:58.804" v="136" actId="47"/>
        <pc:sldMkLst>
          <pc:docMk/>
          <pc:sldMk cId="69835" sldId="327"/>
        </pc:sldMkLst>
        <pc:picChg chg="del">
          <ac:chgData name="Alirah WEYORI" userId="1c7cbaa8-91f0-4806-8632-e4be5028c1b4" providerId="ADAL" clId="{A3020B8A-62B3-4809-A435-34E4DC7D9396}" dt="2023-10-10T08:36:52.974" v="135" actId="478"/>
          <ac:picMkLst>
            <pc:docMk/>
            <pc:sldMk cId="69835" sldId="327"/>
            <ac:picMk id="5" creationId="{DAE2028C-3279-9639-A477-E15B2D3BE39C}"/>
          </ac:picMkLst>
        </pc:picChg>
      </pc:sldChg>
      <pc:sldChg chg="addSp delSp modSp mod">
        <pc:chgData name="Alirah WEYORI" userId="1c7cbaa8-91f0-4806-8632-e4be5028c1b4" providerId="ADAL" clId="{A3020B8A-62B3-4809-A435-34E4DC7D9396}" dt="2023-10-10T13:28:12.776" v="4412" actId="478"/>
        <pc:sldMkLst>
          <pc:docMk/>
          <pc:sldMk cId="1965202995" sldId="329"/>
        </pc:sldMkLst>
        <pc:spChg chg="add mod">
          <ac:chgData name="Alirah WEYORI" userId="1c7cbaa8-91f0-4806-8632-e4be5028c1b4" providerId="ADAL" clId="{A3020B8A-62B3-4809-A435-34E4DC7D9396}" dt="2023-10-10T13:27:38.746" v="4405" actId="1582"/>
          <ac:spMkLst>
            <pc:docMk/>
            <pc:sldMk cId="1965202995" sldId="329"/>
            <ac:spMk id="2" creationId="{BBFD7092-52BF-22E4-447A-F54AB7E3603D}"/>
          </ac:spMkLst>
        </pc:spChg>
        <pc:spChg chg="add mod">
          <ac:chgData name="Alirah WEYORI" userId="1c7cbaa8-91f0-4806-8632-e4be5028c1b4" providerId="ADAL" clId="{A3020B8A-62B3-4809-A435-34E4DC7D9396}" dt="2023-10-10T13:28:03.863" v="4409" actId="208"/>
          <ac:spMkLst>
            <pc:docMk/>
            <pc:sldMk cId="1965202995" sldId="329"/>
            <ac:spMk id="3" creationId="{722098F1-1081-6D41-5B07-8D1BA1AD3D77}"/>
          </ac:spMkLst>
        </pc:spChg>
        <pc:spChg chg="add del mod">
          <ac:chgData name="Alirah WEYORI" userId="1c7cbaa8-91f0-4806-8632-e4be5028c1b4" providerId="ADAL" clId="{A3020B8A-62B3-4809-A435-34E4DC7D9396}" dt="2023-10-10T13:28:12.776" v="4412" actId="478"/>
          <ac:spMkLst>
            <pc:docMk/>
            <pc:sldMk cId="1965202995" sldId="329"/>
            <ac:spMk id="4" creationId="{895A57D3-6201-20CB-2E6B-741F57F8575B}"/>
          </ac:spMkLst>
        </pc:spChg>
        <pc:graphicFrameChg chg="modGraphic">
          <ac:chgData name="Alirah WEYORI" userId="1c7cbaa8-91f0-4806-8632-e4be5028c1b4" providerId="ADAL" clId="{A3020B8A-62B3-4809-A435-34E4DC7D9396}" dt="2023-10-10T08:26:37.445" v="2" actId="207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addSp modSp mod">
        <pc:chgData name="Alirah WEYORI" userId="1c7cbaa8-91f0-4806-8632-e4be5028c1b4" providerId="ADAL" clId="{A3020B8A-62B3-4809-A435-34E4DC7D9396}" dt="2023-10-10T13:35:44.161" v="4463" actId="2711"/>
        <pc:sldMkLst>
          <pc:docMk/>
          <pc:sldMk cId="4061635016" sldId="330"/>
        </pc:sldMkLst>
        <pc:spChg chg="add mod">
          <ac:chgData name="Alirah WEYORI" userId="1c7cbaa8-91f0-4806-8632-e4be5028c1b4" providerId="ADAL" clId="{A3020B8A-62B3-4809-A435-34E4DC7D9396}" dt="2023-10-10T13:35:44.161" v="4463" actId="2711"/>
          <ac:spMkLst>
            <pc:docMk/>
            <pc:sldMk cId="4061635016" sldId="330"/>
            <ac:spMk id="3" creationId="{2C9D50CB-B1D2-13C2-9F48-B7FFBC9EADAC}"/>
          </ac:spMkLst>
        </pc:spChg>
      </pc:sldChg>
      <pc:sldChg chg="del">
        <pc:chgData name="Alirah WEYORI" userId="1c7cbaa8-91f0-4806-8632-e4be5028c1b4" providerId="ADAL" clId="{A3020B8A-62B3-4809-A435-34E4DC7D9396}" dt="2023-10-10T09:17:24.723" v="560" actId="47"/>
        <pc:sldMkLst>
          <pc:docMk/>
          <pc:sldMk cId="1465853430" sldId="332"/>
        </pc:sldMkLst>
      </pc:sldChg>
      <pc:sldChg chg="ord">
        <pc:chgData name="Alirah WEYORI" userId="1c7cbaa8-91f0-4806-8632-e4be5028c1b4" providerId="ADAL" clId="{A3020B8A-62B3-4809-A435-34E4DC7D9396}" dt="2023-10-11T10:10:07.123" v="5670"/>
        <pc:sldMkLst>
          <pc:docMk/>
          <pc:sldMk cId="1820479352" sldId="333"/>
        </pc:sldMkLst>
      </pc:sldChg>
      <pc:sldChg chg="modSp mod">
        <pc:chgData name="Alirah WEYORI" userId="1c7cbaa8-91f0-4806-8632-e4be5028c1b4" providerId="ADAL" clId="{A3020B8A-62B3-4809-A435-34E4DC7D9396}" dt="2023-10-10T08:40:43.544" v="208" actId="1076"/>
        <pc:sldMkLst>
          <pc:docMk/>
          <pc:sldMk cId="2385089260" sldId="334"/>
        </pc:sldMkLst>
        <pc:spChg chg="mod">
          <ac:chgData name="Alirah WEYORI" userId="1c7cbaa8-91f0-4806-8632-e4be5028c1b4" providerId="ADAL" clId="{A3020B8A-62B3-4809-A435-34E4DC7D9396}" dt="2023-10-10T08:40:25.779" v="203" actId="1036"/>
          <ac:spMkLst>
            <pc:docMk/>
            <pc:sldMk cId="2385089260" sldId="334"/>
            <ac:spMk id="9" creationId="{8A88FD57-E5D3-C556-2477-683567EC73BF}"/>
          </ac:spMkLst>
        </pc:spChg>
        <pc:graphicFrameChg chg="mod modGraphic">
          <ac:chgData name="Alirah WEYORI" userId="1c7cbaa8-91f0-4806-8632-e4be5028c1b4" providerId="ADAL" clId="{A3020B8A-62B3-4809-A435-34E4DC7D9396}" dt="2023-10-10T08:40:43.544" v="208" actId="1076"/>
          <ac:graphicFrameMkLst>
            <pc:docMk/>
            <pc:sldMk cId="2385089260" sldId="334"/>
            <ac:graphicFrameMk id="7" creationId="{6E9DE798-A588-36D4-50BC-5705AE4E6C74}"/>
          </ac:graphicFrameMkLst>
        </pc:graphicFrameChg>
      </pc:sldChg>
      <pc:sldChg chg="addSp modSp mod">
        <pc:chgData name="Alirah WEYORI" userId="1c7cbaa8-91f0-4806-8632-e4be5028c1b4" providerId="ADAL" clId="{A3020B8A-62B3-4809-A435-34E4DC7D9396}" dt="2023-10-10T13:36:22.008" v="4469" actId="1076"/>
        <pc:sldMkLst>
          <pc:docMk/>
          <pc:sldMk cId="198036346" sldId="335"/>
        </pc:sldMkLst>
        <pc:spChg chg="mod">
          <ac:chgData name="Alirah WEYORI" userId="1c7cbaa8-91f0-4806-8632-e4be5028c1b4" providerId="ADAL" clId="{A3020B8A-62B3-4809-A435-34E4DC7D9396}" dt="2023-10-10T08:40:52.875" v="209" actId="1076"/>
          <ac:spMkLst>
            <pc:docMk/>
            <pc:sldMk cId="198036346" sldId="335"/>
            <ac:spMk id="2" creationId="{A7C1B331-3CC8-B8DA-D0E4-19AE7AD797A9}"/>
          </ac:spMkLst>
        </pc:spChg>
        <pc:spChg chg="add mod">
          <ac:chgData name="Alirah WEYORI" userId="1c7cbaa8-91f0-4806-8632-e4be5028c1b4" providerId="ADAL" clId="{A3020B8A-62B3-4809-A435-34E4DC7D9396}" dt="2023-10-10T13:36:22.008" v="4469" actId="1076"/>
          <ac:spMkLst>
            <pc:docMk/>
            <pc:sldMk cId="198036346" sldId="335"/>
            <ac:spMk id="3" creationId="{1900CF92-4998-37A0-BAA6-ACC1E72D8AAF}"/>
          </ac:spMkLst>
        </pc:spChg>
        <pc:graphicFrameChg chg="mod modGraphic">
          <ac:chgData name="Alirah WEYORI" userId="1c7cbaa8-91f0-4806-8632-e4be5028c1b4" providerId="ADAL" clId="{A3020B8A-62B3-4809-A435-34E4DC7D9396}" dt="2023-10-10T10:19:51.065" v="879" actId="2062"/>
          <ac:graphicFrameMkLst>
            <pc:docMk/>
            <pc:sldMk cId="198036346" sldId="335"/>
            <ac:graphicFrameMk id="5" creationId="{FCAB26F1-4130-4EC0-16CB-1D4071F067D9}"/>
          </ac:graphicFrameMkLst>
        </pc:graphicFrameChg>
      </pc:sldChg>
      <pc:sldChg chg="addSp delSp modSp mod">
        <pc:chgData name="Alirah WEYORI" userId="1c7cbaa8-91f0-4806-8632-e4be5028c1b4" providerId="ADAL" clId="{A3020B8A-62B3-4809-A435-34E4DC7D9396}" dt="2023-10-10T13:36:31.150" v="4471" actId="1076"/>
        <pc:sldMkLst>
          <pc:docMk/>
          <pc:sldMk cId="2047381616" sldId="336"/>
        </pc:sldMkLst>
        <pc:spChg chg="add del">
          <ac:chgData name="Alirah WEYORI" userId="1c7cbaa8-91f0-4806-8632-e4be5028c1b4" providerId="ADAL" clId="{A3020B8A-62B3-4809-A435-34E4DC7D9396}" dt="2023-10-10T11:24:06.990" v="1857" actId="11529"/>
          <ac:spMkLst>
            <pc:docMk/>
            <pc:sldMk cId="2047381616" sldId="336"/>
            <ac:spMk id="3" creationId="{3D8D2C83-746E-3806-086D-291CB99A372A}"/>
          </ac:spMkLst>
        </pc:spChg>
        <pc:spChg chg="add mod">
          <ac:chgData name="Alirah WEYORI" userId="1c7cbaa8-91f0-4806-8632-e4be5028c1b4" providerId="ADAL" clId="{A3020B8A-62B3-4809-A435-34E4DC7D9396}" dt="2023-10-10T11:24:36.268" v="1861" actId="208"/>
          <ac:spMkLst>
            <pc:docMk/>
            <pc:sldMk cId="2047381616" sldId="336"/>
            <ac:spMk id="4" creationId="{61F3C2A9-25BA-B46F-0CF2-3628A1DD6A13}"/>
          </ac:spMkLst>
        </pc:spChg>
        <pc:spChg chg="add mod">
          <ac:chgData name="Alirah WEYORI" userId="1c7cbaa8-91f0-4806-8632-e4be5028c1b4" providerId="ADAL" clId="{A3020B8A-62B3-4809-A435-34E4DC7D9396}" dt="2023-10-10T13:36:31.150" v="4471" actId="1076"/>
          <ac:spMkLst>
            <pc:docMk/>
            <pc:sldMk cId="2047381616" sldId="336"/>
            <ac:spMk id="5" creationId="{386A42D9-F090-2236-8D37-2E59F58B0EB0}"/>
          </ac:spMkLst>
        </pc:spChg>
        <pc:spChg chg="mod">
          <ac:chgData name="Alirah WEYORI" userId="1c7cbaa8-91f0-4806-8632-e4be5028c1b4" providerId="ADAL" clId="{A3020B8A-62B3-4809-A435-34E4DC7D9396}" dt="2023-10-10T09:32:54.378" v="761" actId="1035"/>
          <ac:spMkLst>
            <pc:docMk/>
            <pc:sldMk cId="2047381616" sldId="336"/>
            <ac:spMk id="8" creationId="{4226E02E-28C3-AD02-48D8-ED752A1FDB3D}"/>
          </ac:spMkLst>
        </pc:spChg>
        <pc:graphicFrameChg chg="mod modGraphic">
          <ac:chgData name="Alirah WEYORI" userId="1c7cbaa8-91f0-4806-8632-e4be5028c1b4" providerId="ADAL" clId="{A3020B8A-62B3-4809-A435-34E4DC7D9396}" dt="2023-10-10T11:06:49.362" v="1109"/>
          <ac:graphicFrameMkLst>
            <pc:docMk/>
            <pc:sldMk cId="2047381616" sldId="336"/>
            <ac:graphicFrameMk id="7" creationId="{50D841BE-BD9F-4408-D1FE-2E053D0E4DF1}"/>
          </ac:graphicFrameMkLst>
        </pc:graphicFrameChg>
      </pc:sldChg>
      <pc:sldChg chg="addSp modSp mod">
        <pc:chgData name="Alirah WEYORI" userId="1c7cbaa8-91f0-4806-8632-e4be5028c1b4" providerId="ADAL" clId="{A3020B8A-62B3-4809-A435-34E4DC7D9396}" dt="2023-10-10T13:36:38.050" v="4473" actId="1076"/>
        <pc:sldMkLst>
          <pc:docMk/>
          <pc:sldMk cId="3046301208" sldId="337"/>
        </pc:sldMkLst>
        <pc:spChg chg="add mod">
          <ac:chgData name="Alirah WEYORI" userId="1c7cbaa8-91f0-4806-8632-e4be5028c1b4" providerId="ADAL" clId="{A3020B8A-62B3-4809-A435-34E4DC7D9396}" dt="2023-10-10T13:36:38.050" v="4473" actId="1076"/>
          <ac:spMkLst>
            <pc:docMk/>
            <pc:sldMk cId="3046301208" sldId="337"/>
            <ac:spMk id="2" creationId="{3AD7E146-6AFF-5432-5D5B-082ECECFACF7}"/>
          </ac:spMkLst>
        </pc:spChg>
        <pc:spChg chg="mod">
          <ac:chgData name="Alirah WEYORI" userId="1c7cbaa8-91f0-4806-8632-e4be5028c1b4" providerId="ADAL" clId="{A3020B8A-62B3-4809-A435-34E4DC7D9396}" dt="2023-10-10T10:08:43.715" v="795" actId="1035"/>
          <ac:spMkLst>
            <pc:docMk/>
            <pc:sldMk cId="3046301208" sldId="337"/>
            <ac:spMk id="13" creationId="{A31DFC57-6C6C-6A4F-916D-DCF8477AA720}"/>
          </ac:spMkLst>
        </pc:spChg>
      </pc:sldChg>
      <pc:sldChg chg="addSp modSp mod">
        <pc:chgData name="Alirah WEYORI" userId="1c7cbaa8-91f0-4806-8632-e4be5028c1b4" providerId="ADAL" clId="{A3020B8A-62B3-4809-A435-34E4DC7D9396}" dt="2023-10-10T13:36:55.069" v="4481" actId="1035"/>
        <pc:sldMkLst>
          <pc:docMk/>
          <pc:sldMk cId="731193161" sldId="338"/>
        </pc:sldMkLst>
        <pc:spChg chg="mod">
          <ac:chgData name="Alirah WEYORI" userId="1c7cbaa8-91f0-4806-8632-e4be5028c1b4" providerId="ADAL" clId="{A3020B8A-62B3-4809-A435-34E4DC7D9396}" dt="2023-10-10T11:10:39.799" v="1167" actId="14100"/>
          <ac:spMkLst>
            <pc:docMk/>
            <pc:sldMk cId="731193161" sldId="338"/>
            <ac:spMk id="2" creationId="{F884A94C-2CEE-C2FF-D832-19F73E4B75BF}"/>
          </ac:spMkLst>
        </pc:spChg>
        <pc:spChg chg="add mod">
          <ac:chgData name="Alirah WEYORI" userId="1c7cbaa8-91f0-4806-8632-e4be5028c1b4" providerId="ADAL" clId="{A3020B8A-62B3-4809-A435-34E4DC7D9396}" dt="2023-10-10T13:36:55.069" v="4481" actId="1035"/>
          <ac:spMkLst>
            <pc:docMk/>
            <pc:sldMk cId="731193161" sldId="338"/>
            <ac:spMk id="3" creationId="{4F4FFCA3-6903-19B5-8D1A-B0920169D46D}"/>
          </ac:spMkLst>
        </pc:spChg>
        <pc:graphicFrameChg chg="mod modGraphic">
          <ac:chgData name="Alirah WEYORI" userId="1c7cbaa8-91f0-4806-8632-e4be5028c1b4" providerId="ADAL" clId="{A3020B8A-62B3-4809-A435-34E4DC7D9396}" dt="2023-10-10T11:04:59.966" v="1106" actId="122"/>
          <ac:graphicFrameMkLst>
            <pc:docMk/>
            <pc:sldMk cId="731193161" sldId="338"/>
            <ac:graphicFrameMk id="5" creationId="{E4302323-FA08-D4EE-6EB6-308CF0F6DE98}"/>
          </ac:graphicFrameMkLst>
        </pc:graphicFrameChg>
      </pc:sldChg>
      <pc:sldChg chg="addSp modSp mod">
        <pc:chgData name="Alirah WEYORI" userId="1c7cbaa8-91f0-4806-8632-e4be5028c1b4" providerId="ADAL" clId="{A3020B8A-62B3-4809-A435-34E4DC7D9396}" dt="2023-10-10T13:37:49.174" v="4540" actId="1076"/>
        <pc:sldMkLst>
          <pc:docMk/>
          <pc:sldMk cId="1520372727" sldId="339"/>
        </pc:sldMkLst>
        <pc:spChg chg="add mod">
          <ac:chgData name="Alirah WEYORI" userId="1c7cbaa8-91f0-4806-8632-e4be5028c1b4" providerId="ADAL" clId="{A3020B8A-62B3-4809-A435-34E4DC7D9396}" dt="2023-10-10T13:37:49.174" v="4540" actId="1076"/>
          <ac:spMkLst>
            <pc:docMk/>
            <pc:sldMk cId="1520372727" sldId="339"/>
            <ac:spMk id="2" creationId="{8C5EB1F7-C4E1-2B2B-8F61-8E26E821CCB8}"/>
          </ac:spMkLst>
        </pc:spChg>
        <pc:spChg chg="mod">
          <ac:chgData name="Alirah WEYORI" userId="1c7cbaa8-91f0-4806-8632-e4be5028c1b4" providerId="ADAL" clId="{A3020B8A-62B3-4809-A435-34E4DC7D9396}" dt="2023-10-10T08:42:54.179" v="232" actId="1076"/>
          <ac:spMkLst>
            <pc:docMk/>
            <pc:sldMk cId="1520372727" sldId="339"/>
            <ac:spMk id="7" creationId="{4BF0B333-D71E-CE7C-268C-A43F9130A4FD}"/>
          </ac:spMkLst>
        </pc:spChg>
        <pc:graphicFrameChg chg="mod modGraphic">
          <ac:chgData name="Alirah WEYORI" userId="1c7cbaa8-91f0-4806-8632-e4be5028c1b4" providerId="ADAL" clId="{A3020B8A-62B3-4809-A435-34E4DC7D9396}" dt="2023-10-10T08:42:51.487" v="231" actId="1076"/>
          <ac:graphicFrameMkLst>
            <pc:docMk/>
            <pc:sldMk cId="1520372727" sldId="339"/>
            <ac:graphicFrameMk id="6" creationId="{9D52D563-BD7E-B2CB-64B1-26C6D6374F10}"/>
          </ac:graphicFrameMkLst>
        </pc:graphicFrameChg>
      </pc:sldChg>
      <pc:sldChg chg="addSp modSp mod">
        <pc:chgData name="Alirah WEYORI" userId="1c7cbaa8-91f0-4806-8632-e4be5028c1b4" providerId="ADAL" clId="{A3020B8A-62B3-4809-A435-34E4DC7D9396}" dt="2023-10-10T13:38:11.712" v="4544" actId="1076"/>
        <pc:sldMkLst>
          <pc:docMk/>
          <pc:sldMk cId="1341858918" sldId="340"/>
        </pc:sldMkLst>
        <pc:spChg chg="mod">
          <ac:chgData name="Alirah WEYORI" userId="1c7cbaa8-91f0-4806-8632-e4be5028c1b4" providerId="ADAL" clId="{A3020B8A-62B3-4809-A435-34E4DC7D9396}" dt="2023-10-10T09:16:41.862" v="559" actId="14100"/>
          <ac:spMkLst>
            <pc:docMk/>
            <pc:sldMk cId="1341858918" sldId="340"/>
            <ac:spMk id="2" creationId="{A4444E68-B3E5-7E99-8E8F-BF47E2329A9F}"/>
          </ac:spMkLst>
        </pc:spChg>
        <pc:spChg chg="add mod">
          <ac:chgData name="Alirah WEYORI" userId="1c7cbaa8-91f0-4806-8632-e4be5028c1b4" providerId="ADAL" clId="{A3020B8A-62B3-4809-A435-34E4DC7D9396}" dt="2023-10-10T13:38:11.712" v="4544" actId="1076"/>
          <ac:spMkLst>
            <pc:docMk/>
            <pc:sldMk cId="1341858918" sldId="340"/>
            <ac:spMk id="3" creationId="{80DDAB38-61DE-CC4E-8549-3135BE231353}"/>
          </ac:spMkLst>
        </pc:spChg>
        <pc:graphicFrameChg chg="mod modGraphic">
          <ac:chgData name="Alirah WEYORI" userId="1c7cbaa8-91f0-4806-8632-e4be5028c1b4" providerId="ADAL" clId="{A3020B8A-62B3-4809-A435-34E4DC7D9396}" dt="2023-10-10T10:16:31.738" v="833"/>
          <ac:graphicFrameMkLst>
            <pc:docMk/>
            <pc:sldMk cId="1341858918" sldId="340"/>
            <ac:graphicFrameMk id="7" creationId="{7C3EA471-3ADD-76F3-1E3B-51018EB4B5F8}"/>
          </ac:graphicFrameMkLst>
        </pc:graphicFrameChg>
      </pc:sldChg>
      <pc:sldChg chg="del">
        <pc:chgData name="Alirah WEYORI" userId="1c7cbaa8-91f0-4806-8632-e4be5028c1b4" providerId="ADAL" clId="{A3020B8A-62B3-4809-A435-34E4DC7D9396}" dt="2023-10-10T08:45:12.276" v="253" actId="47"/>
        <pc:sldMkLst>
          <pc:docMk/>
          <pc:sldMk cId="2683740299" sldId="341"/>
        </pc:sldMkLst>
      </pc:sldChg>
      <pc:sldChg chg="addSp delSp modSp add del mod">
        <pc:chgData name="Alirah WEYORI" userId="1c7cbaa8-91f0-4806-8632-e4be5028c1b4" providerId="ADAL" clId="{A3020B8A-62B3-4809-A435-34E4DC7D9396}" dt="2023-10-10T11:44:30.695" v="2866" actId="20577"/>
        <pc:sldMkLst>
          <pc:docMk/>
          <pc:sldMk cId="439196160" sldId="342"/>
        </pc:sldMkLst>
        <pc:spChg chg="mod">
          <ac:chgData name="Alirah WEYORI" userId="1c7cbaa8-91f0-4806-8632-e4be5028c1b4" providerId="ADAL" clId="{A3020B8A-62B3-4809-A435-34E4DC7D9396}" dt="2023-10-10T08:45:46.920" v="279" actId="20577"/>
          <ac:spMkLst>
            <pc:docMk/>
            <pc:sldMk cId="439196160" sldId="342"/>
            <ac:spMk id="2" creationId="{FCD16E23-B95D-E373-6EDB-2C8510CBEE16}"/>
          </ac:spMkLst>
        </pc:spChg>
        <pc:spChg chg="add mod">
          <ac:chgData name="Alirah WEYORI" userId="1c7cbaa8-91f0-4806-8632-e4be5028c1b4" providerId="ADAL" clId="{A3020B8A-62B3-4809-A435-34E4DC7D9396}" dt="2023-10-10T11:44:30.695" v="2866" actId="20577"/>
          <ac:spMkLst>
            <pc:docMk/>
            <pc:sldMk cId="439196160" sldId="342"/>
            <ac:spMk id="3" creationId="{DE7C056F-9D7F-4B72-99AA-CBF424D71D1A}"/>
          </ac:spMkLst>
        </pc:spChg>
        <pc:picChg chg="del">
          <ac:chgData name="Alirah WEYORI" userId="1c7cbaa8-91f0-4806-8632-e4be5028c1b4" providerId="ADAL" clId="{A3020B8A-62B3-4809-A435-34E4DC7D9396}" dt="2023-10-10T08:45:50.457" v="280" actId="478"/>
          <ac:picMkLst>
            <pc:docMk/>
            <pc:sldMk cId="439196160" sldId="342"/>
            <ac:picMk id="5" creationId="{DAE2028C-3279-9639-A477-E15B2D3BE39C}"/>
          </ac:picMkLst>
        </pc:picChg>
      </pc:sldChg>
      <pc:sldChg chg="addSp modSp mod">
        <pc:chgData name="Alirah WEYORI" userId="1c7cbaa8-91f0-4806-8632-e4be5028c1b4" providerId="ADAL" clId="{A3020B8A-62B3-4809-A435-34E4DC7D9396}" dt="2023-10-10T13:38:00.245" v="4542" actId="1076"/>
        <pc:sldMkLst>
          <pc:docMk/>
          <pc:sldMk cId="3374689230" sldId="343"/>
        </pc:sldMkLst>
        <pc:spChg chg="add mod">
          <ac:chgData name="Alirah WEYORI" userId="1c7cbaa8-91f0-4806-8632-e4be5028c1b4" providerId="ADAL" clId="{A3020B8A-62B3-4809-A435-34E4DC7D9396}" dt="2023-10-10T13:38:00.245" v="4542" actId="1076"/>
          <ac:spMkLst>
            <pc:docMk/>
            <pc:sldMk cId="3374689230" sldId="343"/>
            <ac:spMk id="2" creationId="{D4C88101-6CA2-994D-4D16-0C06F0C65ACF}"/>
          </ac:spMkLst>
        </pc:spChg>
        <pc:spChg chg="mod">
          <ac:chgData name="Alirah WEYORI" userId="1c7cbaa8-91f0-4806-8632-e4be5028c1b4" providerId="ADAL" clId="{A3020B8A-62B3-4809-A435-34E4DC7D9396}" dt="2023-10-10T09:16:32.977" v="558" actId="1076"/>
          <ac:spMkLst>
            <pc:docMk/>
            <pc:sldMk cId="3374689230" sldId="343"/>
            <ac:spMk id="7" creationId="{4BF0B333-D71E-CE7C-268C-A43F9130A4FD}"/>
          </ac:spMkLst>
        </pc:spChg>
        <pc:graphicFrameChg chg="mod modGraphic">
          <ac:chgData name="Alirah WEYORI" userId="1c7cbaa8-91f0-4806-8632-e4be5028c1b4" providerId="ADAL" clId="{A3020B8A-62B3-4809-A435-34E4DC7D9396}" dt="2023-10-10T08:44:07.260" v="241" actId="1076"/>
          <ac:graphicFrameMkLst>
            <pc:docMk/>
            <pc:sldMk cId="3374689230" sldId="343"/>
            <ac:graphicFrameMk id="6" creationId="{9D52D563-BD7E-B2CB-64B1-26C6D6374F10}"/>
          </ac:graphicFrameMkLst>
        </pc:graphicFrameChg>
      </pc:sldChg>
      <pc:sldChg chg="addSp delSp modSp add mod">
        <pc:chgData name="Alirah WEYORI" userId="1c7cbaa8-91f0-4806-8632-e4be5028c1b4" providerId="ADAL" clId="{A3020B8A-62B3-4809-A435-34E4DC7D9396}" dt="2023-10-10T13:35:30.105" v="4462" actId="1076"/>
        <pc:sldMkLst>
          <pc:docMk/>
          <pc:sldMk cId="13122226" sldId="344"/>
        </pc:sldMkLst>
        <pc:spChg chg="add mod">
          <ac:chgData name="Alirah WEYORI" userId="1c7cbaa8-91f0-4806-8632-e4be5028c1b4" providerId="ADAL" clId="{A3020B8A-62B3-4809-A435-34E4DC7D9396}" dt="2023-10-10T11:11:15.762" v="1179" actId="20577"/>
          <ac:spMkLst>
            <pc:docMk/>
            <pc:sldMk cId="13122226" sldId="344"/>
            <ac:spMk id="2" creationId="{C275A65D-BF18-2F15-BB99-997F183526E7}"/>
          </ac:spMkLst>
        </pc:spChg>
        <pc:spChg chg="add mod">
          <ac:chgData name="Alirah WEYORI" userId="1c7cbaa8-91f0-4806-8632-e4be5028c1b4" providerId="ADAL" clId="{A3020B8A-62B3-4809-A435-34E4DC7D9396}" dt="2023-10-10T08:28:28.740" v="86" actId="14100"/>
          <ac:spMkLst>
            <pc:docMk/>
            <pc:sldMk cId="13122226" sldId="344"/>
            <ac:spMk id="3" creationId="{F802A158-8BE9-AD8E-6CEE-420B6CF9A4D8}"/>
          </ac:spMkLst>
        </pc:spChg>
        <pc:spChg chg="add del mod">
          <ac:chgData name="Alirah WEYORI" userId="1c7cbaa8-91f0-4806-8632-e4be5028c1b4" providerId="ADAL" clId="{A3020B8A-62B3-4809-A435-34E4DC7D9396}" dt="2023-10-10T13:35:23.569" v="4460" actId="478"/>
          <ac:spMkLst>
            <pc:docMk/>
            <pc:sldMk cId="13122226" sldId="344"/>
            <ac:spMk id="4" creationId="{34785F01-F363-6335-1D44-54B68F1182C2}"/>
          </ac:spMkLst>
        </pc:spChg>
        <pc:spChg chg="add mod">
          <ac:chgData name="Alirah WEYORI" userId="1c7cbaa8-91f0-4806-8632-e4be5028c1b4" providerId="ADAL" clId="{A3020B8A-62B3-4809-A435-34E4DC7D9396}" dt="2023-10-10T13:35:30.105" v="4462" actId="1076"/>
          <ac:spMkLst>
            <pc:docMk/>
            <pc:sldMk cId="13122226" sldId="344"/>
            <ac:spMk id="5" creationId="{8C24DE39-8E8D-1636-E488-53086AEE7975}"/>
          </ac:spMkLst>
        </pc:spChg>
      </pc:sldChg>
      <pc:sldChg chg="addSp modSp add mod">
        <pc:chgData name="Alirah WEYORI" userId="1c7cbaa8-91f0-4806-8632-e4be5028c1b4" providerId="ADAL" clId="{A3020B8A-62B3-4809-A435-34E4DC7D9396}" dt="2023-10-10T13:35:51.413" v="4465" actId="1076"/>
        <pc:sldMkLst>
          <pc:docMk/>
          <pc:sldMk cId="2622523669" sldId="345"/>
        </pc:sldMkLst>
        <pc:spChg chg="add mod">
          <ac:chgData name="Alirah WEYORI" userId="1c7cbaa8-91f0-4806-8632-e4be5028c1b4" providerId="ADAL" clId="{A3020B8A-62B3-4809-A435-34E4DC7D9396}" dt="2023-10-10T13:35:51.413" v="4465" actId="1076"/>
          <ac:spMkLst>
            <pc:docMk/>
            <pc:sldMk cId="2622523669" sldId="345"/>
            <ac:spMk id="2" creationId="{F486C491-5FA4-1DF8-16C5-219FDA89BE02}"/>
          </ac:spMkLst>
        </pc:spChg>
        <pc:graphicFrameChg chg="mod modGraphic">
          <ac:chgData name="Alirah WEYORI" userId="1c7cbaa8-91f0-4806-8632-e4be5028c1b4" providerId="ADAL" clId="{A3020B8A-62B3-4809-A435-34E4DC7D9396}" dt="2023-10-10T08:35:16.050" v="122"/>
          <ac:graphicFrameMkLst>
            <pc:docMk/>
            <pc:sldMk cId="2622523669" sldId="345"/>
            <ac:graphicFrameMk id="6" creationId="{9D52D563-BD7E-B2CB-64B1-26C6D6374F10}"/>
          </ac:graphicFrameMkLst>
        </pc:graphicFrameChg>
      </pc:sldChg>
      <pc:sldChg chg="addSp delSp modSp new mod">
        <pc:chgData name="Alirah WEYORI" userId="1c7cbaa8-91f0-4806-8632-e4be5028c1b4" providerId="ADAL" clId="{A3020B8A-62B3-4809-A435-34E4DC7D9396}" dt="2023-10-10T08:39:45.561" v="193" actId="1076"/>
        <pc:sldMkLst>
          <pc:docMk/>
          <pc:sldMk cId="4067060010" sldId="346"/>
        </pc:sldMkLst>
        <pc:spChg chg="del">
          <ac:chgData name="Alirah WEYORI" userId="1c7cbaa8-91f0-4806-8632-e4be5028c1b4" providerId="ADAL" clId="{A3020B8A-62B3-4809-A435-34E4DC7D9396}" dt="2023-10-10T08:37:24.939" v="138" actId="478"/>
          <ac:spMkLst>
            <pc:docMk/>
            <pc:sldMk cId="4067060010" sldId="346"/>
            <ac:spMk id="2" creationId="{D5A9B613-5088-E397-7357-FA24B2FB8718}"/>
          </ac:spMkLst>
        </pc:spChg>
        <pc:spChg chg="add mod">
          <ac:chgData name="Alirah WEYORI" userId="1c7cbaa8-91f0-4806-8632-e4be5028c1b4" providerId="ADAL" clId="{A3020B8A-62B3-4809-A435-34E4DC7D9396}" dt="2023-10-10T08:39:45.561" v="193" actId="1076"/>
          <ac:spMkLst>
            <pc:docMk/>
            <pc:sldMk cId="4067060010" sldId="346"/>
            <ac:spMk id="4" creationId="{9A71E150-1F5E-059C-A516-10948A8382D9}"/>
          </ac:spMkLst>
        </pc:spChg>
        <pc:picChg chg="add mod">
          <ac:chgData name="Alirah WEYORI" userId="1c7cbaa8-91f0-4806-8632-e4be5028c1b4" providerId="ADAL" clId="{A3020B8A-62B3-4809-A435-34E4DC7D9396}" dt="2023-10-10T08:39:28.935" v="190" actId="14100"/>
          <ac:picMkLst>
            <pc:docMk/>
            <pc:sldMk cId="4067060010" sldId="346"/>
            <ac:picMk id="3" creationId="{8798B93F-29FC-6071-0645-C537C0C81933}"/>
          </ac:picMkLst>
        </pc:picChg>
      </pc:sldChg>
      <pc:sldChg chg="addSp delSp modSp new del mod">
        <pc:chgData name="Alirah WEYORI" userId="1c7cbaa8-91f0-4806-8632-e4be5028c1b4" providerId="ADAL" clId="{A3020B8A-62B3-4809-A435-34E4DC7D9396}" dt="2023-10-10T09:18:05.525" v="565" actId="2696"/>
        <pc:sldMkLst>
          <pc:docMk/>
          <pc:sldMk cId="803401921" sldId="347"/>
        </pc:sldMkLst>
        <pc:spChg chg="del">
          <ac:chgData name="Alirah WEYORI" userId="1c7cbaa8-91f0-4806-8632-e4be5028c1b4" providerId="ADAL" clId="{A3020B8A-62B3-4809-A435-34E4DC7D9396}" dt="2023-10-10T08:46:05.504" v="282" actId="478"/>
          <ac:spMkLst>
            <pc:docMk/>
            <pc:sldMk cId="803401921" sldId="347"/>
            <ac:spMk id="2" creationId="{0B117933-E66E-313C-DEE5-2484627DB4C5}"/>
          </ac:spMkLst>
        </pc:spChg>
        <pc:spChg chg="add mod">
          <ac:chgData name="Alirah WEYORI" userId="1c7cbaa8-91f0-4806-8632-e4be5028c1b4" providerId="ADAL" clId="{A3020B8A-62B3-4809-A435-34E4DC7D9396}" dt="2023-10-10T09:13:31.229" v="547" actId="14100"/>
          <ac:spMkLst>
            <pc:docMk/>
            <pc:sldMk cId="803401921" sldId="347"/>
            <ac:spMk id="6" creationId="{78E85C9C-BC77-510F-D40E-9986C9AD6DF8}"/>
          </ac:spMkLst>
        </pc:spChg>
        <pc:graphicFrameChg chg="add mod modGraphic">
          <ac:chgData name="Alirah WEYORI" userId="1c7cbaa8-91f0-4806-8632-e4be5028c1b4" providerId="ADAL" clId="{A3020B8A-62B3-4809-A435-34E4DC7D9396}" dt="2023-10-10T09:00:04.310" v="306"/>
          <ac:graphicFrameMkLst>
            <pc:docMk/>
            <pc:sldMk cId="803401921" sldId="347"/>
            <ac:graphicFrameMk id="3" creationId="{430A5A14-A162-715E-CE76-AF201444D55E}"/>
          </ac:graphicFrameMkLst>
        </pc:graphicFrameChg>
        <pc:graphicFrameChg chg="add mod">
          <ac:chgData name="Alirah WEYORI" userId="1c7cbaa8-91f0-4806-8632-e4be5028c1b4" providerId="ADAL" clId="{A3020B8A-62B3-4809-A435-34E4DC7D9396}" dt="2023-10-10T09:00:11.943" v="310"/>
          <ac:graphicFrameMkLst>
            <pc:docMk/>
            <pc:sldMk cId="803401921" sldId="347"/>
            <ac:graphicFrameMk id="4" creationId="{99FD4C49-0814-B237-E8E7-838ADF2ECBA4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09:13:15.029" v="545"/>
          <ac:graphicFrameMkLst>
            <pc:docMk/>
            <pc:sldMk cId="803401921" sldId="347"/>
            <ac:graphicFrameMk id="5" creationId="{AF57C9A1-A5ED-5878-B60D-A53F49487C43}"/>
          </ac:graphicFrameMkLst>
        </pc:graphicFrameChg>
      </pc:sldChg>
      <pc:sldChg chg="addSp modSp add mod">
        <pc:chgData name="Alirah WEYORI" userId="1c7cbaa8-91f0-4806-8632-e4be5028c1b4" providerId="ADAL" clId="{A3020B8A-62B3-4809-A435-34E4DC7D9396}" dt="2023-10-10T11:27:41.180" v="2012" actId="20577"/>
        <pc:sldMkLst>
          <pc:docMk/>
          <pc:sldMk cId="1269601775" sldId="348"/>
        </pc:sldMkLst>
        <pc:spChg chg="mod">
          <ac:chgData name="Alirah WEYORI" userId="1c7cbaa8-91f0-4806-8632-e4be5028c1b4" providerId="ADAL" clId="{A3020B8A-62B3-4809-A435-34E4DC7D9396}" dt="2023-10-10T11:22:59.646" v="1852" actId="1076"/>
          <ac:spMkLst>
            <pc:docMk/>
            <pc:sldMk cId="1269601775" sldId="348"/>
            <ac:spMk id="2" creationId="{FCD16E23-B95D-E373-6EDB-2C8510CBEE16}"/>
          </ac:spMkLst>
        </pc:spChg>
        <pc:spChg chg="add mod">
          <ac:chgData name="Alirah WEYORI" userId="1c7cbaa8-91f0-4806-8632-e4be5028c1b4" providerId="ADAL" clId="{A3020B8A-62B3-4809-A435-34E4DC7D9396}" dt="2023-10-10T11:27:41.180" v="2012" actId="20577"/>
          <ac:spMkLst>
            <pc:docMk/>
            <pc:sldMk cId="1269601775" sldId="348"/>
            <ac:spMk id="3" creationId="{5F502638-203D-B2B7-27A3-1DE160F39D26}"/>
          </ac:spMkLst>
        </pc:spChg>
      </pc:sldChg>
      <pc:sldChg chg="delSp new del mod">
        <pc:chgData name="Alirah WEYORI" userId="1c7cbaa8-91f0-4806-8632-e4be5028c1b4" providerId="ADAL" clId="{A3020B8A-62B3-4809-A435-34E4DC7D9396}" dt="2023-10-10T09:18:23.317" v="571" actId="47"/>
        <pc:sldMkLst>
          <pc:docMk/>
          <pc:sldMk cId="3393783792" sldId="349"/>
        </pc:sldMkLst>
        <pc:spChg chg="del">
          <ac:chgData name="Alirah WEYORI" userId="1c7cbaa8-91f0-4806-8632-e4be5028c1b4" providerId="ADAL" clId="{A3020B8A-62B3-4809-A435-34E4DC7D9396}" dt="2023-10-10T09:13:57.833" v="549" actId="478"/>
          <ac:spMkLst>
            <pc:docMk/>
            <pc:sldMk cId="3393783792" sldId="349"/>
            <ac:spMk id="2" creationId="{5BECB115-90F4-A2B8-05D5-1F1F12A1E1DA}"/>
          </ac:spMkLst>
        </pc:spChg>
      </pc:sldChg>
      <pc:sldChg chg="addSp delSp modSp add mod ord">
        <pc:chgData name="Alirah WEYORI" userId="1c7cbaa8-91f0-4806-8632-e4be5028c1b4" providerId="ADAL" clId="{A3020B8A-62B3-4809-A435-34E4DC7D9396}" dt="2023-10-11T10:10:07.123" v="5670"/>
        <pc:sldMkLst>
          <pc:docMk/>
          <pc:sldMk cId="1362778151" sldId="350"/>
        </pc:sldMkLst>
        <pc:spChg chg="del">
          <ac:chgData name="Alirah WEYORI" userId="1c7cbaa8-91f0-4806-8632-e4be5028c1b4" providerId="ADAL" clId="{A3020B8A-62B3-4809-A435-34E4DC7D9396}" dt="2023-10-10T09:17:55.674" v="562" actId="478"/>
          <ac:spMkLst>
            <pc:docMk/>
            <pc:sldMk cId="1362778151" sldId="350"/>
            <ac:spMk id="2" creationId="{FCD16E23-B95D-E373-6EDB-2C8510CBEE16}"/>
          </ac:spMkLst>
        </pc:spChg>
        <pc:spChg chg="add del mod">
          <ac:chgData name="Alirah WEYORI" userId="1c7cbaa8-91f0-4806-8632-e4be5028c1b4" providerId="ADAL" clId="{A3020B8A-62B3-4809-A435-34E4DC7D9396}" dt="2023-10-10T09:18:00.441" v="563" actId="478"/>
          <ac:spMkLst>
            <pc:docMk/>
            <pc:sldMk cId="1362778151" sldId="350"/>
            <ac:spMk id="4" creationId="{09DEE3AE-75D3-CCB6-2DD0-7A86EA441D25}"/>
          </ac:spMkLst>
        </pc:spChg>
        <pc:spChg chg="add mod">
          <ac:chgData name="Alirah WEYORI" userId="1c7cbaa8-91f0-4806-8632-e4be5028c1b4" providerId="ADAL" clId="{A3020B8A-62B3-4809-A435-34E4DC7D9396}" dt="2023-10-10T09:18:01.539" v="564"/>
          <ac:spMkLst>
            <pc:docMk/>
            <pc:sldMk cId="1362778151" sldId="350"/>
            <ac:spMk id="6" creationId="{3DB6E653-E9D0-308B-28AC-1239DB9336D1}"/>
          </ac:spMkLst>
        </pc:spChg>
        <pc:graphicFrameChg chg="add mod">
          <ac:chgData name="Alirah WEYORI" userId="1c7cbaa8-91f0-4806-8632-e4be5028c1b4" providerId="ADAL" clId="{A3020B8A-62B3-4809-A435-34E4DC7D9396}" dt="2023-10-10T10:53:35.481" v="1061" actId="14100"/>
          <ac:graphicFrameMkLst>
            <pc:docMk/>
            <pc:sldMk cId="1362778151" sldId="350"/>
            <ac:graphicFrameMk id="5" creationId="{5A53646E-6FED-CFF5-990E-258CD0670F6F}"/>
          </ac:graphicFrameMkLst>
        </pc:graphicFrameChg>
      </pc:sldChg>
      <pc:sldChg chg="addSp delSp modSp add mod ord">
        <pc:chgData name="Alirah WEYORI" userId="1c7cbaa8-91f0-4806-8632-e4be5028c1b4" providerId="ADAL" clId="{A3020B8A-62B3-4809-A435-34E4DC7D9396}" dt="2023-10-11T10:27:21.776" v="6040" actId="1076"/>
        <pc:sldMkLst>
          <pc:docMk/>
          <pc:sldMk cId="3879222848" sldId="351"/>
        </pc:sldMkLst>
        <pc:spChg chg="add del mod">
          <ac:chgData name="Alirah WEYORI" userId="1c7cbaa8-91f0-4806-8632-e4be5028c1b4" providerId="ADAL" clId="{A3020B8A-62B3-4809-A435-34E4DC7D9396}" dt="2023-10-10T09:18:15.191" v="568" actId="478"/>
          <ac:spMkLst>
            <pc:docMk/>
            <pc:sldMk cId="3879222848" sldId="351"/>
            <ac:spMk id="3" creationId="{A2080B2F-33A5-6428-29AC-8C91A585B09F}"/>
          </ac:spMkLst>
        </pc:spChg>
        <pc:spChg chg="del">
          <ac:chgData name="Alirah WEYORI" userId="1c7cbaa8-91f0-4806-8632-e4be5028c1b4" providerId="ADAL" clId="{A3020B8A-62B3-4809-A435-34E4DC7D9396}" dt="2023-10-10T09:18:13.176" v="567" actId="478"/>
          <ac:spMkLst>
            <pc:docMk/>
            <pc:sldMk cId="3879222848" sldId="351"/>
            <ac:spMk id="6" creationId="{3DB6E653-E9D0-308B-28AC-1239DB9336D1}"/>
          </ac:spMkLst>
        </pc:spChg>
        <pc:spChg chg="add mod">
          <ac:chgData name="Alirah WEYORI" userId="1c7cbaa8-91f0-4806-8632-e4be5028c1b4" providerId="ADAL" clId="{A3020B8A-62B3-4809-A435-34E4DC7D9396}" dt="2023-10-11T10:27:21.776" v="6040" actId="1076"/>
          <ac:spMkLst>
            <pc:docMk/>
            <pc:sldMk cId="3879222848" sldId="351"/>
            <ac:spMk id="8" creationId="{B4DF6B13-2A3F-62E0-7659-F39391BA0526}"/>
          </ac:spMkLst>
        </pc:spChg>
        <pc:spChg chg="add mod">
          <ac:chgData name="Alirah WEYORI" userId="1c7cbaa8-91f0-4806-8632-e4be5028c1b4" providerId="ADAL" clId="{A3020B8A-62B3-4809-A435-34E4DC7D9396}" dt="2023-10-10T09:58:02.616" v="790" actId="1035"/>
          <ac:spMkLst>
            <pc:docMk/>
            <pc:sldMk cId="3879222848" sldId="351"/>
            <ac:spMk id="9" creationId="{550A590B-BC1D-F7F7-5741-B7DB5A8EC6BA}"/>
          </ac:spMkLst>
        </pc:spChg>
        <pc:spChg chg="add mod">
          <ac:chgData name="Alirah WEYORI" userId="1c7cbaa8-91f0-4806-8632-e4be5028c1b4" providerId="ADAL" clId="{A3020B8A-62B3-4809-A435-34E4DC7D9396}" dt="2023-10-10T13:38:20.735" v="4546" actId="1076"/>
          <ac:spMkLst>
            <pc:docMk/>
            <pc:sldMk cId="3879222848" sldId="351"/>
            <ac:spMk id="10" creationId="{74EBE5C2-8078-86E5-FC72-CA7EC2A7E64D}"/>
          </ac:spMkLst>
        </pc:spChg>
        <pc:graphicFrameChg chg="add del mod">
          <ac:chgData name="Alirah WEYORI" userId="1c7cbaa8-91f0-4806-8632-e4be5028c1b4" providerId="ADAL" clId="{A3020B8A-62B3-4809-A435-34E4DC7D9396}" dt="2023-10-10T09:19:12.291" v="573"/>
          <ac:graphicFrameMkLst>
            <pc:docMk/>
            <pc:sldMk cId="3879222848" sldId="351"/>
            <ac:graphicFrameMk id="4" creationId="{4530E036-497B-582D-14AF-A8CF7382518C}"/>
          </ac:graphicFrameMkLst>
        </pc:graphicFrameChg>
        <pc:graphicFrameChg chg="del">
          <ac:chgData name="Alirah WEYORI" userId="1c7cbaa8-91f0-4806-8632-e4be5028c1b4" providerId="ADAL" clId="{A3020B8A-62B3-4809-A435-34E4DC7D9396}" dt="2023-10-10T09:18:16.239" v="569" actId="478"/>
          <ac:graphicFrameMkLst>
            <pc:docMk/>
            <pc:sldMk cId="3879222848" sldId="351"/>
            <ac:graphicFrameMk id="5" creationId="{5A53646E-6FED-CFF5-990E-258CD0670F6F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1T10:27:10.459" v="6039" actId="14734"/>
          <ac:graphicFrameMkLst>
            <pc:docMk/>
            <pc:sldMk cId="3879222848" sldId="351"/>
            <ac:graphicFrameMk id="7" creationId="{E6BFD192-0546-ABF6-B3E1-041E14EE9D12}"/>
          </ac:graphicFrameMkLst>
        </pc:graphicFrameChg>
      </pc:sldChg>
      <pc:sldChg chg="addSp delSp modSp add del mod">
        <pc:chgData name="Alirah WEYORI" userId="1c7cbaa8-91f0-4806-8632-e4be5028c1b4" providerId="ADAL" clId="{A3020B8A-62B3-4809-A435-34E4DC7D9396}" dt="2023-10-11T08:18:53.930" v="4927" actId="47"/>
        <pc:sldMkLst>
          <pc:docMk/>
          <pc:sldMk cId="2030735482" sldId="352"/>
        </pc:sldMkLst>
        <pc:spChg chg="add mod">
          <ac:chgData name="Alirah WEYORI" userId="1c7cbaa8-91f0-4806-8632-e4be5028c1b4" providerId="ADAL" clId="{A3020B8A-62B3-4809-A435-34E4DC7D9396}" dt="2023-10-10T11:07:43.926" v="1114" actId="20577"/>
          <ac:spMkLst>
            <pc:docMk/>
            <pc:sldMk cId="2030735482" sldId="352"/>
            <ac:spMk id="4" creationId="{303EC3E3-C4AB-3BF4-8BF5-0FA7552537C5}"/>
          </ac:spMkLst>
        </pc:spChg>
        <pc:spChg chg="add mod">
          <ac:chgData name="Alirah WEYORI" userId="1c7cbaa8-91f0-4806-8632-e4be5028c1b4" providerId="ADAL" clId="{A3020B8A-62B3-4809-A435-34E4DC7D9396}" dt="2023-10-10T13:38:27.860" v="4548" actId="1076"/>
          <ac:spMkLst>
            <pc:docMk/>
            <pc:sldMk cId="2030735482" sldId="352"/>
            <ac:spMk id="5" creationId="{533ADF8B-CA0B-7780-119F-989703E839DA}"/>
          </ac:spMkLst>
        </pc:spChg>
        <pc:graphicFrameChg chg="add del mod">
          <ac:chgData name="Alirah WEYORI" userId="1c7cbaa8-91f0-4806-8632-e4be5028c1b4" providerId="ADAL" clId="{A3020B8A-62B3-4809-A435-34E4DC7D9396}" dt="2023-10-10T09:23:57.545" v="627"/>
          <ac:graphicFrameMkLst>
            <pc:docMk/>
            <pc:sldMk cId="2030735482" sldId="352"/>
            <ac:graphicFrameMk id="2" creationId="{27DF8461-661E-5124-3B99-FC2D867A1E78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1T08:09:17.582" v="4766"/>
          <ac:graphicFrameMkLst>
            <pc:docMk/>
            <pc:sldMk cId="2030735482" sldId="352"/>
            <ac:graphicFrameMk id="3" creationId="{F6CCEBDC-EF35-0B0D-277F-27B797494864}"/>
          </ac:graphicFrameMkLst>
        </pc:graphicFrameChg>
      </pc:sldChg>
      <pc:sldChg chg="addSp del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2601313420" sldId="353"/>
        </pc:sldMkLst>
        <pc:spChg chg="add mod">
          <ac:chgData name="Alirah WEYORI" userId="1c7cbaa8-91f0-4806-8632-e4be5028c1b4" providerId="ADAL" clId="{A3020B8A-62B3-4809-A435-34E4DC7D9396}" dt="2023-10-10T09:33:34.005" v="789" actId="1036"/>
          <ac:spMkLst>
            <pc:docMk/>
            <pc:sldMk cId="2601313420" sldId="353"/>
            <ac:spMk id="4" creationId="{6B9BE1BA-366D-1BA9-DC1B-DA7B78E8C202}"/>
          </ac:spMkLst>
        </pc:spChg>
        <pc:spChg chg="add mod">
          <ac:chgData name="Alirah WEYORI" userId="1c7cbaa8-91f0-4806-8632-e4be5028c1b4" providerId="ADAL" clId="{A3020B8A-62B3-4809-A435-34E4DC7D9396}" dt="2023-10-11T08:23:08.643" v="4983" actId="1036"/>
          <ac:spMkLst>
            <pc:docMk/>
            <pc:sldMk cId="2601313420" sldId="353"/>
            <ac:spMk id="5" creationId="{E6D71742-F85E-262D-E0B0-1FCDC9314B70}"/>
          </ac:spMkLst>
        </pc:spChg>
        <pc:spChg chg="add mod">
          <ac:chgData name="Alirah WEYORI" userId="1c7cbaa8-91f0-4806-8632-e4be5028c1b4" providerId="ADAL" clId="{A3020B8A-62B3-4809-A435-34E4DC7D9396}" dt="2023-10-10T13:42:12.111" v="4671" actId="1038"/>
          <ac:spMkLst>
            <pc:docMk/>
            <pc:sldMk cId="2601313420" sldId="353"/>
            <ac:spMk id="6" creationId="{CD678661-4B6F-98A4-7DCE-22CD13AB1153}"/>
          </ac:spMkLst>
        </pc:spChg>
        <pc:spChg chg="add mod">
          <ac:chgData name="Alirah WEYORI" userId="1c7cbaa8-91f0-4806-8632-e4be5028c1b4" providerId="ADAL" clId="{A3020B8A-62B3-4809-A435-34E4DC7D9396}" dt="2023-10-10T13:38:34.626" v="4550" actId="1076"/>
          <ac:spMkLst>
            <pc:docMk/>
            <pc:sldMk cId="2601313420" sldId="353"/>
            <ac:spMk id="7" creationId="{AB396A7F-EE33-B84F-234F-74D4E5BEC832}"/>
          </ac:spMkLst>
        </pc:spChg>
        <pc:graphicFrameChg chg="add del mod">
          <ac:chgData name="Alirah WEYORI" userId="1c7cbaa8-91f0-4806-8632-e4be5028c1b4" providerId="ADAL" clId="{A3020B8A-62B3-4809-A435-34E4DC7D9396}" dt="2023-10-10T09:27:54.562" v="697"/>
          <ac:graphicFrameMkLst>
            <pc:docMk/>
            <pc:sldMk cId="2601313420" sldId="353"/>
            <ac:graphicFrameMk id="2" creationId="{F69A223D-1F22-10B1-364D-4A48EEFA8E5D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3:42:05.144" v="4661" actId="122"/>
          <ac:graphicFrameMkLst>
            <pc:docMk/>
            <pc:sldMk cId="2601313420" sldId="353"/>
            <ac:graphicFrameMk id="3" creationId="{0F90CDD4-B15D-F0BA-71BB-AC501D1DD353}"/>
          </ac:graphicFrameMkLst>
        </pc:graphicFrameChg>
      </pc:sldChg>
      <pc:sldChg chg="addSp del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3222502438" sldId="354"/>
        </pc:sldMkLst>
        <pc:spChg chg="add mod">
          <ac:chgData name="Alirah WEYORI" userId="1c7cbaa8-91f0-4806-8632-e4be5028c1b4" providerId="ADAL" clId="{A3020B8A-62B3-4809-A435-34E4DC7D9396}" dt="2023-10-10T11:09:17.943" v="1148" actId="14100"/>
          <ac:spMkLst>
            <pc:docMk/>
            <pc:sldMk cId="3222502438" sldId="354"/>
            <ac:spMk id="5" creationId="{AA63B20C-B421-BFBF-6CE4-8F9FC41B9CDA}"/>
          </ac:spMkLst>
        </pc:spChg>
        <pc:spChg chg="add mod">
          <ac:chgData name="Alirah WEYORI" userId="1c7cbaa8-91f0-4806-8632-e4be5028c1b4" providerId="ADAL" clId="{A3020B8A-62B3-4809-A435-34E4DC7D9396}" dt="2023-10-10T12:39:58.905" v="3858" actId="1035"/>
          <ac:spMkLst>
            <pc:docMk/>
            <pc:sldMk cId="3222502438" sldId="354"/>
            <ac:spMk id="6" creationId="{706585C5-5CCC-FE17-E39B-B99E585B3DD0}"/>
          </ac:spMkLst>
        </pc:spChg>
        <pc:spChg chg="add mod">
          <ac:chgData name="Alirah WEYORI" userId="1c7cbaa8-91f0-4806-8632-e4be5028c1b4" providerId="ADAL" clId="{A3020B8A-62B3-4809-A435-34E4DC7D9396}" dt="2023-10-10T13:39:28.210" v="4590" actId="1037"/>
          <ac:spMkLst>
            <pc:docMk/>
            <pc:sldMk cId="3222502438" sldId="354"/>
            <ac:spMk id="7" creationId="{F8C4F116-EC5C-956A-C17F-4480C55C03F8}"/>
          </ac:spMkLst>
        </pc:spChg>
        <pc:graphicFrameChg chg="add del mod">
          <ac:chgData name="Alirah WEYORI" userId="1c7cbaa8-91f0-4806-8632-e4be5028c1b4" providerId="ADAL" clId="{A3020B8A-62B3-4809-A435-34E4DC7D9396}" dt="2023-10-10T10:12:28.028" v="797"/>
          <ac:graphicFrameMkLst>
            <pc:docMk/>
            <pc:sldMk cId="3222502438" sldId="354"/>
            <ac:graphicFrameMk id="2" creationId="{D3110265-BB1F-07F0-6E57-143192E8DF38}"/>
          </ac:graphicFrameMkLst>
        </pc:graphicFrameChg>
        <pc:graphicFrameChg chg="add del mod modGraphic">
          <ac:chgData name="Alirah WEYORI" userId="1c7cbaa8-91f0-4806-8632-e4be5028c1b4" providerId="ADAL" clId="{A3020B8A-62B3-4809-A435-34E4DC7D9396}" dt="2023-10-10T10:13:43.381" v="812" actId="478"/>
          <ac:graphicFrameMkLst>
            <pc:docMk/>
            <pc:sldMk cId="3222502438" sldId="354"/>
            <ac:graphicFrameMk id="3" creationId="{5EF5B00B-4931-052C-F765-99D378EFE15A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0:18:54.876" v="865" actId="113"/>
          <ac:graphicFrameMkLst>
            <pc:docMk/>
            <pc:sldMk cId="3222502438" sldId="354"/>
            <ac:graphicFrameMk id="4" creationId="{3DD13452-505C-FB35-D2BF-C785AE158B0C}"/>
          </ac:graphicFrameMkLst>
        </pc:graphicFrameChg>
      </pc:sldChg>
      <pc:sldChg chg="addSp del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2189758441" sldId="355"/>
        </pc:sldMkLst>
        <pc:spChg chg="add mod">
          <ac:chgData name="Alirah WEYORI" userId="1c7cbaa8-91f0-4806-8632-e4be5028c1b4" providerId="ADAL" clId="{A3020B8A-62B3-4809-A435-34E4DC7D9396}" dt="2023-10-11T08:36:52.792" v="5145" actId="1035"/>
          <ac:spMkLst>
            <pc:docMk/>
            <pc:sldMk cId="2189758441" sldId="355"/>
            <ac:spMk id="4" creationId="{1E55ACB4-27C7-8AF7-7F0B-531ED03FB7F7}"/>
          </ac:spMkLst>
        </pc:spChg>
        <pc:spChg chg="add mod">
          <ac:chgData name="Alirah WEYORI" userId="1c7cbaa8-91f0-4806-8632-e4be5028c1b4" providerId="ADAL" clId="{A3020B8A-62B3-4809-A435-34E4DC7D9396}" dt="2023-10-11T08:37:36.880" v="5151" actId="1035"/>
          <ac:spMkLst>
            <pc:docMk/>
            <pc:sldMk cId="2189758441" sldId="355"/>
            <ac:spMk id="5" creationId="{B5134334-8F54-1C75-460F-7E46B41FD407}"/>
          </ac:spMkLst>
        </pc:spChg>
        <pc:spChg chg="add mod">
          <ac:chgData name="Alirah WEYORI" userId="1c7cbaa8-91f0-4806-8632-e4be5028c1b4" providerId="ADAL" clId="{A3020B8A-62B3-4809-A435-34E4DC7D9396}" dt="2023-10-11T08:34:43.583" v="5099" actId="1076"/>
          <ac:spMkLst>
            <pc:docMk/>
            <pc:sldMk cId="2189758441" sldId="355"/>
            <ac:spMk id="6" creationId="{384A048F-AB84-9958-8E86-A250F5B8DDE8}"/>
          </ac:spMkLst>
        </pc:spChg>
        <pc:graphicFrameChg chg="add del mod">
          <ac:chgData name="Alirah WEYORI" userId="1c7cbaa8-91f0-4806-8632-e4be5028c1b4" providerId="ADAL" clId="{A3020B8A-62B3-4809-A435-34E4DC7D9396}" dt="2023-10-10T12:22:09.841" v="3712"/>
          <ac:graphicFrameMkLst>
            <pc:docMk/>
            <pc:sldMk cId="2189758441" sldId="355"/>
            <ac:graphicFrameMk id="2" creationId="{FD00BD5A-52A8-94D0-7C4D-496877B657DA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1T08:37:45.005" v="5154" actId="20577"/>
          <ac:graphicFrameMkLst>
            <pc:docMk/>
            <pc:sldMk cId="2189758441" sldId="355"/>
            <ac:graphicFrameMk id="3" creationId="{35E214CE-1CD5-10DB-ED81-143343CE3F40}"/>
          </ac:graphicFrameMkLst>
        </pc:graphicFrameChg>
      </pc:sldChg>
      <pc:sldChg chg="addSp del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1026855783" sldId="356"/>
        </pc:sldMkLst>
        <pc:spChg chg="add mod">
          <ac:chgData name="Alirah WEYORI" userId="1c7cbaa8-91f0-4806-8632-e4be5028c1b4" providerId="ADAL" clId="{A3020B8A-62B3-4809-A435-34E4DC7D9396}" dt="2023-10-10T10:50:09.261" v="1059" actId="1038"/>
          <ac:spMkLst>
            <pc:docMk/>
            <pc:sldMk cId="1026855783" sldId="356"/>
            <ac:spMk id="4" creationId="{9C4E6AF7-5E07-1222-4A6C-BE80B0A87E00}"/>
          </ac:spMkLst>
        </pc:spChg>
        <pc:spChg chg="add mod">
          <ac:chgData name="Alirah WEYORI" userId="1c7cbaa8-91f0-4806-8632-e4be5028c1b4" providerId="ADAL" clId="{A3020B8A-62B3-4809-A435-34E4DC7D9396}" dt="2023-10-10T13:40:12.407" v="4612" actId="1035"/>
          <ac:spMkLst>
            <pc:docMk/>
            <pc:sldMk cId="1026855783" sldId="356"/>
            <ac:spMk id="5" creationId="{CF07441E-A759-2082-2203-CFBEDD8F4209}"/>
          </ac:spMkLst>
        </pc:spChg>
        <pc:spChg chg="add mod">
          <ac:chgData name="Alirah WEYORI" userId="1c7cbaa8-91f0-4806-8632-e4be5028c1b4" providerId="ADAL" clId="{A3020B8A-62B3-4809-A435-34E4DC7D9396}" dt="2023-10-10T13:40:17.623" v="4613" actId="1076"/>
          <ac:spMkLst>
            <pc:docMk/>
            <pc:sldMk cId="1026855783" sldId="356"/>
            <ac:spMk id="6" creationId="{36480207-1EE9-D6ED-F7F4-AFE4AE8711CC}"/>
          </ac:spMkLst>
        </pc:spChg>
        <pc:graphicFrameChg chg="add del mod">
          <ac:chgData name="Alirah WEYORI" userId="1c7cbaa8-91f0-4806-8632-e4be5028c1b4" providerId="ADAL" clId="{A3020B8A-62B3-4809-A435-34E4DC7D9396}" dt="2023-10-10T10:42:58.710" v="906"/>
          <ac:graphicFrameMkLst>
            <pc:docMk/>
            <pc:sldMk cId="1026855783" sldId="356"/>
            <ac:graphicFrameMk id="2" creationId="{D7890193-F091-D782-E25E-C08093035050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3:40:12.407" v="4612" actId="1035"/>
          <ac:graphicFrameMkLst>
            <pc:docMk/>
            <pc:sldMk cId="1026855783" sldId="356"/>
            <ac:graphicFrameMk id="3" creationId="{3F9FD26E-6FCE-BE32-5F36-B7D07E1EE80F}"/>
          </ac:graphicFrameMkLst>
        </pc:graphicFrameChg>
      </pc:sldChg>
      <pc:sldChg chg="delSp add del mod">
        <pc:chgData name="Alirah WEYORI" userId="1c7cbaa8-91f0-4806-8632-e4be5028c1b4" providerId="ADAL" clId="{A3020B8A-62B3-4809-A435-34E4DC7D9396}" dt="2023-10-10T10:20:41.979" v="884" actId="47"/>
        <pc:sldMkLst>
          <pc:docMk/>
          <pc:sldMk cId="559360178" sldId="357"/>
        </pc:sldMkLst>
        <pc:graphicFrameChg chg="del">
          <ac:chgData name="Alirah WEYORI" userId="1c7cbaa8-91f0-4806-8632-e4be5028c1b4" providerId="ADAL" clId="{A3020B8A-62B3-4809-A435-34E4DC7D9396}" dt="2023-10-10T10:17:38.239" v="858" actId="478"/>
          <ac:graphicFrameMkLst>
            <pc:docMk/>
            <pc:sldMk cId="559360178" sldId="357"/>
            <ac:graphicFrameMk id="3" creationId="{5EF5B00B-4931-052C-F765-99D378EFE15A}"/>
          </ac:graphicFrameMkLst>
        </pc:graphicFrameChg>
      </pc:sldChg>
      <pc:sldChg chg="addSp modSp mod ord modAnim">
        <pc:chgData name="Alirah WEYORI" userId="1c7cbaa8-91f0-4806-8632-e4be5028c1b4" providerId="ADAL" clId="{A3020B8A-62B3-4809-A435-34E4DC7D9396}" dt="2023-10-11T10:10:07.123" v="5670"/>
        <pc:sldMkLst>
          <pc:docMk/>
          <pc:sldMk cId="3950372013" sldId="358"/>
        </pc:sldMkLst>
        <pc:spChg chg="add mod">
          <ac:chgData name="Alirah WEYORI" userId="1c7cbaa8-91f0-4806-8632-e4be5028c1b4" providerId="ADAL" clId="{A3020B8A-62B3-4809-A435-34E4DC7D9396}" dt="2023-10-10T13:39:01.858" v="4578" actId="1076"/>
          <ac:spMkLst>
            <pc:docMk/>
            <pc:sldMk cId="3950372013" sldId="358"/>
            <ac:spMk id="2" creationId="{6FDAE502-2F77-6D86-F4B9-38725262DE7D}"/>
          </ac:spMkLst>
        </pc:spChg>
        <pc:spChg chg="mod">
          <ac:chgData name="Alirah WEYORI" userId="1c7cbaa8-91f0-4806-8632-e4be5028c1b4" providerId="ADAL" clId="{A3020B8A-62B3-4809-A435-34E4DC7D9396}" dt="2023-10-10T13:38:56.617" v="4577" actId="1035"/>
          <ac:spMkLst>
            <pc:docMk/>
            <pc:sldMk cId="3950372013" sldId="358"/>
            <ac:spMk id="4" creationId="{9A94FE39-A35A-D660-F096-B3803757D0BC}"/>
          </ac:spMkLst>
        </pc:spChg>
        <pc:spChg chg="mod">
          <ac:chgData name="Alirah WEYORI" userId="1c7cbaa8-91f0-4806-8632-e4be5028c1b4" providerId="ADAL" clId="{A3020B8A-62B3-4809-A435-34E4DC7D9396}" dt="2023-10-10T13:38:56.617" v="4577" actId="1035"/>
          <ac:spMkLst>
            <pc:docMk/>
            <pc:sldMk cId="3950372013" sldId="358"/>
            <ac:spMk id="8" creationId="{9556F04F-D5F0-BC85-479D-244A35489755}"/>
          </ac:spMkLst>
        </pc:spChg>
        <pc:spChg chg="mod">
          <ac:chgData name="Alirah WEYORI" userId="1c7cbaa8-91f0-4806-8632-e4be5028c1b4" providerId="ADAL" clId="{A3020B8A-62B3-4809-A435-34E4DC7D9396}" dt="2023-10-10T13:38:56.617" v="4577" actId="1035"/>
          <ac:spMkLst>
            <pc:docMk/>
            <pc:sldMk cId="3950372013" sldId="358"/>
            <ac:spMk id="12" creationId="{EB7D4C59-D2C9-0214-D52F-65ADFF4929E1}"/>
          </ac:spMkLst>
        </pc:spChg>
        <pc:spChg chg="mod">
          <ac:chgData name="Alirah WEYORI" userId="1c7cbaa8-91f0-4806-8632-e4be5028c1b4" providerId="ADAL" clId="{A3020B8A-62B3-4809-A435-34E4DC7D9396}" dt="2023-10-10T13:38:56.617" v="4577" actId="1035"/>
          <ac:spMkLst>
            <pc:docMk/>
            <pc:sldMk cId="3950372013" sldId="358"/>
            <ac:spMk id="13" creationId="{A31DFC57-6C6C-6A4F-916D-DCF8477AA720}"/>
          </ac:spMkLst>
        </pc:spChg>
        <pc:graphicFrameChg chg="mod modGraphic">
          <ac:chgData name="Alirah WEYORI" userId="1c7cbaa8-91f0-4806-8632-e4be5028c1b4" providerId="ADAL" clId="{A3020B8A-62B3-4809-A435-34E4DC7D9396}" dt="2023-10-10T13:38:56.617" v="4577" actId="1035"/>
          <ac:graphicFrameMkLst>
            <pc:docMk/>
            <pc:sldMk cId="3950372013" sldId="358"/>
            <ac:graphicFrameMk id="3" creationId="{D123D0A8-2386-F08E-75E8-33501E646DE7}"/>
          </ac:graphicFrameMkLst>
        </pc:graphicFrameChg>
      </pc:sldChg>
      <pc:sldChg chg="add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2628492940" sldId="359"/>
        </pc:sldMkLst>
        <pc:spChg chg="add mod">
          <ac:chgData name="Alirah WEYORI" userId="1c7cbaa8-91f0-4806-8632-e4be5028c1b4" providerId="ADAL" clId="{A3020B8A-62B3-4809-A435-34E4DC7D9396}" dt="2023-10-10T12:40:33.258" v="3866" actId="1038"/>
          <ac:spMkLst>
            <pc:docMk/>
            <pc:sldMk cId="2628492940" sldId="359"/>
            <ac:spMk id="2" creationId="{E2EC85C3-77B3-6EBF-B8E8-679D624D832B}"/>
          </ac:spMkLst>
        </pc:spChg>
        <pc:spChg chg="add mod">
          <ac:chgData name="Alirah WEYORI" userId="1c7cbaa8-91f0-4806-8632-e4be5028c1b4" providerId="ADAL" clId="{A3020B8A-62B3-4809-A435-34E4DC7D9396}" dt="2023-10-10T13:39:37.266" v="4592" actId="1076"/>
          <ac:spMkLst>
            <pc:docMk/>
            <pc:sldMk cId="2628492940" sldId="359"/>
            <ac:spMk id="3" creationId="{9FF9BB66-52B6-D1C9-8426-C2593CADD5B9}"/>
          </ac:spMkLst>
        </pc:spChg>
        <pc:spChg chg="mod">
          <ac:chgData name="Alirah WEYORI" userId="1c7cbaa8-91f0-4806-8632-e4be5028c1b4" providerId="ADAL" clId="{A3020B8A-62B3-4809-A435-34E4DC7D9396}" dt="2023-10-10T11:09:28.624" v="1149" actId="1076"/>
          <ac:spMkLst>
            <pc:docMk/>
            <pc:sldMk cId="2628492940" sldId="359"/>
            <ac:spMk id="7" creationId="{4BF0B333-D71E-CE7C-268C-A43F9130A4FD}"/>
          </ac:spMkLst>
        </pc:spChg>
        <pc:graphicFrameChg chg="mod modGraphic">
          <ac:chgData name="Alirah WEYORI" userId="1c7cbaa8-91f0-4806-8632-e4be5028c1b4" providerId="ADAL" clId="{A3020B8A-62B3-4809-A435-34E4DC7D9396}" dt="2023-10-10T10:23:02.248" v="902" actId="113"/>
          <ac:graphicFrameMkLst>
            <pc:docMk/>
            <pc:sldMk cId="2628492940" sldId="359"/>
            <ac:graphicFrameMk id="6" creationId="{9D52D563-BD7E-B2CB-64B1-26C6D6374F10}"/>
          </ac:graphicFrameMkLst>
        </pc:graphicFrameChg>
      </pc:sldChg>
      <pc:sldChg chg="addSp delSp modSp add mod ord">
        <pc:chgData name="Alirah WEYORI" userId="1c7cbaa8-91f0-4806-8632-e4be5028c1b4" providerId="ADAL" clId="{A3020B8A-62B3-4809-A435-34E4DC7D9396}" dt="2023-10-11T10:10:07.123" v="5670"/>
        <pc:sldMkLst>
          <pc:docMk/>
          <pc:sldMk cId="1616816788" sldId="360"/>
        </pc:sldMkLst>
        <pc:spChg chg="add mod">
          <ac:chgData name="Alirah WEYORI" userId="1c7cbaa8-91f0-4806-8632-e4be5028c1b4" providerId="ADAL" clId="{A3020B8A-62B3-4809-A435-34E4DC7D9396}" dt="2023-10-10T13:09:49.894" v="4263" actId="1035"/>
          <ac:spMkLst>
            <pc:docMk/>
            <pc:sldMk cId="1616816788" sldId="360"/>
            <ac:spMk id="2" creationId="{55D67623-F4D4-6D6E-92DC-FEA185796297}"/>
          </ac:spMkLst>
        </pc:spChg>
        <pc:spChg chg="add mod">
          <ac:chgData name="Alirah WEYORI" userId="1c7cbaa8-91f0-4806-8632-e4be5028c1b4" providerId="ADAL" clId="{A3020B8A-62B3-4809-A435-34E4DC7D9396}" dt="2023-10-10T13:09:44.979" v="4259" actId="208"/>
          <ac:spMkLst>
            <pc:docMk/>
            <pc:sldMk cId="1616816788" sldId="360"/>
            <ac:spMk id="4" creationId="{5BD6B7C8-58B5-B620-4E13-5DFCF3724BBA}"/>
          </ac:spMkLst>
        </pc:spChg>
        <pc:spChg chg="add mod">
          <ac:chgData name="Alirah WEYORI" userId="1c7cbaa8-91f0-4806-8632-e4be5028c1b4" providerId="ADAL" clId="{A3020B8A-62B3-4809-A435-34E4DC7D9396}" dt="2023-10-10T13:39:47.428" v="4594" actId="1076"/>
          <ac:spMkLst>
            <pc:docMk/>
            <pc:sldMk cId="1616816788" sldId="360"/>
            <ac:spMk id="5" creationId="{04A3C96D-7C17-3DDA-A5FA-EA3DE0BECA14}"/>
          </ac:spMkLst>
        </pc:spChg>
        <pc:graphicFrameChg chg="add del mod">
          <ac:chgData name="Alirah WEYORI" userId="1c7cbaa8-91f0-4806-8632-e4be5028c1b4" providerId="ADAL" clId="{A3020B8A-62B3-4809-A435-34E4DC7D9396}" dt="2023-10-10T13:09:23.140" v="4255" actId="478"/>
          <ac:graphicFrameMkLst>
            <pc:docMk/>
            <pc:sldMk cId="1616816788" sldId="360"/>
            <ac:graphicFrameMk id="3" creationId="{2DA8EFA9-C08C-9D29-015E-93460A173199}"/>
          </ac:graphicFrameMkLst>
        </pc:graphicFrameChg>
        <pc:graphicFrameChg chg="mod modGraphic">
          <ac:chgData name="Alirah WEYORI" userId="1c7cbaa8-91f0-4806-8632-e4be5028c1b4" providerId="ADAL" clId="{A3020B8A-62B3-4809-A435-34E4DC7D9396}" dt="2023-10-10T10:46:50.169" v="970"/>
          <ac:graphicFrameMkLst>
            <pc:docMk/>
            <pc:sldMk cId="1616816788" sldId="360"/>
            <ac:graphicFrameMk id="6" creationId="{9D52D563-BD7E-B2CB-64B1-26C6D6374F10}"/>
          </ac:graphicFrameMkLst>
        </pc:graphicFrameChg>
      </pc:sldChg>
      <pc:sldChg chg="addSp modSp add mod ord">
        <pc:chgData name="Alirah WEYORI" userId="1c7cbaa8-91f0-4806-8632-e4be5028c1b4" providerId="ADAL" clId="{A3020B8A-62B3-4809-A435-34E4DC7D9396}" dt="2023-10-11T10:10:07.123" v="5670"/>
        <pc:sldMkLst>
          <pc:docMk/>
          <pc:sldMk cId="516720094" sldId="361"/>
        </pc:sldMkLst>
        <pc:spChg chg="add mod">
          <ac:chgData name="Alirah WEYORI" userId="1c7cbaa8-91f0-4806-8632-e4be5028c1b4" providerId="ADAL" clId="{A3020B8A-62B3-4809-A435-34E4DC7D9396}" dt="2023-10-10T13:39:59.332" v="4596" actId="1076"/>
          <ac:spMkLst>
            <pc:docMk/>
            <pc:sldMk cId="516720094" sldId="361"/>
            <ac:spMk id="3" creationId="{0D8FCC79-7DD7-12F4-89C1-69696042ABF3}"/>
          </ac:spMkLst>
        </pc:spChg>
        <pc:graphicFrameChg chg="mod modGraphic">
          <ac:chgData name="Alirah WEYORI" userId="1c7cbaa8-91f0-4806-8632-e4be5028c1b4" providerId="ADAL" clId="{A3020B8A-62B3-4809-A435-34E4DC7D9396}" dt="2023-10-10T12:45:56.317" v="3902"/>
          <ac:graphicFrameMkLst>
            <pc:docMk/>
            <pc:sldMk cId="516720094" sldId="361"/>
            <ac:graphicFrameMk id="7" creationId="{7C3EA471-3ADD-76F3-1E3B-51018EB4B5F8}"/>
          </ac:graphicFrameMkLst>
        </pc:graphicFrameChg>
      </pc:sldChg>
      <pc:sldChg chg="addSp modSp add mod">
        <pc:chgData name="Alirah WEYORI" userId="1c7cbaa8-91f0-4806-8632-e4be5028c1b4" providerId="ADAL" clId="{A3020B8A-62B3-4809-A435-34E4DC7D9396}" dt="2023-10-10T13:37:37.897" v="4538" actId="1038"/>
        <pc:sldMkLst>
          <pc:docMk/>
          <pc:sldMk cId="1979215391" sldId="362"/>
        </pc:sldMkLst>
        <pc:spChg chg="add mod">
          <ac:chgData name="Alirah WEYORI" userId="1c7cbaa8-91f0-4806-8632-e4be5028c1b4" providerId="ADAL" clId="{A3020B8A-62B3-4809-A435-34E4DC7D9396}" dt="2023-10-10T13:37:25.429" v="4516" actId="1076"/>
          <ac:spMkLst>
            <pc:docMk/>
            <pc:sldMk cId="1979215391" sldId="362"/>
            <ac:spMk id="2" creationId="{3776AE82-2A87-6803-CB4F-E0BF2E856E3D}"/>
          </ac:spMkLst>
        </pc:spChg>
        <pc:spChg chg="mod">
          <ac:chgData name="Alirah WEYORI" userId="1c7cbaa8-91f0-4806-8632-e4be5028c1b4" providerId="ADAL" clId="{A3020B8A-62B3-4809-A435-34E4DC7D9396}" dt="2023-10-10T11:08:28.333" v="1115" actId="20577"/>
          <ac:spMkLst>
            <pc:docMk/>
            <pc:sldMk cId="1979215391" sldId="362"/>
            <ac:spMk id="4" creationId="{9C4E6AF7-5E07-1222-4A6C-BE80B0A87E00}"/>
          </ac:spMkLst>
        </pc:spChg>
        <pc:spChg chg="mod">
          <ac:chgData name="Alirah WEYORI" userId="1c7cbaa8-91f0-4806-8632-e4be5028c1b4" providerId="ADAL" clId="{A3020B8A-62B3-4809-A435-34E4DC7D9396}" dt="2023-10-10T13:37:37.897" v="4538" actId="1038"/>
          <ac:spMkLst>
            <pc:docMk/>
            <pc:sldMk cId="1979215391" sldId="362"/>
            <ac:spMk id="5" creationId="{CF07441E-A759-2082-2203-CFBEDD8F4209}"/>
          </ac:spMkLst>
        </pc:spChg>
        <pc:graphicFrameChg chg="mod modGraphic">
          <ac:chgData name="Alirah WEYORI" userId="1c7cbaa8-91f0-4806-8632-e4be5028c1b4" providerId="ADAL" clId="{A3020B8A-62B3-4809-A435-34E4DC7D9396}" dt="2023-10-10T13:37:37.897" v="4538" actId="1038"/>
          <ac:graphicFrameMkLst>
            <pc:docMk/>
            <pc:sldMk cId="1979215391" sldId="362"/>
            <ac:graphicFrameMk id="3" creationId="{3F9FD26E-6FCE-BE32-5F36-B7D07E1EE80F}"/>
          </ac:graphicFrameMkLst>
        </pc:graphicFrameChg>
      </pc:sldChg>
      <pc:sldChg chg="addSp modSp add mod ord modAnim">
        <pc:chgData name="Alirah WEYORI" userId="1c7cbaa8-91f0-4806-8632-e4be5028c1b4" providerId="ADAL" clId="{A3020B8A-62B3-4809-A435-34E4DC7D9396}" dt="2023-10-11T10:10:07.123" v="5670"/>
        <pc:sldMkLst>
          <pc:docMk/>
          <pc:sldMk cId="835992911" sldId="363"/>
        </pc:sldMkLst>
        <pc:spChg chg="add mod">
          <ac:chgData name="Alirah WEYORI" userId="1c7cbaa8-91f0-4806-8632-e4be5028c1b4" providerId="ADAL" clId="{A3020B8A-62B3-4809-A435-34E4DC7D9396}" dt="2023-10-10T13:41:11.108" v="4658" actId="1076"/>
          <ac:spMkLst>
            <pc:docMk/>
            <pc:sldMk cId="835992911" sldId="363"/>
            <ac:spMk id="2" creationId="{C897B000-257A-F0BD-51C9-2AF1D4706979}"/>
          </ac:spMkLst>
        </pc:spChg>
        <pc:spChg chg="mod">
          <ac:chgData name="Alirah WEYORI" userId="1c7cbaa8-91f0-4806-8632-e4be5028c1b4" providerId="ADAL" clId="{A3020B8A-62B3-4809-A435-34E4DC7D9396}" dt="2023-10-10T10:58:39.234" v="1083" actId="20577"/>
          <ac:spMkLst>
            <pc:docMk/>
            <pc:sldMk cId="835992911" sldId="363"/>
            <ac:spMk id="4" creationId="{9C4E6AF7-5E07-1222-4A6C-BE80B0A87E00}"/>
          </ac:spMkLst>
        </pc:spChg>
        <pc:spChg chg="mod">
          <ac:chgData name="Alirah WEYORI" userId="1c7cbaa8-91f0-4806-8632-e4be5028c1b4" providerId="ADAL" clId="{A3020B8A-62B3-4809-A435-34E4DC7D9396}" dt="2023-10-10T13:41:04.983" v="4656" actId="1035"/>
          <ac:spMkLst>
            <pc:docMk/>
            <pc:sldMk cId="835992911" sldId="363"/>
            <ac:spMk id="5" creationId="{CF07441E-A759-2082-2203-CFBEDD8F4209}"/>
          </ac:spMkLst>
        </pc:spChg>
        <pc:graphicFrameChg chg="mod">
          <ac:chgData name="Alirah WEYORI" userId="1c7cbaa8-91f0-4806-8632-e4be5028c1b4" providerId="ADAL" clId="{A3020B8A-62B3-4809-A435-34E4DC7D9396}" dt="2023-10-10T13:41:04.983" v="4656" actId="1035"/>
          <ac:graphicFrameMkLst>
            <pc:docMk/>
            <pc:sldMk cId="835992911" sldId="363"/>
            <ac:graphicFrameMk id="3" creationId="{3F9FD26E-6FCE-BE32-5F36-B7D07E1EE80F}"/>
          </ac:graphicFrameMkLst>
        </pc:graphicFrameChg>
      </pc:sldChg>
      <pc:sldChg chg="addSp delSp modSp new mod ord">
        <pc:chgData name="Alirah WEYORI" userId="1c7cbaa8-91f0-4806-8632-e4be5028c1b4" providerId="ADAL" clId="{A3020B8A-62B3-4809-A435-34E4DC7D9396}" dt="2023-10-11T11:18:58.381" v="6260"/>
        <pc:sldMkLst>
          <pc:docMk/>
          <pc:sldMk cId="944851729" sldId="364"/>
        </pc:sldMkLst>
        <pc:spChg chg="mod">
          <ac:chgData name="Alirah WEYORI" userId="1c7cbaa8-91f0-4806-8632-e4be5028c1b4" providerId="ADAL" clId="{A3020B8A-62B3-4809-A435-34E4DC7D9396}" dt="2023-10-10T12:38:11.315" v="3834" actId="20577"/>
          <ac:spMkLst>
            <pc:docMk/>
            <pc:sldMk cId="944851729" sldId="364"/>
            <ac:spMk id="2" creationId="{96DDB886-5CD9-8C78-572A-0BF2625A2AD1}"/>
          </ac:spMkLst>
        </pc:spChg>
        <pc:spChg chg="del">
          <ac:chgData name="Alirah WEYORI" userId="1c7cbaa8-91f0-4806-8632-e4be5028c1b4" providerId="ADAL" clId="{A3020B8A-62B3-4809-A435-34E4DC7D9396}" dt="2023-10-10T11:11:55.490" v="1202" actId="478"/>
          <ac:spMkLst>
            <pc:docMk/>
            <pc:sldMk cId="944851729" sldId="364"/>
            <ac:spMk id="3" creationId="{670EEFC8-D5E8-3379-7752-B3A0E4969B01}"/>
          </ac:spMkLst>
        </pc:spChg>
        <pc:spChg chg="add del mod">
          <ac:chgData name="Alirah WEYORI" userId="1c7cbaa8-91f0-4806-8632-e4be5028c1b4" providerId="ADAL" clId="{A3020B8A-62B3-4809-A435-34E4DC7D9396}" dt="2023-10-10T13:05:35.230" v="4236" actId="478"/>
          <ac:spMkLst>
            <pc:docMk/>
            <pc:sldMk cId="944851729" sldId="364"/>
            <ac:spMk id="5" creationId="{97D26A2A-91E9-F2B3-EABD-B1A284547671}"/>
          </ac:spMkLst>
        </pc:spChg>
        <pc:spChg chg="add del mod">
          <ac:chgData name="Alirah WEYORI" userId="1c7cbaa8-91f0-4806-8632-e4be5028c1b4" providerId="ADAL" clId="{A3020B8A-62B3-4809-A435-34E4DC7D9396}" dt="2023-10-10T13:05:09.569" v="4232" actId="478"/>
          <ac:spMkLst>
            <pc:docMk/>
            <pc:sldMk cId="944851729" sldId="364"/>
            <ac:spMk id="8" creationId="{E13CA024-402C-44DF-D5F6-0974CAD674B1}"/>
          </ac:spMkLst>
        </pc:spChg>
        <pc:spChg chg="add mod">
          <ac:chgData name="Alirah WEYORI" userId="1c7cbaa8-91f0-4806-8632-e4be5028c1b4" providerId="ADAL" clId="{A3020B8A-62B3-4809-A435-34E4DC7D9396}" dt="2023-10-11T11:18:25.115" v="6242" actId="1037"/>
          <ac:spMkLst>
            <pc:docMk/>
            <pc:sldMk cId="944851729" sldId="364"/>
            <ac:spMk id="9" creationId="{47221111-13F2-1B78-F98D-CDFB75520077}"/>
          </ac:spMkLst>
        </pc:spChg>
        <pc:graphicFrameChg chg="add del mod">
          <ac:chgData name="Alirah WEYORI" userId="1c7cbaa8-91f0-4806-8632-e4be5028c1b4" providerId="ADAL" clId="{A3020B8A-62B3-4809-A435-34E4DC7D9396}" dt="2023-10-10T13:02:11.169" v="4059" actId="478"/>
          <ac:graphicFrameMkLst>
            <pc:docMk/>
            <pc:sldMk cId="944851729" sldId="364"/>
            <ac:graphicFrameMk id="4" creationId="{7B25CA6C-E55B-04CC-EA3D-79AB803FCE62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0T13:03:21.700" v="4085" actId="478"/>
          <ac:graphicFrameMkLst>
            <pc:docMk/>
            <pc:sldMk cId="944851729" sldId="364"/>
            <ac:graphicFrameMk id="6" creationId="{CCD28B7A-16AC-730B-FB0F-A1247B629EF5}"/>
          </ac:graphicFrameMkLst>
        </pc:graphicFrameChg>
        <pc:graphicFrameChg chg="add mod">
          <ac:chgData name="Alirah WEYORI" userId="1c7cbaa8-91f0-4806-8632-e4be5028c1b4" providerId="ADAL" clId="{A3020B8A-62B3-4809-A435-34E4DC7D9396}" dt="2023-10-11T11:18:58.381" v="6260"/>
          <ac:graphicFrameMkLst>
            <pc:docMk/>
            <pc:sldMk cId="944851729" sldId="364"/>
            <ac:graphicFrameMk id="7" creationId="{2615A3E3-73F6-573A-4F9F-BC11257267A7}"/>
          </ac:graphicFrameMkLst>
        </pc:graphicFrameChg>
      </pc:sldChg>
      <pc:sldChg chg="modSp add mod ord">
        <pc:chgData name="Alirah WEYORI" userId="1c7cbaa8-91f0-4806-8632-e4be5028c1b4" providerId="ADAL" clId="{A3020B8A-62B3-4809-A435-34E4DC7D9396}" dt="2023-10-11T10:10:07.123" v="5670"/>
        <pc:sldMkLst>
          <pc:docMk/>
          <pc:sldMk cId="860340241" sldId="365"/>
        </pc:sldMkLst>
        <pc:spChg chg="mod">
          <ac:chgData name="Alirah WEYORI" userId="1c7cbaa8-91f0-4806-8632-e4be5028c1b4" providerId="ADAL" clId="{A3020B8A-62B3-4809-A435-34E4DC7D9396}" dt="2023-10-10T12:59:49.384" v="4049" actId="1037"/>
          <ac:spMkLst>
            <pc:docMk/>
            <pc:sldMk cId="860340241" sldId="365"/>
            <ac:spMk id="3" creationId="{DE7C056F-9D7F-4B72-99AA-CBF424D71D1A}"/>
          </ac:spMkLst>
        </pc:spChg>
      </pc:sldChg>
      <pc:sldChg chg="addSp delSp modSp new mod ord modAnim">
        <pc:chgData name="Alirah WEYORI" userId="1c7cbaa8-91f0-4806-8632-e4be5028c1b4" providerId="ADAL" clId="{A3020B8A-62B3-4809-A435-34E4DC7D9396}" dt="2023-10-11T10:10:07.123" v="5670"/>
        <pc:sldMkLst>
          <pc:docMk/>
          <pc:sldMk cId="4094758878" sldId="366"/>
        </pc:sldMkLst>
        <pc:spChg chg="del">
          <ac:chgData name="Alirah WEYORI" userId="1c7cbaa8-91f0-4806-8632-e4be5028c1b4" providerId="ADAL" clId="{A3020B8A-62B3-4809-A435-34E4DC7D9396}" dt="2023-10-10T12:31:04.010" v="3761" actId="478"/>
          <ac:spMkLst>
            <pc:docMk/>
            <pc:sldMk cId="4094758878" sldId="366"/>
            <ac:spMk id="2" creationId="{7EEF3FAE-CF2E-FDDB-3D96-046963D8587B}"/>
          </ac:spMkLst>
        </pc:spChg>
        <pc:spChg chg="del">
          <ac:chgData name="Alirah WEYORI" userId="1c7cbaa8-91f0-4806-8632-e4be5028c1b4" providerId="ADAL" clId="{A3020B8A-62B3-4809-A435-34E4DC7D9396}" dt="2023-10-10T12:31:02.213" v="3760" actId="478"/>
          <ac:spMkLst>
            <pc:docMk/>
            <pc:sldMk cId="4094758878" sldId="366"/>
            <ac:spMk id="3" creationId="{00B240E0-A31F-7716-0280-EC6D9B6A786D}"/>
          </ac:spMkLst>
        </pc:spChg>
        <pc:spChg chg="add mod">
          <ac:chgData name="Alirah WEYORI" userId="1c7cbaa8-91f0-4806-8632-e4be5028c1b4" providerId="ADAL" clId="{A3020B8A-62B3-4809-A435-34E4DC7D9396}" dt="2023-10-10T12:36:32.330" v="3804" actId="164"/>
          <ac:spMkLst>
            <pc:docMk/>
            <pc:sldMk cId="4094758878" sldId="366"/>
            <ac:spMk id="7" creationId="{7B1C3CD8-1A66-FDF9-4F1F-18E97D1C4F98}"/>
          </ac:spMkLst>
        </pc:spChg>
        <pc:spChg chg="add mod">
          <ac:chgData name="Alirah WEYORI" userId="1c7cbaa8-91f0-4806-8632-e4be5028c1b4" providerId="ADAL" clId="{A3020B8A-62B3-4809-A435-34E4DC7D9396}" dt="2023-10-10T12:36:32.330" v="3804" actId="164"/>
          <ac:spMkLst>
            <pc:docMk/>
            <pc:sldMk cId="4094758878" sldId="366"/>
            <ac:spMk id="8" creationId="{6179BEAF-0FE6-A20C-82BD-2A1FC7B28D63}"/>
          </ac:spMkLst>
        </pc:spChg>
        <pc:spChg chg="add mod">
          <ac:chgData name="Alirah WEYORI" userId="1c7cbaa8-91f0-4806-8632-e4be5028c1b4" providerId="ADAL" clId="{A3020B8A-62B3-4809-A435-34E4DC7D9396}" dt="2023-10-10T13:40:48.767" v="4633" actId="1035"/>
          <ac:spMkLst>
            <pc:docMk/>
            <pc:sldMk cId="4094758878" sldId="366"/>
            <ac:spMk id="10" creationId="{DB16AACB-5EFF-7769-2E1B-7995B5A33EB2}"/>
          </ac:spMkLst>
        </pc:spChg>
        <pc:spChg chg="add mod">
          <ac:chgData name="Alirah WEYORI" userId="1c7cbaa8-91f0-4806-8632-e4be5028c1b4" providerId="ADAL" clId="{A3020B8A-62B3-4809-A435-34E4DC7D9396}" dt="2023-10-10T12:37:32.075" v="3822" actId="1037"/>
          <ac:spMkLst>
            <pc:docMk/>
            <pc:sldMk cId="4094758878" sldId="366"/>
            <ac:spMk id="11" creationId="{8A602F11-9768-30D5-12EA-2E9E00CD198B}"/>
          </ac:spMkLst>
        </pc:spChg>
        <pc:spChg chg="add mod">
          <ac:chgData name="Alirah WEYORI" userId="1c7cbaa8-91f0-4806-8632-e4be5028c1b4" providerId="ADAL" clId="{A3020B8A-62B3-4809-A435-34E4DC7D9396}" dt="2023-10-10T13:40:54.517" v="4634" actId="1076"/>
          <ac:spMkLst>
            <pc:docMk/>
            <pc:sldMk cId="4094758878" sldId="366"/>
            <ac:spMk id="12" creationId="{D5B25CC5-4348-E663-2608-97A37B87441C}"/>
          </ac:spMkLst>
        </pc:spChg>
        <pc:grpChg chg="add mod">
          <ac:chgData name="Alirah WEYORI" userId="1c7cbaa8-91f0-4806-8632-e4be5028c1b4" providerId="ADAL" clId="{A3020B8A-62B3-4809-A435-34E4DC7D9396}" dt="2023-10-10T13:40:48.767" v="4633" actId="1035"/>
          <ac:grpSpMkLst>
            <pc:docMk/>
            <pc:sldMk cId="4094758878" sldId="366"/>
            <ac:grpSpMk id="9" creationId="{B276A796-85A0-0F7F-D883-F34240ED51EA}"/>
          </ac:grpSpMkLst>
        </pc:grpChg>
        <pc:graphicFrameChg chg="add del mod">
          <ac:chgData name="Alirah WEYORI" userId="1c7cbaa8-91f0-4806-8632-e4be5028c1b4" providerId="ADAL" clId="{A3020B8A-62B3-4809-A435-34E4DC7D9396}" dt="2023-10-10T12:31:14.353" v="3763" actId="478"/>
          <ac:graphicFrameMkLst>
            <pc:docMk/>
            <pc:sldMk cId="4094758878" sldId="366"/>
            <ac:graphicFrameMk id="4" creationId="{DD61BCF0-265D-2828-E8B5-6D99CFC54A74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0T12:31:19.842" v="3767"/>
          <ac:graphicFrameMkLst>
            <pc:docMk/>
            <pc:sldMk cId="4094758878" sldId="366"/>
            <ac:graphicFrameMk id="5" creationId="{C6EEA2A7-14CC-4C4C-0378-E3C775BC0422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3:40:48.767" v="4633" actId="1035"/>
          <ac:graphicFrameMkLst>
            <pc:docMk/>
            <pc:sldMk cId="4094758878" sldId="366"/>
            <ac:graphicFrameMk id="6" creationId="{975C97BF-1916-20FA-76B2-F10279C2EBCF}"/>
          </ac:graphicFrameMkLst>
        </pc:graphicFrameChg>
      </pc:sldChg>
      <pc:sldChg chg="addSp delSp modSp new mod ord modAnim">
        <pc:chgData name="Alirah WEYORI" userId="1c7cbaa8-91f0-4806-8632-e4be5028c1b4" providerId="ADAL" clId="{A3020B8A-62B3-4809-A435-34E4DC7D9396}" dt="2023-10-11T10:10:07.123" v="5670"/>
        <pc:sldMkLst>
          <pc:docMk/>
          <pc:sldMk cId="1742775768" sldId="367"/>
        </pc:sldMkLst>
        <pc:spChg chg="del">
          <ac:chgData name="Alirah WEYORI" userId="1c7cbaa8-91f0-4806-8632-e4be5028c1b4" providerId="ADAL" clId="{A3020B8A-62B3-4809-A435-34E4DC7D9396}" dt="2023-10-10T12:43:31.515" v="3882" actId="478"/>
          <ac:spMkLst>
            <pc:docMk/>
            <pc:sldMk cId="1742775768" sldId="367"/>
            <ac:spMk id="2" creationId="{D5FEE27B-7D7B-0B0D-936D-4F2F6033E792}"/>
          </ac:spMkLst>
        </pc:spChg>
        <pc:spChg chg="del">
          <ac:chgData name="Alirah WEYORI" userId="1c7cbaa8-91f0-4806-8632-e4be5028c1b4" providerId="ADAL" clId="{A3020B8A-62B3-4809-A435-34E4DC7D9396}" dt="2023-10-10T12:43:30.176" v="3881" actId="478"/>
          <ac:spMkLst>
            <pc:docMk/>
            <pc:sldMk cId="1742775768" sldId="367"/>
            <ac:spMk id="3" creationId="{F62764FE-7DAA-1CC7-6F44-6BFCF6049CBC}"/>
          </ac:spMkLst>
        </pc:spChg>
        <pc:spChg chg="add mod">
          <ac:chgData name="Alirah WEYORI" userId="1c7cbaa8-91f0-4806-8632-e4be5028c1b4" providerId="ADAL" clId="{A3020B8A-62B3-4809-A435-34E4DC7D9396}" dt="2023-10-10T12:51:26.811" v="3964" actId="164"/>
          <ac:spMkLst>
            <pc:docMk/>
            <pc:sldMk cId="1742775768" sldId="367"/>
            <ac:spMk id="6" creationId="{4CA273C8-0B13-6ECE-80B7-69148F963FE2}"/>
          </ac:spMkLst>
        </pc:spChg>
        <pc:spChg chg="add mod">
          <ac:chgData name="Alirah WEYORI" userId="1c7cbaa8-91f0-4806-8632-e4be5028c1b4" providerId="ADAL" clId="{A3020B8A-62B3-4809-A435-34E4DC7D9396}" dt="2023-10-10T12:51:26.811" v="3964" actId="164"/>
          <ac:spMkLst>
            <pc:docMk/>
            <pc:sldMk cId="1742775768" sldId="367"/>
            <ac:spMk id="7" creationId="{2A6EC10C-AD52-59F5-AE49-E0785088A3EB}"/>
          </ac:spMkLst>
        </pc:spChg>
        <pc:spChg chg="add mod">
          <ac:chgData name="Alirah WEYORI" userId="1c7cbaa8-91f0-4806-8632-e4be5028c1b4" providerId="ADAL" clId="{A3020B8A-62B3-4809-A435-34E4DC7D9396}" dt="2023-10-10T12:52:24.605" v="4000" actId="1036"/>
          <ac:spMkLst>
            <pc:docMk/>
            <pc:sldMk cId="1742775768" sldId="367"/>
            <ac:spMk id="8" creationId="{7B88BD7E-BFF8-6E40-8CEA-9C92DE6A8A19}"/>
          </ac:spMkLst>
        </pc:spChg>
        <pc:spChg chg="add mod">
          <ac:chgData name="Alirah WEYORI" userId="1c7cbaa8-91f0-4806-8632-e4be5028c1b4" providerId="ADAL" clId="{A3020B8A-62B3-4809-A435-34E4DC7D9396}" dt="2023-10-10T12:52:03.331" v="3967"/>
          <ac:spMkLst>
            <pc:docMk/>
            <pc:sldMk cId="1742775768" sldId="367"/>
            <ac:spMk id="10" creationId="{93EC4540-7AC2-6564-DB09-4009D025CE9F}"/>
          </ac:spMkLst>
        </pc:spChg>
        <pc:spChg chg="add mod">
          <ac:chgData name="Alirah WEYORI" userId="1c7cbaa8-91f0-4806-8632-e4be5028c1b4" providerId="ADAL" clId="{A3020B8A-62B3-4809-A435-34E4DC7D9396}" dt="2023-10-10T13:41:20.183" v="4660" actId="1076"/>
          <ac:spMkLst>
            <pc:docMk/>
            <pc:sldMk cId="1742775768" sldId="367"/>
            <ac:spMk id="11" creationId="{1E4B3DA8-AD4D-7D5E-7BA8-B45B012CD259}"/>
          </ac:spMkLst>
        </pc:spChg>
        <pc:grpChg chg="add mod">
          <ac:chgData name="Alirah WEYORI" userId="1c7cbaa8-91f0-4806-8632-e4be5028c1b4" providerId="ADAL" clId="{A3020B8A-62B3-4809-A435-34E4DC7D9396}" dt="2023-10-10T12:52:24.605" v="4000" actId="1036"/>
          <ac:grpSpMkLst>
            <pc:docMk/>
            <pc:sldMk cId="1742775768" sldId="367"/>
            <ac:grpSpMk id="9" creationId="{0D05B52C-7A01-DA80-3121-D0D26ECAB55D}"/>
          </ac:grpSpMkLst>
        </pc:grpChg>
        <pc:graphicFrameChg chg="add del mod">
          <ac:chgData name="Alirah WEYORI" userId="1c7cbaa8-91f0-4806-8632-e4be5028c1b4" providerId="ADAL" clId="{A3020B8A-62B3-4809-A435-34E4DC7D9396}" dt="2023-10-10T12:43:37.970" v="3886"/>
          <ac:graphicFrameMkLst>
            <pc:docMk/>
            <pc:sldMk cId="1742775768" sldId="367"/>
            <ac:graphicFrameMk id="4" creationId="{0240695C-BBD9-8ADB-9BFC-AC239C93133B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2:59:35.140" v="4043" actId="14734"/>
          <ac:graphicFrameMkLst>
            <pc:docMk/>
            <pc:sldMk cId="1742775768" sldId="367"/>
            <ac:graphicFrameMk id="5" creationId="{97238490-36A9-E32B-4C21-C087B56803D9}"/>
          </ac:graphicFrameMkLst>
        </pc:graphicFrameChg>
      </pc:sldChg>
      <pc:sldChg chg="addSp delSp modSp new mod ord modAnim">
        <pc:chgData name="Alirah WEYORI" userId="1c7cbaa8-91f0-4806-8632-e4be5028c1b4" providerId="ADAL" clId="{A3020B8A-62B3-4809-A435-34E4DC7D9396}" dt="2023-10-10T13:36:45.924" v="4475" actId="1076"/>
        <pc:sldMkLst>
          <pc:docMk/>
          <pc:sldMk cId="834591373" sldId="368"/>
        </pc:sldMkLst>
        <pc:spChg chg="del">
          <ac:chgData name="Alirah WEYORI" userId="1c7cbaa8-91f0-4806-8632-e4be5028c1b4" providerId="ADAL" clId="{A3020B8A-62B3-4809-A435-34E4DC7D9396}" dt="2023-10-10T13:11:01.793" v="4266" actId="478"/>
          <ac:spMkLst>
            <pc:docMk/>
            <pc:sldMk cId="834591373" sldId="368"/>
            <ac:spMk id="2" creationId="{94F25493-9822-C6A7-86BB-E7FACE8761AE}"/>
          </ac:spMkLst>
        </pc:spChg>
        <pc:spChg chg="del">
          <ac:chgData name="Alirah WEYORI" userId="1c7cbaa8-91f0-4806-8632-e4be5028c1b4" providerId="ADAL" clId="{A3020B8A-62B3-4809-A435-34E4DC7D9396}" dt="2023-10-10T13:11:00.275" v="4265" actId="478"/>
          <ac:spMkLst>
            <pc:docMk/>
            <pc:sldMk cId="834591373" sldId="368"/>
            <ac:spMk id="3" creationId="{6AA04B2A-8FD6-61C6-5EA6-DC8B5F0AC65C}"/>
          </ac:spMkLst>
        </pc:spChg>
        <pc:spChg chg="add mod">
          <ac:chgData name="Alirah WEYORI" userId="1c7cbaa8-91f0-4806-8632-e4be5028c1b4" providerId="ADAL" clId="{A3020B8A-62B3-4809-A435-34E4DC7D9396}" dt="2023-10-10T13:22:04.861" v="4361" actId="14100"/>
          <ac:spMkLst>
            <pc:docMk/>
            <pc:sldMk cId="834591373" sldId="368"/>
            <ac:spMk id="6" creationId="{9E2652E8-8B83-A962-C52A-499A89F094E0}"/>
          </ac:spMkLst>
        </pc:spChg>
        <pc:spChg chg="add mod">
          <ac:chgData name="Alirah WEYORI" userId="1c7cbaa8-91f0-4806-8632-e4be5028c1b4" providerId="ADAL" clId="{A3020B8A-62B3-4809-A435-34E4DC7D9396}" dt="2023-10-10T13:22:26.741" v="4366" actId="1035"/>
          <ac:spMkLst>
            <pc:docMk/>
            <pc:sldMk cId="834591373" sldId="368"/>
            <ac:spMk id="7" creationId="{9F4C5B2A-BDF9-506F-62E1-2828B6F77325}"/>
          </ac:spMkLst>
        </pc:spChg>
        <pc:spChg chg="add mod">
          <ac:chgData name="Alirah WEYORI" userId="1c7cbaa8-91f0-4806-8632-e4be5028c1b4" providerId="ADAL" clId="{A3020B8A-62B3-4809-A435-34E4DC7D9396}" dt="2023-10-10T13:36:45.924" v="4475" actId="1076"/>
          <ac:spMkLst>
            <pc:docMk/>
            <pc:sldMk cId="834591373" sldId="368"/>
            <ac:spMk id="8" creationId="{B4CD2ECB-1368-AAD9-FB5F-B3D093FA6694}"/>
          </ac:spMkLst>
        </pc:spChg>
        <pc:graphicFrameChg chg="add del mod">
          <ac:chgData name="Alirah WEYORI" userId="1c7cbaa8-91f0-4806-8632-e4be5028c1b4" providerId="ADAL" clId="{A3020B8A-62B3-4809-A435-34E4DC7D9396}" dt="2023-10-10T13:11:29.814" v="4278"/>
          <ac:graphicFrameMkLst>
            <pc:docMk/>
            <pc:sldMk cId="834591373" sldId="368"/>
            <ac:graphicFrameMk id="4" creationId="{2F3ADAA6-A71B-D6A8-D62C-5144ECCEAC0E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3:24:47.091" v="4385"/>
          <ac:graphicFrameMkLst>
            <pc:docMk/>
            <pc:sldMk cId="834591373" sldId="368"/>
            <ac:graphicFrameMk id="5" creationId="{0666B1E7-3749-E6E5-000B-1B81EB9F1662}"/>
          </ac:graphicFrameMkLst>
        </pc:graphicFrameChg>
      </pc:sldChg>
      <pc:sldChg chg="addSp delSp modSp new mod ord modAnim">
        <pc:chgData name="Alirah WEYORI" userId="1c7cbaa8-91f0-4806-8632-e4be5028c1b4" providerId="ADAL" clId="{A3020B8A-62B3-4809-A435-34E4DC7D9396}" dt="2023-10-10T13:34:23.826" v="4452" actId="1076"/>
        <pc:sldMkLst>
          <pc:docMk/>
          <pc:sldMk cId="3074545810" sldId="369"/>
        </pc:sldMkLst>
        <pc:spChg chg="del">
          <ac:chgData name="Alirah WEYORI" userId="1c7cbaa8-91f0-4806-8632-e4be5028c1b4" providerId="ADAL" clId="{A3020B8A-62B3-4809-A435-34E4DC7D9396}" dt="2023-10-10T13:19:54.853" v="4347" actId="478"/>
          <ac:spMkLst>
            <pc:docMk/>
            <pc:sldMk cId="3074545810" sldId="369"/>
            <ac:spMk id="2" creationId="{6A41D286-63A2-9B9C-AE12-4CB1DAD88895}"/>
          </ac:spMkLst>
        </pc:spChg>
        <pc:spChg chg="del">
          <ac:chgData name="Alirah WEYORI" userId="1c7cbaa8-91f0-4806-8632-e4be5028c1b4" providerId="ADAL" clId="{A3020B8A-62B3-4809-A435-34E4DC7D9396}" dt="2023-10-10T13:19:53.135" v="4346" actId="478"/>
          <ac:spMkLst>
            <pc:docMk/>
            <pc:sldMk cId="3074545810" sldId="369"/>
            <ac:spMk id="3" creationId="{CEC95607-1BA5-C81D-08E1-52E563B73719}"/>
          </ac:spMkLst>
        </pc:spChg>
        <pc:spChg chg="add mod">
          <ac:chgData name="Alirah WEYORI" userId="1c7cbaa8-91f0-4806-8632-e4be5028c1b4" providerId="ADAL" clId="{A3020B8A-62B3-4809-A435-34E4DC7D9396}" dt="2023-10-10T13:28:46.011" v="4418" actId="1036"/>
          <ac:spMkLst>
            <pc:docMk/>
            <pc:sldMk cId="3074545810" sldId="369"/>
            <ac:spMk id="5" creationId="{ED59459E-BFE2-29FC-2B49-89B462160672}"/>
          </ac:spMkLst>
        </pc:spChg>
        <pc:spChg chg="add mod">
          <ac:chgData name="Alirah WEYORI" userId="1c7cbaa8-91f0-4806-8632-e4be5028c1b4" providerId="ADAL" clId="{A3020B8A-62B3-4809-A435-34E4DC7D9396}" dt="2023-10-10T13:28:54.775" v="4421" actId="1036"/>
          <ac:spMkLst>
            <pc:docMk/>
            <pc:sldMk cId="3074545810" sldId="369"/>
            <ac:spMk id="6" creationId="{D69CE62F-9BCA-CE43-950C-21B6143433F3}"/>
          </ac:spMkLst>
        </pc:spChg>
        <pc:spChg chg="add mod">
          <ac:chgData name="Alirah WEYORI" userId="1c7cbaa8-91f0-4806-8632-e4be5028c1b4" providerId="ADAL" clId="{A3020B8A-62B3-4809-A435-34E4DC7D9396}" dt="2023-10-10T13:29:08.669" v="4423" actId="1076"/>
          <ac:spMkLst>
            <pc:docMk/>
            <pc:sldMk cId="3074545810" sldId="369"/>
            <ac:spMk id="7" creationId="{B152D1CA-017B-F128-AF9D-C2784B2B76D7}"/>
          </ac:spMkLst>
        </pc:spChg>
        <pc:spChg chg="add mod">
          <ac:chgData name="Alirah WEYORI" userId="1c7cbaa8-91f0-4806-8632-e4be5028c1b4" providerId="ADAL" clId="{A3020B8A-62B3-4809-A435-34E4DC7D9396}" dt="2023-10-10T13:34:23.826" v="4452" actId="1076"/>
          <ac:spMkLst>
            <pc:docMk/>
            <pc:sldMk cId="3074545810" sldId="369"/>
            <ac:spMk id="8" creationId="{5603C8D7-CA76-7CB6-3E3B-42A5F53FF449}"/>
          </ac:spMkLst>
        </pc:spChg>
        <pc:graphicFrameChg chg="add mod modGraphic">
          <ac:chgData name="Alirah WEYORI" userId="1c7cbaa8-91f0-4806-8632-e4be5028c1b4" providerId="ADAL" clId="{A3020B8A-62B3-4809-A435-34E4DC7D9396}" dt="2023-10-10T13:34:17.430" v="4451" actId="1076"/>
          <ac:graphicFrameMkLst>
            <pc:docMk/>
            <pc:sldMk cId="3074545810" sldId="369"/>
            <ac:graphicFrameMk id="4" creationId="{58EB915C-AE9E-21CE-CB34-035965F29516}"/>
          </ac:graphicFrameMkLst>
        </pc:graphicFrameChg>
      </pc:sldChg>
      <pc:sldChg chg="addSp delSp modSp new del mod modClrScheme chgLayout">
        <pc:chgData name="Alirah WEYORI" userId="1c7cbaa8-91f0-4806-8632-e4be5028c1b4" providerId="ADAL" clId="{A3020B8A-62B3-4809-A435-34E4DC7D9396}" dt="2023-10-10T13:19:46.497" v="4344" actId="2696"/>
        <pc:sldMkLst>
          <pc:docMk/>
          <pc:sldMk cId="3789261297" sldId="369"/>
        </pc:sldMkLst>
        <pc:spChg chg="del">
          <ac:chgData name="Alirah WEYORI" userId="1c7cbaa8-91f0-4806-8632-e4be5028c1b4" providerId="ADAL" clId="{A3020B8A-62B3-4809-A435-34E4DC7D9396}" dt="2023-10-10T13:16:35.234" v="4317" actId="478"/>
          <ac:spMkLst>
            <pc:docMk/>
            <pc:sldMk cId="3789261297" sldId="369"/>
            <ac:spMk id="2" creationId="{6D40AB5C-8AA2-6993-A02B-7B4BFFDEFB82}"/>
          </ac:spMkLst>
        </pc:spChg>
        <pc:spChg chg="del">
          <ac:chgData name="Alirah WEYORI" userId="1c7cbaa8-91f0-4806-8632-e4be5028c1b4" providerId="ADAL" clId="{A3020B8A-62B3-4809-A435-34E4DC7D9396}" dt="2023-10-10T13:16:33.588" v="4316" actId="478"/>
          <ac:spMkLst>
            <pc:docMk/>
            <pc:sldMk cId="3789261297" sldId="369"/>
            <ac:spMk id="3" creationId="{831CAEC1-0F7D-BF78-9084-0329B76D0F58}"/>
          </ac:spMkLst>
        </pc:spChg>
        <pc:spChg chg="add del mod">
          <ac:chgData name="Alirah WEYORI" userId="1c7cbaa8-91f0-4806-8632-e4be5028c1b4" providerId="ADAL" clId="{A3020B8A-62B3-4809-A435-34E4DC7D9396}" dt="2023-10-10T13:16:52.850" v="4320" actId="478"/>
          <ac:spMkLst>
            <pc:docMk/>
            <pc:sldMk cId="3789261297" sldId="369"/>
            <ac:spMk id="9" creationId="{EC39B8AA-9406-18D5-E2B9-40EE0D6C1F01}"/>
          </ac:spMkLst>
        </pc:spChg>
        <pc:graphicFrameChg chg="add del mod modGraphic">
          <ac:chgData name="Alirah WEYORI" userId="1c7cbaa8-91f0-4806-8632-e4be5028c1b4" providerId="ADAL" clId="{A3020B8A-62B3-4809-A435-34E4DC7D9396}" dt="2023-10-10T13:19:41.762" v="4343" actId="21"/>
          <ac:graphicFrameMkLst>
            <pc:docMk/>
            <pc:sldMk cId="3789261297" sldId="369"/>
            <ac:graphicFrameMk id="4" creationId="{93332732-4162-84A5-AABF-7EEFB1D70F22}"/>
          </ac:graphicFrameMkLst>
        </pc:graphicFrameChg>
      </pc:sldChg>
      <pc:sldChg chg="addSp delSp modSp new mod ord">
        <pc:chgData name="Alirah WEYORI" userId="1c7cbaa8-91f0-4806-8632-e4be5028c1b4" providerId="ADAL" clId="{A3020B8A-62B3-4809-A435-34E4DC7D9396}" dt="2023-10-11T10:10:07.123" v="5670"/>
        <pc:sldMkLst>
          <pc:docMk/>
          <pc:sldMk cId="697079262" sldId="370"/>
        </pc:sldMkLst>
        <pc:spChg chg="del">
          <ac:chgData name="Alirah WEYORI" userId="1c7cbaa8-91f0-4806-8632-e4be5028c1b4" providerId="ADAL" clId="{A3020B8A-62B3-4809-A435-34E4DC7D9396}" dt="2023-10-10T13:23:31.214" v="4369" actId="478"/>
          <ac:spMkLst>
            <pc:docMk/>
            <pc:sldMk cId="697079262" sldId="370"/>
            <ac:spMk id="2" creationId="{23E4D6E9-98BD-7A2C-CC60-32CA28B00D28}"/>
          </ac:spMkLst>
        </pc:spChg>
        <pc:spChg chg="del">
          <ac:chgData name="Alirah WEYORI" userId="1c7cbaa8-91f0-4806-8632-e4be5028c1b4" providerId="ADAL" clId="{A3020B8A-62B3-4809-A435-34E4DC7D9396}" dt="2023-10-10T13:23:30.064" v="4368" actId="478"/>
          <ac:spMkLst>
            <pc:docMk/>
            <pc:sldMk cId="697079262" sldId="370"/>
            <ac:spMk id="3" creationId="{B75668E0-B4E0-F541-01B4-2EDE7E0B4682}"/>
          </ac:spMkLst>
        </pc:spChg>
        <pc:spChg chg="add mod">
          <ac:chgData name="Alirah WEYORI" userId="1c7cbaa8-91f0-4806-8632-e4be5028c1b4" providerId="ADAL" clId="{A3020B8A-62B3-4809-A435-34E4DC7D9396}" dt="2023-10-10T13:39:16.394" v="4583" actId="1035"/>
          <ac:spMkLst>
            <pc:docMk/>
            <pc:sldMk cId="697079262" sldId="370"/>
            <ac:spMk id="6" creationId="{4E78554B-CE24-3F21-77D8-115436A6D0B5}"/>
          </ac:spMkLst>
        </pc:spChg>
        <pc:graphicFrameChg chg="add del mod">
          <ac:chgData name="Alirah WEYORI" userId="1c7cbaa8-91f0-4806-8632-e4be5028c1b4" providerId="ADAL" clId="{A3020B8A-62B3-4809-A435-34E4DC7D9396}" dt="2023-10-10T13:23:37.634" v="4373"/>
          <ac:graphicFrameMkLst>
            <pc:docMk/>
            <pc:sldMk cId="697079262" sldId="370"/>
            <ac:graphicFrameMk id="4" creationId="{0E9B1BBB-ADEE-387B-5EB4-5BDDD6C89BF7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0T13:26:09.072" v="4397" actId="1076"/>
          <ac:graphicFrameMkLst>
            <pc:docMk/>
            <pc:sldMk cId="697079262" sldId="370"/>
            <ac:graphicFrameMk id="5" creationId="{7BB34341-ACA4-A61C-AACD-8F9D6EC1FF2D}"/>
          </ac:graphicFrameMkLst>
        </pc:graphicFrameChg>
      </pc:sldChg>
      <pc:sldChg chg="addSp delSp modSp new mod ord">
        <pc:chgData name="Alirah WEYORI" userId="1c7cbaa8-91f0-4806-8632-e4be5028c1b4" providerId="ADAL" clId="{A3020B8A-62B3-4809-A435-34E4DC7D9396}" dt="2023-10-11T11:15:32.328" v="6199" actId="207"/>
        <pc:sldMkLst>
          <pc:docMk/>
          <pc:sldMk cId="1006839409" sldId="372"/>
        </pc:sldMkLst>
        <pc:spChg chg="del">
          <ac:chgData name="Alirah WEYORI" userId="1c7cbaa8-91f0-4806-8632-e4be5028c1b4" providerId="ADAL" clId="{A3020B8A-62B3-4809-A435-34E4DC7D9396}" dt="2023-10-11T07:56:45.094" v="4674" actId="478"/>
          <ac:spMkLst>
            <pc:docMk/>
            <pc:sldMk cId="1006839409" sldId="372"/>
            <ac:spMk id="2" creationId="{CC99FB5D-5464-44E6-2BCF-19BD27117246}"/>
          </ac:spMkLst>
        </pc:spChg>
        <pc:spChg chg="del">
          <ac:chgData name="Alirah WEYORI" userId="1c7cbaa8-91f0-4806-8632-e4be5028c1b4" providerId="ADAL" clId="{A3020B8A-62B3-4809-A435-34E4DC7D9396}" dt="2023-10-11T07:56:43.182" v="4673" actId="478"/>
          <ac:spMkLst>
            <pc:docMk/>
            <pc:sldMk cId="1006839409" sldId="372"/>
            <ac:spMk id="3" creationId="{62E24147-8867-856D-8BD7-CA247C6253C4}"/>
          </ac:spMkLst>
        </pc:spChg>
        <pc:spChg chg="add mod">
          <ac:chgData name="Alirah WEYORI" userId="1c7cbaa8-91f0-4806-8632-e4be5028c1b4" providerId="ADAL" clId="{A3020B8A-62B3-4809-A435-34E4DC7D9396}" dt="2023-10-11T08:14:17.934" v="4843" actId="14100"/>
          <ac:spMkLst>
            <pc:docMk/>
            <pc:sldMk cId="1006839409" sldId="372"/>
            <ac:spMk id="9" creationId="{AC269B25-D61C-26EE-B0A6-529B1A193E00}"/>
          </ac:spMkLst>
        </pc:spChg>
        <pc:spChg chg="add mod">
          <ac:chgData name="Alirah WEYORI" userId="1c7cbaa8-91f0-4806-8632-e4be5028c1b4" providerId="ADAL" clId="{A3020B8A-62B3-4809-A435-34E4DC7D9396}" dt="2023-10-11T08:16:33.296" v="4878" actId="1035"/>
          <ac:spMkLst>
            <pc:docMk/>
            <pc:sldMk cId="1006839409" sldId="372"/>
            <ac:spMk id="12" creationId="{D965C711-AA96-7235-B353-A495A7B91488}"/>
          </ac:spMkLst>
        </pc:spChg>
        <pc:spChg chg="add del mod">
          <ac:chgData name="Alirah WEYORI" userId="1c7cbaa8-91f0-4806-8632-e4be5028c1b4" providerId="ADAL" clId="{A3020B8A-62B3-4809-A435-34E4DC7D9396}" dt="2023-10-11T11:15:10.541" v="6197" actId="478"/>
          <ac:spMkLst>
            <pc:docMk/>
            <pc:sldMk cId="1006839409" sldId="372"/>
            <ac:spMk id="13" creationId="{28398033-4006-C088-2B8E-524BFB0E6C03}"/>
          </ac:spMkLst>
        </pc:spChg>
        <pc:graphicFrameChg chg="add del mod">
          <ac:chgData name="Alirah WEYORI" userId="1c7cbaa8-91f0-4806-8632-e4be5028c1b4" providerId="ADAL" clId="{A3020B8A-62B3-4809-A435-34E4DC7D9396}" dt="2023-10-11T07:56:57.546" v="4678"/>
          <ac:graphicFrameMkLst>
            <pc:docMk/>
            <pc:sldMk cId="1006839409" sldId="372"/>
            <ac:graphicFrameMk id="4" creationId="{C2D17B68-37AE-B35E-82C1-4E8F21DD9DD9}"/>
          </ac:graphicFrameMkLst>
        </pc:graphicFrameChg>
        <pc:graphicFrameChg chg="add del mod modGraphic">
          <ac:chgData name="Alirah WEYORI" userId="1c7cbaa8-91f0-4806-8632-e4be5028c1b4" providerId="ADAL" clId="{A3020B8A-62B3-4809-A435-34E4DC7D9396}" dt="2023-10-11T08:09:02.520" v="4760" actId="478"/>
          <ac:graphicFrameMkLst>
            <pc:docMk/>
            <pc:sldMk cId="1006839409" sldId="372"/>
            <ac:graphicFrameMk id="5" creationId="{90728190-440C-45AA-4A21-8B2FC04E4198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1T07:58:37.694" v="4699"/>
          <ac:graphicFrameMkLst>
            <pc:docMk/>
            <pc:sldMk cId="1006839409" sldId="372"/>
            <ac:graphicFrameMk id="6" creationId="{D17EFAD4-469F-6BA6-88AB-D740257989D9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1T07:59:09.172" v="4702"/>
          <ac:graphicFrameMkLst>
            <pc:docMk/>
            <pc:sldMk cId="1006839409" sldId="372"/>
            <ac:graphicFrameMk id="7" creationId="{A062BF0A-2BFF-79FB-1AA3-AF0173ED9724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1T07:59:29.377" v="4708"/>
          <ac:graphicFrameMkLst>
            <pc:docMk/>
            <pc:sldMk cId="1006839409" sldId="372"/>
            <ac:graphicFrameMk id="8" creationId="{30E4DFFC-4623-40BA-C0D6-65204854CFC0}"/>
          </ac:graphicFrameMkLst>
        </pc:graphicFrameChg>
        <pc:graphicFrameChg chg="add del mod">
          <ac:chgData name="Alirah WEYORI" userId="1c7cbaa8-91f0-4806-8632-e4be5028c1b4" providerId="ADAL" clId="{A3020B8A-62B3-4809-A435-34E4DC7D9396}" dt="2023-10-11T08:09:08.362" v="4764"/>
          <ac:graphicFrameMkLst>
            <pc:docMk/>
            <pc:sldMk cId="1006839409" sldId="372"/>
            <ac:graphicFrameMk id="10" creationId="{084D48FA-3114-78C4-A13A-A99FA0A11672}"/>
          </ac:graphicFrameMkLst>
        </pc:graphicFrameChg>
        <pc:graphicFrameChg chg="add mod modGraphic">
          <ac:chgData name="Alirah WEYORI" userId="1c7cbaa8-91f0-4806-8632-e4be5028c1b4" providerId="ADAL" clId="{A3020B8A-62B3-4809-A435-34E4DC7D9396}" dt="2023-10-11T11:15:32.328" v="6199" actId="207"/>
          <ac:graphicFrameMkLst>
            <pc:docMk/>
            <pc:sldMk cId="1006839409" sldId="372"/>
            <ac:graphicFrameMk id="11" creationId="{8E657DE8-4C75-5026-F952-83BCA7FBA8A1}"/>
          </ac:graphicFrameMkLst>
        </pc:graphicFrameChg>
      </pc:sldChg>
      <pc:sldChg chg="addSp modSp add mod ord">
        <pc:chgData name="Alirah WEYORI" userId="1c7cbaa8-91f0-4806-8632-e4be5028c1b4" providerId="ADAL" clId="{A3020B8A-62B3-4809-A435-34E4DC7D9396}" dt="2023-10-11T11:16:18.533" v="6214" actId="1036"/>
        <pc:sldMkLst>
          <pc:docMk/>
          <pc:sldMk cId="458538487" sldId="373"/>
        </pc:sldMkLst>
        <pc:spChg chg="add mod">
          <ac:chgData name="Alirah WEYORI" userId="1c7cbaa8-91f0-4806-8632-e4be5028c1b4" providerId="ADAL" clId="{A3020B8A-62B3-4809-A435-34E4DC7D9396}" dt="2023-10-11T11:15:43.524" v="6200" actId="14100"/>
          <ac:spMkLst>
            <pc:docMk/>
            <pc:sldMk cId="458538487" sldId="373"/>
            <ac:spMk id="2" creationId="{BDA7B8F7-438B-081B-836A-8FDDF7DA4BAC}"/>
          </ac:spMkLst>
        </pc:spChg>
        <pc:spChg chg="add mod">
          <ac:chgData name="Alirah WEYORI" userId="1c7cbaa8-91f0-4806-8632-e4be5028c1b4" providerId="ADAL" clId="{A3020B8A-62B3-4809-A435-34E4DC7D9396}" dt="2023-10-11T11:16:18.533" v="6214" actId="1036"/>
          <ac:spMkLst>
            <pc:docMk/>
            <pc:sldMk cId="458538487" sldId="373"/>
            <ac:spMk id="3" creationId="{2878876E-5251-4766-C642-3C1BAB550DBB}"/>
          </ac:spMkLst>
        </pc:spChg>
        <pc:spChg chg="add mod">
          <ac:chgData name="Alirah WEYORI" userId="1c7cbaa8-91f0-4806-8632-e4be5028c1b4" providerId="ADAL" clId="{A3020B8A-62B3-4809-A435-34E4DC7D9396}" dt="2023-10-11T08:18:11.733" v="4923" actId="1037"/>
          <ac:spMkLst>
            <pc:docMk/>
            <pc:sldMk cId="458538487" sldId="373"/>
            <ac:spMk id="4" creationId="{53243254-D96C-A7E0-C41B-9C402C8A1869}"/>
          </ac:spMkLst>
        </pc:spChg>
        <pc:graphicFrameChg chg="mod modGraphic">
          <ac:chgData name="Alirah WEYORI" userId="1c7cbaa8-91f0-4806-8632-e4be5028c1b4" providerId="ADAL" clId="{A3020B8A-62B3-4809-A435-34E4DC7D9396}" dt="2023-10-11T11:16:02.823" v="6211" actId="6549"/>
          <ac:graphicFrameMkLst>
            <pc:docMk/>
            <pc:sldMk cId="458538487" sldId="373"/>
            <ac:graphicFrameMk id="5" creationId="{90728190-440C-45AA-4A21-8B2FC04E4198}"/>
          </ac:graphicFrameMkLst>
        </pc:graphicFrameChg>
      </pc:sldChg>
      <pc:sldChg chg="addSp delSp modSp new mod ord">
        <pc:chgData name="Alirah WEYORI" userId="1c7cbaa8-91f0-4806-8632-e4be5028c1b4" providerId="ADAL" clId="{A3020B8A-62B3-4809-A435-34E4DC7D9396}" dt="2023-10-11T11:09:33.146" v="6177" actId="113"/>
        <pc:sldMkLst>
          <pc:docMk/>
          <pc:sldMk cId="1031546385" sldId="374"/>
        </pc:sldMkLst>
        <pc:spChg chg="del">
          <ac:chgData name="Alirah WEYORI" userId="1c7cbaa8-91f0-4806-8632-e4be5028c1b4" providerId="ADAL" clId="{A3020B8A-62B3-4809-A435-34E4DC7D9396}" dt="2023-10-11T09:48:13.451" v="5156" actId="478"/>
          <ac:spMkLst>
            <pc:docMk/>
            <pc:sldMk cId="1031546385" sldId="374"/>
            <ac:spMk id="2" creationId="{490D387C-45BF-EA39-B2C0-EF0F2D7AB19F}"/>
          </ac:spMkLst>
        </pc:spChg>
        <pc:spChg chg="del">
          <ac:chgData name="Alirah WEYORI" userId="1c7cbaa8-91f0-4806-8632-e4be5028c1b4" providerId="ADAL" clId="{A3020B8A-62B3-4809-A435-34E4DC7D9396}" dt="2023-10-11T09:48:15.863" v="5157" actId="478"/>
          <ac:spMkLst>
            <pc:docMk/>
            <pc:sldMk cId="1031546385" sldId="374"/>
            <ac:spMk id="3" creationId="{72B6E61D-F991-57C5-135F-680BB7F0C137}"/>
          </ac:spMkLst>
        </pc:spChg>
        <pc:spChg chg="add mod">
          <ac:chgData name="Alirah WEYORI" userId="1c7cbaa8-91f0-4806-8632-e4be5028c1b4" providerId="ADAL" clId="{A3020B8A-62B3-4809-A435-34E4DC7D9396}" dt="2023-10-11T11:08:39.156" v="6170" actId="1076"/>
          <ac:spMkLst>
            <pc:docMk/>
            <pc:sldMk cId="1031546385" sldId="374"/>
            <ac:spMk id="5" creationId="{78F16BC6-4EB0-D038-A32F-D9023BF114F8}"/>
          </ac:spMkLst>
        </pc:spChg>
        <pc:graphicFrameChg chg="add mod modGraphic">
          <ac:chgData name="Alirah WEYORI" userId="1c7cbaa8-91f0-4806-8632-e4be5028c1b4" providerId="ADAL" clId="{A3020B8A-62B3-4809-A435-34E4DC7D9396}" dt="2023-10-11T11:09:33.146" v="6177" actId="113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  <pc:sldChg chg="addSp delSp modSp new mod ord">
        <pc:chgData name="Alirah WEYORI" userId="1c7cbaa8-91f0-4806-8632-e4be5028c1b4" providerId="ADAL" clId="{A3020B8A-62B3-4809-A435-34E4DC7D9396}" dt="2023-10-11T10:10:07.123" v="5670"/>
        <pc:sldMkLst>
          <pc:docMk/>
          <pc:sldMk cId="262548455" sldId="375"/>
        </pc:sldMkLst>
        <pc:spChg chg="del">
          <ac:chgData name="Alirah WEYORI" userId="1c7cbaa8-91f0-4806-8632-e4be5028c1b4" providerId="ADAL" clId="{A3020B8A-62B3-4809-A435-34E4DC7D9396}" dt="2023-10-11T10:04:19.881" v="5573" actId="478"/>
          <ac:spMkLst>
            <pc:docMk/>
            <pc:sldMk cId="262548455" sldId="375"/>
            <ac:spMk id="2" creationId="{AA66176C-7257-6BF9-99A5-4F7CE307E5DE}"/>
          </ac:spMkLst>
        </pc:spChg>
        <pc:spChg chg="del">
          <ac:chgData name="Alirah WEYORI" userId="1c7cbaa8-91f0-4806-8632-e4be5028c1b4" providerId="ADAL" clId="{A3020B8A-62B3-4809-A435-34E4DC7D9396}" dt="2023-10-11T10:04:18.936" v="5572" actId="478"/>
          <ac:spMkLst>
            <pc:docMk/>
            <pc:sldMk cId="262548455" sldId="375"/>
            <ac:spMk id="3" creationId="{790A72F3-8DDC-843C-10FD-C51B9CFB1364}"/>
          </ac:spMkLst>
        </pc:spChg>
        <pc:spChg chg="add mod">
          <ac:chgData name="Alirah WEYORI" userId="1c7cbaa8-91f0-4806-8632-e4be5028c1b4" providerId="ADAL" clId="{A3020B8A-62B3-4809-A435-34E4DC7D9396}" dt="2023-10-11T10:08:17.025" v="5665" actId="14100"/>
          <ac:spMkLst>
            <pc:docMk/>
            <pc:sldMk cId="262548455" sldId="375"/>
            <ac:spMk id="5" creationId="{CE18E7AA-2D7E-FB6A-C328-6D5D8BF62613}"/>
          </ac:spMkLst>
        </pc:spChg>
        <pc:graphicFrameChg chg="add mod modGraphic">
          <ac:chgData name="Alirah WEYORI" userId="1c7cbaa8-91f0-4806-8632-e4be5028c1b4" providerId="ADAL" clId="{A3020B8A-62B3-4809-A435-34E4DC7D9396}" dt="2023-10-11T10:07:24.373" v="5611" actId="14734"/>
          <ac:graphicFrameMkLst>
            <pc:docMk/>
            <pc:sldMk cId="262548455" sldId="375"/>
            <ac:graphicFrameMk id="4" creationId="{9E8F275E-E259-F2EC-CCD3-2627469E398D}"/>
          </ac:graphicFrameMkLst>
        </pc:graphicFrameChg>
      </pc:sldChg>
      <pc:sldChg chg="addSp delSp modSp new mod">
        <pc:chgData name="Alirah WEYORI" userId="1c7cbaa8-91f0-4806-8632-e4be5028c1b4" providerId="ADAL" clId="{A3020B8A-62B3-4809-A435-34E4DC7D9396}" dt="2023-10-11T11:05:37.596" v="6169" actId="20577"/>
        <pc:sldMkLst>
          <pc:docMk/>
          <pc:sldMk cId="1483743704" sldId="376"/>
        </pc:sldMkLst>
        <pc:spChg chg="del">
          <ac:chgData name="Alirah WEYORI" userId="1c7cbaa8-91f0-4806-8632-e4be5028c1b4" providerId="ADAL" clId="{A3020B8A-62B3-4809-A435-34E4DC7D9396}" dt="2023-10-11T10:14:26.029" v="5776" actId="478"/>
          <ac:spMkLst>
            <pc:docMk/>
            <pc:sldMk cId="1483743704" sldId="376"/>
            <ac:spMk id="2" creationId="{2152EEFF-7A24-E0EC-4BF9-2402393041B9}"/>
          </ac:spMkLst>
        </pc:spChg>
        <pc:spChg chg="del">
          <ac:chgData name="Alirah WEYORI" userId="1c7cbaa8-91f0-4806-8632-e4be5028c1b4" providerId="ADAL" clId="{A3020B8A-62B3-4809-A435-34E4DC7D9396}" dt="2023-10-11T10:14:24.458" v="5775" actId="478"/>
          <ac:spMkLst>
            <pc:docMk/>
            <pc:sldMk cId="1483743704" sldId="376"/>
            <ac:spMk id="3" creationId="{8655D5FB-F566-4C20-474F-9B5442735032}"/>
          </ac:spMkLst>
        </pc:spChg>
        <pc:spChg chg="add mod">
          <ac:chgData name="Alirah WEYORI" userId="1c7cbaa8-91f0-4806-8632-e4be5028c1b4" providerId="ADAL" clId="{A3020B8A-62B3-4809-A435-34E4DC7D9396}" dt="2023-10-11T10:59:59.074" v="6103" actId="1076"/>
          <ac:spMkLst>
            <pc:docMk/>
            <pc:sldMk cId="1483743704" sldId="376"/>
            <ac:spMk id="5" creationId="{737C9D44-A49D-A9B0-795F-4A69F518F8D7}"/>
          </ac:spMkLst>
        </pc:spChg>
        <pc:spChg chg="add mod">
          <ac:chgData name="Alirah WEYORI" userId="1c7cbaa8-91f0-4806-8632-e4be5028c1b4" providerId="ADAL" clId="{A3020B8A-62B3-4809-A435-34E4DC7D9396}" dt="2023-10-11T10:56:09.630" v="6065" actId="113"/>
          <ac:spMkLst>
            <pc:docMk/>
            <pc:sldMk cId="1483743704" sldId="376"/>
            <ac:spMk id="6" creationId="{0CD8D586-DCEA-38DE-9DB9-53AF960C8548}"/>
          </ac:spMkLst>
        </pc:spChg>
        <pc:spChg chg="add mod">
          <ac:chgData name="Alirah WEYORI" userId="1c7cbaa8-91f0-4806-8632-e4be5028c1b4" providerId="ADAL" clId="{A3020B8A-62B3-4809-A435-34E4DC7D9396}" dt="2023-10-11T11:01:18.862" v="6112" actId="1038"/>
          <ac:spMkLst>
            <pc:docMk/>
            <pc:sldMk cId="1483743704" sldId="376"/>
            <ac:spMk id="7" creationId="{C9D67147-F6F9-8246-46BF-A546369123B0}"/>
          </ac:spMkLst>
        </pc:spChg>
        <pc:spChg chg="add mod">
          <ac:chgData name="Alirah WEYORI" userId="1c7cbaa8-91f0-4806-8632-e4be5028c1b4" providerId="ADAL" clId="{A3020B8A-62B3-4809-A435-34E4DC7D9396}" dt="2023-10-11T11:00:23.005" v="6105" actId="207"/>
          <ac:spMkLst>
            <pc:docMk/>
            <pc:sldMk cId="1483743704" sldId="376"/>
            <ac:spMk id="8" creationId="{01639503-92DC-9FDC-804E-11FB2906CC55}"/>
          </ac:spMkLst>
        </pc:spChg>
        <pc:spChg chg="add mod">
          <ac:chgData name="Alirah WEYORI" userId="1c7cbaa8-91f0-4806-8632-e4be5028c1b4" providerId="ADAL" clId="{A3020B8A-62B3-4809-A435-34E4DC7D9396}" dt="2023-10-11T11:02:47.032" v="6125" actId="14100"/>
          <ac:spMkLst>
            <pc:docMk/>
            <pc:sldMk cId="1483743704" sldId="376"/>
            <ac:spMk id="9" creationId="{B39131E2-1680-C040-BB2E-EFF3EF8DCA79}"/>
          </ac:spMkLst>
        </pc:spChg>
        <pc:spChg chg="add mod">
          <ac:chgData name="Alirah WEYORI" userId="1c7cbaa8-91f0-4806-8632-e4be5028c1b4" providerId="ADAL" clId="{A3020B8A-62B3-4809-A435-34E4DC7D9396}" dt="2023-10-11T11:01:46.223" v="6117" actId="1037"/>
          <ac:spMkLst>
            <pc:docMk/>
            <pc:sldMk cId="1483743704" sldId="376"/>
            <ac:spMk id="10" creationId="{0BF28807-709E-8AAD-95D9-B098D2B1A2B1}"/>
          </ac:spMkLst>
        </pc:spChg>
        <pc:spChg chg="add mod">
          <ac:chgData name="Alirah WEYORI" userId="1c7cbaa8-91f0-4806-8632-e4be5028c1b4" providerId="ADAL" clId="{A3020B8A-62B3-4809-A435-34E4DC7D9396}" dt="2023-10-11T10:56:09.630" v="6065" actId="113"/>
          <ac:spMkLst>
            <pc:docMk/>
            <pc:sldMk cId="1483743704" sldId="376"/>
            <ac:spMk id="11" creationId="{7CBD16F1-1AF8-5DB8-D035-4491C52E0BBD}"/>
          </ac:spMkLst>
        </pc:spChg>
        <pc:spChg chg="add mod">
          <ac:chgData name="Alirah WEYORI" userId="1c7cbaa8-91f0-4806-8632-e4be5028c1b4" providerId="ADAL" clId="{A3020B8A-62B3-4809-A435-34E4DC7D9396}" dt="2023-10-11T11:02:32.473" v="6122" actId="14100"/>
          <ac:spMkLst>
            <pc:docMk/>
            <pc:sldMk cId="1483743704" sldId="376"/>
            <ac:spMk id="12" creationId="{E6FB7428-94C4-A6D9-386D-79FA8AE624B9}"/>
          </ac:spMkLst>
        </pc:spChg>
        <pc:spChg chg="add mod">
          <ac:chgData name="Alirah WEYORI" userId="1c7cbaa8-91f0-4806-8632-e4be5028c1b4" providerId="ADAL" clId="{A3020B8A-62B3-4809-A435-34E4DC7D9396}" dt="2023-10-11T11:02:16.272" v="6120" actId="14100"/>
          <ac:spMkLst>
            <pc:docMk/>
            <pc:sldMk cId="1483743704" sldId="376"/>
            <ac:spMk id="13" creationId="{24258C1D-FB17-2F73-BB32-6F812F230275}"/>
          </ac:spMkLst>
        </pc:spChg>
        <pc:spChg chg="add mod">
          <ac:chgData name="Alirah WEYORI" userId="1c7cbaa8-91f0-4806-8632-e4be5028c1b4" providerId="ADAL" clId="{A3020B8A-62B3-4809-A435-34E4DC7D9396}" dt="2023-10-11T10:23:55.922" v="6003" actId="403"/>
          <ac:spMkLst>
            <pc:docMk/>
            <pc:sldMk cId="1483743704" sldId="376"/>
            <ac:spMk id="14" creationId="{F8526570-F905-CD9B-1DE6-A402E855E769}"/>
          </ac:spMkLst>
        </pc:spChg>
        <pc:spChg chg="add mod">
          <ac:chgData name="Alirah WEYORI" userId="1c7cbaa8-91f0-4806-8632-e4be5028c1b4" providerId="ADAL" clId="{A3020B8A-62B3-4809-A435-34E4DC7D9396}" dt="2023-10-11T11:03:08.410" v="6129" actId="20577"/>
          <ac:spMkLst>
            <pc:docMk/>
            <pc:sldMk cId="1483743704" sldId="376"/>
            <ac:spMk id="15" creationId="{614394D9-E434-778B-7473-0A6541FB4AEB}"/>
          </ac:spMkLst>
        </pc:spChg>
        <pc:spChg chg="add mod">
          <ac:chgData name="Alirah WEYORI" userId="1c7cbaa8-91f0-4806-8632-e4be5028c1b4" providerId="ADAL" clId="{A3020B8A-62B3-4809-A435-34E4DC7D9396}" dt="2023-10-11T11:02:51.176" v="6126" actId="14100"/>
          <ac:spMkLst>
            <pc:docMk/>
            <pc:sldMk cId="1483743704" sldId="376"/>
            <ac:spMk id="16" creationId="{3B004D5D-C036-CE5B-9E0D-EBA11EA6250D}"/>
          </ac:spMkLst>
        </pc:spChg>
        <pc:spChg chg="add mod">
          <ac:chgData name="Alirah WEYORI" userId="1c7cbaa8-91f0-4806-8632-e4be5028c1b4" providerId="ADAL" clId="{A3020B8A-62B3-4809-A435-34E4DC7D9396}" dt="2023-10-11T10:56:35.117" v="6068" actId="14100"/>
          <ac:spMkLst>
            <pc:docMk/>
            <pc:sldMk cId="1483743704" sldId="376"/>
            <ac:spMk id="17" creationId="{D11FAE89-4AB7-D485-D8A2-0FA22C96BC99}"/>
          </ac:spMkLst>
        </pc:spChg>
        <pc:spChg chg="add mod">
          <ac:chgData name="Alirah WEYORI" userId="1c7cbaa8-91f0-4806-8632-e4be5028c1b4" providerId="ADAL" clId="{A3020B8A-62B3-4809-A435-34E4DC7D9396}" dt="2023-10-11T10:24:38.732" v="6033" actId="14100"/>
          <ac:spMkLst>
            <pc:docMk/>
            <pc:sldMk cId="1483743704" sldId="376"/>
            <ac:spMk id="20" creationId="{97F46167-A644-7B36-5C95-F3E89E13529B}"/>
          </ac:spMkLst>
        </pc:spChg>
        <pc:spChg chg="add mod">
          <ac:chgData name="Alirah WEYORI" userId="1c7cbaa8-91f0-4806-8632-e4be5028c1b4" providerId="ADAL" clId="{A3020B8A-62B3-4809-A435-34E4DC7D9396}" dt="2023-10-11T11:05:29.477" v="6160" actId="20577"/>
          <ac:spMkLst>
            <pc:docMk/>
            <pc:sldMk cId="1483743704" sldId="376"/>
            <ac:spMk id="21" creationId="{B3B76EB0-5246-0D8C-ABA4-2CFB6587BAA7}"/>
          </ac:spMkLst>
        </pc:spChg>
        <pc:spChg chg="add mod">
          <ac:chgData name="Alirah WEYORI" userId="1c7cbaa8-91f0-4806-8632-e4be5028c1b4" providerId="ADAL" clId="{A3020B8A-62B3-4809-A435-34E4DC7D9396}" dt="2023-10-11T11:05:37.596" v="6169" actId="20577"/>
          <ac:spMkLst>
            <pc:docMk/>
            <pc:sldMk cId="1483743704" sldId="376"/>
            <ac:spMk id="22" creationId="{1306DAD5-74B8-1B39-3114-55DE3DFA1D97}"/>
          </ac:spMkLst>
        </pc:spChg>
        <pc:spChg chg="add mod">
          <ac:chgData name="Alirah WEYORI" userId="1c7cbaa8-91f0-4806-8632-e4be5028c1b4" providerId="ADAL" clId="{A3020B8A-62B3-4809-A435-34E4DC7D9396}" dt="2023-10-11T11:00:57.260" v="6108" actId="208"/>
          <ac:spMkLst>
            <pc:docMk/>
            <pc:sldMk cId="1483743704" sldId="376"/>
            <ac:spMk id="23" creationId="{030490AA-BF51-D621-7570-655692D165E4}"/>
          </ac:spMkLst>
        </pc:spChg>
        <pc:spChg chg="add mod">
          <ac:chgData name="Alirah WEYORI" userId="1c7cbaa8-91f0-4806-8632-e4be5028c1b4" providerId="ADAL" clId="{A3020B8A-62B3-4809-A435-34E4DC7D9396}" dt="2023-10-11T11:03:40.273" v="6132" actId="1076"/>
          <ac:spMkLst>
            <pc:docMk/>
            <pc:sldMk cId="1483743704" sldId="376"/>
            <ac:spMk id="25" creationId="{C4793960-97FD-5AE3-34FE-71F229830B09}"/>
          </ac:spMkLst>
        </pc:spChg>
        <pc:grpChg chg="add mod">
          <ac:chgData name="Alirah WEYORI" userId="1c7cbaa8-91f0-4806-8632-e4be5028c1b4" providerId="ADAL" clId="{A3020B8A-62B3-4809-A435-34E4DC7D9396}" dt="2023-10-11T10:16:52.063" v="5780" actId="164"/>
          <ac:grpSpMkLst>
            <pc:docMk/>
            <pc:sldMk cId="1483743704" sldId="376"/>
            <ac:grpSpMk id="4" creationId="{404921BA-4A3F-FBE5-1A2D-3C31295DC19E}"/>
          </ac:grpSpMkLst>
        </pc:grpChg>
        <pc:grpChg chg="add mod">
          <ac:chgData name="Alirah WEYORI" userId="1c7cbaa8-91f0-4806-8632-e4be5028c1b4" providerId="ADAL" clId="{A3020B8A-62B3-4809-A435-34E4DC7D9396}" dt="2023-10-11T10:16:52.063" v="5780" actId="164"/>
          <ac:grpSpMkLst>
            <pc:docMk/>
            <pc:sldMk cId="1483743704" sldId="376"/>
            <ac:grpSpMk id="18" creationId="{D473FE96-34B6-643C-35D6-74804ABCE7CB}"/>
          </ac:grpSpMkLst>
        </pc:grpChg>
        <pc:grpChg chg="add mod">
          <ac:chgData name="Alirah WEYORI" userId="1c7cbaa8-91f0-4806-8632-e4be5028c1b4" providerId="ADAL" clId="{A3020B8A-62B3-4809-A435-34E4DC7D9396}" dt="2023-10-11T10:16:29.543" v="5778"/>
          <ac:grpSpMkLst>
            <pc:docMk/>
            <pc:sldMk cId="1483743704" sldId="376"/>
            <ac:grpSpMk id="19" creationId="{FD19CA78-1B62-5A7F-4DA9-455266F686F8}"/>
          </ac:grpSpMkLst>
        </pc:grpChg>
        <pc:grpChg chg="add mod">
          <ac:chgData name="Alirah WEYORI" userId="1c7cbaa8-91f0-4806-8632-e4be5028c1b4" providerId="ADAL" clId="{A3020B8A-62B3-4809-A435-34E4DC7D9396}" dt="2023-10-11T10:59:21.405" v="6097" actId="14100"/>
          <ac:grpSpMkLst>
            <pc:docMk/>
            <pc:sldMk cId="1483743704" sldId="376"/>
            <ac:grpSpMk id="24" creationId="{2EF35892-2378-D494-50FA-77FAF1AE8F71}"/>
          </ac:grpSpMkLst>
        </pc:grpChg>
      </pc:sldChg>
    </pc:docChg>
  </pc:docChgLst>
  <pc:docChgLst>
    <pc:chgData name="Nicole WU" userId="S::nicole.wu@wfp.org::4cf90142-5117-41df-a92b-6216d87bdf3c" providerId="AD" clId="Web-{ADC13C7C-84CD-AE12-4045-A1568E89C384}"/>
    <pc:docChg chg="modSld">
      <pc:chgData name="Nicole WU" userId="S::nicole.wu@wfp.org::4cf90142-5117-41df-a92b-6216d87bdf3c" providerId="AD" clId="Web-{ADC13C7C-84CD-AE12-4045-A1568E89C384}" dt="2023-10-10T12:26:09.714" v="0" actId="1076"/>
      <pc:docMkLst>
        <pc:docMk/>
      </pc:docMkLst>
      <pc:sldChg chg="modSp">
        <pc:chgData name="Nicole WU" userId="S::nicole.wu@wfp.org::4cf90142-5117-41df-a92b-6216d87bdf3c" providerId="AD" clId="Web-{ADC13C7C-84CD-AE12-4045-A1568E89C384}" dt="2023-10-10T12:26:09.714" v="0" actId="1076"/>
        <pc:sldMkLst>
          <pc:docMk/>
          <pc:sldMk cId="3545166311" sldId="283"/>
        </pc:sldMkLst>
        <pc:spChg chg="mod">
          <ac:chgData name="Nicole WU" userId="S::nicole.wu@wfp.org::4cf90142-5117-41df-a92b-6216d87bdf3c" providerId="AD" clId="Web-{ADC13C7C-84CD-AE12-4045-A1568E89C384}" dt="2023-10-10T12:26:09.714" v="0" actId="1076"/>
          <ac:spMkLst>
            <pc:docMk/>
            <pc:sldMk cId="3545166311" sldId="283"/>
            <ac:spMk id="6" creationId="{53CD270A-9458-E7A9-9B9B-7F70A19E11F1}"/>
          </ac:spMkLst>
        </pc:spChg>
      </pc:sldChg>
    </pc:docChg>
  </pc:docChgLst>
  <pc:docChgLst>
    <pc:chgData name="Nicole WU" userId="4cf90142-5117-41df-a92b-6216d87bdf3c" providerId="ADAL" clId="{9BADF966-46AE-9B4E-ABCD-630AB4EDE81A}"/>
    <pc:docChg chg="undo custSel addSld delSld modSld modSection">
      <pc:chgData name="Nicole WU" userId="4cf90142-5117-41df-a92b-6216d87bdf3c" providerId="ADAL" clId="{9BADF966-46AE-9B4E-ABCD-630AB4EDE81A}" dt="2023-07-18T14:46:05.222" v="1333" actId="20577"/>
      <pc:docMkLst>
        <pc:docMk/>
      </pc:docMkLst>
      <pc:sldChg chg="addSp delSp modSp mod">
        <pc:chgData name="Nicole WU" userId="4cf90142-5117-41df-a92b-6216d87bdf3c" providerId="ADAL" clId="{9BADF966-46AE-9B4E-ABCD-630AB4EDE81A}" dt="2023-07-14T07:28:50.824" v="707" actId="1076"/>
        <pc:sldMkLst>
          <pc:docMk/>
          <pc:sldMk cId="3545166311" sldId="283"/>
        </pc:sldMkLst>
        <pc:spChg chg="mod">
          <ac:chgData name="Nicole WU" userId="4cf90142-5117-41df-a92b-6216d87bdf3c" providerId="ADAL" clId="{9BADF966-46AE-9B4E-ABCD-630AB4EDE81A}" dt="2023-07-13T13:01:12.881" v="19" actId="27636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Nicole WU" userId="4cf90142-5117-41df-a92b-6216d87bdf3c" providerId="ADAL" clId="{9BADF966-46AE-9B4E-ABCD-630AB4EDE81A}" dt="2023-07-13T13:01:24.051" v="66" actId="20577"/>
          <ac:spMkLst>
            <pc:docMk/>
            <pc:sldMk cId="3545166311" sldId="283"/>
            <ac:spMk id="3" creationId="{00000000-0000-0000-0000-000000000000}"/>
          </ac:spMkLst>
        </pc:spChg>
        <pc:spChg chg="add del mod">
          <ac:chgData name="Nicole WU" userId="4cf90142-5117-41df-a92b-6216d87bdf3c" providerId="ADAL" clId="{9BADF966-46AE-9B4E-ABCD-630AB4EDE81A}" dt="2023-07-13T13:01:37.757" v="85"/>
          <ac:spMkLst>
            <pc:docMk/>
            <pc:sldMk cId="3545166311" sldId="283"/>
            <ac:spMk id="5" creationId="{EF85567E-7E31-BA65-4539-BB77F0C3AC25}"/>
          </ac:spMkLst>
        </pc:spChg>
        <pc:spChg chg="mod">
          <ac:chgData name="Nicole WU" userId="4cf90142-5117-41df-a92b-6216d87bdf3c" providerId="ADAL" clId="{9BADF966-46AE-9B4E-ABCD-630AB4EDE81A}" dt="2023-07-14T07:28:50.824" v="707" actId="1076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 addCm modCm">
        <pc:chgData name="Nicole WU" userId="4cf90142-5117-41df-a92b-6216d87bdf3c" providerId="ADAL" clId="{9BADF966-46AE-9B4E-ABCD-630AB4EDE81A}" dt="2023-07-18T14:46:05.222" v="1333" actId="20577"/>
        <pc:sldMkLst>
          <pc:docMk/>
          <pc:sldMk cId="1390366204" sldId="286"/>
        </pc:sldMkLst>
        <pc:spChg chg="mod">
          <ac:chgData name="Nicole WU" userId="4cf90142-5117-41df-a92b-6216d87bdf3c" providerId="ADAL" clId="{9BADF966-46AE-9B4E-ABCD-630AB4EDE81A}" dt="2023-07-14T08:27:29.572" v="747" actId="14100"/>
          <ac:spMkLst>
            <pc:docMk/>
            <pc:sldMk cId="1390366204" sldId="286"/>
            <ac:spMk id="5" creationId="{7E44B879-13DF-B1BE-7393-04AE90432AD3}"/>
          </ac:spMkLst>
        </pc:spChg>
        <pc:spChg chg="mod">
          <ac:chgData name="Nicole WU" userId="4cf90142-5117-41df-a92b-6216d87bdf3c" providerId="ADAL" clId="{9BADF966-46AE-9B4E-ABCD-630AB4EDE81A}" dt="2023-07-13T14:09:41.766" v="379" actId="20577"/>
          <ac:spMkLst>
            <pc:docMk/>
            <pc:sldMk cId="1390366204" sldId="286"/>
            <ac:spMk id="6" creationId="{976CF346-227C-9D0A-FCA6-48B7717B8252}"/>
          </ac:spMkLst>
        </pc:spChg>
        <pc:graphicFrameChg chg="mod modGraphic">
          <ac:chgData name="Nicole WU" userId="4cf90142-5117-41df-a92b-6216d87bdf3c" providerId="ADAL" clId="{9BADF966-46AE-9B4E-ABCD-630AB4EDE81A}" dt="2023-07-18T14:46:05.222" v="1333" actId="20577"/>
          <ac:graphicFrameMkLst>
            <pc:docMk/>
            <pc:sldMk cId="1390366204" sldId="286"/>
            <ac:graphicFrameMk id="7" creationId="{4DC19564-DA97-85B7-C134-AB5663E5E240}"/>
          </ac:graphicFrameMkLst>
        </pc:graphicFrameChg>
        <pc:cxnChg chg="mod">
          <ac:chgData name="Nicole WU" userId="4cf90142-5117-41df-a92b-6216d87bdf3c" providerId="ADAL" clId="{9BADF966-46AE-9B4E-ABCD-630AB4EDE81A}" dt="2023-07-14T09:22:51.245" v="881" actId="14100"/>
          <ac:cxnSpMkLst>
            <pc:docMk/>
            <pc:sldMk cId="1390366204" sldId="286"/>
            <ac:cxnSpMk id="3" creationId="{DBADC8F4-3E65-44EC-94D3-A6F050FA5DBA}"/>
          </ac:cxnSpMkLst>
        </pc:cxnChg>
      </pc:sldChg>
      <pc:sldChg chg="modSp mod addCm">
        <pc:chgData name="Nicole WU" userId="4cf90142-5117-41df-a92b-6216d87bdf3c" providerId="ADAL" clId="{9BADF966-46AE-9B4E-ABCD-630AB4EDE81A}" dt="2023-07-13T13:04:51.048" v="100" actId="108"/>
        <pc:sldMkLst>
          <pc:docMk/>
          <pc:sldMk cId="2571662685" sldId="296"/>
        </pc:sldMkLst>
        <pc:spChg chg="mod">
          <ac:chgData name="Nicole WU" userId="4cf90142-5117-41df-a92b-6216d87bdf3c" providerId="ADAL" clId="{9BADF966-46AE-9B4E-ABCD-630AB4EDE81A}" dt="2023-07-13T13:04:51.048" v="100" actId="108"/>
          <ac:spMkLst>
            <pc:docMk/>
            <pc:sldMk cId="2571662685" sldId="296"/>
            <ac:spMk id="3" creationId="{63505D0D-7CB2-2242-BE0E-B72CE5E5E8F7}"/>
          </ac:spMkLst>
        </pc:spChg>
      </pc:sldChg>
      <pc:sldChg chg="modSp mod addCm">
        <pc:chgData name="Nicole WU" userId="4cf90142-5117-41df-a92b-6216d87bdf3c" providerId="ADAL" clId="{9BADF966-46AE-9B4E-ABCD-630AB4EDE81A}" dt="2023-07-13T14:27:24.074" v="478" actId="207"/>
        <pc:sldMkLst>
          <pc:docMk/>
          <pc:sldMk cId="475964468" sldId="310"/>
        </pc:sldMkLst>
        <pc:spChg chg="mod">
          <ac:chgData name="Nicole WU" userId="4cf90142-5117-41df-a92b-6216d87bdf3c" providerId="ADAL" clId="{9BADF966-46AE-9B4E-ABCD-630AB4EDE81A}" dt="2023-07-13T14:14:52.155" v="425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Nicole WU" userId="4cf90142-5117-41df-a92b-6216d87bdf3c" providerId="ADAL" clId="{9BADF966-46AE-9B4E-ABCD-630AB4EDE81A}" dt="2023-07-13T14:26:56.628" v="472" actId="20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Nicole WU" userId="4cf90142-5117-41df-a92b-6216d87bdf3c" providerId="ADAL" clId="{9BADF966-46AE-9B4E-ABCD-630AB4EDE81A}" dt="2023-07-13T14:26:55.917" v="470" actId="20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Nicole WU" userId="4cf90142-5117-41df-a92b-6216d87bdf3c" providerId="ADAL" clId="{9BADF966-46AE-9B4E-ABCD-630AB4EDE81A}" dt="2023-07-13T14:27:15.338" v="477" actId="207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Nicole WU" userId="4cf90142-5117-41df-a92b-6216d87bdf3c" providerId="ADAL" clId="{9BADF966-46AE-9B4E-ABCD-630AB4EDE81A}" dt="2023-07-13T14:24:15.835" v="443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Nicole WU" userId="4cf90142-5117-41df-a92b-6216d87bdf3c" providerId="ADAL" clId="{9BADF966-46AE-9B4E-ABCD-630AB4EDE81A}" dt="2023-07-13T14:26:55.563" v="469" actId="20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Nicole WU" userId="4cf90142-5117-41df-a92b-6216d87bdf3c" providerId="ADAL" clId="{9BADF966-46AE-9B4E-ABCD-630AB4EDE81A}" dt="2023-07-13T14:26:54.926" v="467" actId="207"/>
          <ac:spMkLst>
            <pc:docMk/>
            <pc:sldMk cId="475964468" sldId="310"/>
            <ac:spMk id="18" creationId="{D18ED16F-1385-C386-3999-5DBC532DC256}"/>
          </ac:spMkLst>
        </pc:spChg>
        <pc:spChg chg="mod">
          <ac:chgData name="Nicole WU" userId="4cf90142-5117-41df-a92b-6216d87bdf3c" providerId="ADAL" clId="{9BADF966-46AE-9B4E-ABCD-630AB4EDE81A}" dt="2023-07-13T14:27:24.074" v="478" actId="207"/>
          <ac:spMkLst>
            <pc:docMk/>
            <pc:sldMk cId="475964468" sldId="310"/>
            <ac:spMk id="25" creationId="{D4F18B0C-7E08-2DFA-2D85-1A2DF7C9DBE4}"/>
          </ac:spMkLst>
        </pc:spChg>
        <pc:spChg chg="mod">
          <ac:chgData name="Nicole WU" userId="4cf90142-5117-41df-a92b-6216d87bdf3c" providerId="ADAL" clId="{9BADF966-46AE-9B4E-ABCD-630AB4EDE81A}" dt="2023-07-13T14:25:46.237" v="451" actId="1076"/>
          <ac:spMkLst>
            <pc:docMk/>
            <pc:sldMk cId="475964468" sldId="310"/>
            <ac:spMk id="34" creationId="{CC10B166-C624-C74D-55EB-337080D15D3D}"/>
          </ac:spMkLst>
        </pc:spChg>
      </pc:sldChg>
      <pc:sldChg chg="modSp mod">
        <pc:chgData name="Nicole WU" userId="4cf90142-5117-41df-a92b-6216d87bdf3c" providerId="ADAL" clId="{9BADF966-46AE-9B4E-ABCD-630AB4EDE81A}" dt="2023-07-13T13:01:54.724" v="88" actId="1076"/>
        <pc:sldMkLst>
          <pc:docMk/>
          <pc:sldMk cId="2986976553" sldId="311"/>
        </pc:sldMkLst>
        <pc:spChg chg="mod">
          <ac:chgData name="Nicole WU" userId="4cf90142-5117-41df-a92b-6216d87bdf3c" providerId="ADAL" clId="{9BADF966-46AE-9B4E-ABCD-630AB4EDE81A}" dt="2023-07-13T13:01:52.875" v="87" actId="14100"/>
          <ac:spMkLst>
            <pc:docMk/>
            <pc:sldMk cId="2986976553" sldId="311"/>
            <ac:spMk id="6" creationId="{C77D6C2F-AC0C-CDE5-6C26-DEC4BD426D97}"/>
          </ac:spMkLst>
        </pc:spChg>
        <pc:picChg chg="mod">
          <ac:chgData name="Nicole WU" userId="4cf90142-5117-41df-a92b-6216d87bdf3c" providerId="ADAL" clId="{9BADF966-46AE-9B4E-ABCD-630AB4EDE81A}" dt="2023-07-13T13:01:54.724" v="88" actId="1076"/>
          <ac:picMkLst>
            <pc:docMk/>
            <pc:sldMk cId="2986976553" sldId="311"/>
            <ac:picMk id="8" creationId="{9F548F5E-1645-A988-92FC-24A524438847}"/>
          </ac:picMkLst>
        </pc:picChg>
      </pc:sldChg>
      <pc:sldChg chg="addSp delSp modSp del mod">
        <pc:chgData name="Nicole WU" userId="4cf90142-5117-41df-a92b-6216d87bdf3c" providerId="ADAL" clId="{9BADF966-46AE-9B4E-ABCD-630AB4EDE81A}" dt="2023-07-13T19:54:07.828" v="648" actId="2696"/>
        <pc:sldMkLst>
          <pc:docMk/>
          <pc:sldMk cId="1186335691" sldId="312"/>
        </pc:sldMkLst>
        <pc:spChg chg="add del mod">
          <ac:chgData name="Nicole WU" userId="4cf90142-5117-41df-a92b-6216d87bdf3c" providerId="ADAL" clId="{9BADF966-46AE-9B4E-ABCD-630AB4EDE81A}" dt="2023-07-13T19:54:02.148" v="643" actId="1076"/>
          <ac:spMkLst>
            <pc:docMk/>
            <pc:sldMk cId="1186335691" sldId="312"/>
            <ac:spMk id="2" creationId="{36E1EB4E-1D39-6B33-BBF9-2806F0231CCF}"/>
          </ac:spMkLst>
        </pc:spChg>
        <pc:spChg chg="mod">
          <ac:chgData name="Nicole WU" userId="4cf90142-5117-41df-a92b-6216d87bdf3c" providerId="ADAL" clId="{9BADF966-46AE-9B4E-ABCD-630AB4EDE81A}" dt="2023-07-13T19:53:58.917" v="635" actId="1076"/>
          <ac:spMkLst>
            <pc:docMk/>
            <pc:sldMk cId="1186335691" sldId="312"/>
            <ac:spMk id="3" creationId="{A42009B4-2A1B-CD50-BEFC-5171941AE6C5}"/>
          </ac:spMkLst>
        </pc:spChg>
        <pc:spChg chg="add del mod">
          <ac:chgData name="Nicole WU" userId="4cf90142-5117-41df-a92b-6216d87bdf3c" providerId="ADAL" clId="{9BADF966-46AE-9B4E-ABCD-630AB4EDE81A}" dt="2023-07-13T19:48:44.199" v="521"/>
          <ac:spMkLst>
            <pc:docMk/>
            <pc:sldMk cId="1186335691" sldId="312"/>
            <ac:spMk id="4" creationId="{588D7CE9-41A1-07D7-16FD-8DC05969C0E7}"/>
          </ac:spMkLst>
        </pc:spChg>
        <pc:spChg chg="mod">
          <ac:chgData name="Nicole WU" userId="4cf90142-5117-41df-a92b-6216d87bdf3c" providerId="ADAL" clId="{9BADF966-46AE-9B4E-ABCD-630AB4EDE81A}" dt="2023-07-13T19:51:43.905" v="608" actId="20577"/>
          <ac:spMkLst>
            <pc:docMk/>
            <pc:sldMk cId="1186335691" sldId="312"/>
            <ac:spMk id="9" creationId="{FE0E28B4-BC7B-F6A6-3A38-DC86E9FF259F}"/>
          </ac:spMkLst>
        </pc:spChg>
        <pc:picChg chg="add del mod">
          <ac:chgData name="Nicole WU" userId="4cf90142-5117-41df-a92b-6216d87bdf3c" providerId="ADAL" clId="{9BADF966-46AE-9B4E-ABCD-630AB4EDE81A}" dt="2023-07-13T19:54:03.619" v="645"/>
          <ac:picMkLst>
            <pc:docMk/>
            <pc:sldMk cId="1186335691" sldId="312"/>
            <ac:picMk id="6" creationId="{708E7703-16F1-5A53-94DC-D2D05B422DBB}"/>
          </ac:picMkLst>
        </pc:picChg>
        <pc:picChg chg="add del mod">
          <ac:chgData name="Nicole WU" userId="4cf90142-5117-41df-a92b-6216d87bdf3c" providerId="ADAL" clId="{9BADF966-46AE-9B4E-ABCD-630AB4EDE81A}" dt="2023-07-13T14:25:52.288" v="452" actId="478"/>
          <ac:picMkLst>
            <pc:docMk/>
            <pc:sldMk cId="1186335691" sldId="312"/>
            <ac:picMk id="7" creationId="{FF00CE20-FDF2-DF7D-91EC-6886026C1465}"/>
          </ac:picMkLst>
        </pc:picChg>
      </pc:sldChg>
      <pc:sldChg chg="addSp delSp modSp add del mod modCm">
        <pc:chgData name="Nicole WU" userId="4cf90142-5117-41df-a92b-6216d87bdf3c" providerId="ADAL" clId="{9BADF966-46AE-9B4E-ABCD-630AB4EDE81A}" dt="2023-07-14T11:09:28.100" v="1303" actId="14100"/>
        <pc:sldMkLst>
          <pc:docMk/>
          <pc:sldMk cId="763011548" sldId="318"/>
        </pc:sldMkLst>
        <pc:spChg chg="mod">
          <ac:chgData name="Nicole WU" userId="4cf90142-5117-41df-a92b-6216d87bdf3c" providerId="ADAL" clId="{9BADF966-46AE-9B4E-ABCD-630AB4EDE81A}" dt="2023-07-14T11:09:28.100" v="1303" actId="14100"/>
          <ac:spMkLst>
            <pc:docMk/>
            <pc:sldMk cId="763011548" sldId="318"/>
            <ac:spMk id="2" creationId="{9BC5AE11-0425-B274-DD68-031B5EC8452B}"/>
          </ac:spMkLst>
        </pc:spChg>
        <pc:spChg chg="mod">
          <ac:chgData name="Nicole WU" userId="4cf90142-5117-41df-a92b-6216d87bdf3c" providerId="ADAL" clId="{9BADF966-46AE-9B4E-ABCD-630AB4EDE81A}" dt="2023-07-14T11:08:38.954" v="1292" actId="1076"/>
          <ac:spMkLst>
            <pc:docMk/>
            <pc:sldMk cId="763011548" sldId="318"/>
            <ac:spMk id="8" creationId="{15BD22BC-67A9-439A-2A17-D4260CE7A754}"/>
          </ac:spMkLst>
        </pc:spChg>
        <pc:picChg chg="add del mod">
          <ac:chgData name="Nicole WU" userId="4cf90142-5117-41df-a92b-6216d87bdf3c" providerId="ADAL" clId="{9BADF966-46AE-9B4E-ABCD-630AB4EDE81A}" dt="2023-07-14T09:36:40.176" v="930" actId="478"/>
          <ac:picMkLst>
            <pc:docMk/>
            <pc:sldMk cId="763011548" sldId="318"/>
            <ac:picMk id="4" creationId="{18CF50AC-7910-2088-8ABF-DED854244741}"/>
          </ac:picMkLst>
        </pc:picChg>
        <pc:picChg chg="del">
          <ac:chgData name="Nicole WU" userId="4cf90142-5117-41df-a92b-6216d87bdf3c" providerId="ADAL" clId="{9BADF966-46AE-9B4E-ABCD-630AB4EDE81A}" dt="2023-07-13T14:25:55.202" v="453" actId="478"/>
          <ac:picMkLst>
            <pc:docMk/>
            <pc:sldMk cId="763011548" sldId="318"/>
            <ac:picMk id="5" creationId="{8C950CB6-AA92-1584-1A42-1C10A76C57C0}"/>
          </ac:picMkLst>
        </pc:picChg>
        <pc:picChg chg="add del mod">
          <ac:chgData name="Nicole WU" userId="4cf90142-5117-41df-a92b-6216d87bdf3c" providerId="ADAL" clId="{9BADF966-46AE-9B4E-ABCD-630AB4EDE81A}" dt="2023-07-14T11:03:06.336" v="1263" actId="478"/>
          <ac:picMkLst>
            <pc:docMk/>
            <pc:sldMk cId="763011548" sldId="318"/>
            <ac:picMk id="5" creationId="{D311687D-BC7D-77DD-14CB-0ACCC1D88C1E}"/>
          </ac:picMkLst>
        </pc:picChg>
        <pc:picChg chg="add del mod">
          <ac:chgData name="Nicole WU" userId="4cf90142-5117-41df-a92b-6216d87bdf3c" providerId="ADAL" clId="{9BADF966-46AE-9B4E-ABCD-630AB4EDE81A}" dt="2023-07-14T09:36:40.957" v="931" actId="478"/>
          <ac:picMkLst>
            <pc:docMk/>
            <pc:sldMk cId="763011548" sldId="318"/>
            <ac:picMk id="6" creationId="{E78767F1-8B6C-7FCF-8B2C-7E66F6C4AAAD}"/>
          </ac:picMkLst>
        </pc:picChg>
        <pc:picChg chg="del">
          <ac:chgData name="Nicole WU" userId="4cf90142-5117-41df-a92b-6216d87bdf3c" providerId="ADAL" clId="{9BADF966-46AE-9B4E-ABCD-630AB4EDE81A}" dt="2023-07-13T14:25:56.634" v="454" actId="478"/>
          <ac:picMkLst>
            <pc:docMk/>
            <pc:sldMk cId="763011548" sldId="318"/>
            <ac:picMk id="7" creationId="{397E9FE5-327C-791D-6786-FD0E77B952EE}"/>
          </ac:picMkLst>
        </pc:picChg>
        <pc:picChg chg="add del mod">
          <ac:chgData name="Nicole WU" userId="4cf90142-5117-41df-a92b-6216d87bdf3c" providerId="ADAL" clId="{9BADF966-46AE-9B4E-ABCD-630AB4EDE81A}" dt="2023-07-14T11:03:07.425" v="1264" actId="478"/>
          <ac:picMkLst>
            <pc:docMk/>
            <pc:sldMk cId="763011548" sldId="318"/>
            <ac:picMk id="9" creationId="{F4CBC54D-B5BB-BA9E-22E2-7422C9767EAA}"/>
          </ac:picMkLst>
        </pc:picChg>
        <pc:picChg chg="add mod">
          <ac:chgData name="Nicole WU" userId="4cf90142-5117-41df-a92b-6216d87bdf3c" providerId="ADAL" clId="{9BADF966-46AE-9B4E-ABCD-630AB4EDE81A}" dt="2023-07-14T11:08:53.997" v="1296" actId="170"/>
          <ac:picMkLst>
            <pc:docMk/>
            <pc:sldMk cId="763011548" sldId="318"/>
            <ac:picMk id="11" creationId="{D65D3133-D99A-EDCA-B944-4522CFA42DC7}"/>
          </ac:picMkLst>
        </pc:picChg>
        <pc:picChg chg="add mod modCrop">
          <ac:chgData name="Nicole WU" userId="4cf90142-5117-41df-a92b-6216d87bdf3c" providerId="ADAL" clId="{9BADF966-46AE-9B4E-ABCD-630AB4EDE81A}" dt="2023-07-14T11:09:13.358" v="1300" actId="732"/>
          <ac:picMkLst>
            <pc:docMk/>
            <pc:sldMk cId="763011548" sldId="318"/>
            <ac:picMk id="13" creationId="{74545284-EA71-8962-3A2C-A8485009909C}"/>
          </ac:picMkLst>
        </pc:picChg>
      </pc:sldChg>
      <pc:sldChg chg="addSp delSp modSp new mod">
        <pc:chgData name="Nicole WU" userId="4cf90142-5117-41df-a92b-6216d87bdf3c" providerId="ADAL" clId="{9BADF966-46AE-9B4E-ABCD-630AB4EDE81A}" dt="2023-07-13T14:00:39.385" v="371" actId="1076"/>
        <pc:sldMkLst>
          <pc:docMk/>
          <pc:sldMk cId="30370661" sldId="319"/>
        </pc:sldMkLst>
        <pc:spChg chg="mod">
          <ac:chgData name="Nicole WU" userId="4cf90142-5117-41df-a92b-6216d87bdf3c" providerId="ADAL" clId="{9BADF966-46AE-9B4E-ABCD-630AB4EDE81A}" dt="2023-07-13T13:16:03.003" v="113" actId="26606"/>
          <ac:spMkLst>
            <pc:docMk/>
            <pc:sldMk cId="30370661" sldId="319"/>
            <ac:spMk id="2" creationId="{7CB28976-605C-D94F-4A65-88574AAFB696}"/>
          </ac:spMkLst>
        </pc:spChg>
        <pc:spChg chg="del mod">
          <ac:chgData name="Nicole WU" userId="4cf90142-5117-41df-a92b-6216d87bdf3c" providerId="ADAL" clId="{9BADF966-46AE-9B4E-ABCD-630AB4EDE81A}" dt="2023-07-13T13:02:16.376" v="95" actId="478"/>
          <ac:spMkLst>
            <pc:docMk/>
            <pc:sldMk cId="30370661" sldId="319"/>
            <ac:spMk id="3" creationId="{0595410A-6103-3A09-E540-44DD0FA3E26D}"/>
          </ac:spMkLst>
        </pc:spChg>
        <pc:picChg chg="add mod">
          <ac:chgData name="Nicole WU" userId="4cf90142-5117-41df-a92b-6216d87bdf3c" providerId="ADAL" clId="{9BADF966-46AE-9B4E-ABCD-630AB4EDE81A}" dt="2023-07-13T14:00:39.385" v="371" actId="1076"/>
          <ac:picMkLst>
            <pc:docMk/>
            <pc:sldMk cId="30370661" sldId="319"/>
            <ac:picMk id="4" creationId="{4B99E08D-6E9B-1BA7-7761-3280007F4F9B}"/>
          </ac:picMkLst>
        </pc:picChg>
        <pc:picChg chg="add del mod">
          <ac:chgData name="Nicole WU" userId="4cf90142-5117-41df-a92b-6216d87bdf3c" providerId="ADAL" clId="{9BADF966-46AE-9B4E-ABCD-630AB4EDE81A}" dt="2023-07-13T13:15:08.779" v="109" actId="478"/>
          <ac:picMkLst>
            <pc:docMk/>
            <pc:sldMk cId="30370661" sldId="319"/>
            <ac:picMk id="5" creationId="{41281249-AE48-9736-8607-F7D196338079}"/>
          </ac:picMkLst>
        </pc:picChg>
      </pc:sldChg>
      <pc:sldChg chg="addSp delSp modSp add mod delCm modCm">
        <pc:chgData name="Nicole WU" userId="4cf90142-5117-41df-a92b-6216d87bdf3c" providerId="ADAL" clId="{9BADF966-46AE-9B4E-ABCD-630AB4EDE81A}" dt="2023-07-14T11:11:30.949" v="1307" actId="14100"/>
        <pc:sldMkLst>
          <pc:docMk/>
          <pc:sldMk cId="1237851312" sldId="320"/>
        </pc:sldMkLst>
        <pc:spChg chg="mod">
          <ac:chgData name="Nicole WU" userId="4cf90142-5117-41df-a92b-6216d87bdf3c" providerId="ADAL" clId="{9BADF966-46AE-9B4E-ABCD-630AB4EDE81A}" dt="2023-07-14T08:28:06.807" v="752" actId="20577"/>
          <ac:spMkLst>
            <pc:docMk/>
            <pc:sldMk cId="1237851312" sldId="320"/>
            <ac:spMk id="2" creationId="{7F999FF3-0E37-AD51-18F7-3D20C12981BD}"/>
          </ac:spMkLst>
        </pc:spChg>
        <pc:spChg chg="del mod">
          <ac:chgData name="Nicole WU" userId="4cf90142-5117-41df-a92b-6216d87bdf3c" providerId="ADAL" clId="{9BADF966-46AE-9B4E-ABCD-630AB4EDE81A}" dt="2023-07-13T19:43:44.737" v="500" actId="478"/>
          <ac:spMkLst>
            <pc:docMk/>
            <pc:sldMk cId="1237851312" sldId="320"/>
            <ac:spMk id="3" creationId="{63505D0D-7CB2-2242-BE0E-B72CE5E5E8F7}"/>
          </ac:spMkLst>
        </pc:spChg>
        <pc:spChg chg="add del mod">
          <ac:chgData name="Nicole WU" userId="4cf90142-5117-41df-a92b-6216d87bdf3c" providerId="ADAL" clId="{9BADF966-46AE-9B4E-ABCD-630AB4EDE81A}" dt="2023-07-13T19:43:47.984" v="502"/>
          <ac:spMkLst>
            <pc:docMk/>
            <pc:sldMk cId="1237851312" sldId="320"/>
            <ac:spMk id="6" creationId="{A48672E1-F695-F06D-9791-1E7B244E286B}"/>
          </ac:spMkLst>
        </pc:spChg>
        <pc:spChg chg="add mod">
          <ac:chgData name="Nicole WU" userId="4cf90142-5117-41df-a92b-6216d87bdf3c" providerId="ADAL" clId="{9BADF966-46AE-9B4E-ABCD-630AB4EDE81A}" dt="2023-07-14T11:11:30.949" v="1307" actId="14100"/>
          <ac:spMkLst>
            <pc:docMk/>
            <pc:sldMk cId="1237851312" sldId="320"/>
            <ac:spMk id="9" creationId="{8A88FD57-E5D3-C556-2477-683567EC73BF}"/>
          </ac:spMkLst>
        </pc:spChg>
        <pc:picChg chg="ord">
          <ac:chgData name="Nicole WU" userId="4cf90142-5117-41df-a92b-6216d87bdf3c" providerId="ADAL" clId="{9BADF966-46AE-9B4E-ABCD-630AB4EDE81A}" dt="2023-07-13T19:43:54.088" v="504" actId="26606"/>
          <ac:picMkLst>
            <pc:docMk/>
            <pc:sldMk cId="1237851312" sldId="320"/>
            <ac:picMk id="4" creationId="{7043CEEA-DFD5-78AB-FD60-97153E800CDC}"/>
          </ac:picMkLst>
        </pc:picChg>
        <pc:picChg chg="add mod">
          <ac:chgData name="Nicole WU" userId="4cf90142-5117-41df-a92b-6216d87bdf3c" providerId="ADAL" clId="{9BADF966-46AE-9B4E-ABCD-630AB4EDE81A}" dt="2023-07-14T11:11:27.647" v="1306" actId="1076"/>
          <ac:picMkLst>
            <pc:docMk/>
            <pc:sldMk cId="1237851312" sldId="320"/>
            <ac:picMk id="8" creationId="{70A90F58-3ABF-3DD7-A6EA-FC69AF058D54}"/>
          </ac:picMkLst>
        </pc:picChg>
      </pc:sldChg>
      <pc:sldChg chg="addSp delSp modSp new mod modClrScheme chgLayout">
        <pc:chgData name="Nicole WU" userId="4cf90142-5117-41df-a92b-6216d87bdf3c" providerId="ADAL" clId="{9BADF966-46AE-9B4E-ABCD-630AB4EDE81A}" dt="2023-07-14T09:07:49.634" v="871" actId="1582"/>
        <pc:sldMkLst>
          <pc:docMk/>
          <pc:sldMk cId="1674716470" sldId="321"/>
        </pc:sldMkLst>
        <pc:spChg chg="mod">
          <ac:chgData name="Nicole WU" userId="4cf90142-5117-41df-a92b-6216d87bdf3c" providerId="ADAL" clId="{9BADF966-46AE-9B4E-ABCD-630AB4EDE81A}" dt="2023-07-13T19:50:57.089" v="607" actId="1076"/>
          <ac:spMkLst>
            <pc:docMk/>
            <pc:sldMk cId="1674716470" sldId="321"/>
            <ac:spMk id="2" creationId="{A7C1B331-3CC8-B8DA-D0E4-19AE7AD797A9}"/>
          </ac:spMkLst>
        </pc:spChg>
        <pc:spChg chg="del">
          <ac:chgData name="Nicole WU" userId="4cf90142-5117-41df-a92b-6216d87bdf3c" providerId="ADAL" clId="{9BADF966-46AE-9B4E-ABCD-630AB4EDE81A}" dt="2023-07-13T19:50:04.426" v="567"/>
          <ac:spMkLst>
            <pc:docMk/>
            <pc:sldMk cId="1674716470" sldId="321"/>
            <ac:spMk id="3" creationId="{AA01E3DE-C625-FBF8-3517-868947A72DA5}"/>
          </ac:spMkLst>
        </pc:spChg>
        <pc:spChg chg="mod">
          <ac:chgData name="Nicole WU" userId="4cf90142-5117-41df-a92b-6216d87bdf3c" providerId="ADAL" clId="{9BADF966-46AE-9B4E-ABCD-630AB4EDE81A}" dt="2023-07-14T09:07:49.634" v="871" actId="1582"/>
          <ac:spMkLst>
            <pc:docMk/>
            <pc:sldMk cId="1674716470" sldId="321"/>
            <ac:spMk id="4" creationId="{8187BD5D-5E44-D650-9D63-23F917E8919A}"/>
          </ac:spMkLst>
        </pc:spChg>
        <pc:spChg chg="mod">
          <ac:chgData name="Nicole WU" userId="4cf90142-5117-41df-a92b-6216d87bdf3c" providerId="ADAL" clId="{9BADF966-46AE-9B4E-ABCD-630AB4EDE81A}" dt="2023-07-14T09:07:42.130" v="870" actId="14100"/>
          <ac:spMkLst>
            <pc:docMk/>
            <pc:sldMk cId="1674716470" sldId="321"/>
            <ac:spMk id="6" creationId="{8E1FD0D4-3ACF-F0B9-C558-681283CF05FA}"/>
          </ac:spMkLst>
        </pc:spChg>
        <pc:spChg chg="add del mod">
          <ac:chgData name="Nicole WU" userId="4cf90142-5117-41df-a92b-6216d87bdf3c" providerId="ADAL" clId="{9BADF966-46AE-9B4E-ABCD-630AB4EDE81A}" dt="2023-07-14T08:56:03.375" v="759" actId="478"/>
          <ac:spMkLst>
            <pc:docMk/>
            <pc:sldMk cId="1674716470" sldId="321"/>
            <ac:spMk id="7" creationId="{D098C36B-17FE-8994-3819-E0D65E23D5B3}"/>
          </ac:spMkLst>
        </pc:spChg>
        <pc:spChg chg="del mod">
          <ac:chgData name="Nicole WU" userId="4cf90142-5117-41df-a92b-6216d87bdf3c" providerId="ADAL" clId="{9BADF966-46AE-9B4E-ABCD-630AB4EDE81A}" dt="2023-07-14T08:56:07.553" v="760" actId="478"/>
          <ac:spMkLst>
            <pc:docMk/>
            <pc:sldMk cId="1674716470" sldId="321"/>
            <ac:spMk id="9" creationId="{5CD9F58D-B17B-5070-A239-D04DCF722D9A}"/>
          </ac:spMkLst>
        </pc:spChg>
        <pc:spChg chg="add del mod">
          <ac:chgData name="Nicole WU" userId="4cf90142-5117-41df-a92b-6216d87bdf3c" providerId="ADAL" clId="{9BADF966-46AE-9B4E-ABCD-630AB4EDE81A}" dt="2023-07-14T08:56:14.263" v="763" actId="478"/>
          <ac:spMkLst>
            <pc:docMk/>
            <pc:sldMk cId="1674716470" sldId="321"/>
            <ac:spMk id="10" creationId="{6138DA25-555D-43C2-8EEF-6477A8D52544}"/>
          </ac:spMkLst>
        </pc:spChg>
        <pc:picChg chg="add del mod">
          <ac:chgData name="Nicole WU" userId="4cf90142-5117-41df-a92b-6216d87bdf3c" providerId="ADAL" clId="{9BADF966-46AE-9B4E-ABCD-630AB4EDE81A}" dt="2023-07-14T08:56:08.591" v="761" actId="478"/>
          <ac:picMkLst>
            <pc:docMk/>
            <pc:sldMk cId="1674716470" sldId="321"/>
            <ac:picMk id="5" creationId="{603EC272-4EE1-BFFB-60F7-722066784606}"/>
          </ac:picMkLst>
        </pc:picChg>
        <pc:picChg chg="add mod">
          <ac:chgData name="Nicole WU" userId="4cf90142-5117-41df-a92b-6216d87bdf3c" providerId="ADAL" clId="{9BADF966-46AE-9B4E-ABCD-630AB4EDE81A}" dt="2023-07-14T08:56:42.472" v="773" actId="1076"/>
          <ac:picMkLst>
            <pc:docMk/>
            <pc:sldMk cId="1674716470" sldId="321"/>
            <ac:picMk id="12" creationId="{B9AC66A6-50FD-F745-C7A6-35F805CFE854}"/>
          </ac:picMkLst>
        </pc:picChg>
      </pc:sldChg>
      <pc:sldChg chg="modSp add del mod">
        <pc:chgData name="Nicole WU" userId="4cf90142-5117-41df-a92b-6216d87bdf3c" providerId="ADAL" clId="{9BADF966-46AE-9B4E-ABCD-630AB4EDE81A}" dt="2023-07-14T09:20:32.520" v="878" actId="2696"/>
        <pc:sldMkLst>
          <pc:docMk/>
          <pc:sldMk cId="1911260351" sldId="322"/>
        </pc:sldMkLst>
        <pc:spChg chg="mod">
          <ac:chgData name="Nicole WU" userId="4cf90142-5117-41df-a92b-6216d87bdf3c" providerId="ADAL" clId="{9BADF966-46AE-9B4E-ABCD-630AB4EDE81A}" dt="2023-07-13T19:58:10.749" v="687" actId="1076"/>
          <ac:spMkLst>
            <pc:docMk/>
            <pc:sldMk cId="1911260351" sldId="322"/>
            <ac:spMk id="9" creationId="{FE0E28B4-BC7B-F6A6-3A38-DC86E9FF259F}"/>
          </ac:spMkLst>
        </pc:spChg>
      </pc:sldChg>
      <pc:sldChg chg="addSp delSp modSp mod delAnim modAnim addCm delCm modCm">
        <pc:chgData name="Nicole WU" userId="4cf90142-5117-41df-a92b-6216d87bdf3c" providerId="ADAL" clId="{9BADF966-46AE-9B4E-ABCD-630AB4EDE81A}" dt="2023-07-14T10:53:17.597" v="1256" actId="1037"/>
        <pc:sldMkLst>
          <pc:docMk/>
          <pc:sldMk cId="584995391" sldId="324"/>
        </pc:sldMkLst>
        <pc:spChg chg="del">
          <ac:chgData name="Nicole WU" userId="4cf90142-5117-41df-a92b-6216d87bdf3c" providerId="ADAL" clId="{9BADF966-46AE-9B4E-ABCD-630AB4EDE81A}" dt="2023-07-14T08:57:15.362" v="782" actId="478"/>
          <ac:spMkLst>
            <pc:docMk/>
            <pc:sldMk cId="584995391" sldId="324"/>
            <ac:spMk id="2" creationId="{318F71FA-7238-A99A-EC19-C254CF3212A1}"/>
          </ac:spMkLst>
        </pc:spChg>
        <pc:spChg chg="del mod">
          <ac:chgData name="Nicole WU" userId="4cf90142-5117-41df-a92b-6216d87bdf3c" providerId="ADAL" clId="{9BADF966-46AE-9B4E-ABCD-630AB4EDE81A}" dt="2023-07-14T10:46:34.759" v="1160" actId="478"/>
          <ac:spMkLst>
            <pc:docMk/>
            <pc:sldMk cId="584995391" sldId="324"/>
            <ac:spMk id="3" creationId="{A42009B4-2A1B-CD50-BEFC-5171941AE6C5}"/>
          </ac:spMkLst>
        </pc:spChg>
        <pc:spChg chg="del mod">
          <ac:chgData name="Nicole WU" userId="4cf90142-5117-41df-a92b-6216d87bdf3c" providerId="ADAL" clId="{9BADF966-46AE-9B4E-ABCD-630AB4EDE81A}" dt="2023-07-14T10:46:33.165" v="1159" actId="478"/>
          <ac:spMkLst>
            <pc:docMk/>
            <pc:sldMk cId="584995391" sldId="324"/>
            <ac:spMk id="4" creationId="{D5242913-CE88-9748-E92C-3E4F0E57852D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5" creationId="{376D1B6F-AC30-3654-22D1-B4F03C2C75A4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7" creationId="{33DC40FD-1136-7FA9-C475-9D9121718C02}"/>
          </ac:spMkLst>
        </pc:spChg>
        <pc:spChg chg="del mod">
          <ac:chgData name="Nicole WU" userId="4cf90142-5117-41df-a92b-6216d87bdf3c" providerId="ADAL" clId="{9BADF966-46AE-9B4E-ABCD-630AB4EDE81A}" dt="2023-07-14T10:51:35.082" v="1193" actId="478"/>
          <ac:spMkLst>
            <pc:docMk/>
            <pc:sldMk cId="584995391" sldId="324"/>
            <ac:spMk id="8" creationId="{B90A935F-0DFA-ADB9-48B2-73B776158A0A}"/>
          </ac:spMkLst>
        </pc:spChg>
        <pc:spChg chg="mod">
          <ac:chgData name="Nicole WU" userId="4cf90142-5117-41df-a92b-6216d87bdf3c" providerId="ADAL" clId="{9BADF966-46AE-9B4E-ABCD-630AB4EDE81A}" dt="2023-07-14T10:50:32.151" v="1185" actId="1076"/>
          <ac:spMkLst>
            <pc:docMk/>
            <pc:sldMk cId="584995391" sldId="324"/>
            <ac:spMk id="9" creationId="{FE0E28B4-BC7B-F6A6-3A38-DC86E9FF259F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10" creationId="{A12273C7-9671-F36A-E606-74B0CEBE0972}"/>
          </ac:spMkLst>
        </pc:spChg>
        <pc:spChg chg="add 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11" creationId="{90853CE8-E01B-99D0-A5EB-E08374D0F1E1}"/>
          </ac:spMkLst>
        </pc:spChg>
        <pc:picChg chg="add del">
          <ac:chgData name="Nicole WU" userId="4cf90142-5117-41df-a92b-6216d87bdf3c" providerId="ADAL" clId="{9BADF966-46AE-9B4E-ABCD-630AB4EDE81A}" dt="2023-07-14T08:57:24.044" v="785" actId="478"/>
          <ac:picMkLst>
            <pc:docMk/>
            <pc:sldMk cId="584995391" sldId="324"/>
            <ac:picMk id="6" creationId="{708E7703-16F1-5A53-94DC-D2D05B422DBB}"/>
          </ac:picMkLst>
        </pc:picChg>
        <pc:picChg chg="add mod">
          <ac:chgData name="Nicole WU" userId="4cf90142-5117-41df-a92b-6216d87bdf3c" providerId="ADAL" clId="{9BADF966-46AE-9B4E-ABCD-630AB4EDE81A}" dt="2023-07-14T10:53:09.165" v="1248" actId="1076"/>
          <ac:picMkLst>
            <pc:docMk/>
            <pc:sldMk cId="584995391" sldId="324"/>
            <ac:picMk id="6" creationId="{80BC7B68-63FB-37E5-9445-C9B01126493A}"/>
          </ac:picMkLst>
        </pc:picChg>
        <pc:picChg chg="add del mod">
          <ac:chgData name="Nicole WU" userId="4cf90142-5117-41df-a92b-6216d87bdf3c" providerId="ADAL" clId="{9BADF966-46AE-9B4E-ABCD-630AB4EDE81A}" dt="2023-07-14T10:11:06.021" v="968" actId="478"/>
          <ac:picMkLst>
            <pc:docMk/>
            <pc:sldMk cId="584995391" sldId="324"/>
            <ac:picMk id="12" creationId="{2B909285-CBA5-51C8-6DD5-24214AC6732D}"/>
          </ac:picMkLst>
        </pc:picChg>
        <pc:picChg chg="add del mod">
          <ac:chgData name="Nicole WU" userId="4cf90142-5117-41df-a92b-6216d87bdf3c" providerId="ADAL" clId="{9BADF966-46AE-9B4E-ABCD-630AB4EDE81A}" dt="2023-07-14T10:46:35.553" v="1162" actId="478"/>
          <ac:picMkLst>
            <pc:docMk/>
            <pc:sldMk cId="584995391" sldId="324"/>
            <ac:picMk id="14" creationId="{22B103F7-FF4B-DBC8-5EBC-FACE83AF11F1}"/>
          </ac:picMkLst>
        </pc:picChg>
      </pc:sldChg>
      <pc:sldChg chg="addSp delSp modSp mod modCm">
        <pc:chgData name="Nicole WU" userId="4cf90142-5117-41df-a92b-6216d87bdf3c" providerId="ADAL" clId="{9BADF966-46AE-9B4E-ABCD-630AB4EDE81A}" dt="2023-07-14T09:36:28.572" v="925"/>
        <pc:sldMkLst>
          <pc:docMk/>
          <pc:sldMk cId="2566885915" sldId="325"/>
        </pc:sldMkLst>
        <pc:spChg chg="mod">
          <ac:chgData name="Nicole WU" userId="4cf90142-5117-41df-a92b-6216d87bdf3c" providerId="ADAL" clId="{9BADF966-46AE-9B4E-ABCD-630AB4EDE81A}" dt="2023-07-14T09:35:01.715" v="920" actId="20577"/>
          <ac:spMkLst>
            <pc:docMk/>
            <pc:sldMk cId="2566885915" sldId="325"/>
            <ac:spMk id="2" creationId="{A4444E68-B3E5-7E99-8E8F-BF47E2329A9F}"/>
          </ac:spMkLst>
        </pc:spChg>
        <pc:spChg chg="del">
          <ac:chgData name="Nicole WU" userId="4cf90142-5117-41df-a92b-6216d87bdf3c" providerId="ADAL" clId="{9BADF966-46AE-9B4E-ABCD-630AB4EDE81A}" dt="2023-07-14T09:18:11.048" v="872" actId="478"/>
          <ac:spMkLst>
            <pc:docMk/>
            <pc:sldMk cId="2566885915" sldId="325"/>
            <ac:spMk id="3" creationId="{6309FEF8-29FD-4832-F6EB-80993705453F}"/>
          </ac:spMkLst>
        </pc:spChg>
        <pc:picChg chg="add del mod modCrop">
          <ac:chgData name="Nicole WU" userId="4cf90142-5117-41df-a92b-6216d87bdf3c" providerId="ADAL" clId="{9BADF966-46AE-9B4E-ABCD-630AB4EDE81A}" dt="2023-07-14T09:35:11.002" v="922" actId="478"/>
          <ac:picMkLst>
            <pc:docMk/>
            <pc:sldMk cId="2566885915" sldId="325"/>
            <ac:picMk id="5" creationId="{8C3E88A8-ADB3-3025-0851-E6196466009B}"/>
          </ac:picMkLst>
        </pc:picChg>
      </pc:sldChg>
      <pc:sldChg chg="addSp delSp modSp mod">
        <pc:chgData name="Nicole WU" userId="4cf90142-5117-41df-a92b-6216d87bdf3c" providerId="ADAL" clId="{9BADF966-46AE-9B4E-ABCD-630AB4EDE81A}" dt="2023-07-14T10:48:05.303" v="1174" actId="14100"/>
        <pc:sldMkLst>
          <pc:docMk/>
          <pc:sldMk cId="840639942" sldId="326"/>
        </pc:sldMkLst>
        <pc:spChg chg="mod">
          <ac:chgData name="Nicole WU" userId="4cf90142-5117-41df-a92b-6216d87bdf3c" providerId="ADAL" clId="{9BADF966-46AE-9B4E-ABCD-630AB4EDE81A}" dt="2023-07-14T10:19:03.276" v="1088" actId="1076"/>
          <ac:spMkLst>
            <pc:docMk/>
            <pc:sldMk cId="840639942" sldId="326"/>
            <ac:spMk id="2" creationId="{D3D80AFA-49FA-3277-B9B4-56D319CB76FC}"/>
          </ac:spMkLst>
        </pc:spChg>
        <pc:spChg chg="del">
          <ac:chgData name="Nicole WU" userId="4cf90142-5117-41df-a92b-6216d87bdf3c" providerId="ADAL" clId="{9BADF966-46AE-9B4E-ABCD-630AB4EDE81A}" dt="2023-07-14T10:12:18.166" v="1084" actId="478"/>
          <ac:spMkLst>
            <pc:docMk/>
            <pc:sldMk cId="840639942" sldId="326"/>
            <ac:spMk id="3" creationId="{FBB7116E-6FE7-4589-001A-14A0E94D4AF1}"/>
          </ac:spMkLst>
        </pc:spChg>
        <pc:spChg chg="add mod">
          <ac:chgData name="Nicole WU" userId="4cf90142-5117-41df-a92b-6216d87bdf3c" providerId="ADAL" clId="{9BADF966-46AE-9B4E-ABCD-630AB4EDE81A}" dt="2023-07-14T10:47:23.259" v="1171" actId="1076"/>
          <ac:spMkLst>
            <pc:docMk/>
            <pc:sldMk cId="840639942" sldId="326"/>
            <ac:spMk id="6" creationId="{85CEA327-1895-55AF-12A3-BE074BE276B2}"/>
          </ac:spMkLst>
        </pc:spChg>
        <pc:spChg chg="add del mod">
          <ac:chgData name="Nicole WU" userId="4cf90142-5117-41df-a92b-6216d87bdf3c" providerId="ADAL" clId="{9BADF966-46AE-9B4E-ABCD-630AB4EDE81A}" dt="2023-07-14T10:21:10.636" v="1134" actId="478"/>
          <ac:spMkLst>
            <pc:docMk/>
            <pc:sldMk cId="840639942" sldId="326"/>
            <ac:spMk id="7" creationId="{8A1AB5CB-FBA8-FDE8-0D73-75753118131B}"/>
          </ac:spMkLst>
        </pc:spChg>
        <pc:spChg chg="add del mod">
          <ac:chgData name="Nicole WU" userId="4cf90142-5117-41df-a92b-6216d87bdf3c" providerId="ADAL" clId="{9BADF966-46AE-9B4E-ABCD-630AB4EDE81A}" dt="2023-07-14T10:21:09.507" v="1133" actId="478"/>
          <ac:spMkLst>
            <pc:docMk/>
            <pc:sldMk cId="840639942" sldId="326"/>
            <ac:spMk id="8" creationId="{0D9FF801-1AD0-5B0C-FE57-0BC55506A083}"/>
          </ac:spMkLst>
        </pc:spChg>
        <pc:spChg chg="add del mod">
          <ac:chgData name="Nicole WU" userId="4cf90142-5117-41df-a92b-6216d87bdf3c" providerId="ADAL" clId="{9BADF966-46AE-9B4E-ABCD-630AB4EDE81A}" dt="2023-07-14T10:21:11.927" v="1135" actId="478"/>
          <ac:spMkLst>
            <pc:docMk/>
            <pc:sldMk cId="840639942" sldId="326"/>
            <ac:spMk id="9" creationId="{ECF57084-5CAC-97AE-6B7F-371ECA81D51A}"/>
          </ac:spMkLst>
        </pc:spChg>
        <pc:spChg chg="add mod">
          <ac:chgData name="Nicole WU" userId="4cf90142-5117-41df-a92b-6216d87bdf3c" providerId="ADAL" clId="{9BADF966-46AE-9B4E-ABCD-630AB4EDE81A}" dt="2023-07-14T10:21:01.763" v="1128" actId="1035"/>
          <ac:spMkLst>
            <pc:docMk/>
            <pc:sldMk cId="840639942" sldId="326"/>
            <ac:spMk id="10" creationId="{65B9117B-7C33-04D8-7EFA-4626FE586D9C}"/>
          </ac:spMkLst>
        </pc:spChg>
        <pc:spChg chg="add mod">
          <ac:chgData name="Nicole WU" userId="4cf90142-5117-41df-a92b-6216d87bdf3c" providerId="ADAL" clId="{9BADF966-46AE-9B4E-ABCD-630AB4EDE81A}" dt="2023-07-14T10:21:40.673" v="1139" actId="208"/>
          <ac:spMkLst>
            <pc:docMk/>
            <pc:sldMk cId="840639942" sldId="326"/>
            <ac:spMk id="11" creationId="{3DD359B8-6E1B-5FA9-2F62-F43F2C944A81}"/>
          </ac:spMkLst>
        </pc:spChg>
        <pc:spChg chg="add mod">
          <ac:chgData name="Nicole WU" userId="4cf90142-5117-41df-a92b-6216d87bdf3c" providerId="ADAL" clId="{9BADF966-46AE-9B4E-ABCD-630AB4EDE81A}" dt="2023-07-14T10:22:06.100" v="1158" actId="14100"/>
          <ac:spMkLst>
            <pc:docMk/>
            <pc:sldMk cId="840639942" sldId="326"/>
            <ac:spMk id="12" creationId="{F7F42C21-C7C3-39E6-642E-AA806354D309}"/>
          </ac:spMkLst>
        </pc:spChg>
        <pc:spChg chg="del">
          <ac:chgData name="Nicole WU" userId="4cf90142-5117-41df-a92b-6216d87bdf3c" providerId="ADAL" clId="{9BADF966-46AE-9B4E-ABCD-630AB4EDE81A}" dt="2023-07-14T10:47:25.970" v="1172" actId="478"/>
          <ac:spMkLst>
            <pc:docMk/>
            <pc:sldMk cId="840639942" sldId="326"/>
            <ac:spMk id="13" creationId="{BD58F54F-6F31-B927-2425-10EBA0AA4E47}"/>
          </ac:spMkLst>
        </pc:spChg>
        <pc:spChg chg="mod">
          <ac:chgData name="Nicole WU" userId="4cf90142-5117-41df-a92b-6216d87bdf3c" providerId="ADAL" clId="{9BADF966-46AE-9B4E-ABCD-630AB4EDE81A}" dt="2023-07-14T10:47:01.892" v="1167" actId="14100"/>
          <ac:spMkLst>
            <pc:docMk/>
            <pc:sldMk cId="840639942" sldId="326"/>
            <ac:spMk id="14" creationId="{8489DD7A-1C7C-CC13-3E81-196390B6B5F8}"/>
          </ac:spMkLst>
        </pc:spChg>
        <pc:spChg chg="mod">
          <ac:chgData name="Nicole WU" userId="4cf90142-5117-41df-a92b-6216d87bdf3c" providerId="ADAL" clId="{9BADF966-46AE-9B4E-ABCD-630AB4EDE81A}" dt="2023-07-14T10:46:54.852" v="1166" actId="2085"/>
          <ac:spMkLst>
            <pc:docMk/>
            <pc:sldMk cId="840639942" sldId="326"/>
            <ac:spMk id="15" creationId="{62EBE12C-B7A2-7F61-9C1C-2EF5F2FE4A89}"/>
          </ac:spMkLst>
        </pc:spChg>
        <pc:spChg chg="mod">
          <ac:chgData name="Nicole WU" userId="4cf90142-5117-41df-a92b-6216d87bdf3c" providerId="ADAL" clId="{9BADF966-46AE-9B4E-ABCD-630AB4EDE81A}" dt="2023-07-14T10:48:05.303" v="1174" actId="14100"/>
          <ac:spMkLst>
            <pc:docMk/>
            <pc:sldMk cId="840639942" sldId="326"/>
            <ac:spMk id="16" creationId="{74A6FACF-A3A3-67A6-8020-34549852AD76}"/>
          </ac:spMkLst>
        </pc:spChg>
        <pc:picChg chg="add mod">
          <ac:chgData name="Nicole WU" userId="4cf90142-5117-41df-a92b-6216d87bdf3c" providerId="ADAL" clId="{9BADF966-46AE-9B4E-ABCD-630AB4EDE81A}" dt="2023-07-14T10:47:23.259" v="1171" actId="1076"/>
          <ac:picMkLst>
            <pc:docMk/>
            <pc:sldMk cId="840639942" sldId="326"/>
            <ac:picMk id="5" creationId="{C60F0F0E-2817-2F76-BD36-04875EB0BA48}"/>
          </ac:picMkLst>
        </pc:picChg>
      </pc:sldChg>
      <pc:sldChg chg="del">
        <pc:chgData name="Nicole WU" userId="4cf90142-5117-41df-a92b-6216d87bdf3c" providerId="ADAL" clId="{9BADF966-46AE-9B4E-ABCD-630AB4EDE81A}" dt="2023-07-14T09:20:37.022" v="879" actId="2696"/>
        <pc:sldMkLst>
          <pc:docMk/>
          <pc:sldMk cId="3321794201" sldId="326"/>
        </pc:sldMkLst>
      </pc:sldChg>
      <pc:sldChg chg="addSp delSp modSp mod modCm">
        <pc:chgData name="Nicole WU" userId="4cf90142-5117-41df-a92b-6216d87bdf3c" providerId="ADAL" clId="{9BADF966-46AE-9B4E-ABCD-630AB4EDE81A}" dt="2023-07-14T11:01:46.118" v="1262"/>
        <pc:sldMkLst>
          <pc:docMk/>
          <pc:sldMk cId="69835" sldId="327"/>
        </pc:sldMkLst>
        <pc:spChg chg="mod">
          <ac:chgData name="Nicole WU" userId="4cf90142-5117-41df-a92b-6216d87bdf3c" providerId="ADAL" clId="{9BADF966-46AE-9B4E-ABCD-630AB4EDE81A}" dt="2023-07-14T11:01:25.394" v="1261" actId="26606"/>
          <ac:spMkLst>
            <pc:docMk/>
            <pc:sldMk cId="69835" sldId="327"/>
            <ac:spMk id="2" creationId="{FCD16E23-B95D-E373-6EDB-2C8510CBEE16}"/>
          </ac:spMkLst>
        </pc:spChg>
        <pc:spChg chg="del">
          <ac:chgData name="Nicole WU" userId="4cf90142-5117-41df-a92b-6216d87bdf3c" providerId="ADAL" clId="{9BADF966-46AE-9B4E-ABCD-630AB4EDE81A}" dt="2023-07-14T10:56:17.001" v="1257" actId="478"/>
          <ac:spMkLst>
            <pc:docMk/>
            <pc:sldMk cId="69835" sldId="327"/>
            <ac:spMk id="3" creationId="{533AA780-F6E6-8EB3-B1E4-6554F3634F33}"/>
          </ac:spMkLst>
        </pc:spChg>
        <pc:picChg chg="add mod modCrop">
          <ac:chgData name="Nicole WU" userId="4cf90142-5117-41df-a92b-6216d87bdf3c" providerId="ADAL" clId="{9BADF966-46AE-9B4E-ABCD-630AB4EDE81A}" dt="2023-07-14T11:01:25.394" v="1261" actId="26606"/>
          <ac:picMkLst>
            <pc:docMk/>
            <pc:sldMk cId="69835" sldId="327"/>
            <ac:picMk id="5" creationId="{DAE2028C-3279-9639-A477-E15B2D3BE39C}"/>
          </ac:picMkLst>
        </pc:picChg>
      </pc:sldChg>
    </pc:docChg>
  </pc:docChgLst>
  <pc:docChgLst>
    <pc:chgData name="Alirah WEYORI" userId="1c7cbaa8-91f0-4806-8632-e4be5028c1b4" providerId="ADAL" clId="{B0F1C568-B12A-4C06-89C8-1B3D802B4E79}"/>
    <pc:docChg chg="custSel modSld">
      <pc:chgData name="Alirah WEYORI" userId="1c7cbaa8-91f0-4806-8632-e4be5028c1b4" providerId="ADAL" clId="{B0F1C568-B12A-4C06-89C8-1B3D802B4E79}" dt="2023-10-10T08:21:04.540" v="2" actId="478"/>
      <pc:docMkLst>
        <pc:docMk/>
      </pc:docMkLst>
      <pc:sldChg chg="addSp delSp modSp mod">
        <pc:chgData name="Alirah WEYORI" userId="1c7cbaa8-91f0-4806-8632-e4be5028c1b4" providerId="ADAL" clId="{B0F1C568-B12A-4C06-89C8-1B3D802B4E79}" dt="2023-10-10T08:21:04.540" v="2" actId="478"/>
        <pc:sldMkLst>
          <pc:docMk/>
          <pc:sldMk cId="763011548" sldId="318"/>
        </pc:sldMkLst>
        <pc:spChg chg="del">
          <ac:chgData name="Alirah WEYORI" userId="1c7cbaa8-91f0-4806-8632-e4be5028c1b4" providerId="ADAL" clId="{B0F1C568-B12A-4C06-89C8-1B3D802B4E79}" dt="2023-10-10T08:21:04.540" v="2" actId="478"/>
          <ac:spMkLst>
            <pc:docMk/>
            <pc:sldMk cId="763011548" sldId="318"/>
            <ac:spMk id="2" creationId="{9BC5AE11-0425-B274-DD68-031B5EC8452B}"/>
          </ac:spMkLst>
        </pc:spChg>
        <pc:spChg chg="add del mod">
          <ac:chgData name="Alirah WEYORI" userId="1c7cbaa8-91f0-4806-8632-e4be5028c1b4" providerId="ADAL" clId="{B0F1C568-B12A-4C06-89C8-1B3D802B4E79}" dt="2023-10-10T08:21:02.556" v="1" actId="478"/>
          <ac:spMkLst>
            <pc:docMk/>
            <pc:sldMk cId="763011548" sldId="318"/>
            <ac:spMk id="4" creationId="{BFA3BF68-9818-7A70-2AD1-5F31829F73F7}"/>
          </ac:spMkLst>
        </pc:spChg>
        <pc:spChg chg="del">
          <ac:chgData name="Alirah WEYORI" userId="1c7cbaa8-91f0-4806-8632-e4be5028c1b4" providerId="ADAL" clId="{B0F1C568-B12A-4C06-89C8-1B3D802B4E79}" dt="2023-10-10T08:20:59.716" v="0" actId="478"/>
          <ac:spMkLst>
            <pc:docMk/>
            <pc:sldMk cId="763011548" sldId="318"/>
            <ac:spMk id="8" creationId="{15BD22BC-67A9-439A-2A17-D4260CE7A754}"/>
          </ac:spMkLst>
        </pc:spChg>
      </pc:sldChg>
    </pc:docChg>
  </pc:docChgLst>
  <pc:docChgLst>
    <pc:chgData name="Alirah WEYORI" userId="1c7cbaa8-91f0-4806-8632-e4be5028c1b4" providerId="ADAL" clId="{BBF22E73-00B4-442B-AE8B-6BA82F01CCFE}"/>
    <pc:docChg chg="undo custSel addSld delSld modSld sldOrd modSection">
      <pc:chgData name="Alirah WEYORI" userId="1c7cbaa8-91f0-4806-8632-e4be5028c1b4" providerId="ADAL" clId="{BBF22E73-00B4-442B-AE8B-6BA82F01CCFE}" dt="2023-10-10T08:00:38.867" v="645" actId="20577"/>
      <pc:docMkLst>
        <pc:docMk/>
      </pc:docMkLst>
      <pc:sldChg chg="modSp mod">
        <pc:chgData name="Alirah WEYORI" userId="1c7cbaa8-91f0-4806-8632-e4be5028c1b4" providerId="ADAL" clId="{BBF22E73-00B4-442B-AE8B-6BA82F01CCFE}" dt="2023-10-09T20:17:37.201" v="67" actId="5793"/>
        <pc:sldMkLst>
          <pc:docMk/>
          <pc:sldMk cId="3545166311" sldId="283"/>
        </pc:sldMkLst>
        <pc:spChg chg="mod">
          <ac:chgData name="Alirah WEYORI" userId="1c7cbaa8-91f0-4806-8632-e4be5028c1b4" providerId="ADAL" clId="{BBF22E73-00B4-442B-AE8B-6BA82F01CCFE}" dt="2023-10-09T20:16:50.688" v="39" actId="122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Alirah WEYORI" userId="1c7cbaa8-91f0-4806-8632-e4be5028c1b4" providerId="ADAL" clId="{BBF22E73-00B4-442B-AE8B-6BA82F01CCFE}" dt="2023-10-09T20:16:46.844" v="38" actId="122"/>
          <ac:spMkLst>
            <pc:docMk/>
            <pc:sldMk cId="3545166311" sldId="283"/>
            <ac:spMk id="3" creationId="{00000000-0000-0000-0000-000000000000}"/>
          </ac:spMkLst>
        </pc:spChg>
        <pc:spChg chg="mod">
          <ac:chgData name="Alirah WEYORI" userId="1c7cbaa8-91f0-4806-8632-e4be5028c1b4" providerId="ADAL" clId="{BBF22E73-00B4-442B-AE8B-6BA82F01CCFE}" dt="2023-10-09T20:17:37.201" v="67" actId="5793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">
        <pc:chgData name="Alirah WEYORI" userId="1c7cbaa8-91f0-4806-8632-e4be5028c1b4" providerId="ADAL" clId="{BBF22E73-00B4-442B-AE8B-6BA82F01CCFE}" dt="2023-10-09T20:18:05.217" v="68" actId="6549"/>
        <pc:sldMkLst>
          <pc:docMk/>
          <pc:sldMk cId="2571662685" sldId="296"/>
        </pc:sldMkLst>
        <pc:spChg chg="mod">
          <ac:chgData name="Alirah WEYORI" userId="1c7cbaa8-91f0-4806-8632-e4be5028c1b4" providerId="ADAL" clId="{BBF22E73-00B4-442B-AE8B-6BA82F01CCFE}" dt="2023-10-09T20:18:05.217" v="68" actId="6549"/>
          <ac:spMkLst>
            <pc:docMk/>
            <pc:sldMk cId="2571662685" sldId="296"/>
            <ac:spMk id="3" creationId="{63505D0D-7CB2-2242-BE0E-B72CE5E5E8F7}"/>
          </ac:spMkLst>
        </pc:spChg>
      </pc:sldChg>
      <pc:sldChg chg="delSp mod">
        <pc:chgData name="Alirah WEYORI" userId="1c7cbaa8-91f0-4806-8632-e4be5028c1b4" providerId="ADAL" clId="{BBF22E73-00B4-442B-AE8B-6BA82F01CCFE}" dt="2023-10-09T20:30:49.975" v="161" actId="478"/>
        <pc:sldMkLst>
          <pc:docMk/>
          <pc:sldMk cId="763011548" sldId="318"/>
        </pc:sldMkLst>
        <pc:picChg chg="del">
          <ac:chgData name="Alirah WEYORI" userId="1c7cbaa8-91f0-4806-8632-e4be5028c1b4" providerId="ADAL" clId="{BBF22E73-00B4-442B-AE8B-6BA82F01CCFE}" dt="2023-10-09T20:30:45.759" v="160" actId="478"/>
          <ac:picMkLst>
            <pc:docMk/>
            <pc:sldMk cId="763011548" sldId="318"/>
            <ac:picMk id="11" creationId="{D65D3133-D99A-EDCA-B944-4522CFA42DC7}"/>
          </ac:picMkLst>
        </pc:picChg>
        <pc:picChg chg="del">
          <ac:chgData name="Alirah WEYORI" userId="1c7cbaa8-91f0-4806-8632-e4be5028c1b4" providerId="ADAL" clId="{BBF22E73-00B4-442B-AE8B-6BA82F01CCFE}" dt="2023-10-09T20:30:49.975" v="161" actId="478"/>
          <ac:picMkLst>
            <pc:docMk/>
            <pc:sldMk cId="763011548" sldId="318"/>
            <ac:picMk id="13" creationId="{74545284-EA71-8962-3A2C-A8485009909C}"/>
          </ac:picMkLst>
        </pc:picChg>
      </pc:sldChg>
      <pc:sldChg chg="modSp mod">
        <pc:chgData name="Alirah WEYORI" userId="1c7cbaa8-91f0-4806-8632-e4be5028c1b4" providerId="ADAL" clId="{BBF22E73-00B4-442B-AE8B-6BA82F01CCFE}" dt="2023-10-09T21:48:18.085" v="323" actId="1582"/>
        <pc:sldMkLst>
          <pc:docMk/>
          <pc:sldMk cId="1674716470" sldId="321"/>
        </pc:sldMkLst>
        <pc:spChg chg="mod">
          <ac:chgData name="Alirah WEYORI" userId="1c7cbaa8-91f0-4806-8632-e4be5028c1b4" providerId="ADAL" clId="{BBF22E73-00B4-442B-AE8B-6BA82F01CCFE}" dt="2023-10-09T21:48:18.085" v="323" actId="1582"/>
          <ac:spMkLst>
            <pc:docMk/>
            <pc:sldMk cId="1674716470" sldId="321"/>
            <ac:spMk id="4" creationId="{8187BD5D-5E44-D650-9D63-23F917E8919A}"/>
          </ac:spMkLst>
        </pc:spChg>
        <pc:spChg chg="mod">
          <ac:chgData name="Alirah WEYORI" userId="1c7cbaa8-91f0-4806-8632-e4be5028c1b4" providerId="ADAL" clId="{BBF22E73-00B4-442B-AE8B-6BA82F01CCFE}" dt="2023-10-09T21:48:07.237" v="322" actId="1582"/>
          <ac:spMkLst>
            <pc:docMk/>
            <pc:sldMk cId="1674716470" sldId="321"/>
            <ac:spMk id="6" creationId="{8E1FD0D4-3ACF-F0B9-C558-681283CF05FA}"/>
          </ac:spMkLst>
        </pc:spChg>
      </pc:sldChg>
      <pc:sldChg chg="delCm">
        <pc:chgData name="Alirah WEYORI" userId="1c7cbaa8-91f0-4806-8632-e4be5028c1b4" providerId="ADAL" clId="{BBF22E73-00B4-442B-AE8B-6BA82F01CCFE}" dt="2023-10-09T20:27:38.635" v="150"/>
        <pc:sldMkLst>
          <pc:docMk/>
          <pc:sldMk cId="584995391" sldId="324"/>
        </pc:sldMkLst>
      </pc:sldChg>
      <pc:sldChg chg="addSp delSp modSp mod delAnim modAnim">
        <pc:chgData name="Alirah WEYORI" userId="1c7cbaa8-91f0-4806-8632-e4be5028c1b4" providerId="ADAL" clId="{BBF22E73-00B4-442B-AE8B-6BA82F01CCFE}" dt="2023-10-09T21:48:49.548" v="327" actId="1035"/>
        <pc:sldMkLst>
          <pc:docMk/>
          <pc:sldMk cId="840639942" sldId="326"/>
        </pc:sldMkLst>
        <pc:spChg chg="del">
          <ac:chgData name="Alirah WEYORI" userId="1c7cbaa8-91f0-4806-8632-e4be5028c1b4" providerId="ADAL" clId="{BBF22E73-00B4-442B-AE8B-6BA82F01CCFE}" dt="2023-10-09T20:19:09.414" v="74" actId="478"/>
          <ac:spMkLst>
            <pc:docMk/>
            <pc:sldMk cId="840639942" sldId="326"/>
            <ac:spMk id="4" creationId="{4DE524AF-D753-5646-7668-8B2E4ABF5BA5}"/>
          </ac:spMkLst>
        </pc:spChg>
        <pc:spChg chg="del">
          <ac:chgData name="Alirah WEYORI" userId="1c7cbaa8-91f0-4806-8632-e4be5028c1b4" providerId="ADAL" clId="{BBF22E73-00B4-442B-AE8B-6BA82F01CCFE}" dt="2023-10-09T20:18:59.706" v="70" actId="478"/>
          <ac:spMkLst>
            <pc:docMk/>
            <pc:sldMk cId="840639942" sldId="326"/>
            <ac:spMk id="6" creationId="{85CEA327-1895-55AF-12A3-BE074BE276B2}"/>
          </ac:spMkLst>
        </pc:spChg>
        <pc:spChg chg="add mod">
          <ac:chgData name="Alirah WEYORI" userId="1c7cbaa8-91f0-4806-8632-e4be5028c1b4" providerId="ADAL" clId="{BBF22E73-00B4-442B-AE8B-6BA82F01CCFE}" dt="2023-10-09T21:48:49.548" v="327" actId="1035"/>
          <ac:spMkLst>
            <pc:docMk/>
            <pc:sldMk cId="840639942" sldId="326"/>
            <ac:spMk id="8" creationId="{4226E02E-28C3-AD02-48D8-ED752A1FDB3D}"/>
          </ac:spMkLst>
        </pc:spChg>
        <pc:spChg chg="del">
          <ac:chgData name="Alirah WEYORI" userId="1c7cbaa8-91f0-4806-8632-e4be5028c1b4" providerId="ADAL" clId="{BBF22E73-00B4-442B-AE8B-6BA82F01CCFE}" dt="2023-10-09T20:19:13.872" v="76" actId="478"/>
          <ac:spMkLst>
            <pc:docMk/>
            <pc:sldMk cId="840639942" sldId="326"/>
            <ac:spMk id="10" creationId="{65B9117B-7C33-04D8-7EFA-4626FE586D9C}"/>
          </ac:spMkLst>
        </pc:spChg>
        <pc:spChg chg="del">
          <ac:chgData name="Alirah WEYORI" userId="1c7cbaa8-91f0-4806-8632-e4be5028c1b4" providerId="ADAL" clId="{BBF22E73-00B4-442B-AE8B-6BA82F01CCFE}" dt="2023-10-09T20:19:04.501" v="72" actId="478"/>
          <ac:spMkLst>
            <pc:docMk/>
            <pc:sldMk cId="840639942" sldId="326"/>
            <ac:spMk id="11" creationId="{3DD359B8-6E1B-5FA9-2F62-F43F2C944A81}"/>
          </ac:spMkLst>
        </pc:spChg>
        <pc:spChg chg="del">
          <ac:chgData name="Alirah WEYORI" userId="1c7cbaa8-91f0-4806-8632-e4be5028c1b4" providerId="ADAL" clId="{BBF22E73-00B4-442B-AE8B-6BA82F01CCFE}" dt="2023-10-09T20:19:07.081" v="73" actId="478"/>
          <ac:spMkLst>
            <pc:docMk/>
            <pc:sldMk cId="840639942" sldId="326"/>
            <ac:spMk id="12" creationId="{F7F42C21-C7C3-39E6-642E-AA806354D309}"/>
          </ac:spMkLst>
        </pc:spChg>
        <pc:spChg chg="del">
          <ac:chgData name="Alirah WEYORI" userId="1c7cbaa8-91f0-4806-8632-e4be5028c1b4" providerId="ADAL" clId="{BBF22E73-00B4-442B-AE8B-6BA82F01CCFE}" dt="2023-10-09T20:19:11.932" v="75" actId="478"/>
          <ac:spMkLst>
            <pc:docMk/>
            <pc:sldMk cId="840639942" sldId="326"/>
            <ac:spMk id="14" creationId="{8489DD7A-1C7C-CC13-3E81-196390B6B5F8}"/>
          </ac:spMkLst>
        </pc:spChg>
        <pc:spChg chg="del">
          <ac:chgData name="Alirah WEYORI" userId="1c7cbaa8-91f0-4806-8632-e4be5028c1b4" providerId="ADAL" clId="{BBF22E73-00B4-442B-AE8B-6BA82F01CCFE}" dt="2023-10-09T20:19:02.150" v="71" actId="478"/>
          <ac:spMkLst>
            <pc:docMk/>
            <pc:sldMk cId="840639942" sldId="326"/>
            <ac:spMk id="15" creationId="{62EBE12C-B7A2-7F61-9C1C-2EF5F2FE4A89}"/>
          </ac:spMkLst>
        </pc:spChg>
        <pc:graphicFrameChg chg="add del mod">
          <ac:chgData name="Alirah WEYORI" userId="1c7cbaa8-91f0-4806-8632-e4be5028c1b4" providerId="ADAL" clId="{BBF22E73-00B4-442B-AE8B-6BA82F01CCFE}" dt="2023-10-09T20:20:35.563" v="98"/>
          <ac:graphicFrameMkLst>
            <pc:docMk/>
            <pc:sldMk cId="840639942" sldId="326"/>
            <ac:graphicFrameMk id="3" creationId="{C9B89E2F-C30D-34BB-E0BB-AB3188D5693C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0:29:21.416" v="159" actId="207"/>
          <ac:graphicFrameMkLst>
            <pc:docMk/>
            <pc:sldMk cId="840639942" sldId="326"/>
            <ac:graphicFrameMk id="7" creationId="{50D841BE-BD9F-4408-D1FE-2E053D0E4DF1}"/>
          </ac:graphicFrameMkLst>
        </pc:graphicFrameChg>
        <pc:picChg chg="del">
          <ac:chgData name="Alirah WEYORI" userId="1c7cbaa8-91f0-4806-8632-e4be5028c1b4" providerId="ADAL" clId="{BBF22E73-00B4-442B-AE8B-6BA82F01CCFE}" dt="2023-10-09T20:18:54.804" v="69" actId="478"/>
          <ac:picMkLst>
            <pc:docMk/>
            <pc:sldMk cId="840639942" sldId="326"/>
            <ac:picMk id="5" creationId="{C60F0F0E-2817-2F76-BD36-04875EB0BA48}"/>
          </ac:picMkLst>
        </pc:picChg>
      </pc:sldChg>
      <pc:sldChg chg="addSp delSp modSp new mod">
        <pc:chgData name="Alirah WEYORI" userId="1c7cbaa8-91f0-4806-8632-e4be5028c1b4" providerId="ADAL" clId="{BBF22E73-00B4-442B-AE8B-6BA82F01CCFE}" dt="2023-10-09T21:13:37.485" v="205" actId="1076"/>
        <pc:sldMkLst>
          <pc:docMk/>
          <pc:sldMk cId="1965202995" sldId="329"/>
        </pc:sldMkLst>
        <pc:spChg chg="del">
          <ac:chgData name="Alirah WEYORI" userId="1c7cbaa8-91f0-4806-8632-e4be5028c1b4" providerId="ADAL" clId="{BBF22E73-00B4-442B-AE8B-6BA82F01CCFE}" dt="2023-10-09T20:37:04.789" v="164" actId="478"/>
          <ac:spMkLst>
            <pc:docMk/>
            <pc:sldMk cId="1965202995" sldId="329"/>
            <ac:spMk id="2" creationId="{02ADF4C6-A7BB-7DBA-1646-1FE67E74CEBF}"/>
          </ac:spMkLst>
        </pc:spChg>
        <pc:spChg chg="del">
          <ac:chgData name="Alirah WEYORI" userId="1c7cbaa8-91f0-4806-8632-e4be5028c1b4" providerId="ADAL" clId="{BBF22E73-00B4-442B-AE8B-6BA82F01CCFE}" dt="2023-10-09T20:37:00.110" v="163" actId="478"/>
          <ac:spMkLst>
            <pc:docMk/>
            <pc:sldMk cId="1965202995" sldId="329"/>
            <ac:spMk id="3" creationId="{4B4C97F6-EA13-A5F7-6BA6-D957853245AB}"/>
          </ac:spMkLst>
        </pc:spChg>
        <pc:graphicFrameChg chg="add del mod">
          <ac:chgData name="Alirah WEYORI" userId="1c7cbaa8-91f0-4806-8632-e4be5028c1b4" providerId="ADAL" clId="{BBF22E73-00B4-442B-AE8B-6BA82F01CCFE}" dt="2023-10-09T20:38:32.336" v="172"/>
          <ac:graphicFrameMkLst>
            <pc:docMk/>
            <pc:sldMk cId="1965202995" sldId="329"/>
            <ac:graphicFrameMk id="4" creationId="{23D28E3E-BECD-BD7C-E691-5ED12D923E90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1:13:37.485" v="205" actId="1076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addSp delSp modSp add mod">
        <pc:chgData name="Alirah WEYORI" userId="1c7cbaa8-91f0-4806-8632-e4be5028c1b4" providerId="ADAL" clId="{BBF22E73-00B4-442B-AE8B-6BA82F01CCFE}" dt="2023-10-09T21:45:17.878" v="316" actId="1076"/>
        <pc:sldMkLst>
          <pc:docMk/>
          <pc:sldMk cId="4061635016" sldId="330"/>
        </pc:sldMkLst>
        <pc:spChg chg="add mod">
          <ac:chgData name="Alirah WEYORI" userId="1c7cbaa8-91f0-4806-8632-e4be5028c1b4" providerId="ADAL" clId="{BBF22E73-00B4-442B-AE8B-6BA82F01CCFE}" dt="2023-10-09T21:45:17.878" v="316" actId="1076"/>
          <ac:spMkLst>
            <pc:docMk/>
            <pc:sldMk cId="4061635016" sldId="330"/>
            <ac:spMk id="7" creationId="{4BF0B333-D71E-CE7C-268C-A43F9130A4FD}"/>
          </ac:spMkLst>
        </pc:spChg>
        <pc:graphicFrameChg chg="add del mod">
          <ac:chgData name="Alirah WEYORI" userId="1c7cbaa8-91f0-4806-8632-e4be5028c1b4" providerId="ADAL" clId="{BBF22E73-00B4-442B-AE8B-6BA82F01CCFE}" dt="2023-10-09T21:16:49.137" v="215"/>
          <ac:graphicFrameMkLst>
            <pc:docMk/>
            <pc:sldMk cId="4061635016" sldId="330"/>
            <ac:graphicFrameMk id="2" creationId="{BE783E8A-5B4F-2ADC-A98D-C5C1B34E4C77}"/>
          </ac:graphicFrameMkLst>
        </pc:graphicFrameChg>
        <pc:graphicFrameChg chg="add del mod">
          <ac:chgData name="Alirah WEYORI" userId="1c7cbaa8-91f0-4806-8632-e4be5028c1b4" providerId="ADAL" clId="{BBF22E73-00B4-442B-AE8B-6BA82F01CCFE}" dt="2023-10-09T21:17:12.371" v="223"/>
          <ac:graphicFrameMkLst>
            <pc:docMk/>
            <pc:sldMk cId="4061635016" sldId="330"/>
            <ac:graphicFrameMk id="3" creationId="{9D040E56-2FF2-0489-8897-F659BC7BB704}"/>
          </ac:graphicFrameMkLst>
        </pc:graphicFrameChg>
        <pc:graphicFrameChg chg="add del mod">
          <ac:chgData name="Alirah WEYORI" userId="1c7cbaa8-91f0-4806-8632-e4be5028c1b4" providerId="ADAL" clId="{BBF22E73-00B4-442B-AE8B-6BA82F01CCFE}" dt="2023-10-09T21:17:34.648" v="227"/>
          <ac:graphicFrameMkLst>
            <pc:docMk/>
            <pc:sldMk cId="4061635016" sldId="330"/>
            <ac:graphicFrameMk id="4" creationId="{ABD6595C-941F-FA9F-6CF9-713478F27AED}"/>
          </ac:graphicFrameMkLst>
        </pc:graphicFrameChg>
        <pc:graphicFrameChg chg="del">
          <ac:chgData name="Alirah WEYORI" userId="1c7cbaa8-91f0-4806-8632-e4be5028c1b4" providerId="ADAL" clId="{BBF22E73-00B4-442B-AE8B-6BA82F01CCFE}" dt="2023-10-09T21:14:22.256" v="207" actId="478"/>
          <ac:graphicFrameMkLst>
            <pc:docMk/>
            <pc:sldMk cId="4061635016" sldId="330"/>
            <ac:graphicFrameMk id="5" creationId="{E4302323-FA08-D4EE-6EB6-308CF0F6DE98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1:45:13.330" v="315" actId="1076"/>
          <ac:graphicFrameMkLst>
            <pc:docMk/>
            <pc:sldMk cId="4061635016" sldId="330"/>
            <ac:graphicFrameMk id="6" creationId="{9D52D563-BD7E-B2CB-64B1-26C6D6374F10}"/>
          </ac:graphicFrameMkLst>
        </pc:graphicFrameChg>
      </pc:sldChg>
      <pc:sldChg chg="modSp add mod ord">
        <pc:chgData name="Alirah WEYORI" userId="1c7cbaa8-91f0-4806-8632-e4be5028c1b4" providerId="ADAL" clId="{BBF22E73-00B4-442B-AE8B-6BA82F01CCFE}" dt="2023-10-09T21:25:29.477" v="268" actId="20577"/>
        <pc:sldMkLst>
          <pc:docMk/>
          <pc:sldMk cId="1669664080" sldId="331"/>
        </pc:sldMkLst>
        <pc:spChg chg="mod">
          <ac:chgData name="Alirah WEYORI" userId="1c7cbaa8-91f0-4806-8632-e4be5028c1b4" providerId="ADAL" clId="{BBF22E73-00B4-442B-AE8B-6BA82F01CCFE}" dt="2023-10-09T21:25:29.477" v="268" actId="20577"/>
          <ac:spMkLst>
            <pc:docMk/>
            <pc:sldMk cId="1669664080" sldId="331"/>
            <ac:spMk id="4" creationId="{3ECF8963-4DED-C55E-B926-36AA487C8500}"/>
          </ac:spMkLst>
        </pc:spChg>
      </pc:sldChg>
      <pc:sldChg chg="delSp new mod">
        <pc:chgData name="Alirah WEYORI" userId="1c7cbaa8-91f0-4806-8632-e4be5028c1b4" providerId="ADAL" clId="{BBF22E73-00B4-442B-AE8B-6BA82F01CCFE}" dt="2023-10-09T21:26:10.105" v="270" actId="478"/>
        <pc:sldMkLst>
          <pc:docMk/>
          <pc:sldMk cId="1465853430" sldId="332"/>
        </pc:sldMkLst>
        <pc:spChg chg="del">
          <ac:chgData name="Alirah WEYORI" userId="1c7cbaa8-91f0-4806-8632-e4be5028c1b4" providerId="ADAL" clId="{BBF22E73-00B4-442B-AE8B-6BA82F01CCFE}" dt="2023-10-09T21:26:10.105" v="270" actId="478"/>
          <ac:spMkLst>
            <pc:docMk/>
            <pc:sldMk cId="1465853430" sldId="332"/>
            <ac:spMk id="2" creationId="{D1C596CB-73EE-494B-6813-AB88ED36CF85}"/>
          </ac:spMkLst>
        </pc:spChg>
      </pc:sldChg>
      <pc:sldChg chg="modSp add mod ord">
        <pc:chgData name="Alirah WEYORI" userId="1c7cbaa8-91f0-4806-8632-e4be5028c1b4" providerId="ADAL" clId="{BBF22E73-00B4-442B-AE8B-6BA82F01CCFE}" dt="2023-10-10T07:48:54.357" v="542" actId="20577"/>
        <pc:sldMkLst>
          <pc:docMk/>
          <pc:sldMk cId="1820479352" sldId="333"/>
        </pc:sldMkLst>
        <pc:spChg chg="mod">
          <ac:chgData name="Alirah WEYORI" userId="1c7cbaa8-91f0-4806-8632-e4be5028c1b4" providerId="ADAL" clId="{BBF22E73-00B4-442B-AE8B-6BA82F01CCFE}" dt="2023-10-10T07:48:54.357" v="542" actId="20577"/>
          <ac:spMkLst>
            <pc:docMk/>
            <pc:sldMk cId="1820479352" sldId="333"/>
            <ac:spMk id="4" creationId="{3ECF8963-4DED-C55E-B926-36AA487C8500}"/>
          </ac:spMkLst>
        </pc:spChg>
      </pc:sldChg>
      <pc:sldChg chg="addSp delSp modSp mod">
        <pc:chgData name="Alirah WEYORI" userId="1c7cbaa8-91f0-4806-8632-e4be5028c1b4" providerId="ADAL" clId="{BBF22E73-00B4-442B-AE8B-6BA82F01CCFE}" dt="2023-10-10T07:54:04.758" v="577" actId="14100"/>
        <pc:sldMkLst>
          <pc:docMk/>
          <pc:sldMk cId="2385089260" sldId="334"/>
        </pc:sldMkLst>
        <pc:spChg chg="mod">
          <ac:chgData name="Alirah WEYORI" userId="1c7cbaa8-91f0-4806-8632-e4be5028c1b4" providerId="ADAL" clId="{BBF22E73-00B4-442B-AE8B-6BA82F01CCFE}" dt="2023-10-10T07:54:04.758" v="577" actId="14100"/>
          <ac:spMkLst>
            <pc:docMk/>
            <pc:sldMk cId="2385089260" sldId="334"/>
            <ac:spMk id="2" creationId="{7F999FF3-0E37-AD51-18F7-3D20C12981BD}"/>
          </ac:spMkLst>
        </pc:spChg>
        <pc:spChg chg="add del mod">
          <ac:chgData name="Alirah WEYORI" userId="1c7cbaa8-91f0-4806-8632-e4be5028c1b4" providerId="ADAL" clId="{BBF22E73-00B4-442B-AE8B-6BA82F01CCFE}" dt="2023-10-09T21:50:29.585" v="329" actId="478"/>
          <ac:spMkLst>
            <pc:docMk/>
            <pc:sldMk cId="2385089260" sldId="334"/>
            <ac:spMk id="5" creationId="{456788B4-0653-E155-5F1D-737F088AC053}"/>
          </ac:spMkLst>
        </pc:spChg>
        <pc:spChg chg="mod">
          <ac:chgData name="Alirah WEYORI" userId="1c7cbaa8-91f0-4806-8632-e4be5028c1b4" providerId="ADAL" clId="{BBF22E73-00B4-442B-AE8B-6BA82F01CCFE}" dt="2023-10-10T07:53:09.956" v="571" actId="14100"/>
          <ac:spMkLst>
            <pc:docMk/>
            <pc:sldMk cId="2385089260" sldId="334"/>
            <ac:spMk id="9" creationId="{8A88FD57-E5D3-C556-2477-683567EC73BF}"/>
          </ac:spMkLst>
        </pc:spChg>
        <pc:graphicFrameChg chg="add del mod">
          <ac:chgData name="Alirah WEYORI" userId="1c7cbaa8-91f0-4806-8632-e4be5028c1b4" providerId="ADAL" clId="{BBF22E73-00B4-442B-AE8B-6BA82F01CCFE}" dt="2023-10-10T07:51:26.051" v="547"/>
          <ac:graphicFrameMkLst>
            <pc:docMk/>
            <pc:sldMk cId="2385089260" sldId="334"/>
            <ac:graphicFrameMk id="6" creationId="{13B7D570-CB6B-FB83-BD48-84159FAA2D02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53:36.971" v="575" actId="14734"/>
          <ac:graphicFrameMkLst>
            <pc:docMk/>
            <pc:sldMk cId="2385089260" sldId="334"/>
            <ac:graphicFrameMk id="7" creationId="{6E9DE798-A588-36D4-50BC-5705AE4E6C74}"/>
          </ac:graphicFrameMkLst>
        </pc:graphicFrameChg>
        <pc:picChg chg="del">
          <ac:chgData name="Alirah WEYORI" userId="1c7cbaa8-91f0-4806-8632-e4be5028c1b4" providerId="ADAL" clId="{BBF22E73-00B4-442B-AE8B-6BA82F01CCFE}" dt="2023-10-09T21:50:17.819" v="328" actId="478"/>
          <ac:picMkLst>
            <pc:docMk/>
            <pc:sldMk cId="2385089260" sldId="334"/>
            <ac:picMk id="8" creationId="{70A90F58-3ABF-3DD7-A6EA-FC69AF058D54}"/>
          </ac:picMkLst>
        </pc:picChg>
      </pc:sldChg>
      <pc:sldChg chg="addSp delSp modSp mod">
        <pc:chgData name="Alirah WEYORI" userId="1c7cbaa8-91f0-4806-8632-e4be5028c1b4" providerId="ADAL" clId="{BBF22E73-00B4-442B-AE8B-6BA82F01CCFE}" dt="2023-10-10T07:59:53.292" v="621" actId="1076"/>
        <pc:sldMkLst>
          <pc:docMk/>
          <pc:sldMk cId="198036346" sldId="335"/>
        </pc:sldMkLst>
        <pc:spChg chg="mod">
          <ac:chgData name="Alirah WEYORI" userId="1c7cbaa8-91f0-4806-8632-e4be5028c1b4" providerId="ADAL" clId="{BBF22E73-00B4-442B-AE8B-6BA82F01CCFE}" dt="2023-10-10T07:59:53.292" v="621" actId="1076"/>
          <ac:spMkLst>
            <pc:docMk/>
            <pc:sldMk cId="198036346" sldId="335"/>
            <ac:spMk id="2" creationId="{A7C1B331-3CC8-B8DA-D0E4-19AE7AD797A9}"/>
          </ac:spMkLst>
        </pc:spChg>
        <pc:spChg chg="del">
          <ac:chgData name="Alirah WEYORI" userId="1c7cbaa8-91f0-4806-8632-e4be5028c1b4" providerId="ADAL" clId="{BBF22E73-00B4-442B-AE8B-6BA82F01CCFE}" dt="2023-10-09T21:50:56.882" v="334" actId="478"/>
          <ac:spMkLst>
            <pc:docMk/>
            <pc:sldMk cId="198036346" sldId="335"/>
            <ac:spMk id="4" creationId="{8187BD5D-5E44-D650-9D63-23F917E8919A}"/>
          </ac:spMkLst>
        </pc:spChg>
        <pc:spChg chg="del">
          <ac:chgData name="Alirah WEYORI" userId="1c7cbaa8-91f0-4806-8632-e4be5028c1b4" providerId="ADAL" clId="{BBF22E73-00B4-442B-AE8B-6BA82F01CCFE}" dt="2023-10-09T21:50:54.375" v="333" actId="478"/>
          <ac:spMkLst>
            <pc:docMk/>
            <pc:sldMk cId="198036346" sldId="335"/>
            <ac:spMk id="6" creationId="{8E1FD0D4-3ACF-F0B9-C558-681283CF05FA}"/>
          </ac:spMkLst>
        </pc:spChg>
        <pc:graphicFrameChg chg="add del mod">
          <ac:chgData name="Alirah WEYORI" userId="1c7cbaa8-91f0-4806-8632-e4be5028c1b4" providerId="ADAL" clId="{BBF22E73-00B4-442B-AE8B-6BA82F01CCFE}" dt="2023-10-10T07:54:45.651" v="579"/>
          <ac:graphicFrameMkLst>
            <pc:docMk/>
            <pc:sldMk cId="198036346" sldId="335"/>
            <ac:graphicFrameMk id="3" creationId="{6DC01D73-6A25-EFC4-3CDB-9CF098DB151F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59:31.117" v="620" actId="113"/>
          <ac:graphicFrameMkLst>
            <pc:docMk/>
            <pc:sldMk cId="198036346" sldId="335"/>
            <ac:graphicFrameMk id="5" creationId="{FCAB26F1-4130-4EC0-16CB-1D4071F067D9}"/>
          </ac:graphicFrameMkLst>
        </pc:graphicFrameChg>
        <pc:picChg chg="del mod">
          <ac:chgData name="Alirah WEYORI" userId="1c7cbaa8-91f0-4806-8632-e4be5028c1b4" providerId="ADAL" clId="{BBF22E73-00B4-442B-AE8B-6BA82F01CCFE}" dt="2023-10-09T21:50:50.661" v="332" actId="478"/>
          <ac:picMkLst>
            <pc:docMk/>
            <pc:sldMk cId="198036346" sldId="335"/>
            <ac:picMk id="12" creationId="{B9AC66A6-50FD-F745-C7A6-35F805CFE854}"/>
          </ac:picMkLst>
        </pc:picChg>
      </pc:sldChg>
      <pc:sldChg chg="modSp mod">
        <pc:chgData name="Alirah WEYORI" userId="1c7cbaa8-91f0-4806-8632-e4be5028c1b4" providerId="ADAL" clId="{BBF22E73-00B4-442B-AE8B-6BA82F01CCFE}" dt="2023-10-10T07:56:13.425" v="589"/>
        <pc:sldMkLst>
          <pc:docMk/>
          <pc:sldMk cId="2047381616" sldId="336"/>
        </pc:sldMkLst>
        <pc:spChg chg="mod">
          <ac:chgData name="Alirah WEYORI" userId="1c7cbaa8-91f0-4806-8632-e4be5028c1b4" providerId="ADAL" clId="{BBF22E73-00B4-442B-AE8B-6BA82F01CCFE}" dt="2023-10-09T21:52:36.818" v="342" actId="1076"/>
          <ac:spMkLst>
            <pc:docMk/>
            <pc:sldMk cId="2047381616" sldId="336"/>
            <ac:spMk id="8" creationId="{4226E02E-28C3-AD02-48D8-ED752A1FDB3D}"/>
          </ac:spMkLst>
        </pc:spChg>
        <pc:graphicFrameChg chg="mod modGraphic">
          <ac:chgData name="Alirah WEYORI" userId="1c7cbaa8-91f0-4806-8632-e4be5028c1b4" providerId="ADAL" clId="{BBF22E73-00B4-442B-AE8B-6BA82F01CCFE}" dt="2023-10-10T07:56:13.425" v="589"/>
          <ac:graphicFrameMkLst>
            <pc:docMk/>
            <pc:sldMk cId="2047381616" sldId="336"/>
            <ac:graphicFrameMk id="7" creationId="{50D841BE-BD9F-4408-D1FE-2E053D0E4DF1}"/>
          </ac:graphicFrameMkLst>
        </pc:graphicFrameChg>
      </pc:sldChg>
      <pc:sldChg chg="addSp delSp modSp mod delAnim modAnim">
        <pc:chgData name="Alirah WEYORI" userId="1c7cbaa8-91f0-4806-8632-e4be5028c1b4" providerId="ADAL" clId="{BBF22E73-00B4-442B-AE8B-6BA82F01CCFE}" dt="2023-10-10T07:37:38.441" v="446" actId="1076"/>
        <pc:sldMkLst>
          <pc:docMk/>
          <pc:sldMk cId="3046301208" sldId="337"/>
        </pc:sldMkLst>
        <pc:spChg chg="add mod">
          <ac:chgData name="Alirah WEYORI" userId="1c7cbaa8-91f0-4806-8632-e4be5028c1b4" providerId="ADAL" clId="{BBF22E73-00B4-442B-AE8B-6BA82F01CCFE}" dt="2023-10-10T07:30:23.866" v="443" actId="14100"/>
          <ac:spMkLst>
            <pc:docMk/>
            <pc:sldMk cId="3046301208" sldId="337"/>
            <ac:spMk id="4" creationId="{9A94FE39-A35A-D660-F096-B3803757D0BC}"/>
          </ac:spMkLst>
        </pc:spChg>
        <pc:spChg chg="del">
          <ac:chgData name="Alirah WEYORI" userId="1c7cbaa8-91f0-4806-8632-e4be5028c1b4" providerId="ADAL" clId="{BBF22E73-00B4-442B-AE8B-6BA82F01CCFE}" dt="2023-10-09T21:55:48.225" v="362" actId="21"/>
          <ac:spMkLst>
            <pc:docMk/>
            <pc:sldMk cId="3046301208" sldId="337"/>
            <ac:spMk id="5" creationId="{376D1B6F-AC30-3654-22D1-B4F03C2C75A4}"/>
          </ac:spMkLst>
        </pc:spChg>
        <pc:spChg chg="del">
          <ac:chgData name="Alirah WEYORI" userId="1c7cbaa8-91f0-4806-8632-e4be5028c1b4" providerId="ADAL" clId="{BBF22E73-00B4-442B-AE8B-6BA82F01CCFE}" dt="2023-10-09T21:56:50.124" v="369" actId="21"/>
          <ac:spMkLst>
            <pc:docMk/>
            <pc:sldMk cId="3046301208" sldId="337"/>
            <ac:spMk id="7" creationId="{33DC40FD-1136-7FA9-C475-9D9121718C02}"/>
          </ac:spMkLst>
        </pc:spChg>
        <pc:spChg chg="add mod">
          <ac:chgData name="Alirah WEYORI" userId="1c7cbaa8-91f0-4806-8632-e4be5028c1b4" providerId="ADAL" clId="{BBF22E73-00B4-442B-AE8B-6BA82F01CCFE}" dt="2023-10-10T07:37:25.777" v="444" actId="1076"/>
          <ac:spMkLst>
            <pc:docMk/>
            <pc:sldMk cId="3046301208" sldId="337"/>
            <ac:spMk id="8" creationId="{9556F04F-D5F0-BC85-479D-244A35489755}"/>
          </ac:spMkLst>
        </pc:spChg>
        <pc:spChg chg="del">
          <ac:chgData name="Alirah WEYORI" userId="1c7cbaa8-91f0-4806-8632-e4be5028c1b4" providerId="ADAL" clId="{BBF22E73-00B4-442B-AE8B-6BA82F01CCFE}" dt="2023-10-09T21:56:11.328" v="365" actId="21"/>
          <ac:spMkLst>
            <pc:docMk/>
            <pc:sldMk cId="3046301208" sldId="337"/>
            <ac:spMk id="10" creationId="{A12273C7-9671-F36A-E606-74B0CEBE0972}"/>
          </ac:spMkLst>
        </pc:spChg>
        <pc:spChg chg="del">
          <ac:chgData name="Alirah WEYORI" userId="1c7cbaa8-91f0-4806-8632-e4be5028c1b4" providerId="ADAL" clId="{BBF22E73-00B4-442B-AE8B-6BA82F01CCFE}" dt="2023-10-09T21:57:44.667" v="373" actId="21"/>
          <ac:spMkLst>
            <pc:docMk/>
            <pc:sldMk cId="3046301208" sldId="337"/>
            <ac:spMk id="11" creationId="{90853CE8-E01B-99D0-A5EB-E08374D0F1E1}"/>
          </ac:spMkLst>
        </pc:spChg>
        <pc:spChg chg="add mod">
          <ac:chgData name="Alirah WEYORI" userId="1c7cbaa8-91f0-4806-8632-e4be5028c1b4" providerId="ADAL" clId="{BBF22E73-00B4-442B-AE8B-6BA82F01CCFE}" dt="2023-10-09T22:01:15.613" v="424" actId="14100"/>
          <ac:spMkLst>
            <pc:docMk/>
            <pc:sldMk cId="3046301208" sldId="337"/>
            <ac:spMk id="12" creationId="{EB7D4C59-D2C9-0214-D52F-65ADFF4929E1}"/>
          </ac:spMkLst>
        </pc:spChg>
        <pc:spChg chg="add mod">
          <ac:chgData name="Alirah WEYORI" userId="1c7cbaa8-91f0-4806-8632-e4be5028c1b4" providerId="ADAL" clId="{BBF22E73-00B4-442B-AE8B-6BA82F01CCFE}" dt="2023-10-10T07:37:38.441" v="446" actId="1076"/>
          <ac:spMkLst>
            <pc:docMk/>
            <pc:sldMk cId="3046301208" sldId="337"/>
            <ac:spMk id="13" creationId="{A31DFC57-6C6C-6A4F-916D-DCF8477AA720}"/>
          </ac:spMkLst>
        </pc:spChg>
        <pc:graphicFrameChg chg="add del mod">
          <ac:chgData name="Alirah WEYORI" userId="1c7cbaa8-91f0-4806-8632-e4be5028c1b4" providerId="ADAL" clId="{BBF22E73-00B4-442B-AE8B-6BA82F01CCFE}" dt="2023-10-09T21:53:58.568" v="351"/>
          <ac:graphicFrameMkLst>
            <pc:docMk/>
            <pc:sldMk cId="3046301208" sldId="337"/>
            <ac:graphicFrameMk id="2" creationId="{34DFAAA7-8B42-BD3B-D67B-602958865D14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2:00:40.495" v="418" actId="14100"/>
          <ac:graphicFrameMkLst>
            <pc:docMk/>
            <pc:sldMk cId="3046301208" sldId="337"/>
            <ac:graphicFrameMk id="3" creationId="{D123D0A8-2386-F08E-75E8-33501E646DE7}"/>
          </ac:graphicFrameMkLst>
        </pc:graphicFrameChg>
        <pc:picChg chg="add del mod">
          <ac:chgData name="Alirah WEYORI" userId="1c7cbaa8-91f0-4806-8632-e4be5028c1b4" providerId="ADAL" clId="{BBF22E73-00B4-442B-AE8B-6BA82F01CCFE}" dt="2023-10-09T21:53:50.184" v="347" actId="478"/>
          <ac:picMkLst>
            <pc:docMk/>
            <pc:sldMk cId="3046301208" sldId="337"/>
            <ac:picMk id="6" creationId="{80BC7B68-63FB-37E5-9445-C9B01126493A}"/>
          </ac:picMkLst>
        </pc:picChg>
      </pc:sldChg>
      <pc:sldChg chg="addSp modSp mod">
        <pc:chgData name="Alirah WEYORI" userId="1c7cbaa8-91f0-4806-8632-e4be5028c1b4" providerId="ADAL" clId="{BBF22E73-00B4-442B-AE8B-6BA82F01CCFE}" dt="2023-10-10T08:00:38.867" v="645" actId="20577"/>
        <pc:sldMkLst>
          <pc:docMk/>
          <pc:sldMk cId="731193161" sldId="338"/>
        </pc:sldMkLst>
        <pc:spChg chg="add mod">
          <ac:chgData name="Alirah WEYORI" userId="1c7cbaa8-91f0-4806-8632-e4be5028c1b4" providerId="ADAL" clId="{BBF22E73-00B4-442B-AE8B-6BA82F01CCFE}" dt="2023-10-10T08:00:38.867" v="645" actId="20577"/>
          <ac:spMkLst>
            <pc:docMk/>
            <pc:sldMk cId="731193161" sldId="338"/>
            <ac:spMk id="2" creationId="{F884A94C-2CEE-C2FF-D832-19F73E4B75BF}"/>
          </ac:spMkLst>
        </pc:spChg>
        <pc:graphicFrameChg chg="mod modGraphic">
          <ac:chgData name="Alirah WEYORI" userId="1c7cbaa8-91f0-4806-8632-e4be5028c1b4" providerId="ADAL" clId="{BBF22E73-00B4-442B-AE8B-6BA82F01CCFE}" dt="2023-10-09T22:05:32.662" v="432" actId="1076"/>
          <ac:graphicFrameMkLst>
            <pc:docMk/>
            <pc:sldMk cId="731193161" sldId="338"/>
            <ac:graphicFrameMk id="5" creationId="{E4302323-FA08-D4EE-6EB6-308CF0F6DE98}"/>
          </ac:graphicFrameMkLst>
        </pc:graphicFrameChg>
      </pc:sldChg>
      <pc:sldChg chg="modSp mod">
        <pc:chgData name="Alirah WEYORI" userId="1c7cbaa8-91f0-4806-8632-e4be5028c1b4" providerId="ADAL" clId="{BBF22E73-00B4-442B-AE8B-6BA82F01CCFE}" dt="2023-10-09T22:07:01.556" v="439" actId="207"/>
        <pc:sldMkLst>
          <pc:docMk/>
          <pc:sldMk cId="1520372727" sldId="339"/>
        </pc:sldMkLst>
        <pc:graphicFrameChg chg="mod modGraphic">
          <ac:chgData name="Alirah WEYORI" userId="1c7cbaa8-91f0-4806-8632-e4be5028c1b4" providerId="ADAL" clId="{BBF22E73-00B4-442B-AE8B-6BA82F01CCFE}" dt="2023-10-09T22:07:01.556" v="439" actId="207"/>
          <ac:graphicFrameMkLst>
            <pc:docMk/>
            <pc:sldMk cId="1520372727" sldId="339"/>
            <ac:graphicFrameMk id="6" creationId="{9D52D563-BD7E-B2CB-64B1-26C6D6374F10}"/>
          </ac:graphicFrameMkLst>
        </pc:graphicFrameChg>
      </pc:sldChg>
      <pc:sldChg chg="addSp delSp modSp mod">
        <pc:chgData name="Alirah WEYORI" userId="1c7cbaa8-91f0-4806-8632-e4be5028c1b4" providerId="ADAL" clId="{BBF22E73-00B4-442B-AE8B-6BA82F01CCFE}" dt="2023-10-10T07:47:39.157" v="532" actId="1076"/>
        <pc:sldMkLst>
          <pc:docMk/>
          <pc:sldMk cId="1341858918" sldId="340"/>
        </pc:sldMkLst>
        <pc:spChg chg="mod">
          <ac:chgData name="Alirah WEYORI" userId="1c7cbaa8-91f0-4806-8632-e4be5028c1b4" providerId="ADAL" clId="{BBF22E73-00B4-442B-AE8B-6BA82F01CCFE}" dt="2023-10-10T07:47:39.157" v="532" actId="1076"/>
          <ac:spMkLst>
            <pc:docMk/>
            <pc:sldMk cId="1341858918" sldId="340"/>
            <ac:spMk id="2" creationId="{A4444E68-B3E5-7E99-8E8F-BF47E2329A9F}"/>
          </ac:spMkLst>
        </pc:spChg>
        <pc:spChg chg="del">
          <ac:chgData name="Alirah WEYORI" userId="1c7cbaa8-91f0-4806-8632-e4be5028c1b4" providerId="ADAL" clId="{BBF22E73-00B4-442B-AE8B-6BA82F01CCFE}" dt="2023-10-09T22:07:19.868" v="441" actId="478"/>
          <ac:spMkLst>
            <pc:docMk/>
            <pc:sldMk cId="1341858918" sldId="340"/>
            <ac:spMk id="4" creationId="{072D0C57-2C19-A30F-0C53-2EA29138166C}"/>
          </ac:spMkLst>
        </pc:spChg>
        <pc:spChg chg="del">
          <ac:chgData name="Alirah WEYORI" userId="1c7cbaa8-91f0-4806-8632-e4be5028c1b4" providerId="ADAL" clId="{BBF22E73-00B4-442B-AE8B-6BA82F01CCFE}" dt="2023-10-09T22:07:22.028" v="442" actId="478"/>
          <ac:spMkLst>
            <pc:docMk/>
            <pc:sldMk cId="1341858918" sldId="340"/>
            <ac:spMk id="6" creationId="{907C91D2-5089-C86A-A5F5-9A2E6B7347C8}"/>
          </ac:spMkLst>
        </pc:spChg>
        <pc:graphicFrameChg chg="add del mod">
          <ac:chgData name="Alirah WEYORI" userId="1c7cbaa8-91f0-4806-8632-e4be5028c1b4" providerId="ADAL" clId="{BBF22E73-00B4-442B-AE8B-6BA82F01CCFE}" dt="2023-10-10T07:44:44.052" v="507"/>
          <ac:graphicFrameMkLst>
            <pc:docMk/>
            <pc:sldMk cId="1341858918" sldId="340"/>
            <ac:graphicFrameMk id="3" creationId="{3FB51E96-C208-7E81-0EEC-5C206285F76A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47:34.906" v="531" actId="1076"/>
          <ac:graphicFrameMkLst>
            <pc:docMk/>
            <pc:sldMk cId="1341858918" sldId="340"/>
            <ac:graphicFrameMk id="7" creationId="{7C3EA471-3ADD-76F3-1E3B-51018EB4B5F8}"/>
          </ac:graphicFrameMkLst>
        </pc:graphicFrameChg>
        <pc:picChg chg="del">
          <ac:chgData name="Alirah WEYORI" userId="1c7cbaa8-91f0-4806-8632-e4be5028c1b4" providerId="ADAL" clId="{BBF22E73-00B4-442B-AE8B-6BA82F01CCFE}" dt="2023-10-09T22:07:16.608" v="440" actId="478"/>
          <ac:picMkLst>
            <pc:docMk/>
            <pc:sldMk cId="1341858918" sldId="340"/>
            <ac:picMk id="5" creationId="{8C3E88A8-ADB3-3025-0851-E6196466009B}"/>
          </ac:picMkLst>
        </pc:picChg>
      </pc:sldChg>
      <pc:sldChg chg="addSp delSp modSp mod">
        <pc:chgData name="Alirah WEYORI" userId="1c7cbaa8-91f0-4806-8632-e4be5028c1b4" providerId="ADAL" clId="{BBF22E73-00B4-442B-AE8B-6BA82F01CCFE}" dt="2023-10-10T07:47:54.086" v="534" actId="478"/>
        <pc:sldMkLst>
          <pc:docMk/>
          <pc:sldMk cId="2683740299" sldId="341"/>
        </pc:sldMkLst>
        <pc:spChg chg="add del mod">
          <ac:chgData name="Alirah WEYORI" userId="1c7cbaa8-91f0-4806-8632-e4be5028c1b4" providerId="ADAL" clId="{BBF22E73-00B4-442B-AE8B-6BA82F01CCFE}" dt="2023-10-10T07:47:54.086" v="534" actId="478"/>
          <ac:spMkLst>
            <pc:docMk/>
            <pc:sldMk cId="2683740299" sldId="341"/>
            <ac:spMk id="4" creationId="{704A3788-9FA2-EB6D-24A0-415DCD179BBC}"/>
          </ac:spMkLst>
        </pc:spChg>
        <pc:spChg chg="del">
          <ac:chgData name="Alirah WEYORI" userId="1c7cbaa8-91f0-4806-8632-e4be5028c1b4" providerId="ADAL" clId="{BBF22E73-00B4-442B-AE8B-6BA82F01CCFE}" dt="2023-10-10T07:47:50.136" v="533" actId="478"/>
          <ac:spMkLst>
            <pc:docMk/>
            <pc:sldMk cId="2683740299" sldId="341"/>
            <ac:spMk id="8" creationId="{15BD22BC-67A9-439A-2A17-D4260CE7A754}"/>
          </ac:spMkLst>
        </pc:spChg>
      </pc:sldChg>
      <pc:sldChg chg="modSp add mod">
        <pc:chgData name="Alirah WEYORI" userId="1c7cbaa8-91f0-4806-8632-e4be5028c1b4" providerId="ADAL" clId="{BBF22E73-00B4-442B-AE8B-6BA82F01CCFE}" dt="2023-10-10T07:50:35.451" v="543" actId="207"/>
        <pc:sldMkLst>
          <pc:docMk/>
          <pc:sldMk cId="3374689230" sldId="343"/>
        </pc:sldMkLst>
        <pc:spChg chg="mod">
          <ac:chgData name="Alirah WEYORI" userId="1c7cbaa8-91f0-4806-8632-e4be5028c1b4" providerId="ADAL" clId="{BBF22E73-00B4-442B-AE8B-6BA82F01CCFE}" dt="2023-10-10T07:44:06.959" v="503" actId="1076"/>
          <ac:spMkLst>
            <pc:docMk/>
            <pc:sldMk cId="3374689230" sldId="343"/>
            <ac:spMk id="7" creationId="{4BF0B333-D71E-CE7C-268C-A43F9130A4FD}"/>
          </ac:spMkLst>
        </pc:spChg>
        <pc:graphicFrameChg chg="mod modGraphic">
          <ac:chgData name="Alirah WEYORI" userId="1c7cbaa8-91f0-4806-8632-e4be5028c1b4" providerId="ADAL" clId="{BBF22E73-00B4-442B-AE8B-6BA82F01CCFE}" dt="2023-10-10T07:50:35.451" v="543" actId="207"/>
          <ac:graphicFrameMkLst>
            <pc:docMk/>
            <pc:sldMk cId="3374689230" sldId="343"/>
            <ac:graphicFrameMk id="6" creationId="{9D52D563-BD7E-B2CB-64B1-26C6D6374F10}"/>
          </ac:graphicFrameMkLst>
        </pc:graphicFrameChg>
      </pc:sldChg>
      <pc:sldChg chg="add del ord">
        <pc:chgData name="Alirah WEYORI" userId="1c7cbaa8-91f0-4806-8632-e4be5028c1b4" providerId="ADAL" clId="{BBF22E73-00B4-442B-AE8B-6BA82F01CCFE}" dt="2023-10-10T07:48:44.684" v="539" actId="2890"/>
        <pc:sldMkLst>
          <pc:docMk/>
          <pc:sldMk cId="1600159649" sldId="34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B328C12B-F47B-4775-8AFA-081ABC4B9D7E}">
      <dgm:prSet custT="1"/>
      <dgm:spPr>
        <a:xfrm>
          <a:off x="2578233" y="4094001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gm:t>
    </dgm:pt>
    <dgm:pt modelId="{54A1AEFF-FBDF-459A-955A-7426EA35E67F}" type="parTrans" cxnId="{72CDBDC7-698C-45E0-A1E2-E65963092FC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785955" y="3797358"/>
          <a:ext cx="91440" cy="296643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B269DCEF-9FCC-42D1-99FE-E4EF08B54E52}" type="sibTrans" cxnId="{72CDBDC7-698C-45E0-A1E2-E65963092FC9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8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8" custScaleX="82544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NeighborX="90557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8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8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8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8" custLinFactNeighborX="-44907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8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8" custLinFactX="-47967" custLinFactY="2231" custLinFactNeighborX="-100000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4A897860-ED4A-4A21-BE19-0D7DB5677324}" type="pres">
      <dgm:prSet presAssocID="{54A1AEFF-FBDF-459A-955A-7426EA35E67F}" presName="Name19" presStyleLbl="parChTrans1D4" presStyleIdx="4" presStyleCnt="8"/>
      <dgm:spPr/>
    </dgm:pt>
    <dgm:pt modelId="{746F8E7A-006A-4FFD-8EFC-FB9EC0698CF5}" type="pres">
      <dgm:prSet presAssocID="{B328C12B-F47B-4775-8AFA-081ABC4B9D7E}" presName="Name21" presStyleCnt="0"/>
      <dgm:spPr/>
    </dgm:pt>
    <dgm:pt modelId="{B215D629-2973-43AA-8138-BC775C8C25B8}" type="pres">
      <dgm:prSet presAssocID="{B328C12B-F47B-4775-8AFA-081ABC4B9D7E}" presName="level2Shape" presStyleLbl="node4" presStyleIdx="4" presStyleCnt="8" custScaleX="80552" custLinFactX="-48392" custLinFactY="48513" custLinFactNeighborX="-100000" custLinFactNeighborY="100000"/>
      <dgm:spPr/>
    </dgm:pt>
    <dgm:pt modelId="{EF5E5BF6-D70B-4375-AADB-B1EA11967C02}" type="pres">
      <dgm:prSet presAssocID="{B328C12B-F47B-4775-8AFA-081ABC4B9D7E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5" presStyleCnt="8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5" presStyleCnt="8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6" presStyleCnt="8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6" presStyleCnt="8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7" presStyleCnt="8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7" presStyleCnt="8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73530977-B589-4184-81C6-93D01CD46D45}" type="presOf" srcId="{B328C12B-F47B-4775-8AFA-081ABC4B9D7E}" destId="{B215D629-2973-43AA-8138-BC775C8C25B8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72CDBDC7-698C-45E0-A1E2-E65963092FC9}" srcId="{9119EAE5-33C1-4D76-A0B1-E22823E26883}" destId="{B328C12B-F47B-4775-8AFA-081ABC4B9D7E}" srcOrd="0" destOrd="0" parTransId="{54A1AEFF-FBDF-459A-955A-7426EA35E67F}" sibTransId="{B269DCEF-9FCC-42D1-99FE-E4EF08B54E52}"/>
    <dgm:cxn modelId="{23A84CC8-575E-4DB6-A423-7C7CE573E7E8}" type="presOf" srcId="{54A1AEFF-FBDF-459A-955A-7426EA35E67F}" destId="{4A897860-ED4A-4A21-BE19-0D7DB5677324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A73C7B74-674C-4963-B1A6-07129C1FC851}" type="presParOf" srcId="{37253C7D-54DD-4B9B-9913-2AF92D326F6C}" destId="{4A897860-ED4A-4A21-BE19-0D7DB5677324}" srcOrd="0" destOrd="0" presId="urn:microsoft.com/office/officeart/2005/8/layout/hierarchy6"/>
    <dgm:cxn modelId="{16B3C670-DD8C-47FB-A4F8-A4727D07CB25}" type="presParOf" srcId="{37253C7D-54DD-4B9B-9913-2AF92D326F6C}" destId="{746F8E7A-006A-4FFD-8EFC-FB9EC0698CF5}" srcOrd="1" destOrd="0" presId="urn:microsoft.com/office/officeart/2005/8/layout/hierarchy6"/>
    <dgm:cxn modelId="{81525388-C34A-435F-A798-19BC30F901A7}" type="presParOf" srcId="{746F8E7A-006A-4FFD-8EFC-FB9EC0698CF5}" destId="{B215D629-2973-43AA-8138-BC775C8C25B8}" srcOrd="0" destOrd="0" presId="urn:microsoft.com/office/officeart/2005/8/layout/hierarchy6"/>
    <dgm:cxn modelId="{62809971-521F-4A69-84BC-355B4B215A5B}" type="presParOf" srcId="{746F8E7A-006A-4FFD-8EFC-FB9EC0698CF5}" destId="{EF5E5BF6-D70B-4375-AADB-B1EA11967C02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7FE6A4-8117-43B9-90D1-0B85AAC753BB}" type="doc">
      <dgm:prSet loTypeId="urn:microsoft.com/office/officeart/2005/8/layout/hierarchy6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C67B769-21FC-41AF-AB02-DD1A7162C883}">
      <dgm:prSet phldrT="[Text]" custT="1"/>
      <dgm:spPr>
        <a:xfrm>
          <a:off x="3719636" y="59643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gm:t>
    </dgm:pt>
    <dgm:pt modelId="{3663E0D0-282B-425C-A620-08467FF3B0F5}" type="par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DE83CD5C-6A94-4452-B0CB-D1174F184192}" type="sibTrans" cxnId="{A4D66E2D-28F5-49AC-923A-9FC35546F6AA}">
      <dgm:prSet/>
      <dgm:spPr/>
      <dgm:t>
        <a:bodyPr/>
        <a:lstStyle/>
        <a:p>
          <a:endParaRPr lang="en-GB" sz="2000" b="1"/>
        </a:p>
      </dgm:t>
    </dgm:pt>
    <dgm:pt modelId="{9542541A-7C6C-4F9E-B50A-3C444DA191A7}">
      <dgm:prSet phldrT="[Text]" custT="1"/>
      <dgm:spPr>
        <a:xfrm>
          <a:off x="2681948" y="725480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76DCCAB3-EF1D-41CB-BB83-BC5E55A4C10E}" type="parTrans" cxnId="{54A15DA3-958E-4680-8C77-CD0D16AFBB08}">
      <dgm:prSet/>
      <dgm:spPr>
        <a:xfrm>
          <a:off x="2996580" y="479152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14F59463-1A7B-4196-92B3-93DF6B999E6B}" type="sibTrans" cxnId="{54A15DA3-958E-4680-8C77-CD0D16AFBB08}">
      <dgm:prSet/>
      <dgm:spPr/>
      <dgm:t>
        <a:bodyPr/>
        <a:lstStyle/>
        <a:p>
          <a:endParaRPr lang="en-GB" sz="2000" b="1"/>
        </a:p>
      </dgm:t>
    </dgm:pt>
    <dgm:pt modelId="{64DEEF0E-2F92-4AE5-910C-1F76C7C867E3}">
      <dgm:prSet phldrT="[Text]" custT="1"/>
      <dgm:spPr>
        <a:xfrm>
          <a:off x="1800689" y="1386199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6CFEA9BB-F3EE-4BE6-ABC1-82B9CFC7EB90}" type="parTrans" cxnId="{CF86D671-0F0C-4396-B0D7-99F1270CABFD}">
      <dgm:prSet/>
      <dgm:spPr>
        <a:xfrm>
          <a:off x="2115321" y="1144989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1873F5F-4ED9-49BE-B7B4-7F37BD725C40}" type="sibTrans" cxnId="{CF86D671-0F0C-4396-B0D7-99F1270CABFD}">
      <dgm:prSet/>
      <dgm:spPr/>
      <dgm:t>
        <a:bodyPr/>
        <a:lstStyle/>
        <a:p>
          <a:endParaRPr lang="en-GB" sz="2000" b="1"/>
        </a:p>
      </dgm:t>
    </dgm:pt>
    <dgm:pt modelId="{58D2AFE7-5806-45F9-83AC-540191092D15}">
      <dgm:prSet phldrT="[Text]" custT="1"/>
      <dgm:spPr>
        <a:xfrm>
          <a:off x="3202620" y="1387793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D7D8B67-D2E4-4C38-B914-D9D607E25F07}" type="parTrans" cxnId="{DDB443FF-3362-46E9-8ECA-F37F935E9B82}">
      <dgm:prSet/>
      <dgm:spPr>
        <a:xfrm>
          <a:off x="2996580" y="1144989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BB6FF275-A90C-4196-806E-D080C69E6C66}" type="sibTrans" cxnId="{DDB443FF-3362-46E9-8ECA-F37F935E9B82}">
      <dgm:prSet/>
      <dgm:spPr/>
      <dgm:t>
        <a:bodyPr/>
        <a:lstStyle/>
        <a:p>
          <a:endParaRPr lang="en-GB" sz="2000" b="1"/>
        </a:p>
      </dgm:t>
    </dgm:pt>
    <dgm:pt modelId="{74256BAD-266A-4CC8-AB2C-91AB461545DA}">
      <dgm:prSet phldrT="[Text]" custT="1"/>
      <dgm:spPr>
        <a:xfrm>
          <a:off x="4839191" y="725480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A855079C-B880-4C42-BA28-4BD558B32882}" type="parTrans" cxnId="{62CA9FE1-5F1F-4116-B9B2-F3CF6EF54224}">
      <dgm:prSet/>
      <dgm:spPr>
        <a:xfrm>
          <a:off x="4034268" y="479152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9A12C06-72BD-48DA-A1C9-8D66D55E5A88}" type="sibTrans" cxnId="{62CA9FE1-5F1F-4116-B9B2-F3CF6EF54224}">
      <dgm:prSet/>
      <dgm:spPr/>
      <dgm:t>
        <a:bodyPr/>
        <a:lstStyle/>
        <a:p>
          <a:endParaRPr lang="en-GB" sz="2000" b="1"/>
        </a:p>
      </dgm:t>
    </dgm:pt>
    <dgm:pt modelId="{01445E5D-C1FF-4826-B36F-702B11120BE9}">
      <dgm:prSet phldrT="[Text]" custT="1"/>
      <dgm:spPr>
        <a:xfrm>
          <a:off x="4251094" y="196122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gm:t>
    </dgm:pt>
    <dgm:pt modelId="{8E27D422-14B9-4327-970B-ABB2F6FF5814}" type="parTrans" cxnId="{B1761B4B-1873-4A30-A7AF-DDC5E978CCE2}">
      <dgm:prSet/>
      <dgm:spPr>
        <a:xfrm>
          <a:off x="4565726" y="1144989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E420230D-24AC-4C04-B0BF-E421021ADFAC}" type="sibTrans" cxnId="{B1761B4B-1873-4A30-A7AF-DDC5E978CCE2}">
      <dgm:prSet/>
      <dgm:spPr/>
      <dgm:t>
        <a:bodyPr/>
        <a:lstStyle/>
        <a:p>
          <a:endParaRPr lang="en-GB" sz="2000" b="1"/>
        </a:p>
      </dgm:t>
    </dgm:pt>
    <dgm:pt modelId="{04973FD9-214F-40AC-851E-26DA5F98F15B}">
      <dgm:prSet phldrT="[Text]" custT="1"/>
      <dgm:spPr>
        <a:xfrm>
          <a:off x="13627" y="61433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gm:t>
    </dgm:pt>
    <dgm:pt modelId="{1DB7E9A5-42ED-4EFE-B59A-BE9AB5445392}" type="par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15D29F06-DB74-42F4-948A-8FB4CD003C61}" type="sibTrans" cxnId="{31C4A663-90E0-4EC8-BF38-8EE6F5799287}">
      <dgm:prSet/>
      <dgm:spPr/>
      <dgm:t>
        <a:bodyPr/>
        <a:lstStyle/>
        <a:p>
          <a:endParaRPr lang="en-GB" sz="2000" b="1"/>
        </a:p>
      </dgm:t>
    </dgm:pt>
    <dgm:pt modelId="{7C221074-8432-4495-9265-D4081B985FF4}">
      <dgm:prSet phldrT="[Text]" custT="1"/>
      <dgm:spPr>
        <a:xfrm>
          <a:off x="0" y="726634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gm:t>
    </dgm:pt>
    <dgm:pt modelId="{9809763D-625C-4092-BC08-FF959B878294}" type="par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4FC10E7E-A4B8-4DE2-8ABB-8AFDC0227B5E}" type="sibTrans" cxnId="{A372B608-2301-4A15-8CC2-8D607C950D6F}">
      <dgm:prSet/>
      <dgm:spPr/>
      <dgm:t>
        <a:bodyPr/>
        <a:lstStyle/>
        <a:p>
          <a:endParaRPr lang="en-GB" sz="2000" b="1"/>
        </a:p>
      </dgm:t>
    </dgm:pt>
    <dgm:pt modelId="{8D866D95-34AC-4176-859E-E36C00CD1333}">
      <dgm:prSet phldrT="[Text]" custT="1"/>
      <dgm:spPr>
        <a:xfrm>
          <a:off x="4532" y="1381133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gm:t>
    </dgm:pt>
    <dgm:pt modelId="{3BC99DE9-AA29-4946-85D0-EC26940F1B36}" type="par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1BCCD251-2CA4-4788-894B-C015DECF7FEF}" type="sibTrans" cxnId="{F9BEFAF5-BAA0-4F43-966A-9DE45D74BD57}">
      <dgm:prSet/>
      <dgm:spPr/>
      <dgm:t>
        <a:bodyPr/>
        <a:lstStyle/>
        <a:p>
          <a:endParaRPr lang="en-GB" sz="2000" b="1"/>
        </a:p>
      </dgm:t>
    </dgm:pt>
    <dgm:pt modelId="{01BDF081-8E67-4107-890C-A7E5FE77EC6A}">
      <dgm:prSet custT="1"/>
      <dgm:spPr>
        <a:xfrm>
          <a:off x="3577259" y="2634709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gm:t>
    </dgm:pt>
    <dgm:pt modelId="{7EA47F47-089C-48D4-98D2-F4BA4D655F8D}" type="parTrans" cxnId="{3C7CBA86-BBC9-4505-8A7B-F4102E93B330}">
      <dgm:prSet/>
      <dgm:spPr>
        <a:xfrm>
          <a:off x="3891891" y="2380738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23160456-8526-4602-B83B-66A09B3DB1C8}" type="sibTrans" cxnId="{3C7CBA86-BBC9-4505-8A7B-F4102E93B330}">
      <dgm:prSet/>
      <dgm:spPr/>
      <dgm:t>
        <a:bodyPr/>
        <a:lstStyle/>
        <a:p>
          <a:endParaRPr lang="en-GB" sz="2000" b="1"/>
        </a:p>
      </dgm:t>
    </dgm:pt>
    <dgm:pt modelId="{59820ADF-6E46-4B79-AF34-13382880D400}">
      <dgm:prSet custT="1"/>
      <dgm:spPr>
        <a:xfrm>
          <a:off x="5377294" y="1962076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>
            <a:buNone/>
          </a:pP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gm:t>
    </dgm:pt>
    <dgm:pt modelId="{92AB0AB2-5FF1-464F-BEBC-2A75A0E33C5A}" type="parTrans" cxnId="{6A357259-15DE-423A-9AE0-1585720E5A19}">
      <dgm:prSet/>
      <dgm:spPr>
        <a:xfrm>
          <a:off x="5153823" y="1144989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9A0375D9-5451-4FB8-B699-FB08F572B593}" type="sibTrans" cxnId="{6A357259-15DE-423A-9AE0-1585720E5A19}">
      <dgm:prSet/>
      <dgm:spPr/>
      <dgm:t>
        <a:bodyPr/>
        <a:lstStyle/>
        <a:p>
          <a:endParaRPr lang="en-GB" sz="2000" b="1"/>
        </a:p>
      </dgm:t>
    </dgm:pt>
    <dgm:pt modelId="{FFEF0BD1-DE03-46A7-BCD7-F342D814618C}">
      <dgm:prSet custT="1"/>
      <dgm:spPr>
        <a:xfrm>
          <a:off x="5136695" y="2639567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gm:t>
    </dgm:pt>
    <dgm:pt modelId="{99D770DA-02B4-47CD-8BE9-C7E088544B3B}" type="parTrans" cxnId="{1816633D-7353-4197-B973-12FE91B3DF6C}">
      <dgm:prSet/>
      <dgm:spPr>
        <a:xfrm>
          <a:off x="4565726" y="2380738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76CB08BF-DBDA-4E56-8EE6-D5FEA9ACB642}" type="sibTrans" cxnId="{1816633D-7353-4197-B973-12FE91B3DF6C}">
      <dgm:prSet/>
      <dgm:spPr/>
      <dgm:t>
        <a:bodyPr/>
        <a:lstStyle/>
        <a:p>
          <a:endParaRPr lang="en-GB" sz="2000" b="1"/>
        </a:p>
      </dgm:t>
    </dgm:pt>
    <dgm:pt modelId="{07228677-CBAC-4E0A-85AB-949C0613B646}">
      <dgm:prSet phldrT="[Text]" custT="1"/>
      <dgm:spPr>
        <a:xfrm>
          <a:off x="0" y="1977064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gm:t>
    </dgm:pt>
    <dgm:pt modelId="{7F7AABC5-0B26-41FE-B7C8-8520A6A9E74D}" type="par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EFABE055-D8DD-416F-B9EE-024502E0F143}" type="sibTrans" cxnId="{42912848-D270-42A7-B33B-39ED49B5EFE4}">
      <dgm:prSet/>
      <dgm:spPr/>
      <dgm:t>
        <a:bodyPr/>
        <a:lstStyle/>
        <a:p>
          <a:endParaRPr lang="en-GB" sz="2000" b="1"/>
        </a:p>
      </dgm:t>
    </dgm:pt>
    <dgm:pt modelId="{1BB5944B-594A-4F91-9DCB-D5F6CAB178BB}">
      <dgm:prSet phldrT="[Text]" custT="1"/>
      <dgm:spPr>
        <a:xfrm>
          <a:off x="8067" y="2652484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gm:t>
    </dgm:pt>
    <dgm:pt modelId="{04FC86D2-30B0-4324-BBBB-9044F28A1471}" type="par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52FD02DB-BFC7-4B75-BA80-EACA6AFE4B1F}" type="sibTrans" cxnId="{B05C6BB4-2266-43A3-A2A5-AC6DA85F5326}">
      <dgm:prSet/>
      <dgm:spPr/>
      <dgm:t>
        <a:bodyPr/>
        <a:lstStyle/>
        <a:p>
          <a:endParaRPr lang="en-GB" sz="2000" b="1"/>
        </a:p>
      </dgm:t>
    </dgm:pt>
    <dgm:pt modelId="{9119EAE5-33C1-4D76-A0B1-E22823E26883}">
      <dgm:prSet custT="1"/>
      <dgm:spPr>
        <a:xfrm>
          <a:off x="2519718" y="337784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>
            <a:buNone/>
          </a:pPr>
          <a:r>
            <a:rPr lang="en-GB" sz="1000" b="1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gm:t>
    </dgm:pt>
    <dgm:pt modelId="{50CB0577-EB1B-4487-8025-CB8E20D395FA}" type="parTrans" cxnId="{FBC3309B-2361-4DCB-8F14-036943470860}">
      <dgm:prSet/>
      <dgm:spPr>
        <a:xfrm>
          <a:off x="2834350" y="3054218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61B0F3AC-D6D3-4696-AFDA-4CD23F3EB160}" type="sibTrans" cxnId="{FBC3309B-2361-4DCB-8F14-036943470860}">
      <dgm:prSet/>
      <dgm:spPr/>
      <dgm:t>
        <a:bodyPr/>
        <a:lstStyle/>
        <a:p>
          <a:endParaRPr lang="en-GB" sz="2000" b="1"/>
        </a:p>
      </dgm:t>
    </dgm:pt>
    <dgm:pt modelId="{8222CD75-B8DE-4FF4-83D9-659A303EB3FD}">
      <dgm:prSet custT="1"/>
      <dgm:spPr>
        <a:xfrm>
          <a:off x="4189218" y="338084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gm:t>
    </dgm:pt>
    <dgm:pt modelId="{93A9395F-6431-4255-95E5-E14E97649BEA}" type="parTrans" cxnId="{5D4260E5-D044-456D-95B8-56FF168D72A8}">
      <dgm:prSet/>
      <dgm:spPr>
        <a:xfrm>
          <a:off x="3891891" y="3054218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GB" sz="2000" b="1"/>
        </a:p>
      </dgm:t>
    </dgm:pt>
    <dgm:pt modelId="{5F3F0332-B505-4005-9C46-9D147D13422B}" type="sibTrans" cxnId="{5D4260E5-D044-456D-95B8-56FF168D72A8}">
      <dgm:prSet/>
      <dgm:spPr/>
      <dgm:t>
        <a:bodyPr/>
        <a:lstStyle/>
        <a:p>
          <a:endParaRPr lang="en-GB" sz="2000" b="1"/>
        </a:p>
      </dgm:t>
    </dgm:pt>
    <dgm:pt modelId="{B80F084E-D124-4826-A0C6-258D89AAE631}">
      <dgm:prSet phldrT="[Text]" custT="1"/>
      <dgm:spPr>
        <a:xfrm>
          <a:off x="7312" y="3379182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gm:t>
    </dgm:pt>
    <dgm:pt modelId="{86ED274D-28D4-4C42-B97E-C0A6B471165F}" type="par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04C194A7-F5F3-40C2-8FFE-CFB3D07AD5B0}" type="sibTrans" cxnId="{67B70153-1C52-4F29-B0B0-75D933F52A2F}">
      <dgm:prSet/>
      <dgm:spPr/>
      <dgm:t>
        <a:bodyPr/>
        <a:lstStyle/>
        <a:p>
          <a:endParaRPr lang="en-GB" sz="2000" b="1"/>
        </a:p>
      </dgm:t>
    </dgm:pt>
    <dgm:pt modelId="{FDBED823-8EA8-4C6E-82BD-60EB46979322}">
      <dgm:prSet phldrT="[Text]" custT="1"/>
      <dgm:spPr>
        <a:xfrm>
          <a:off x="0" y="4093070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gm:spPr>
      <dgm:t>
        <a:bodyPr/>
        <a:lstStyle/>
        <a:p>
          <a:pPr algn="l">
            <a:buNone/>
          </a:pPr>
          <a:r>
            <a:rPr lang="en-GB" sz="1050" b="1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gm:t>
    </dgm:pt>
    <dgm:pt modelId="{A74B6153-70A2-4491-9C12-95274C649219}" type="par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C375C334-A12D-47C8-BAE9-F419DF910CCD}" type="sibTrans" cxnId="{CE760227-3C5C-4BCD-886A-B5B0B599C97D}">
      <dgm:prSet/>
      <dgm:spPr/>
      <dgm:t>
        <a:bodyPr/>
        <a:lstStyle/>
        <a:p>
          <a:endParaRPr lang="en-GB" sz="2000" b="1"/>
        </a:p>
      </dgm:t>
    </dgm:pt>
    <dgm:pt modelId="{5E41D4FB-E772-4DAD-A765-C997AAE0B272}">
      <dgm:prSet custT="1"/>
      <dgm:spPr>
        <a:xfrm>
          <a:off x="1855523" y="409400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gm:t>
    </dgm:pt>
    <dgm:pt modelId="{4D50F03D-49F3-4A8E-AAFD-8B412DC06677}" type="parTrans" cxnId="{0676C963-9187-4136-90B4-A5EB9153FE1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2069513" y="1790832"/>
          <a:ext cx="91440" cy="2303169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2A430B2C-3955-4132-856C-EC280BB75610}" type="sibTrans" cxnId="{0676C963-9187-4136-90B4-A5EB9153FE1B}">
      <dgm:prSet/>
      <dgm:spPr/>
      <dgm:t>
        <a:bodyPr/>
        <a:lstStyle/>
        <a:p>
          <a:endParaRPr lang="en-GB" sz="2000" b="1"/>
        </a:p>
      </dgm:t>
    </dgm:pt>
    <dgm:pt modelId="{3D00DAA7-0925-4B6C-8328-8DF08D8EEF08}">
      <dgm:prSet custT="1"/>
      <dgm:spPr>
        <a:xfrm>
          <a:off x="3203759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gm:t>
    </dgm:pt>
    <dgm:pt modelId="{4D2EEDF6-D3ED-4268-B706-D76452134056}" type="parTrans" cxnId="{45141A62-487A-4C0D-8477-65A564CC17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3471532" y="1807302"/>
          <a:ext cx="91440" cy="2286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30646829-9F0F-42A0-B3BF-35525CED9AD9}" type="sibTrans" cxnId="{45141A62-487A-4C0D-8477-65A564CC179D}">
      <dgm:prSet/>
      <dgm:spPr/>
      <dgm:t>
        <a:bodyPr/>
        <a:lstStyle/>
        <a:p>
          <a:endParaRPr lang="en-GB" sz="2000" b="1"/>
        </a:p>
      </dgm:t>
    </dgm:pt>
    <dgm:pt modelId="{2D4DCCBE-9620-4F30-8A8B-BB79274B8865}">
      <dgm:prSet custT="1"/>
      <dgm:spPr>
        <a:xfrm>
          <a:off x="5133624" y="409407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000" b="1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gm:t>
    </dgm:pt>
    <dgm:pt modelId="{F9805257-0022-4A1B-AF62-A76E0B91BCF8}" type="parTrans" cxnId="{133636ED-5AF0-48E9-9AAA-4FE373CBB1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xfrm>
          <a:off x="5402536" y="3059076"/>
          <a:ext cx="91440" cy="1034994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gm:spPr>
      <dgm:t>
        <a:bodyPr/>
        <a:lstStyle/>
        <a:p>
          <a:endParaRPr lang="en-GB" sz="2000" b="1"/>
        </a:p>
      </dgm:t>
    </dgm:pt>
    <dgm:pt modelId="{C032BFCC-8566-4AF1-A8D7-300B40799AAF}" type="sibTrans" cxnId="{133636ED-5AF0-48E9-9AAA-4FE373CBB12D}">
      <dgm:prSet/>
      <dgm:spPr/>
      <dgm:t>
        <a:bodyPr/>
        <a:lstStyle/>
        <a:p>
          <a:endParaRPr lang="en-GB" sz="2000" b="1"/>
        </a:p>
      </dgm:t>
    </dgm:pt>
    <dgm:pt modelId="{D48FEDA1-39E8-4DB8-BDA5-3758F018454C}" type="pres">
      <dgm:prSet presAssocID="{FE7FE6A4-8117-43B9-90D1-0B85AAC753B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9F0D0C-98BC-4391-AE24-E89ECFCD5844}" type="pres">
      <dgm:prSet presAssocID="{FE7FE6A4-8117-43B9-90D1-0B85AAC753BB}" presName="hierFlow" presStyleCnt="0"/>
      <dgm:spPr/>
    </dgm:pt>
    <dgm:pt modelId="{5BA54E1B-8150-43BF-A653-39C60A560DA9}" type="pres">
      <dgm:prSet presAssocID="{FE7FE6A4-8117-43B9-90D1-0B85AAC753BB}" presName="firstBuf" presStyleCnt="0"/>
      <dgm:spPr/>
    </dgm:pt>
    <dgm:pt modelId="{BFF925FD-E33F-4356-A9E4-EE8024B5AE1E}" type="pres">
      <dgm:prSet presAssocID="{FE7FE6A4-8117-43B9-90D1-0B85AAC753B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CBA9ACA-5547-4969-B60F-0F8F3B87E9BB}" type="pres">
      <dgm:prSet presAssocID="{0C67B769-21FC-41AF-AB02-DD1A7162C883}" presName="Name14" presStyleCnt="0"/>
      <dgm:spPr/>
    </dgm:pt>
    <dgm:pt modelId="{EB813CA5-BA49-4650-8EEE-8C471294A6E4}" type="pres">
      <dgm:prSet presAssocID="{0C67B769-21FC-41AF-AB02-DD1A7162C883}" presName="level1Shape" presStyleLbl="node0" presStyleIdx="0" presStyleCnt="1" custLinFactY="-28742" custLinFactNeighborX="26469" custLinFactNeighborY="-100000">
        <dgm:presLayoutVars>
          <dgm:chPref val="3"/>
        </dgm:presLayoutVars>
      </dgm:prSet>
      <dgm:spPr/>
    </dgm:pt>
    <dgm:pt modelId="{6ED14B23-EED1-421D-95DF-C2E1C9222936}" type="pres">
      <dgm:prSet presAssocID="{0C67B769-21FC-41AF-AB02-DD1A7162C883}" presName="hierChild2" presStyleCnt="0"/>
      <dgm:spPr/>
    </dgm:pt>
    <dgm:pt modelId="{9511BE71-26A8-4B1F-9389-B2DBA5C2D555}" type="pres">
      <dgm:prSet presAssocID="{76DCCAB3-EF1D-41CB-BB83-BC5E55A4C10E}" presName="Name19" presStyleLbl="parChTrans1D2" presStyleIdx="0" presStyleCnt="2"/>
      <dgm:spPr/>
    </dgm:pt>
    <dgm:pt modelId="{960BABFF-D58E-4B7A-872F-EE2A6E9E9862}" type="pres">
      <dgm:prSet presAssocID="{9542541A-7C6C-4F9E-B50A-3C444DA191A7}" presName="Name21" presStyleCnt="0"/>
      <dgm:spPr/>
    </dgm:pt>
    <dgm:pt modelId="{22835467-09A0-4EB6-B841-0DA70FFAA9A2}" type="pres">
      <dgm:prSet presAssocID="{9542541A-7C6C-4F9E-B50A-3C444DA191A7}" presName="level2Shape" presStyleLbl="node2" presStyleIdx="0" presStyleCnt="2" custLinFactY="-10024" custLinFactNeighborX="72814" custLinFactNeighborY="-100000"/>
      <dgm:spPr/>
    </dgm:pt>
    <dgm:pt modelId="{47B103EF-D8AA-4BD9-BD94-56B1530DA136}" type="pres">
      <dgm:prSet presAssocID="{9542541A-7C6C-4F9E-B50A-3C444DA191A7}" presName="hierChild3" presStyleCnt="0"/>
      <dgm:spPr/>
    </dgm:pt>
    <dgm:pt modelId="{CB215D7E-086F-4B40-BA75-334240DE7B8C}" type="pres">
      <dgm:prSet presAssocID="{6CFEA9BB-F3EE-4BE6-ABC1-82B9CFC7EB90}" presName="Name19" presStyleLbl="parChTrans1D3" presStyleIdx="0" presStyleCnt="4"/>
      <dgm:spPr/>
    </dgm:pt>
    <dgm:pt modelId="{8680064A-2A33-45B7-A881-4813C8AA5BF3}" type="pres">
      <dgm:prSet presAssocID="{64DEEF0E-2F92-4AE5-910C-1F76C7C867E3}" presName="Name21" presStyleCnt="0"/>
      <dgm:spPr/>
    </dgm:pt>
    <dgm:pt modelId="{864E67FD-D278-4324-B3DD-3192925F8EA2}" type="pres">
      <dgm:prSet presAssocID="{64DEEF0E-2F92-4AE5-910C-1F76C7C867E3}" presName="level2Shape" presStyleLbl="node3" presStyleIdx="0" presStyleCnt="4" custScaleY="96454" custLinFactNeighborX="-2232" custLinFactNeighborY="-92526"/>
      <dgm:spPr/>
    </dgm:pt>
    <dgm:pt modelId="{43BE7114-0501-46D1-92E5-575A7007F789}" type="pres">
      <dgm:prSet presAssocID="{64DEEF0E-2F92-4AE5-910C-1F76C7C867E3}" presName="hierChild3" presStyleCnt="0"/>
      <dgm:spPr/>
    </dgm:pt>
    <dgm:pt modelId="{A4163CA2-8A07-4955-A94E-4D93F14849F1}" type="pres">
      <dgm:prSet presAssocID="{4D50F03D-49F3-4A8E-AAFD-8B412DC06677}" presName="Name19" presStyleLbl="parChTrans1D4" presStyleIdx="0" presStyleCnt="7"/>
      <dgm:spPr/>
    </dgm:pt>
    <dgm:pt modelId="{A34396B8-ADC5-47F1-8207-01D5CD9578BA}" type="pres">
      <dgm:prSet presAssocID="{5E41D4FB-E772-4DAD-A765-C997AAE0B272}" presName="Name21" presStyleCnt="0"/>
      <dgm:spPr/>
    </dgm:pt>
    <dgm:pt modelId="{6D2C9021-8D08-4C1D-9B77-E0357AF4E696}" type="pres">
      <dgm:prSet presAssocID="{5E41D4FB-E772-4DAD-A765-C997AAE0B272}" presName="level2Shape" presStyleLbl="node4" presStyleIdx="0" presStyleCnt="7" custScaleX="89562" custScaleY="92181" custLinFactY="200000" custLinFactNeighborX="-2246" custLinFactNeighborY="229464"/>
      <dgm:spPr/>
    </dgm:pt>
    <dgm:pt modelId="{BA9ED323-C8C0-48D2-AB94-6FF14046ED01}" type="pres">
      <dgm:prSet presAssocID="{5E41D4FB-E772-4DAD-A765-C997AAE0B272}" presName="hierChild3" presStyleCnt="0"/>
      <dgm:spPr/>
    </dgm:pt>
    <dgm:pt modelId="{8CCA4A64-B5FE-4029-AE7F-615CB85F7BBF}" type="pres">
      <dgm:prSet presAssocID="{AD7D8B67-D2E4-4C38-B914-D9D607E25F07}" presName="Name19" presStyleLbl="parChTrans1D3" presStyleIdx="1" presStyleCnt="4"/>
      <dgm:spPr/>
    </dgm:pt>
    <dgm:pt modelId="{C15D9DA4-4F93-4CDC-9DBF-5D2B77295163}" type="pres">
      <dgm:prSet presAssocID="{58D2AFE7-5806-45F9-83AC-540191092D15}" presName="Name21" presStyleCnt="0"/>
      <dgm:spPr/>
    </dgm:pt>
    <dgm:pt modelId="{2C5A1DAA-C79E-4148-8246-206DA569BF2E}" type="pres">
      <dgm:prSet presAssocID="{58D2AFE7-5806-45F9-83AC-540191092D15}" presName="level2Shape" presStyleLbl="node3" presStyleIdx="1" presStyleCnt="4" custLinFactX="9505" custLinFactNeighborX="100000" custLinFactNeighborY="-92146"/>
      <dgm:spPr/>
    </dgm:pt>
    <dgm:pt modelId="{A28FD6A3-BA58-45E5-B63E-767D4C66AA77}" type="pres">
      <dgm:prSet presAssocID="{58D2AFE7-5806-45F9-83AC-540191092D15}" presName="hierChild3" presStyleCnt="0"/>
      <dgm:spPr/>
    </dgm:pt>
    <dgm:pt modelId="{C52F925D-6501-4F5F-9317-62C0FEFBC39C}" type="pres">
      <dgm:prSet presAssocID="{4D2EEDF6-D3ED-4268-B706-D76452134056}" presName="Name19" presStyleLbl="parChTrans1D4" presStyleIdx="1" presStyleCnt="7"/>
      <dgm:spPr/>
    </dgm:pt>
    <dgm:pt modelId="{77672370-A227-49FA-A8C0-2BF278137A99}" type="pres">
      <dgm:prSet presAssocID="{3D00DAA7-0925-4B6C-8328-8DF08D8EEF08}" presName="Name21" presStyleCnt="0"/>
      <dgm:spPr/>
    </dgm:pt>
    <dgm:pt modelId="{40B39BBA-BD2A-4361-BB0F-63C7E751BCC5}" type="pres">
      <dgm:prSet presAssocID="{3D00DAA7-0925-4B6C-8328-8DF08D8EEF08}" presName="level2Shape" presStyleLbl="node4" presStyleIdx="1" presStyleCnt="7" custLinFactY="200000" custLinFactNeighborX="90738" custLinFactNeighborY="227883"/>
      <dgm:spPr/>
    </dgm:pt>
    <dgm:pt modelId="{9AB78443-F2B5-46A3-8F2A-D993EAFEA847}" type="pres">
      <dgm:prSet presAssocID="{3D00DAA7-0925-4B6C-8328-8DF08D8EEF08}" presName="hierChild3" presStyleCnt="0"/>
      <dgm:spPr/>
    </dgm:pt>
    <dgm:pt modelId="{46960B8E-9A62-45DF-A367-C7CDC853EA61}" type="pres">
      <dgm:prSet presAssocID="{A855079C-B880-4C42-BA28-4BD558B32882}" presName="Name19" presStyleLbl="parChTrans1D2" presStyleIdx="1" presStyleCnt="2"/>
      <dgm:spPr/>
    </dgm:pt>
    <dgm:pt modelId="{7EC6F484-4FC9-4F49-A3B2-1C0499A977D9}" type="pres">
      <dgm:prSet presAssocID="{74256BAD-266A-4CC8-AB2C-91AB461545DA}" presName="Name21" presStyleCnt="0"/>
      <dgm:spPr/>
    </dgm:pt>
    <dgm:pt modelId="{95042E12-8CCF-4388-9B35-CD53921833CE}" type="pres">
      <dgm:prSet presAssocID="{74256BAD-266A-4CC8-AB2C-91AB461545DA}" presName="level2Shape" presStyleLbl="node2" presStyleIdx="1" presStyleCnt="2" custLinFactY="-10024" custLinFactNeighborX="-6866" custLinFactNeighborY="-100000"/>
      <dgm:spPr/>
    </dgm:pt>
    <dgm:pt modelId="{395F5D8E-D660-4F42-AF2E-7EB6315D2FF3}" type="pres">
      <dgm:prSet presAssocID="{74256BAD-266A-4CC8-AB2C-91AB461545DA}" presName="hierChild3" presStyleCnt="0"/>
      <dgm:spPr/>
    </dgm:pt>
    <dgm:pt modelId="{5C2DF7A6-263B-4E07-AB75-6E6FBC586177}" type="pres">
      <dgm:prSet presAssocID="{8E27D422-14B9-4327-970B-ABB2F6FF5814}" presName="Name19" presStyleLbl="parChTrans1D3" presStyleIdx="2" presStyleCnt="4"/>
      <dgm:spPr/>
    </dgm:pt>
    <dgm:pt modelId="{0FAFA093-D8CF-4BA2-B546-B0DADDD2890F}" type="pres">
      <dgm:prSet presAssocID="{01445E5D-C1FF-4826-B36F-702B11120BE9}" presName="Name21" presStyleCnt="0"/>
      <dgm:spPr/>
    </dgm:pt>
    <dgm:pt modelId="{5FC61207-4A2A-440D-98CE-4830D937B51C}" type="pres">
      <dgm:prSet presAssocID="{01445E5D-C1FF-4826-B36F-702B11120BE9}" presName="level2Shape" presStyleLbl="node3" presStyleIdx="2" presStyleCnt="4" custLinFactNeighborX="-35324" custLinFactNeighborY="44546"/>
      <dgm:spPr/>
    </dgm:pt>
    <dgm:pt modelId="{A849F46A-489C-4048-BC68-9080EB0B0746}" type="pres">
      <dgm:prSet presAssocID="{01445E5D-C1FF-4826-B36F-702B11120BE9}" presName="hierChild3" presStyleCnt="0"/>
      <dgm:spPr/>
    </dgm:pt>
    <dgm:pt modelId="{DA1084BA-1B2F-4754-B924-2FB442548B5D}" type="pres">
      <dgm:prSet presAssocID="{7EA47F47-089C-48D4-98D2-F4BA4D655F8D}" presName="Name19" presStyleLbl="parChTrans1D4" presStyleIdx="2" presStyleCnt="7"/>
      <dgm:spPr/>
    </dgm:pt>
    <dgm:pt modelId="{9C6C6FB1-6E19-4F03-B4DC-7EB1296B1660}" type="pres">
      <dgm:prSet presAssocID="{01BDF081-8E67-4107-890C-A7E5FE77EC6A}" presName="Name21" presStyleCnt="0"/>
      <dgm:spPr/>
    </dgm:pt>
    <dgm:pt modelId="{6840C3B2-5D87-4225-85F4-E416B2985A3C}" type="pres">
      <dgm:prSet presAssocID="{01BDF081-8E67-4107-890C-A7E5FE77EC6A}" presName="level2Shape" presStyleLbl="node4" presStyleIdx="2" presStyleCnt="7" custLinFactNeighborX="36623" custLinFactNeighborY="65086"/>
      <dgm:spPr/>
    </dgm:pt>
    <dgm:pt modelId="{BCE9AF34-C1C6-4F93-A30E-B279F8C4C868}" type="pres">
      <dgm:prSet presAssocID="{01BDF081-8E67-4107-890C-A7E5FE77EC6A}" presName="hierChild3" presStyleCnt="0"/>
      <dgm:spPr/>
    </dgm:pt>
    <dgm:pt modelId="{EE415BB9-C195-4C21-89E9-D3FF081D4B80}" type="pres">
      <dgm:prSet presAssocID="{50CB0577-EB1B-4487-8025-CB8E20D395FA}" presName="Name19" presStyleLbl="parChTrans1D4" presStyleIdx="3" presStyleCnt="7"/>
      <dgm:spPr/>
    </dgm:pt>
    <dgm:pt modelId="{2C0E88AE-2332-4431-84FE-768736C40342}" type="pres">
      <dgm:prSet presAssocID="{9119EAE5-33C1-4D76-A0B1-E22823E26883}" presName="Name21" presStyleCnt="0"/>
      <dgm:spPr/>
    </dgm:pt>
    <dgm:pt modelId="{707C0A76-6FE3-4E77-A531-554F3BBE9BA5}" type="pres">
      <dgm:prSet presAssocID="{9119EAE5-33C1-4D76-A0B1-E22823E26883}" presName="level2Shape" presStyleLbl="node4" presStyleIdx="3" presStyleCnt="7" custLinFactY="2231" custLinFactNeighborX="95963" custLinFactNeighborY="100000"/>
      <dgm:spPr/>
    </dgm:pt>
    <dgm:pt modelId="{37253C7D-54DD-4B9B-9913-2AF92D326F6C}" type="pres">
      <dgm:prSet presAssocID="{9119EAE5-33C1-4D76-A0B1-E22823E26883}" presName="hierChild3" presStyleCnt="0"/>
      <dgm:spPr/>
    </dgm:pt>
    <dgm:pt modelId="{AD4C6D5B-7303-48D1-8301-CFB4223FBCFC}" type="pres">
      <dgm:prSet presAssocID="{93A9395F-6431-4255-95E5-E14E97649BEA}" presName="Name19" presStyleLbl="parChTrans1D4" presStyleIdx="4" presStyleCnt="7"/>
      <dgm:spPr/>
    </dgm:pt>
    <dgm:pt modelId="{912D42F5-9399-43C7-A108-7B99E5C4E3F6}" type="pres">
      <dgm:prSet presAssocID="{8222CD75-B8DE-4FF4-83D9-659A303EB3FD}" presName="Name21" presStyleCnt="0"/>
      <dgm:spPr/>
    </dgm:pt>
    <dgm:pt modelId="{28FD5245-0C52-4DBE-BF63-3C8C182EFF46}" type="pres">
      <dgm:prSet presAssocID="{8222CD75-B8DE-4FF4-83D9-659A303EB3FD}" presName="level2Shape" presStyleLbl="node4" presStyleIdx="4" presStyleCnt="7" custLinFactY="2945" custLinFactNeighborX="-12657" custLinFactNeighborY="100000"/>
      <dgm:spPr/>
    </dgm:pt>
    <dgm:pt modelId="{0BA6325D-D9A8-4896-AAF9-96E47DDC7E31}" type="pres">
      <dgm:prSet presAssocID="{8222CD75-B8DE-4FF4-83D9-659A303EB3FD}" presName="hierChild3" presStyleCnt="0"/>
      <dgm:spPr/>
    </dgm:pt>
    <dgm:pt modelId="{0DA9EA46-F4FE-4F5D-9CF8-FB928EB40209}" type="pres">
      <dgm:prSet presAssocID="{99D770DA-02B4-47CD-8BE9-C7E088544B3B}" presName="Name19" presStyleLbl="parChTrans1D4" presStyleIdx="5" presStyleCnt="7"/>
      <dgm:spPr/>
    </dgm:pt>
    <dgm:pt modelId="{A4666B76-1158-4FAE-B6C4-C3777F3A8693}" type="pres">
      <dgm:prSet presAssocID="{FFEF0BD1-DE03-46A7-BCD7-F342D814618C}" presName="Name21" presStyleCnt="0"/>
      <dgm:spPr/>
    </dgm:pt>
    <dgm:pt modelId="{B3D2AA17-CE6B-4E27-A74E-FFC066F4CF34}" type="pres">
      <dgm:prSet presAssocID="{FFEF0BD1-DE03-46A7-BCD7-F342D814618C}" presName="level2Shape" presStyleLbl="node4" presStyleIdx="5" presStyleCnt="7" custLinFactNeighborX="7912" custLinFactNeighborY="66244"/>
      <dgm:spPr/>
    </dgm:pt>
    <dgm:pt modelId="{F565CB1F-4231-40FA-AC61-D7BBE37FB103}" type="pres">
      <dgm:prSet presAssocID="{FFEF0BD1-DE03-46A7-BCD7-F342D814618C}" presName="hierChild3" presStyleCnt="0"/>
      <dgm:spPr/>
    </dgm:pt>
    <dgm:pt modelId="{0278B013-9324-47DF-9D28-A95B9CA62026}" type="pres">
      <dgm:prSet presAssocID="{F9805257-0022-4A1B-AF62-A76E0B91BCF8}" presName="Name19" presStyleLbl="parChTrans1D4" presStyleIdx="6" presStyleCnt="7"/>
      <dgm:spPr/>
    </dgm:pt>
    <dgm:pt modelId="{D2CA6358-107F-470C-83EC-52AF779D2BB5}" type="pres">
      <dgm:prSet presAssocID="{2D4DCCBE-9620-4F30-8A8B-BB79274B8865}" presName="Name21" presStyleCnt="0"/>
      <dgm:spPr/>
    </dgm:pt>
    <dgm:pt modelId="{3C4BC45F-3F8A-4D19-BE0D-942C9E4C8681}" type="pres">
      <dgm:prSet presAssocID="{2D4DCCBE-9620-4F30-8A8B-BB79274B8865}" presName="level2Shape" presStyleLbl="node4" presStyleIdx="6" presStyleCnt="7" custLinFactY="100000" custLinFactNeighborX="7424" custLinFactNeighborY="187882"/>
      <dgm:spPr/>
    </dgm:pt>
    <dgm:pt modelId="{00A1BF06-D963-4A21-A89A-DABD7402CDDE}" type="pres">
      <dgm:prSet presAssocID="{2D4DCCBE-9620-4F30-8A8B-BB79274B8865}" presName="hierChild3" presStyleCnt="0"/>
      <dgm:spPr/>
    </dgm:pt>
    <dgm:pt modelId="{4C79992A-C606-4B62-8A1E-12247D9EAA96}" type="pres">
      <dgm:prSet presAssocID="{92AB0AB2-5FF1-464F-BEBC-2A75A0E33C5A}" presName="Name19" presStyleLbl="parChTrans1D3" presStyleIdx="3" presStyleCnt="4"/>
      <dgm:spPr/>
    </dgm:pt>
    <dgm:pt modelId="{B61D4B4E-6A1F-41A7-977F-40FA54AB5400}" type="pres">
      <dgm:prSet presAssocID="{59820ADF-6E46-4B79-AF34-13382880D400}" presName="Name21" presStyleCnt="0"/>
      <dgm:spPr/>
    </dgm:pt>
    <dgm:pt modelId="{CF34A139-4DFF-43C5-9340-86913AFD9761}" type="pres">
      <dgm:prSet presAssocID="{59820ADF-6E46-4B79-AF34-13382880D400}" presName="level2Shape" presStyleLbl="node3" presStyleIdx="3" presStyleCnt="4" custLinFactNeighborX="13647" custLinFactNeighborY="44748"/>
      <dgm:spPr/>
    </dgm:pt>
    <dgm:pt modelId="{74577DCB-8BFB-47A4-B03F-C8C9D2463017}" type="pres">
      <dgm:prSet presAssocID="{59820ADF-6E46-4B79-AF34-13382880D400}" presName="hierChild3" presStyleCnt="0"/>
      <dgm:spPr/>
    </dgm:pt>
    <dgm:pt modelId="{A47E2295-280B-4EA7-BE44-3E078DD409F3}" type="pres">
      <dgm:prSet presAssocID="{FE7FE6A4-8117-43B9-90D1-0B85AAC753BB}" presName="bgShapesFlow" presStyleCnt="0"/>
      <dgm:spPr/>
    </dgm:pt>
    <dgm:pt modelId="{D7A06BC5-807F-4676-9806-D81D5F476A5A}" type="pres">
      <dgm:prSet presAssocID="{04973FD9-214F-40AC-851E-26DA5F98F15B}" presName="rectComp" presStyleCnt="0"/>
      <dgm:spPr/>
    </dgm:pt>
    <dgm:pt modelId="{156E32D0-8CC0-4AE1-8DD6-32998318CE52}" type="pres">
      <dgm:prSet presAssocID="{04973FD9-214F-40AC-851E-26DA5F98F15B}" presName="bgRect" presStyleLbl="bgShp" presStyleIdx="0" presStyleCnt="7" custScaleX="71493" custScaleY="80409" custLinFactNeighborX="-14028" custLinFactNeighborY="-98596"/>
      <dgm:spPr/>
    </dgm:pt>
    <dgm:pt modelId="{70DDCD3E-B28F-4C58-91EB-C2DB2E7B5FF4}" type="pres">
      <dgm:prSet presAssocID="{04973FD9-214F-40AC-851E-26DA5F98F15B}" presName="bgRectTx" presStyleLbl="bgShp" presStyleIdx="0" presStyleCnt="7">
        <dgm:presLayoutVars>
          <dgm:bulletEnabled val="1"/>
        </dgm:presLayoutVars>
      </dgm:prSet>
      <dgm:spPr/>
    </dgm:pt>
    <dgm:pt modelId="{146E611E-AA91-4D8D-8F1B-7188D64F3742}" type="pres">
      <dgm:prSet presAssocID="{04973FD9-214F-40AC-851E-26DA5F98F15B}" presName="spComp" presStyleCnt="0"/>
      <dgm:spPr/>
    </dgm:pt>
    <dgm:pt modelId="{35214CB5-7829-4C95-9236-A32E89D1C8DA}" type="pres">
      <dgm:prSet presAssocID="{04973FD9-214F-40AC-851E-26DA5F98F15B}" presName="vSp" presStyleCnt="0"/>
      <dgm:spPr/>
    </dgm:pt>
    <dgm:pt modelId="{C7226AB9-074B-4E33-BCCE-FE0A299610F5}" type="pres">
      <dgm:prSet presAssocID="{7C221074-8432-4495-9265-D4081B985FF4}" presName="rectComp" presStyleCnt="0"/>
      <dgm:spPr/>
    </dgm:pt>
    <dgm:pt modelId="{536E6ADF-DBCB-4523-8755-486866041264}" type="pres">
      <dgm:prSet presAssocID="{7C221074-8432-4495-9265-D4081B985FF4}" presName="bgRect" presStyleLbl="bgShp" presStyleIdx="1" presStyleCnt="7" custScaleX="88103" custScaleY="79762" custLinFactNeighborX="-5949" custLinFactNeighborY="-63533"/>
      <dgm:spPr/>
    </dgm:pt>
    <dgm:pt modelId="{E4E2DCA5-7264-4C93-BDBB-E9AFD3EB6C80}" type="pres">
      <dgm:prSet presAssocID="{7C221074-8432-4495-9265-D4081B985FF4}" presName="bgRectTx" presStyleLbl="bgShp" presStyleIdx="1" presStyleCnt="7">
        <dgm:presLayoutVars>
          <dgm:bulletEnabled val="1"/>
        </dgm:presLayoutVars>
      </dgm:prSet>
      <dgm:spPr/>
    </dgm:pt>
    <dgm:pt modelId="{A4FD5418-EBAC-4A26-A742-6BAF10252083}" type="pres">
      <dgm:prSet presAssocID="{7C221074-8432-4495-9265-D4081B985FF4}" presName="spComp" presStyleCnt="0"/>
      <dgm:spPr/>
    </dgm:pt>
    <dgm:pt modelId="{8DEFDA1C-CF45-4699-8D4A-EA4F1B62CCBD}" type="pres">
      <dgm:prSet presAssocID="{7C221074-8432-4495-9265-D4081B985FF4}" presName="vSp" presStyleCnt="0"/>
      <dgm:spPr/>
    </dgm:pt>
    <dgm:pt modelId="{2B0666B1-3359-49EB-83CB-F0E2398717CE}" type="pres">
      <dgm:prSet presAssocID="{8D866D95-34AC-4176-859E-E36C00CD1333}" presName="rectComp" presStyleCnt="0"/>
      <dgm:spPr/>
    </dgm:pt>
    <dgm:pt modelId="{F8734ED9-20F3-483E-8F20-A990831FDD1E}" type="pres">
      <dgm:prSet presAssocID="{8D866D95-34AC-4176-859E-E36C00CD1333}" presName="bgRect" presStyleLbl="bgShp" presStyleIdx="2" presStyleCnt="7" custScaleX="62748" custScaleY="81233" custLinFactNeighborX="-18551" custLinFactNeighborY="-29949"/>
      <dgm:spPr/>
    </dgm:pt>
    <dgm:pt modelId="{48752855-2AB0-4577-87A3-2446E082AB8E}" type="pres">
      <dgm:prSet presAssocID="{8D866D95-34AC-4176-859E-E36C00CD1333}" presName="bgRectTx" presStyleLbl="bgShp" presStyleIdx="2" presStyleCnt="7">
        <dgm:presLayoutVars>
          <dgm:bulletEnabled val="1"/>
        </dgm:presLayoutVars>
      </dgm:prSet>
      <dgm:spPr/>
    </dgm:pt>
    <dgm:pt modelId="{496F9702-9CFE-4D63-A809-1CAFE97750A9}" type="pres">
      <dgm:prSet presAssocID="{8D866D95-34AC-4176-859E-E36C00CD1333}" presName="spComp" presStyleCnt="0"/>
      <dgm:spPr/>
    </dgm:pt>
    <dgm:pt modelId="{16121134-55C9-4CEE-8D64-70EDD1AB059B}" type="pres">
      <dgm:prSet presAssocID="{8D866D95-34AC-4176-859E-E36C00CD1333}" presName="vSp" presStyleCnt="0"/>
      <dgm:spPr/>
    </dgm:pt>
    <dgm:pt modelId="{3814511D-112B-48C1-A61B-CC13C2BD530C}" type="pres">
      <dgm:prSet presAssocID="{07228677-CBAC-4E0A-85AB-949C0613B646}" presName="rectComp" presStyleCnt="0"/>
      <dgm:spPr/>
    </dgm:pt>
    <dgm:pt modelId="{DCEE6199-1ADD-4A78-866D-D9B5DF369132}" type="pres">
      <dgm:prSet presAssocID="{07228677-CBAC-4E0A-85AB-949C0613B646}" presName="bgRect" presStyleLbl="bgShp" presStyleIdx="3" presStyleCnt="7" custScaleX="99446" custScaleY="80070" custLinFactNeighborX="-335" custLinFactNeighborY="-9470"/>
      <dgm:spPr/>
    </dgm:pt>
    <dgm:pt modelId="{DFE0812D-A475-4073-BFB7-4416741B3DFE}" type="pres">
      <dgm:prSet presAssocID="{07228677-CBAC-4E0A-85AB-949C0613B646}" presName="bgRectTx" presStyleLbl="bgShp" presStyleIdx="3" presStyleCnt="7">
        <dgm:presLayoutVars>
          <dgm:bulletEnabled val="1"/>
        </dgm:presLayoutVars>
      </dgm:prSet>
      <dgm:spPr/>
    </dgm:pt>
    <dgm:pt modelId="{59CC16AB-0064-40E3-99A0-C439F24F91BF}" type="pres">
      <dgm:prSet presAssocID="{07228677-CBAC-4E0A-85AB-949C0613B646}" presName="spComp" presStyleCnt="0"/>
      <dgm:spPr/>
    </dgm:pt>
    <dgm:pt modelId="{1A1F3072-9CD7-4E28-9697-28B73219F547}" type="pres">
      <dgm:prSet presAssocID="{07228677-CBAC-4E0A-85AB-949C0613B646}" presName="vSp" presStyleCnt="0"/>
      <dgm:spPr/>
    </dgm:pt>
    <dgm:pt modelId="{58728103-A2FB-448B-84D7-75E97DC7DD8C}" type="pres">
      <dgm:prSet presAssocID="{1BB5944B-594A-4F91-9DCB-D5F6CAB178BB}" presName="rectComp" presStyleCnt="0"/>
      <dgm:spPr/>
    </dgm:pt>
    <dgm:pt modelId="{DD9DC20C-8F97-404A-8DDE-A16E98626F83}" type="pres">
      <dgm:prSet presAssocID="{1BB5944B-594A-4F91-9DCB-D5F6CAB178BB}" presName="bgRect" presStyleLbl="bgShp" presStyleIdx="4" presStyleCnt="7" custScaleX="91919" custScaleY="79368" custLinFactNeighborX="-3907" custLinFactNeighborY="27962"/>
      <dgm:spPr/>
    </dgm:pt>
    <dgm:pt modelId="{5F10ECC8-60D2-405D-B11A-0F039F29B562}" type="pres">
      <dgm:prSet presAssocID="{1BB5944B-594A-4F91-9DCB-D5F6CAB178BB}" presName="bgRectTx" presStyleLbl="bgShp" presStyleIdx="4" presStyleCnt="7">
        <dgm:presLayoutVars>
          <dgm:bulletEnabled val="1"/>
        </dgm:presLayoutVars>
      </dgm:prSet>
      <dgm:spPr/>
    </dgm:pt>
    <dgm:pt modelId="{8F186A17-9E0B-4398-94ED-2CEABA11E814}" type="pres">
      <dgm:prSet presAssocID="{1BB5944B-594A-4F91-9DCB-D5F6CAB178BB}" presName="spComp" presStyleCnt="0"/>
      <dgm:spPr/>
    </dgm:pt>
    <dgm:pt modelId="{FB10F68A-FB72-4E73-B317-2CE7B2CA2969}" type="pres">
      <dgm:prSet presAssocID="{1BB5944B-594A-4F91-9DCB-D5F6CAB178BB}" presName="vSp" presStyleCnt="0"/>
      <dgm:spPr/>
    </dgm:pt>
    <dgm:pt modelId="{7F2F68F6-BC16-4055-890C-EECC63CFDD35}" type="pres">
      <dgm:prSet presAssocID="{B80F084E-D124-4826-A0C6-258D89AAE631}" presName="rectComp" presStyleCnt="0"/>
      <dgm:spPr/>
    </dgm:pt>
    <dgm:pt modelId="{5EEA09CC-BF85-49BA-8B7D-612CB16A36AA}" type="pres">
      <dgm:prSet presAssocID="{B80F084E-D124-4826-A0C6-258D89AAE631}" presName="bgRect" presStyleLbl="bgShp" presStyleIdx="5" presStyleCnt="7" custScaleX="79800" custScaleY="83532" custLinFactNeighborX="-9979" custLinFactNeighborY="76282"/>
      <dgm:spPr/>
    </dgm:pt>
    <dgm:pt modelId="{CE246169-7F81-456A-A320-6C57E6A752BC}" type="pres">
      <dgm:prSet presAssocID="{B80F084E-D124-4826-A0C6-258D89AAE631}" presName="bgRectTx" presStyleLbl="bgShp" presStyleIdx="5" presStyleCnt="7">
        <dgm:presLayoutVars>
          <dgm:bulletEnabled val="1"/>
        </dgm:presLayoutVars>
      </dgm:prSet>
      <dgm:spPr/>
    </dgm:pt>
    <dgm:pt modelId="{A1FC8FC5-9843-43B2-B2B9-0FCFCA14AE78}" type="pres">
      <dgm:prSet presAssocID="{B80F084E-D124-4826-A0C6-258D89AAE631}" presName="spComp" presStyleCnt="0"/>
      <dgm:spPr/>
    </dgm:pt>
    <dgm:pt modelId="{AB322274-CBCC-40B9-982B-3B627BAB1021}" type="pres">
      <dgm:prSet presAssocID="{B80F084E-D124-4826-A0C6-258D89AAE631}" presName="vSp" presStyleCnt="0"/>
      <dgm:spPr/>
    </dgm:pt>
    <dgm:pt modelId="{081769F7-7EF2-499D-9E86-54C7586BAD8A}" type="pres">
      <dgm:prSet presAssocID="{FDBED823-8EA8-4C6E-82BD-60EB46979322}" presName="rectComp" presStyleCnt="0"/>
      <dgm:spPr/>
    </dgm:pt>
    <dgm:pt modelId="{563B9418-6F6D-4E5C-96AA-E60A8EC5A639}" type="pres">
      <dgm:prSet presAssocID="{FDBED823-8EA8-4C6E-82BD-60EB46979322}" presName="bgRect" presStyleLbl="bgShp" presStyleIdx="6" presStyleCnt="7" custScaleX="94918" custScaleY="83532" custLinFactY="28386" custLinFactNeighborX="-1821" custLinFactNeighborY="100000"/>
      <dgm:spPr/>
    </dgm:pt>
    <dgm:pt modelId="{4308EC4F-D6A7-4BB1-A008-0E1067F2E91E}" type="pres">
      <dgm:prSet presAssocID="{FDBED823-8EA8-4C6E-82BD-60EB46979322}" presName="bgRectTx" presStyleLbl="bgShp" presStyleIdx="6" presStyleCnt="7">
        <dgm:presLayoutVars>
          <dgm:bulletEnabled val="1"/>
        </dgm:presLayoutVars>
      </dgm:prSet>
      <dgm:spPr/>
    </dgm:pt>
  </dgm:ptLst>
  <dgm:cxnLst>
    <dgm:cxn modelId="{34163800-A803-4C08-805B-87591A186C23}" type="presOf" srcId="{04973FD9-214F-40AC-851E-26DA5F98F15B}" destId="{70DDCD3E-B28F-4C58-91EB-C2DB2E7B5FF4}" srcOrd="1" destOrd="0" presId="urn:microsoft.com/office/officeart/2005/8/layout/hierarchy6"/>
    <dgm:cxn modelId="{6A9A7502-CACF-4B24-AE2F-BC38BB931871}" type="presOf" srcId="{64DEEF0E-2F92-4AE5-910C-1F76C7C867E3}" destId="{864E67FD-D278-4324-B3DD-3192925F8EA2}" srcOrd="0" destOrd="0" presId="urn:microsoft.com/office/officeart/2005/8/layout/hierarchy6"/>
    <dgm:cxn modelId="{1278E503-800D-4D3F-8603-8F162FD8B15D}" type="presOf" srcId="{5E41D4FB-E772-4DAD-A765-C997AAE0B272}" destId="{6D2C9021-8D08-4C1D-9B77-E0357AF4E696}" srcOrd="0" destOrd="0" presId="urn:microsoft.com/office/officeart/2005/8/layout/hierarchy6"/>
    <dgm:cxn modelId="{1B33F506-B2D6-4B96-8DAA-B559732E4A5D}" type="presOf" srcId="{FDBED823-8EA8-4C6E-82BD-60EB46979322}" destId="{4308EC4F-D6A7-4BB1-A008-0E1067F2E91E}" srcOrd="1" destOrd="0" presId="urn:microsoft.com/office/officeart/2005/8/layout/hierarchy6"/>
    <dgm:cxn modelId="{A372B608-2301-4A15-8CC2-8D607C950D6F}" srcId="{FE7FE6A4-8117-43B9-90D1-0B85AAC753BB}" destId="{7C221074-8432-4495-9265-D4081B985FF4}" srcOrd="2" destOrd="0" parTransId="{9809763D-625C-4092-BC08-FF959B878294}" sibTransId="{4FC10E7E-A4B8-4DE2-8ABB-8AFDC0227B5E}"/>
    <dgm:cxn modelId="{69C5D708-9374-49A2-9F8E-0595C57D7E70}" type="presOf" srcId="{0C67B769-21FC-41AF-AB02-DD1A7162C883}" destId="{EB813CA5-BA49-4650-8EEE-8C471294A6E4}" srcOrd="0" destOrd="0" presId="urn:microsoft.com/office/officeart/2005/8/layout/hierarchy6"/>
    <dgm:cxn modelId="{C865320B-EDCC-4F8B-88F6-7AEC25C3387E}" type="presOf" srcId="{01445E5D-C1FF-4826-B36F-702B11120BE9}" destId="{5FC61207-4A2A-440D-98CE-4830D937B51C}" srcOrd="0" destOrd="0" presId="urn:microsoft.com/office/officeart/2005/8/layout/hierarchy6"/>
    <dgm:cxn modelId="{E2738D0E-A969-44D4-8710-DD81283C2884}" type="presOf" srcId="{07228677-CBAC-4E0A-85AB-949C0613B646}" destId="{DCEE6199-1ADD-4A78-866D-D9B5DF369132}" srcOrd="0" destOrd="0" presId="urn:microsoft.com/office/officeart/2005/8/layout/hierarchy6"/>
    <dgm:cxn modelId="{FF735711-D17F-42E3-99D7-9C8C25130A2C}" type="presOf" srcId="{7C221074-8432-4495-9265-D4081B985FF4}" destId="{E4E2DCA5-7264-4C93-BDBB-E9AFD3EB6C80}" srcOrd="1" destOrd="0" presId="urn:microsoft.com/office/officeart/2005/8/layout/hierarchy6"/>
    <dgm:cxn modelId="{1CF82118-49E2-4966-9154-A9D9846FCE0C}" type="presOf" srcId="{7C221074-8432-4495-9265-D4081B985FF4}" destId="{536E6ADF-DBCB-4523-8755-486866041264}" srcOrd="0" destOrd="0" presId="urn:microsoft.com/office/officeart/2005/8/layout/hierarchy6"/>
    <dgm:cxn modelId="{CDDD561A-4FB1-44DF-8C2F-2D2DA4F8E756}" type="presOf" srcId="{92AB0AB2-5FF1-464F-BEBC-2A75A0E33C5A}" destId="{4C79992A-C606-4B62-8A1E-12247D9EAA96}" srcOrd="0" destOrd="0" presId="urn:microsoft.com/office/officeart/2005/8/layout/hierarchy6"/>
    <dgm:cxn modelId="{E647591B-98F0-4F41-8CCC-96E0F880A421}" type="presOf" srcId="{B80F084E-D124-4826-A0C6-258D89AAE631}" destId="{5EEA09CC-BF85-49BA-8B7D-612CB16A36AA}" srcOrd="0" destOrd="0" presId="urn:microsoft.com/office/officeart/2005/8/layout/hierarchy6"/>
    <dgm:cxn modelId="{CE760227-3C5C-4BCD-886A-B5B0B599C97D}" srcId="{FE7FE6A4-8117-43B9-90D1-0B85AAC753BB}" destId="{FDBED823-8EA8-4C6E-82BD-60EB46979322}" srcOrd="7" destOrd="0" parTransId="{A74B6153-70A2-4491-9C12-95274C649219}" sibTransId="{C375C334-A12D-47C8-BAE9-F419DF910CCD}"/>
    <dgm:cxn modelId="{818BCE2C-F6B4-42CA-ABA2-DC68E13C7E04}" type="presOf" srcId="{4D2EEDF6-D3ED-4268-B706-D76452134056}" destId="{C52F925D-6501-4F5F-9317-62C0FEFBC39C}" srcOrd="0" destOrd="0" presId="urn:microsoft.com/office/officeart/2005/8/layout/hierarchy6"/>
    <dgm:cxn modelId="{A4D66E2D-28F5-49AC-923A-9FC35546F6AA}" srcId="{FE7FE6A4-8117-43B9-90D1-0B85AAC753BB}" destId="{0C67B769-21FC-41AF-AB02-DD1A7162C883}" srcOrd="0" destOrd="0" parTransId="{3663E0D0-282B-425C-A620-08467FF3B0F5}" sibTransId="{DE83CD5C-6A94-4452-B0CB-D1174F184192}"/>
    <dgm:cxn modelId="{D59E1930-48BC-45F0-984D-97AFD4CDB83D}" type="presOf" srcId="{8D866D95-34AC-4176-859E-E36C00CD1333}" destId="{48752855-2AB0-4577-87A3-2446E082AB8E}" srcOrd="1" destOrd="0" presId="urn:microsoft.com/office/officeart/2005/8/layout/hierarchy6"/>
    <dgm:cxn modelId="{48C22835-2A54-4E0E-8900-E35038142D1E}" type="presOf" srcId="{8E27D422-14B9-4327-970B-ABB2F6FF5814}" destId="{5C2DF7A6-263B-4E07-AB75-6E6FBC586177}" srcOrd="0" destOrd="0" presId="urn:microsoft.com/office/officeart/2005/8/layout/hierarchy6"/>
    <dgm:cxn modelId="{1816633D-7353-4197-B973-12FE91B3DF6C}" srcId="{01445E5D-C1FF-4826-B36F-702B11120BE9}" destId="{FFEF0BD1-DE03-46A7-BCD7-F342D814618C}" srcOrd="1" destOrd="0" parTransId="{99D770DA-02B4-47CD-8BE9-C7E088544B3B}" sibTransId="{76CB08BF-DBDA-4E56-8EE6-D5FEA9ACB642}"/>
    <dgm:cxn modelId="{EDBCFC41-735B-4EAC-A558-195E1079EF4B}" type="presOf" srcId="{B80F084E-D124-4826-A0C6-258D89AAE631}" destId="{CE246169-7F81-456A-A320-6C57E6A752BC}" srcOrd="1" destOrd="0" presId="urn:microsoft.com/office/officeart/2005/8/layout/hierarchy6"/>
    <dgm:cxn modelId="{45141A62-487A-4C0D-8477-65A564CC179D}" srcId="{58D2AFE7-5806-45F9-83AC-540191092D15}" destId="{3D00DAA7-0925-4B6C-8328-8DF08D8EEF08}" srcOrd="0" destOrd="0" parTransId="{4D2EEDF6-D3ED-4268-B706-D76452134056}" sibTransId="{30646829-9F0F-42A0-B3BF-35525CED9AD9}"/>
    <dgm:cxn modelId="{31C4A663-90E0-4EC8-BF38-8EE6F5799287}" srcId="{FE7FE6A4-8117-43B9-90D1-0B85AAC753BB}" destId="{04973FD9-214F-40AC-851E-26DA5F98F15B}" srcOrd="1" destOrd="0" parTransId="{1DB7E9A5-42ED-4EFE-B59A-BE9AB5445392}" sibTransId="{15D29F06-DB74-42F4-948A-8FB4CD003C61}"/>
    <dgm:cxn modelId="{0676C963-9187-4136-90B4-A5EB9153FE1B}" srcId="{64DEEF0E-2F92-4AE5-910C-1F76C7C867E3}" destId="{5E41D4FB-E772-4DAD-A765-C997AAE0B272}" srcOrd="0" destOrd="0" parTransId="{4D50F03D-49F3-4A8E-AAFD-8B412DC06677}" sibTransId="{2A430B2C-3955-4132-856C-EC280BB75610}"/>
    <dgm:cxn modelId="{5C397F65-BC20-4F7E-8B2F-CD1BAA29F5BD}" type="presOf" srcId="{1BB5944B-594A-4F91-9DCB-D5F6CAB178BB}" destId="{5F10ECC8-60D2-405D-B11A-0F039F29B562}" srcOrd="1" destOrd="0" presId="urn:microsoft.com/office/officeart/2005/8/layout/hierarchy6"/>
    <dgm:cxn modelId="{10D0DF65-D9EC-4757-848D-D2FC1FF0D22E}" type="presOf" srcId="{07228677-CBAC-4E0A-85AB-949C0613B646}" destId="{DFE0812D-A475-4073-BFB7-4416741B3DFE}" srcOrd="1" destOrd="0" presId="urn:microsoft.com/office/officeart/2005/8/layout/hierarchy6"/>
    <dgm:cxn modelId="{42912848-D270-42A7-B33B-39ED49B5EFE4}" srcId="{FE7FE6A4-8117-43B9-90D1-0B85AAC753BB}" destId="{07228677-CBAC-4E0A-85AB-949C0613B646}" srcOrd="4" destOrd="0" parTransId="{7F7AABC5-0B26-41FE-B7C8-8520A6A9E74D}" sibTransId="{EFABE055-D8DD-416F-B9EE-024502E0F143}"/>
    <dgm:cxn modelId="{FB42D569-C31A-4731-9428-7413400984C5}" type="presOf" srcId="{F9805257-0022-4A1B-AF62-A76E0B91BCF8}" destId="{0278B013-9324-47DF-9D28-A95B9CA62026}" srcOrd="0" destOrd="0" presId="urn:microsoft.com/office/officeart/2005/8/layout/hierarchy6"/>
    <dgm:cxn modelId="{C051A86A-58E7-4C46-923C-4444BF2D7DBE}" type="presOf" srcId="{7EA47F47-089C-48D4-98D2-F4BA4D655F8D}" destId="{DA1084BA-1B2F-4754-B924-2FB442548B5D}" srcOrd="0" destOrd="0" presId="urn:microsoft.com/office/officeart/2005/8/layout/hierarchy6"/>
    <dgm:cxn modelId="{B1761B4B-1873-4A30-A7AF-DDC5E978CCE2}" srcId="{74256BAD-266A-4CC8-AB2C-91AB461545DA}" destId="{01445E5D-C1FF-4826-B36F-702B11120BE9}" srcOrd="0" destOrd="0" parTransId="{8E27D422-14B9-4327-970B-ABB2F6FF5814}" sibTransId="{E420230D-24AC-4C04-B0BF-E421021ADFAC}"/>
    <dgm:cxn modelId="{A67AD14C-C3C3-495C-96EE-65B24511CA97}" type="presOf" srcId="{93A9395F-6431-4255-95E5-E14E97649BEA}" destId="{AD4C6D5B-7303-48D1-8301-CFB4223FBCFC}" srcOrd="0" destOrd="0" presId="urn:microsoft.com/office/officeart/2005/8/layout/hierarchy6"/>
    <dgm:cxn modelId="{991B8651-68CF-4FE9-8337-6D5CD6069555}" type="presOf" srcId="{8D866D95-34AC-4176-859E-E36C00CD1333}" destId="{F8734ED9-20F3-483E-8F20-A990831FDD1E}" srcOrd="0" destOrd="0" presId="urn:microsoft.com/office/officeart/2005/8/layout/hierarchy6"/>
    <dgm:cxn modelId="{CF86D671-0F0C-4396-B0D7-99F1270CABFD}" srcId="{9542541A-7C6C-4F9E-B50A-3C444DA191A7}" destId="{64DEEF0E-2F92-4AE5-910C-1F76C7C867E3}" srcOrd="0" destOrd="0" parTransId="{6CFEA9BB-F3EE-4BE6-ABC1-82B9CFC7EB90}" sibTransId="{71873F5F-4ED9-49BE-B7B4-7F37BD725C40}"/>
    <dgm:cxn modelId="{67B70153-1C52-4F29-B0B0-75D933F52A2F}" srcId="{FE7FE6A4-8117-43B9-90D1-0B85AAC753BB}" destId="{B80F084E-D124-4826-A0C6-258D89AAE631}" srcOrd="6" destOrd="0" parTransId="{86ED274D-28D4-4C42-B97E-C0A6B471165F}" sibTransId="{04C194A7-F5F3-40C2-8FFE-CFB3D07AD5B0}"/>
    <dgm:cxn modelId="{BA333374-E562-47F5-AE6C-B1FF330CFB3C}" type="presOf" srcId="{04973FD9-214F-40AC-851E-26DA5F98F15B}" destId="{156E32D0-8CC0-4AE1-8DD6-32998318CE52}" srcOrd="0" destOrd="0" presId="urn:microsoft.com/office/officeart/2005/8/layout/hierarchy6"/>
    <dgm:cxn modelId="{6AB89A75-1A33-4D0C-A088-E3A9DB7988A0}" type="presOf" srcId="{4D50F03D-49F3-4A8E-AAFD-8B412DC06677}" destId="{A4163CA2-8A07-4955-A94E-4D93F14849F1}" srcOrd="0" destOrd="0" presId="urn:microsoft.com/office/officeart/2005/8/layout/hierarchy6"/>
    <dgm:cxn modelId="{FFEA1957-DBC7-4558-90AB-4155F2771D8F}" type="presOf" srcId="{59820ADF-6E46-4B79-AF34-13382880D400}" destId="{CF34A139-4DFF-43C5-9340-86913AFD9761}" srcOrd="0" destOrd="0" presId="urn:microsoft.com/office/officeart/2005/8/layout/hierarchy6"/>
    <dgm:cxn modelId="{6A357259-15DE-423A-9AE0-1585720E5A19}" srcId="{74256BAD-266A-4CC8-AB2C-91AB461545DA}" destId="{59820ADF-6E46-4B79-AF34-13382880D400}" srcOrd="1" destOrd="0" parTransId="{92AB0AB2-5FF1-464F-BEBC-2A75A0E33C5A}" sibTransId="{9A0375D9-5451-4FB8-B699-FB08F572B593}"/>
    <dgm:cxn modelId="{3C7CBA86-BBC9-4505-8A7B-F4102E93B330}" srcId="{01445E5D-C1FF-4826-B36F-702B11120BE9}" destId="{01BDF081-8E67-4107-890C-A7E5FE77EC6A}" srcOrd="0" destOrd="0" parTransId="{7EA47F47-089C-48D4-98D2-F4BA4D655F8D}" sibTransId="{23160456-8526-4602-B83B-66A09B3DB1C8}"/>
    <dgm:cxn modelId="{EB2D578C-D335-433B-B89F-E8C4D444ECE9}" type="presOf" srcId="{FE7FE6A4-8117-43B9-90D1-0B85AAC753BB}" destId="{D48FEDA1-39E8-4DB8-BDA5-3758F018454C}" srcOrd="0" destOrd="0" presId="urn:microsoft.com/office/officeart/2005/8/layout/hierarchy6"/>
    <dgm:cxn modelId="{A1A7468D-F11D-4CEF-8B39-E17B51D0B860}" type="presOf" srcId="{58D2AFE7-5806-45F9-83AC-540191092D15}" destId="{2C5A1DAA-C79E-4148-8246-206DA569BF2E}" srcOrd="0" destOrd="0" presId="urn:microsoft.com/office/officeart/2005/8/layout/hierarchy6"/>
    <dgm:cxn modelId="{D7EC428F-CBE9-4210-9657-CD7B06F445C9}" type="presOf" srcId="{1BB5944B-594A-4F91-9DCB-D5F6CAB178BB}" destId="{DD9DC20C-8F97-404A-8DDE-A16E98626F83}" srcOrd="0" destOrd="0" presId="urn:microsoft.com/office/officeart/2005/8/layout/hierarchy6"/>
    <dgm:cxn modelId="{FBA6F28F-45AA-4CF3-ADF6-307EB266FAB4}" type="presOf" srcId="{6CFEA9BB-F3EE-4BE6-ABC1-82B9CFC7EB90}" destId="{CB215D7E-086F-4B40-BA75-334240DE7B8C}" srcOrd="0" destOrd="0" presId="urn:microsoft.com/office/officeart/2005/8/layout/hierarchy6"/>
    <dgm:cxn modelId="{4747AB94-A97F-40B9-BCA0-8D1AAB87CCE8}" type="presOf" srcId="{AD7D8B67-D2E4-4C38-B914-D9D607E25F07}" destId="{8CCA4A64-B5FE-4029-AE7F-615CB85F7BBF}" srcOrd="0" destOrd="0" presId="urn:microsoft.com/office/officeart/2005/8/layout/hierarchy6"/>
    <dgm:cxn modelId="{7C8F9595-B1E6-484C-9615-B90EBDDC118F}" type="presOf" srcId="{FDBED823-8EA8-4C6E-82BD-60EB46979322}" destId="{563B9418-6F6D-4E5C-96AA-E60A8EC5A639}" srcOrd="0" destOrd="0" presId="urn:microsoft.com/office/officeart/2005/8/layout/hierarchy6"/>
    <dgm:cxn modelId="{FBC3309B-2361-4DCB-8F14-036943470860}" srcId="{01BDF081-8E67-4107-890C-A7E5FE77EC6A}" destId="{9119EAE5-33C1-4D76-A0B1-E22823E26883}" srcOrd="0" destOrd="0" parTransId="{50CB0577-EB1B-4487-8025-CB8E20D395FA}" sibTransId="{61B0F3AC-D6D3-4696-AFDA-4CD23F3EB160}"/>
    <dgm:cxn modelId="{4A26FF9E-3291-4614-A841-0D36727DD6DC}" type="presOf" srcId="{99D770DA-02B4-47CD-8BE9-C7E088544B3B}" destId="{0DA9EA46-F4FE-4F5D-9CF8-FB928EB40209}" srcOrd="0" destOrd="0" presId="urn:microsoft.com/office/officeart/2005/8/layout/hierarchy6"/>
    <dgm:cxn modelId="{F2A2CFA1-A622-45BF-B5E5-B1DFED4C95AF}" type="presOf" srcId="{2D4DCCBE-9620-4F30-8A8B-BB79274B8865}" destId="{3C4BC45F-3F8A-4D19-BE0D-942C9E4C8681}" srcOrd="0" destOrd="0" presId="urn:microsoft.com/office/officeart/2005/8/layout/hierarchy6"/>
    <dgm:cxn modelId="{54A15DA3-958E-4680-8C77-CD0D16AFBB08}" srcId="{0C67B769-21FC-41AF-AB02-DD1A7162C883}" destId="{9542541A-7C6C-4F9E-B50A-3C444DA191A7}" srcOrd="0" destOrd="0" parTransId="{76DCCAB3-EF1D-41CB-BB83-BC5E55A4C10E}" sibTransId="{14F59463-1A7B-4196-92B3-93DF6B999E6B}"/>
    <dgm:cxn modelId="{69A427A4-8A38-46C1-9999-8196F3F37524}" type="presOf" srcId="{01BDF081-8E67-4107-890C-A7E5FE77EC6A}" destId="{6840C3B2-5D87-4225-85F4-E416B2985A3C}" srcOrd="0" destOrd="0" presId="urn:microsoft.com/office/officeart/2005/8/layout/hierarchy6"/>
    <dgm:cxn modelId="{555146AE-86A6-4F4D-8F84-215460061D33}" type="presOf" srcId="{FFEF0BD1-DE03-46A7-BCD7-F342D814618C}" destId="{B3D2AA17-CE6B-4E27-A74E-FFC066F4CF34}" srcOrd="0" destOrd="0" presId="urn:microsoft.com/office/officeart/2005/8/layout/hierarchy6"/>
    <dgm:cxn modelId="{7169BDB2-0594-4ED4-A019-F510BDA268A3}" type="presOf" srcId="{9542541A-7C6C-4F9E-B50A-3C444DA191A7}" destId="{22835467-09A0-4EB6-B841-0DA70FFAA9A2}" srcOrd="0" destOrd="0" presId="urn:microsoft.com/office/officeart/2005/8/layout/hierarchy6"/>
    <dgm:cxn modelId="{B05C6BB4-2266-43A3-A2A5-AC6DA85F5326}" srcId="{FE7FE6A4-8117-43B9-90D1-0B85AAC753BB}" destId="{1BB5944B-594A-4F91-9DCB-D5F6CAB178BB}" srcOrd="5" destOrd="0" parTransId="{04FC86D2-30B0-4324-BBBB-9044F28A1471}" sibTransId="{52FD02DB-BFC7-4B75-BA80-EACA6AFE4B1F}"/>
    <dgm:cxn modelId="{73C73FC0-C011-4091-89BD-0715ECD2710E}" type="presOf" srcId="{74256BAD-266A-4CC8-AB2C-91AB461545DA}" destId="{95042E12-8CCF-4388-9B35-CD53921833CE}" srcOrd="0" destOrd="0" presId="urn:microsoft.com/office/officeart/2005/8/layout/hierarchy6"/>
    <dgm:cxn modelId="{9420BAC7-FD3D-468B-9E66-4BD160BF72F6}" type="presOf" srcId="{A855079C-B880-4C42-BA28-4BD558B32882}" destId="{46960B8E-9A62-45DF-A367-C7CDC853EA61}" srcOrd="0" destOrd="0" presId="urn:microsoft.com/office/officeart/2005/8/layout/hierarchy6"/>
    <dgm:cxn modelId="{98447CCA-6975-4611-8D23-17A3FEB501FE}" type="presOf" srcId="{9119EAE5-33C1-4D76-A0B1-E22823E26883}" destId="{707C0A76-6FE3-4E77-A531-554F3BBE9BA5}" srcOrd="0" destOrd="0" presId="urn:microsoft.com/office/officeart/2005/8/layout/hierarchy6"/>
    <dgm:cxn modelId="{EFA33BDB-601C-4C09-B4D2-30E2A9044B9D}" type="presOf" srcId="{76DCCAB3-EF1D-41CB-BB83-BC5E55A4C10E}" destId="{9511BE71-26A8-4B1F-9389-B2DBA5C2D555}" srcOrd="0" destOrd="0" presId="urn:microsoft.com/office/officeart/2005/8/layout/hierarchy6"/>
    <dgm:cxn modelId="{718DEBDD-A5C1-4EB5-B4EA-67E3DE0AC10A}" type="presOf" srcId="{3D00DAA7-0925-4B6C-8328-8DF08D8EEF08}" destId="{40B39BBA-BD2A-4361-BB0F-63C7E751BCC5}" srcOrd="0" destOrd="0" presId="urn:microsoft.com/office/officeart/2005/8/layout/hierarchy6"/>
    <dgm:cxn modelId="{62CA9FE1-5F1F-4116-B9B2-F3CF6EF54224}" srcId="{0C67B769-21FC-41AF-AB02-DD1A7162C883}" destId="{74256BAD-266A-4CC8-AB2C-91AB461545DA}" srcOrd="1" destOrd="0" parTransId="{A855079C-B880-4C42-BA28-4BD558B32882}" sibTransId="{59A12C06-72BD-48DA-A1C9-8D66D55E5A88}"/>
    <dgm:cxn modelId="{5D4260E5-D044-456D-95B8-56FF168D72A8}" srcId="{01BDF081-8E67-4107-890C-A7E5FE77EC6A}" destId="{8222CD75-B8DE-4FF4-83D9-659A303EB3FD}" srcOrd="1" destOrd="0" parTransId="{93A9395F-6431-4255-95E5-E14E97649BEA}" sibTransId="{5F3F0332-B505-4005-9C46-9D147D13422B}"/>
    <dgm:cxn modelId="{DEB805E9-7570-4C4A-A813-A738EF277F95}" type="presOf" srcId="{8222CD75-B8DE-4FF4-83D9-659A303EB3FD}" destId="{28FD5245-0C52-4DBE-BF63-3C8C182EFF46}" srcOrd="0" destOrd="0" presId="urn:microsoft.com/office/officeart/2005/8/layout/hierarchy6"/>
    <dgm:cxn modelId="{ED9A68EB-88D3-4D0A-8A40-CA5CFF18255C}" type="presOf" srcId="{50CB0577-EB1B-4487-8025-CB8E20D395FA}" destId="{EE415BB9-C195-4C21-89E9-D3FF081D4B80}" srcOrd="0" destOrd="0" presId="urn:microsoft.com/office/officeart/2005/8/layout/hierarchy6"/>
    <dgm:cxn modelId="{133636ED-5AF0-48E9-9AAA-4FE373CBB12D}" srcId="{FFEF0BD1-DE03-46A7-BCD7-F342D814618C}" destId="{2D4DCCBE-9620-4F30-8A8B-BB79274B8865}" srcOrd="0" destOrd="0" parTransId="{F9805257-0022-4A1B-AF62-A76E0B91BCF8}" sibTransId="{C032BFCC-8566-4AF1-A8D7-300B40799AAF}"/>
    <dgm:cxn modelId="{F9BEFAF5-BAA0-4F43-966A-9DE45D74BD57}" srcId="{FE7FE6A4-8117-43B9-90D1-0B85AAC753BB}" destId="{8D866D95-34AC-4176-859E-E36C00CD1333}" srcOrd="3" destOrd="0" parTransId="{3BC99DE9-AA29-4946-85D0-EC26940F1B36}" sibTransId="{1BCCD251-2CA4-4788-894B-C015DECF7FEF}"/>
    <dgm:cxn modelId="{DDB443FF-3362-46E9-8ECA-F37F935E9B82}" srcId="{9542541A-7C6C-4F9E-B50A-3C444DA191A7}" destId="{58D2AFE7-5806-45F9-83AC-540191092D15}" srcOrd="1" destOrd="0" parTransId="{AD7D8B67-D2E4-4C38-B914-D9D607E25F07}" sibTransId="{BB6FF275-A90C-4196-806E-D080C69E6C66}"/>
    <dgm:cxn modelId="{05FE370B-925F-4CC8-AE2F-B46F603CB149}" type="presParOf" srcId="{D48FEDA1-39E8-4DB8-BDA5-3758F018454C}" destId="{7A9F0D0C-98BC-4391-AE24-E89ECFCD5844}" srcOrd="0" destOrd="0" presId="urn:microsoft.com/office/officeart/2005/8/layout/hierarchy6"/>
    <dgm:cxn modelId="{B9AD1846-6D23-4F38-8107-901A54F61BB0}" type="presParOf" srcId="{7A9F0D0C-98BC-4391-AE24-E89ECFCD5844}" destId="{5BA54E1B-8150-43BF-A653-39C60A560DA9}" srcOrd="0" destOrd="0" presId="urn:microsoft.com/office/officeart/2005/8/layout/hierarchy6"/>
    <dgm:cxn modelId="{1134BA64-19E8-479E-B053-646D87536E6A}" type="presParOf" srcId="{7A9F0D0C-98BC-4391-AE24-E89ECFCD5844}" destId="{BFF925FD-E33F-4356-A9E4-EE8024B5AE1E}" srcOrd="1" destOrd="0" presId="urn:microsoft.com/office/officeart/2005/8/layout/hierarchy6"/>
    <dgm:cxn modelId="{942AD0CD-8BEA-4538-AFE7-9C36956F99CE}" type="presParOf" srcId="{BFF925FD-E33F-4356-A9E4-EE8024B5AE1E}" destId="{BCBA9ACA-5547-4969-B60F-0F8F3B87E9BB}" srcOrd="0" destOrd="0" presId="urn:microsoft.com/office/officeart/2005/8/layout/hierarchy6"/>
    <dgm:cxn modelId="{023B4FB8-CD4B-4122-AF3D-44AE24B8ED6D}" type="presParOf" srcId="{BCBA9ACA-5547-4969-B60F-0F8F3B87E9BB}" destId="{EB813CA5-BA49-4650-8EEE-8C471294A6E4}" srcOrd="0" destOrd="0" presId="urn:microsoft.com/office/officeart/2005/8/layout/hierarchy6"/>
    <dgm:cxn modelId="{13F84406-F876-477F-95F6-6A72410A95FA}" type="presParOf" srcId="{BCBA9ACA-5547-4969-B60F-0F8F3B87E9BB}" destId="{6ED14B23-EED1-421D-95DF-C2E1C9222936}" srcOrd="1" destOrd="0" presId="urn:microsoft.com/office/officeart/2005/8/layout/hierarchy6"/>
    <dgm:cxn modelId="{25A3EC3F-8202-4238-B34B-47AB5E5C8DFF}" type="presParOf" srcId="{6ED14B23-EED1-421D-95DF-C2E1C9222936}" destId="{9511BE71-26A8-4B1F-9389-B2DBA5C2D555}" srcOrd="0" destOrd="0" presId="urn:microsoft.com/office/officeart/2005/8/layout/hierarchy6"/>
    <dgm:cxn modelId="{9B95602C-DB91-40A3-A47E-E681D612AC03}" type="presParOf" srcId="{6ED14B23-EED1-421D-95DF-C2E1C9222936}" destId="{960BABFF-D58E-4B7A-872F-EE2A6E9E9862}" srcOrd="1" destOrd="0" presId="urn:microsoft.com/office/officeart/2005/8/layout/hierarchy6"/>
    <dgm:cxn modelId="{D0965752-BDBE-4595-9054-B7145C7F743D}" type="presParOf" srcId="{960BABFF-D58E-4B7A-872F-EE2A6E9E9862}" destId="{22835467-09A0-4EB6-B841-0DA70FFAA9A2}" srcOrd="0" destOrd="0" presId="urn:microsoft.com/office/officeart/2005/8/layout/hierarchy6"/>
    <dgm:cxn modelId="{34B8366D-B8C6-42E5-A316-A484DBB8D1B1}" type="presParOf" srcId="{960BABFF-D58E-4B7A-872F-EE2A6E9E9862}" destId="{47B103EF-D8AA-4BD9-BD94-56B1530DA136}" srcOrd="1" destOrd="0" presId="urn:microsoft.com/office/officeart/2005/8/layout/hierarchy6"/>
    <dgm:cxn modelId="{5A38AEB3-F6A0-4E76-86AF-C0FD6A44D178}" type="presParOf" srcId="{47B103EF-D8AA-4BD9-BD94-56B1530DA136}" destId="{CB215D7E-086F-4B40-BA75-334240DE7B8C}" srcOrd="0" destOrd="0" presId="urn:microsoft.com/office/officeart/2005/8/layout/hierarchy6"/>
    <dgm:cxn modelId="{605A5AA3-7859-4533-A8A4-29A3DD9757CC}" type="presParOf" srcId="{47B103EF-D8AA-4BD9-BD94-56B1530DA136}" destId="{8680064A-2A33-45B7-A881-4813C8AA5BF3}" srcOrd="1" destOrd="0" presId="urn:microsoft.com/office/officeart/2005/8/layout/hierarchy6"/>
    <dgm:cxn modelId="{F24E4240-4D66-4655-B0F4-4BC2D9F2BCAA}" type="presParOf" srcId="{8680064A-2A33-45B7-A881-4813C8AA5BF3}" destId="{864E67FD-D278-4324-B3DD-3192925F8EA2}" srcOrd="0" destOrd="0" presId="urn:microsoft.com/office/officeart/2005/8/layout/hierarchy6"/>
    <dgm:cxn modelId="{477F96EB-5383-432F-874F-1BCADA1CF633}" type="presParOf" srcId="{8680064A-2A33-45B7-A881-4813C8AA5BF3}" destId="{43BE7114-0501-46D1-92E5-575A7007F789}" srcOrd="1" destOrd="0" presId="urn:microsoft.com/office/officeart/2005/8/layout/hierarchy6"/>
    <dgm:cxn modelId="{96235641-DA97-41C9-B01C-911D1889DF96}" type="presParOf" srcId="{43BE7114-0501-46D1-92E5-575A7007F789}" destId="{A4163CA2-8A07-4955-A94E-4D93F14849F1}" srcOrd="0" destOrd="0" presId="urn:microsoft.com/office/officeart/2005/8/layout/hierarchy6"/>
    <dgm:cxn modelId="{E9B12129-5F00-4732-9056-B79836E462B4}" type="presParOf" srcId="{43BE7114-0501-46D1-92E5-575A7007F789}" destId="{A34396B8-ADC5-47F1-8207-01D5CD9578BA}" srcOrd="1" destOrd="0" presId="urn:microsoft.com/office/officeart/2005/8/layout/hierarchy6"/>
    <dgm:cxn modelId="{5D84ECB0-9BB6-485F-8445-CE72A78ED4CD}" type="presParOf" srcId="{A34396B8-ADC5-47F1-8207-01D5CD9578BA}" destId="{6D2C9021-8D08-4C1D-9B77-E0357AF4E696}" srcOrd="0" destOrd="0" presId="urn:microsoft.com/office/officeart/2005/8/layout/hierarchy6"/>
    <dgm:cxn modelId="{5D1F56CB-8BF7-44DE-9D39-0DBB6E77B9CF}" type="presParOf" srcId="{A34396B8-ADC5-47F1-8207-01D5CD9578BA}" destId="{BA9ED323-C8C0-48D2-AB94-6FF14046ED01}" srcOrd="1" destOrd="0" presId="urn:microsoft.com/office/officeart/2005/8/layout/hierarchy6"/>
    <dgm:cxn modelId="{9F43C4F0-938D-416C-80E2-0D23B54939DA}" type="presParOf" srcId="{47B103EF-D8AA-4BD9-BD94-56B1530DA136}" destId="{8CCA4A64-B5FE-4029-AE7F-615CB85F7BBF}" srcOrd="2" destOrd="0" presId="urn:microsoft.com/office/officeart/2005/8/layout/hierarchy6"/>
    <dgm:cxn modelId="{A0595EBC-A5F0-46EA-AA83-994B945F52EC}" type="presParOf" srcId="{47B103EF-D8AA-4BD9-BD94-56B1530DA136}" destId="{C15D9DA4-4F93-4CDC-9DBF-5D2B77295163}" srcOrd="3" destOrd="0" presId="urn:microsoft.com/office/officeart/2005/8/layout/hierarchy6"/>
    <dgm:cxn modelId="{7499946F-EE81-4F57-A809-F9F68BEA4E25}" type="presParOf" srcId="{C15D9DA4-4F93-4CDC-9DBF-5D2B77295163}" destId="{2C5A1DAA-C79E-4148-8246-206DA569BF2E}" srcOrd="0" destOrd="0" presId="urn:microsoft.com/office/officeart/2005/8/layout/hierarchy6"/>
    <dgm:cxn modelId="{E46710F8-2DFB-47CC-B62F-18B40F91AA4C}" type="presParOf" srcId="{C15D9DA4-4F93-4CDC-9DBF-5D2B77295163}" destId="{A28FD6A3-BA58-45E5-B63E-767D4C66AA77}" srcOrd="1" destOrd="0" presId="urn:microsoft.com/office/officeart/2005/8/layout/hierarchy6"/>
    <dgm:cxn modelId="{C96A20D1-FF71-4C62-8119-401FF31F1032}" type="presParOf" srcId="{A28FD6A3-BA58-45E5-B63E-767D4C66AA77}" destId="{C52F925D-6501-4F5F-9317-62C0FEFBC39C}" srcOrd="0" destOrd="0" presId="urn:microsoft.com/office/officeart/2005/8/layout/hierarchy6"/>
    <dgm:cxn modelId="{C7C8F2C8-4220-4870-B0AD-3DB4A0F95FA5}" type="presParOf" srcId="{A28FD6A3-BA58-45E5-B63E-767D4C66AA77}" destId="{77672370-A227-49FA-A8C0-2BF278137A99}" srcOrd="1" destOrd="0" presId="urn:microsoft.com/office/officeart/2005/8/layout/hierarchy6"/>
    <dgm:cxn modelId="{BD8D8688-0FEC-4F5A-B487-48C57417BA8E}" type="presParOf" srcId="{77672370-A227-49FA-A8C0-2BF278137A99}" destId="{40B39BBA-BD2A-4361-BB0F-63C7E751BCC5}" srcOrd="0" destOrd="0" presId="urn:microsoft.com/office/officeart/2005/8/layout/hierarchy6"/>
    <dgm:cxn modelId="{588B77C5-8A21-4C0A-9536-648AB6248C23}" type="presParOf" srcId="{77672370-A227-49FA-A8C0-2BF278137A99}" destId="{9AB78443-F2B5-46A3-8F2A-D993EAFEA847}" srcOrd="1" destOrd="0" presId="urn:microsoft.com/office/officeart/2005/8/layout/hierarchy6"/>
    <dgm:cxn modelId="{FF2A5FF7-C20C-4036-A4CA-73AE97088B24}" type="presParOf" srcId="{6ED14B23-EED1-421D-95DF-C2E1C9222936}" destId="{46960B8E-9A62-45DF-A367-C7CDC853EA61}" srcOrd="2" destOrd="0" presId="urn:microsoft.com/office/officeart/2005/8/layout/hierarchy6"/>
    <dgm:cxn modelId="{CE0FF8CE-8602-44CE-961A-FA8C385589F1}" type="presParOf" srcId="{6ED14B23-EED1-421D-95DF-C2E1C9222936}" destId="{7EC6F484-4FC9-4F49-A3B2-1C0499A977D9}" srcOrd="3" destOrd="0" presId="urn:microsoft.com/office/officeart/2005/8/layout/hierarchy6"/>
    <dgm:cxn modelId="{BA7F2264-A95F-42DE-A405-BCE164A78631}" type="presParOf" srcId="{7EC6F484-4FC9-4F49-A3B2-1C0499A977D9}" destId="{95042E12-8CCF-4388-9B35-CD53921833CE}" srcOrd="0" destOrd="0" presId="urn:microsoft.com/office/officeart/2005/8/layout/hierarchy6"/>
    <dgm:cxn modelId="{73BC4492-9FB0-4D22-9777-2A8D421D2D2B}" type="presParOf" srcId="{7EC6F484-4FC9-4F49-A3B2-1C0499A977D9}" destId="{395F5D8E-D660-4F42-AF2E-7EB6315D2FF3}" srcOrd="1" destOrd="0" presId="urn:microsoft.com/office/officeart/2005/8/layout/hierarchy6"/>
    <dgm:cxn modelId="{9C8E2FBC-67D6-47D5-A883-67406AEE01A3}" type="presParOf" srcId="{395F5D8E-D660-4F42-AF2E-7EB6315D2FF3}" destId="{5C2DF7A6-263B-4E07-AB75-6E6FBC586177}" srcOrd="0" destOrd="0" presId="urn:microsoft.com/office/officeart/2005/8/layout/hierarchy6"/>
    <dgm:cxn modelId="{269C763B-D18D-4E16-B1DA-63B09BB195E4}" type="presParOf" srcId="{395F5D8E-D660-4F42-AF2E-7EB6315D2FF3}" destId="{0FAFA093-D8CF-4BA2-B546-B0DADDD2890F}" srcOrd="1" destOrd="0" presId="urn:microsoft.com/office/officeart/2005/8/layout/hierarchy6"/>
    <dgm:cxn modelId="{023C557C-0862-4D00-B6C9-44961BA832B4}" type="presParOf" srcId="{0FAFA093-D8CF-4BA2-B546-B0DADDD2890F}" destId="{5FC61207-4A2A-440D-98CE-4830D937B51C}" srcOrd="0" destOrd="0" presId="urn:microsoft.com/office/officeart/2005/8/layout/hierarchy6"/>
    <dgm:cxn modelId="{59FB3846-5C47-4D61-958A-E4F5AEA4FB21}" type="presParOf" srcId="{0FAFA093-D8CF-4BA2-B546-B0DADDD2890F}" destId="{A849F46A-489C-4048-BC68-9080EB0B0746}" srcOrd="1" destOrd="0" presId="urn:microsoft.com/office/officeart/2005/8/layout/hierarchy6"/>
    <dgm:cxn modelId="{7AEA528F-6F63-4C53-A150-BB1A90C97A72}" type="presParOf" srcId="{A849F46A-489C-4048-BC68-9080EB0B0746}" destId="{DA1084BA-1B2F-4754-B924-2FB442548B5D}" srcOrd="0" destOrd="0" presId="urn:microsoft.com/office/officeart/2005/8/layout/hierarchy6"/>
    <dgm:cxn modelId="{7E803881-4C8C-4905-87FA-C68FC604A3BB}" type="presParOf" srcId="{A849F46A-489C-4048-BC68-9080EB0B0746}" destId="{9C6C6FB1-6E19-4F03-B4DC-7EB1296B1660}" srcOrd="1" destOrd="0" presId="urn:microsoft.com/office/officeart/2005/8/layout/hierarchy6"/>
    <dgm:cxn modelId="{AAC70370-B423-4CAD-B857-129713E220D5}" type="presParOf" srcId="{9C6C6FB1-6E19-4F03-B4DC-7EB1296B1660}" destId="{6840C3B2-5D87-4225-85F4-E416B2985A3C}" srcOrd="0" destOrd="0" presId="urn:microsoft.com/office/officeart/2005/8/layout/hierarchy6"/>
    <dgm:cxn modelId="{4009A327-D4BA-4A01-84A0-9ED254CDDE7F}" type="presParOf" srcId="{9C6C6FB1-6E19-4F03-B4DC-7EB1296B1660}" destId="{BCE9AF34-C1C6-4F93-A30E-B279F8C4C868}" srcOrd="1" destOrd="0" presId="urn:microsoft.com/office/officeart/2005/8/layout/hierarchy6"/>
    <dgm:cxn modelId="{38A3BAE4-C92C-4CB0-AF52-9DD23C8FBB6A}" type="presParOf" srcId="{BCE9AF34-C1C6-4F93-A30E-B279F8C4C868}" destId="{EE415BB9-C195-4C21-89E9-D3FF081D4B80}" srcOrd="0" destOrd="0" presId="urn:microsoft.com/office/officeart/2005/8/layout/hierarchy6"/>
    <dgm:cxn modelId="{6CC23A11-F807-4798-8BCF-FBC073CFAD9A}" type="presParOf" srcId="{BCE9AF34-C1C6-4F93-A30E-B279F8C4C868}" destId="{2C0E88AE-2332-4431-84FE-768736C40342}" srcOrd="1" destOrd="0" presId="urn:microsoft.com/office/officeart/2005/8/layout/hierarchy6"/>
    <dgm:cxn modelId="{F2772930-ACBB-423B-BA8D-766BA4D12051}" type="presParOf" srcId="{2C0E88AE-2332-4431-84FE-768736C40342}" destId="{707C0A76-6FE3-4E77-A531-554F3BBE9BA5}" srcOrd="0" destOrd="0" presId="urn:microsoft.com/office/officeart/2005/8/layout/hierarchy6"/>
    <dgm:cxn modelId="{85DB0C70-1B92-48B6-917F-7649CD58E38D}" type="presParOf" srcId="{2C0E88AE-2332-4431-84FE-768736C40342}" destId="{37253C7D-54DD-4B9B-9913-2AF92D326F6C}" srcOrd="1" destOrd="0" presId="urn:microsoft.com/office/officeart/2005/8/layout/hierarchy6"/>
    <dgm:cxn modelId="{C54A51E5-0BF5-40B3-B91C-60DE720432C7}" type="presParOf" srcId="{BCE9AF34-C1C6-4F93-A30E-B279F8C4C868}" destId="{AD4C6D5B-7303-48D1-8301-CFB4223FBCFC}" srcOrd="2" destOrd="0" presId="urn:microsoft.com/office/officeart/2005/8/layout/hierarchy6"/>
    <dgm:cxn modelId="{2D7232A5-D912-4A38-887E-3FD8D6541DC4}" type="presParOf" srcId="{BCE9AF34-C1C6-4F93-A30E-B279F8C4C868}" destId="{912D42F5-9399-43C7-A108-7B99E5C4E3F6}" srcOrd="3" destOrd="0" presId="urn:microsoft.com/office/officeart/2005/8/layout/hierarchy6"/>
    <dgm:cxn modelId="{B2FFA6F7-5CFE-449F-9BC1-CD69E415D63C}" type="presParOf" srcId="{912D42F5-9399-43C7-A108-7B99E5C4E3F6}" destId="{28FD5245-0C52-4DBE-BF63-3C8C182EFF46}" srcOrd="0" destOrd="0" presId="urn:microsoft.com/office/officeart/2005/8/layout/hierarchy6"/>
    <dgm:cxn modelId="{85DAD603-7BA6-4912-97FF-51F09F3A8702}" type="presParOf" srcId="{912D42F5-9399-43C7-A108-7B99E5C4E3F6}" destId="{0BA6325D-D9A8-4896-AAF9-96E47DDC7E31}" srcOrd="1" destOrd="0" presId="urn:microsoft.com/office/officeart/2005/8/layout/hierarchy6"/>
    <dgm:cxn modelId="{3AE2442F-B963-498E-8292-90E75E43889F}" type="presParOf" srcId="{A849F46A-489C-4048-BC68-9080EB0B0746}" destId="{0DA9EA46-F4FE-4F5D-9CF8-FB928EB40209}" srcOrd="2" destOrd="0" presId="urn:microsoft.com/office/officeart/2005/8/layout/hierarchy6"/>
    <dgm:cxn modelId="{EB58FAF0-CF80-40F7-855B-6441D11F0139}" type="presParOf" srcId="{A849F46A-489C-4048-BC68-9080EB0B0746}" destId="{A4666B76-1158-4FAE-B6C4-C3777F3A8693}" srcOrd="3" destOrd="0" presId="urn:microsoft.com/office/officeart/2005/8/layout/hierarchy6"/>
    <dgm:cxn modelId="{5E17E01D-5E23-4569-AD75-41E307211A27}" type="presParOf" srcId="{A4666B76-1158-4FAE-B6C4-C3777F3A8693}" destId="{B3D2AA17-CE6B-4E27-A74E-FFC066F4CF34}" srcOrd="0" destOrd="0" presId="urn:microsoft.com/office/officeart/2005/8/layout/hierarchy6"/>
    <dgm:cxn modelId="{D3AD0AC3-0285-467F-AF0A-A66F1DC62233}" type="presParOf" srcId="{A4666B76-1158-4FAE-B6C4-C3777F3A8693}" destId="{F565CB1F-4231-40FA-AC61-D7BBE37FB103}" srcOrd="1" destOrd="0" presId="urn:microsoft.com/office/officeart/2005/8/layout/hierarchy6"/>
    <dgm:cxn modelId="{CBE938D4-4E2F-4F03-BC9C-0E66959A5394}" type="presParOf" srcId="{F565CB1F-4231-40FA-AC61-D7BBE37FB103}" destId="{0278B013-9324-47DF-9D28-A95B9CA62026}" srcOrd="0" destOrd="0" presId="urn:microsoft.com/office/officeart/2005/8/layout/hierarchy6"/>
    <dgm:cxn modelId="{6E9EB304-3EF1-4462-B196-167C8616B1E3}" type="presParOf" srcId="{F565CB1F-4231-40FA-AC61-D7BBE37FB103}" destId="{D2CA6358-107F-470C-83EC-52AF779D2BB5}" srcOrd="1" destOrd="0" presId="urn:microsoft.com/office/officeart/2005/8/layout/hierarchy6"/>
    <dgm:cxn modelId="{8347A1EB-5599-400B-9A53-BFEEA0D47E78}" type="presParOf" srcId="{D2CA6358-107F-470C-83EC-52AF779D2BB5}" destId="{3C4BC45F-3F8A-4D19-BE0D-942C9E4C8681}" srcOrd="0" destOrd="0" presId="urn:microsoft.com/office/officeart/2005/8/layout/hierarchy6"/>
    <dgm:cxn modelId="{B50F06EC-ECE8-494A-B398-898904564487}" type="presParOf" srcId="{D2CA6358-107F-470C-83EC-52AF779D2BB5}" destId="{00A1BF06-D963-4A21-A89A-DABD7402CDDE}" srcOrd="1" destOrd="0" presId="urn:microsoft.com/office/officeart/2005/8/layout/hierarchy6"/>
    <dgm:cxn modelId="{FBFBB12D-2679-4646-8E72-DE17B4A6AC05}" type="presParOf" srcId="{395F5D8E-D660-4F42-AF2E-7EB6315D2FF3}" destId="{4C79992A-C606-4B62-8A1E-12247D9EAA96}" srcOrd="2" destOrd="0" presId="urn:microsoft.com/office/officeart/2005/8/layout/hierarchy6"/>
    <dgm:cxn modelId="{435F1C88-52F9-4BBE-AB3C-1C5BA8DE4935}" type="presParOf" srcId="{395F5D8E-D660-4F42-AF2E-7EB6315D2FF3}" destId="{B61D4B4E-6A1F-41A7-977F-40FA54AB5400}" srcOrd="3" destOrd="0" presId="urn:microsoft.com/office/officeart/2005/8/layout/hierarchy6"/>
    <dgm:cxn modelId="{24C192BC-CE55-48E4-A72D-BCD9D3C1846B}" type="presParOf" srcId="{B61D4B4E-6A1F-41A7-977F-40FA54AB5400}" destId="{CF34A139-4DFF-43C5-9340-86913AFD9761}" srcOrd="0" destOrd="0" presId="urn:microsoft.com/office/officeart/2005/8/layout/hierarchy6"/>
    <dgm:cxn modelId="{088C83B1-65DB-4113-A629-9AA458659535}" type="presParOf" srcId="{B61D4B4E-6A1F-41A7-977F-40FA54AB5400}" destId="{74577DCB-8BFB-47A4-B03F-C8C9D2463017}" srcOrd="1" destOrd="0" presId="urn:microsoft.com/office/officeart/2005/8/layout/hierarchy6"/>
    <dgm:cxn modelId="{828E3C59-956E-4723-8096-9FE31CCC5473}" type="presParOf" srcId="{D48FEDA1-39E8-4DB8-BDA5-3758F018454C}" destId="{A47E2295-280B-4EA7-BE44-3E078DD409F3}" srcOrd="1" destOrd="0" presId="urn:microsoft.com/office/officeart/2005/8/layout/hierarchy6"/>
    <dgm:cxn modelId="{DF451245-CEAF-4181-BD3B-38B7A19CF089}" type="presParOf" srcId="{A47E2295-280B-4EA7-BE44-3E078DD409F3}" destId="{D7A06BC5-807F-4676-9806-D81D5F476A5A}" srcOrd="0" destOrd="0" presId="urn:microsoft.com/office/officeart/2005/8/layout/hierarchy6"/>
    <dgm:cxn modelId="{AA061109-FF2D-478E-9F30-80743B417781}" type="presParOf" srcId="{D7A06BC5-807F-4676-9806-D81D5F476A5A}" destId="{156E32D0-8CC0-4AE1-8DD6-32998318CE52}" srcOrd="0" destOrd="0" presId="urn:microsoft.com/office/officeart/2005/8/layout/hierarchy6"/>
    <dgm:cxn modelId="{20F16BC7-5361-4A42-A30E-5DE33C665923}" type="presParOf" srcId="{D7A06BC5-807F-4676-9806-D81D5F476A5A}" destId="{70DDCD3E-B28F-4C58-91EB-C2DB2E7B5FF4}" srcOrd="1" destOrd="0" presId="urn:microsoft.com/office/officeart/2005/8/layout/hierarchy6"/>
    <dgm:cxn modelId="{2B9FB8C3-EF84-4ED9-A521-0E263442111A}" type="presParOf" srcId="{A47E2295-280B-4EA7-BE44-3E078DD409F3}" destId="{146E611E-AA91-4D8D-8F1B-7188D64F3742}" srcOrd="1" destOrd="0" presId="urn:microsoft.com/office/officeart/2005/8/layout/hierarchy6"/>
    <dgm:cxn modelId="{471A0B99-6AA0-4927-8729-0E92294AE325}" type="presParOf" srcId="{146E611E-AA91-4D8D-8F1B-7188D64F3742}" destId="{35214CB5-7829-4C95-9236-A32E89D1C8DA}" srcOrd="0" destOrd="0" presId="urn:microsoft.com/office/officeart/2005/8/layout/hierarchy6"/>
    <dgm:cxn modelId="{455C8C0B-FEBF-4EC2-A619-BA250F314857}" type="presParOf" srcId="{A47E2295-280B-4EA7-BE44-3E078DD409F3}" destId="{C7226AB9-074B-4E33-BCCE-FE0A299610F5}" srcOrd="2" destOrd="0" presId="urn:microsoft.com/office/officeart/2005/8/layout/hierarchy6"/>
    <dgm:cxn modelId="{92C5DC41-8C31-4A03-B6E1-BCF570415004}" type="presParOf" srcId="{C7226AB9-074B-4E33-BCCE-FE0A299610F5}" destId="{536E6ADF-DBCB-4523-8755-486866041264}" srcOrd="0" destOrd="0" presId="urn:microsoft.com/office/officeart/2005/8/layout/hierarchy6"/>
    <dgm:cxn modelId="{6466937C-A312-4DD8-80D5-4AEBC62C7831}" type="presParOf" srcId="{C7226AB9-074B-4E33-BCCE-FE0A299610F5}" destId="{E4E2DCA5-7264-4C93-BDBB-E9AFD3EB6C80}" srcOrd="1" destOrd="0" presId="urn:microsoft.com/office/officeart/2005/8/layout/hierarchy6"/>
    <dgm:cxn modelId="{883FE3E5-16C1-4770-B877-D8B98B1A3D8A}" type="presParOf" srcId="{A47E2295-280B-4EA7-BE44-3E078DD409F3}" destId="{A4FD5418-EBAC-4A26-A742-6BAF10252083}" srcOrd="3" destOrd="0" presId="urn:microsoft.com/office/officeart/2005/8/layout/hierarchy6"/>
    <dgm:cxn modelId="{B1B1C730-E823-4A61-AAA1-75D0762EE9C4}" type="presParOf" srcId="{A4FD5418-EBAC-4A26-A742-6BAF10252083}" destId="{8DEFDA1C-CF45-4699-8D4A-EA4F1B62CCBD}" srcOrd="0" destOrd="0" presId="urn:microsoft.com/office/officeart/2005/8/layout/hierarchy6"/>
    <dgm:cxn modelId="{C53A5252-7095-43CE-B8B8-6702189B1788}" type="presParOf" srcId="{A47E2295-280B-4EA7-BE44-3E078DD409F3}" destId="{2B0666B1-3359-49EB-83CB-F0E2398717CE}" srcOrd="4" destOrd="0" presId="urn:microsoft.com/office/officeart/2005/8/layout/hierarchy6"/>
    <dgm:cxn modelId="{F986624F-4D43-4351-806E-A92C5FC4DCF8}" type="presParOf" srcId="{2B0666B1-3359-49EB-83CB-F0E2398717CE}" destId="{F8734ED9-20F3-483E-8F20-A990831FDD1E}" srcOrd="0" destOrd="0" presId="urn:microsoft.com/office/officeart/2005/8/layout/hierarchy6"/>
    <dgm:cxn modelId="{ED727297-2945-4E09-A3B8-062078A21395}" type="presParOf" srcId="{2B0666B1-3359-49EB-83CB-F0E2398717CE}" destId="{48752855-2AB0-4577-87A3-2446E082AB8E}" srcOrd="1" destOrd="0" presId="urn:microsoft.com/office/officeart/2005/8/layout/hierarchy6"/>
    <dgm:cxn modelId="{DB6CF4B4-5D5D-4191-9F61-B41873E360B2}" type="presParOf" srcId="{A47E2295-280B-4EA7-BE44-3E078DD409F3}" destId="{496F9702-9CFE-4D63-A809-1CAFE97750A9}" srcOrd="5" destOrd="0" presId="urn:microsoft.com/office/officeart/2005/8/layout/hierarchy6"/>
    <dgm:cxn modelId="{2FBD0169-1358-4C11-B9BC-0176F1F85EDC}" type="presParOf" srcId="{496F9702-9CFE-4D63-A809-1CAFE97750A9}" destId="{16121134-55C9-4CEE-8D64-70EDD1AB059B}" srcOrd="0" destOrd="0" presId="urn:microsoft.com/office/officeart/2005/8/layout/hierarchy6"/>
    <dgm:cxn modelId="{275E61D8-3827-4785-B0DB-8C4BFC3B77B4}" type="presParOf" srcId="{A47E2295-280B-4EA7-BE44-3E078DD409F3}" destId="{3814511D-112B-48C1-A61B-CC13C2BD530C}" srcOrd="6" destOrd="0" presId="urn:microsoft.com/office/officeart/2005/8/layout/hierarchy6"/>
    <dgm:cxn modelId="{6EF481F5-9D10-40FE-BA0B-815D4E45CDF4}" type="presParOf" srcId="{3814511D-112B-48C1-A61B-CC13C2BD530C}" destId="{DCEE6199-1ADD-4A78-866D-D9B5DF369132}" srcOrd="0" destOrd="0" presId="urn:microsoft.com/office/officeart/2005/8/layout/hierarchy6"/>
    <dgm:cxn modelId="{A5DE8D8D-6E23-41AA-AFDC-0BDA6D5F2F06}" type="presParOf" srcId="{3814511D-112B-48C1-A61B-CC13C2BD530C}" destId="{DFE0812D-A475-4073-BFB7-4416741B3DFE}" srcOrd="1" destOrd="0" presId="urn:microsoft.com/office/officeart/2005/8/layout/hierarchy6"/>
    <dgm:cxn modelId="{04E8EEA2-0B4A-4C51-9F1E-5A4F27E672EC}" type="presParOf" srcId="{A47E2295-280B-4EA7-BE44-3E078DD409F3}" destId="{59CC16AB-0064-40E3-99A0-C439F24F91BF}" srcOrd="7" destOrd="0" presId="urn:microsoft.com/office/officeart/2005/8/layout/hierarchy6"/>
    <dgm:cxn modelId="{9B7A6D01-737E-4F1C-B98F-4C7F0A7C3173}" type="presParOf" srcId="{59CC16AB-0064-40E3-99A0-C439F24F91BF}" destId="{1A1F3072-9CD7-4E28-9697-28B73219F547}" srcOrd="0" destOrd="0" presId="urn:microsoft.com/office/officeart/2005/8/layout/hierarchy6"/>
    <dgm:cxn modelId="{5FFA4528-C005-4CF7-BB70-3D2FF9E49423}" type="presParOf" srcId="{A47E2295-280B-4EA7-BE44-3E078DD409F3}" destId="{58728103-A2FB-448B-84D7-75E97DC7DD8C}" srcOrd="8" destOrd="0" presId="urn:microsoft.com/office/officeart/2005/8/layout/hierarchy6"/>
    <dgm:cxn modelId="{C1B1E2C9-0F40-4688-8435-7542D0B33514}" type="presParOf" srcId="{58728103-A2FB-448B-84D7-75E97DC7DD8C}" destId="{DD9DC20C-8F97-404A-8DDE-A16E98626F83}" srcOrd="0" destOrd="0" presId="urn:microsoft.com/office/officeart/2005/8/layout/hierarchy6"/>
    <dgm:cxn modelId="{2CC46F4D-0454-4590-A901-2EACC063E856}" type="presParOf" srcId="{58728103-A2FB-448B-84D7-75E97DC7DD8C}" destId="{5F10ECC8-60D2-405D-B11A-0F039F29B562}" srcOrd="1" destOrd="0" presId="urn:microsoft.com/office/officeart/2005/8/layout/hierarchy6"/>
    <dgm:cxn modelId="{8B87CF0E-ED58-44B5-90DC-E0DD901BD0E8}" type="presParOf" srcId="{A47E2295-280B-4EA7-BE44-3E078DD409F3}" destId="{8F186A17-9E0B-4398-94ED-2CEABA11E814}" srcOrd="9" destOrd="0" presId="urn:microsoft.com/office/officeart/2005/8/layout/hierarchy6"/>
    <dgm:cxn modelId="{CA30959F-5F03-44B3-82BB-403D1B4C0C41}" type="presParOf" srcId="{8F186A17-9E0B-4398-94ED-2CEABA11E814}" destId="{FB10F68A-FB72-4E73-B317-2CE7B2CA2969}" srcOrd="0" destOrd="0" presId="urn:microsoft.com/office/officeart/2005/8/layout/hierarchy6"/>
    <dgm:cxn modelId="{EF1D91A7-3CF5-4EAE-B4DC-DD57514212F8}" type="presParOf" srcId="{A47E2295-280B-4EA7-BE44-3E078DD409F3}" destId="{7F2F68F6-BC16-4055-890C-EECC63CFDD35}" srcOrd="10" destOrd="0" presId="urn:microsoft.com/office/officeart/2005/8/layout/hierarchy6"/>
    <dgm:cxn modelId="{D0B864C6-6AF6-480C-BC44-C83300A9F613}" type="presParOf" srcId="{7F2F68F6-BC16-4055-890C-EECC63CFDD35}" destId="{5EEA09CC-BF85-49BA-8B7D-612CB16A36AA}" srcOrd="0" destOrd="0" presId="urn:microsoft.com/office/officeart/2005/8/layout/hierarchy6"/>
    <dgm:cxn modelId="{7351C274-EC9A-460F-89AD-85263C06D524}" type="presParOf" srcId="{7F2F68F6-BC16-4055-890C-EECC63CFDD35}" destId="{CE246169-7F81-456A-A320-6C57E6A752BC}" srcOrd="1" destOrd="0" presId="urn:microsoft.com/office/officeart/2005/8/layout/hierarchy6"/>
    <dgm:cxn modelId="{E5610438-4377-4FA7-A495-BCEC3834525B}" type="presParOf" srcId="{A47E2295-280B-4EA7-BE44-3E078DD409F3}" destId="{A1FC8FC5-9843-43B2-B2B9-0FCFCA14AE78}" srcOrd="11" destOrd="0" presId="urn:microsoft.com/office/officeart/2005/8/layout/hierarchy6"/>
    <dgm:cxn modelId="{742024B1-FF2D-4194-908F-7DBAD2B0224B}" type="presParOf" srcId="{A1FC8FC5-9843-43B2-B2B9-0FCFCA14AE78}" destId="{AB322274-CBCC-40B9-982B-3B627BAB1021}" srcOrd="0" destOrd="0" presId="urn:microsoft.com/office/officeart/2005/8/layout/hierarchy6"/>
    <dgm:cxn modelId="{01A214B4-6926-4EB6-A443-2A1E675D50C7}" type="presParOf" srcId="{A47E2295-280B-4EA7-BE44-3E078DD409F3}" destId="{081769F7-7EF2-499D-9E86-54C7586BAD8A}" srcOrd="12" destOrd="0" presId="urn:microsoft.com/office/officeart/2005/8/layout/hierarchy6"/>
    <dgm:cxn modelId="{2A44955F-B716-49DB-B307-D3173B587B02}" type="presParOf" srcId="{081769F7-7EF2-499D-9E86-54C7586BAD8A}" destId="{563B9418-6F6D-4E5C-96AA-E60A8EC5A639}" srcOrd="0" destOrd="0" presId="urn:microsoft.com/office/officeart/2005/8/layout/hierarchy6"/>
    <dgm:cxn modelId="{EDD05563-7E92-42F0-A8F8-4D68D4E0F8FD}" type="presParOf" srcId="{081769F7-7EF2-499D-9E86-54C7586BAD8A}" destId="{4308EC4F-D6A7-4BB1-A008-0E1067F2E91E}" srcOrd="1" destOrd="0" presId="urn:microsoft.com/office/officeart/2005/8/layout/hierarchy6"/>
  </dgm:cxnLst>
  <dgm:bg/>
  <dgm:whole>
    <a:ln w="9525">
      <a:solidFill>
        <a:schemeClr val="accent1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7489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8721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708190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720506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8149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9319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30607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31787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710141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722118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105564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106740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9044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40229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88651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400938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80816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1054488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1066775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7399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715207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727058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11984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55523" y="4477441"/>
          <a:ext cx="519419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67810" y="4489728"/>
        <a:ext cx="494845" cy="394935"/>
      </dsp:txXfrm>
    </dsp:sp>
    <dsp:sp modelId="{8CCA4A64-B5FE-4029-AE7F-615CB85F7BBF}">
      <dsp:nvSpPr>
        <dsp:cNvPr id="0" name=""/>
        <dsp:cNvSpPr/>
      </dsp:nvSpPr>
      <dsp:spPr>
        <a:xfrm>
          <a:off x="2996580" y="1473998"/>
          <a:ext cx="520671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202620" y="171680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214907" y="1729088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471532" y="2136311"/>
          <a:ext cx="91440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85684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97971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80816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1054488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1066775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7399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9023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30252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3891891" y="2709746"/>
          <a:ext cx="673834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3577259" y="2963717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3589546" y="2976004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2834350" y="3383227"/>
          <a:ext cx="1057541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2519718" y="370685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2532005" y="3719144"/>
        <a:ext cx="604689" cy="394935"/>
      </dsp:txXfrm>
    </dsp:sp>
    <dsp:sp modelId="{4A897860-ED4A-4A21-BE19-0D7DB5677324}">
      <dsp:nvSpPr>
        <dsp:cNvPr id="0" name=""/>
        <dsp:cNvSpPr/>
      </dsp:nvSpPr>
      <dsp:spPr>
        <a:xfrm>
          <a:off x="2785955" y="4126366"/>
          <a:ext cx="91440" cy="361961"/>
        </a:xfrm>
        <a:custGeom>
          <a:avLst/>
          <a:gdLst/>
          <a:ahLst/>
          <a:cxnLst/>
          <a:rect l="0" t="0" r="0" b="0"/>
          <a:pathLst>
            <a:path>
              <a:moveTo>
                <a:pt x="48394" y="0"/>
              </a:moveTo>
              <a:lnTo>
                <a:pt x="48394" y="148321"/>
              </a:lnTo>
              <a:lnTo>
                <a:pt x="45720" y="148321"/>
              </a:lnTo>
              <a:lnTo>
                <a:pt x="45720" y="296643"/>
              </a:lnTo>
            </a:path>
          </a:pathLst>
        </a:custGeom>
        <a:noFill/>
        <a:ln w="9525" cap="flat" cmpd="sng" algn="ctr">
          <a:solidFill>
            <a:srgbClr val="70AD47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15D629-2973-43AA-8138-BC775C8C25B8}">
      <dsp:nvSpPr>
        <dsp:cNvPr id="0" name=""/>
        <dsp:cNvSpPr/>
      </dsp:nvSpPr>
      <dsp:spPr>
        <a:xfrm>
          <a:off x="2578233" y="4488327"/>
          <a:ext cx="506884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119 HHs</a:t>
          </a:r>
        </a:p>
      </dsp:txBody>
      <dsp:txXfrm>
        <a:off x="2590520" y="4500614"/>
        <a:ext cx="482310" cy="394935"/>
      </dsp:txXfrm>
    </dsp:sp>
    <dsp:sp modelId="{AD4C6D5B-7303-48D1-8301-CFB4223FBCFC}">
      <dsp:nvSpPr>
        <dsp:cNvPr id="0" name=""/>
        <dsp:cNvSpPr/>
      </dsp:nvSpPr>
      <dsp:spPr>
        <a:xfrm>
          <a:off x="3891891" y="3383227"/>
          <a:ext cx="611959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709852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722139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709746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96857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80862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88084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85680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97967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7399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91084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303371"/>
        <a:ext cx="604689" cy="394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9418-6F6D-4E5C-96AA-E60A8EC5A639}">
      <dsp:nvSpPr>
        <dsp:cNvPr id="0" name=""/>
        <dsp:cNvSpPr/>
      </dsp:nvSpPr>
      <dsp:spPr>
        <a:xfrm>
          <a:off x="43511" y="4405669"/>
          <a:ext cx="5736174" cy="420509"/>
        </a:xfrm>
        <a:prstGeom prst="roundRect">
          <a:avLst>
            <a:gd name="adj" fmla="val 10000"/>
          </a:avLst>
        </a:prstGeom>
        <a:solidFill>
          <a:srgbClr val="E7E6E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Completed interviews [HHs]</a:t>
          </a:r>
        </a:p>
      </dsp:txBody>
      <dsp:txXfrm>
        <a:off x="55827" y="4417985"/>
        <a:ext cx="1696220" cy="395877"/>
      </dsp:txXfrm>
    </dsp:sp>
    <dsp:sp modelId="{5EEA09CC-BF85-49BA-8B7D-612CB16A36AA}">
      <dsp:nvSpPr>
        <dsp:cNvPr id="0" name=""/>
        <dsp:cNvSpPr/>
      </dsp:nvSpPr>
      <dsp:spPr>
        <a:xfrm>
          <a:off x="7312" y="3638961"/>
          <a:ext cx="4822549" cy="420509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3rd Stage Randomzation-Phone assignment</a:t>
          </a:r>
        </a:p>
      </dsp:txBody>
      <dsp:txXfrm>
        <a:off x="19628" y="3651277"/>
        <a:ext cx="1422132" cy="395877"/>
      </dsp:txXfrm>
    </dsp:sp>
    <dsp:sp modelId="{DD9DC20C-8F97-404A-8DDE-A16E98626F83}">
      <dsp:nvSpPr>
        <dsp:cNvPr id="0" name=""/>
        <dsp:cNvSpPr/>
      </dsp:nvSpPr>
      <dsp:spPr>
        <a:xfrm>
          <a:off x="8067" y="2912263"/>
          <a:ext cx="5554936" cy="39954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2nd Stage Randomization</a:t>
          </a:r>
        </a:p>
      </dsp:txBody>
      <dsp:txXfrm>
        <a:off x="19769" y="2923965"/>
        <a:ext cx="1643076" cy="376143"/>
      </dsp:txXfrm>
    </dsp:sp>
    <dsp:sp modelId="{DCEE6199-1ADD-4A78-866D-D9B5DF369132}">
      <dsp:nvSpPr>
        <dsp:cNvPr id="0" name=""/>
        <dsp:cNvSpPr/>
      </dsp:nvSpPr>
      <dsp:spPr>
        <a:xfrm>
          <a:off x="0" y="2236843"/>
          <a:ext cx="6009815" cy="403081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Network coverage at the HH</a:t>
          </a:r>
        </a:p>
      </dsp:txBody>
      <dsp:txXfrm>
        <a:off x="11806" y="2248649"/>
        <a:ext cx="1779332" cy="379469"/>
      </dsp:txXfrm>
    </dsp:sp>
    <dsp:sp modelId="{F8734ED9-20F3-483E-8F20-A990831FDD1E}">
      <dsp:nvSpPr>
        <dsp:cNvPr id="0" name=""/>
        <dsp:cNvSpPr/>
      </dsp:nvSpPr>
      <dsp:spPr>
        <a:xfrm>
          <a:off x="4532" y="1640912"/>
          <a:ext cx="3792046" cy="408936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1st Stage Randomization</a:t>
          </a:r>
        </a:p>
      </dsp:txBody>
      <dsp:txXfrm>
        <a:off x="16509" y="1652889"/>
        <a:ext cx="1113660" cy="384982"/>
      </dsp:txXfrm>
    </dsp:sp>
    <dsp:sp modelId="{536E6ADF-DBCB-4523-8755-486866041264}">
      <dsp:nvSpPr>
        <dsp:cNvPr id="0" name=""/>
        <dsp:cNvSpPr/>
      </dsp:nvSpPr>
      <dsp:spPr>
        <a:xfrm>
          <a:off x="0" y="986413"/>
          <a:ext cx="5324324" cy="401530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Step 1: ID Phone ownership</a:t>
          </a:r>
        </a:p>
      </dsp:txBody>
      <dsp:txXfrm>
        <a:off x="11760" y="998173"/>
        <a:ext cx="1573777" cy="378010"/>
      </dsp:txXfrm>
    </dsp:sp>
    <dsp:sp modelId="{156E32D0-8CC0-4AE1-8DD6-32998318CE52}">
      <dsp:nvSpPr>
        <dsp:cNvPr id="0" name=""/>
        <dsp:cNvSpPr/>
      </dsp:nvSpPr>
      <dsp:spPr>
        <a:xfrm>
          <a:off x="13627" y="321212"/>
          <a:ext cx="4320532" cy="404787"/>
        </a:xfrm>
        <a:prstGeom prst="roundRect">
          <a:avLst>
            <a:gd name="adj" fmla="val 10000"/>
          </a:avLst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Listed HHs - [Sample frame after cleaning]</a:t>
          </a:r>
        </a:p>
      </dsp:txBody>
      <dsp:txXfrm>
        <a:off x="25483" y="333068"/>
        <a:ext cx="1272447" cy="381075"/>
      </dsp:txXfrm>
    </dsp:sp>
    <dsp:sp modelId="{EB813CA5-BA49-4650-8EEE-8C471294A6E4}">
      <dsp:nvSpPr>
        <dsp:cNvPr id="0" name=""/>
        <dsp:cNvSpPr/>
      </dsp:nvSpPr>
      <dsp:spPr>
        <a:xfrm>
          <a:off x="3719636" y="319422"/>
          <a:ext cx="629263" cy="419509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2500 HHs</a:t>
          </a:r>
        </a:p>
      </dsp:txBody>
      <dsp:txXfrm>
        <a:off x="3731923" y="331709"/>
        <a:ext cx="604689" cy="394935"/>
      </dsp:txXfrm>
    </dsp:sp>
    <dsp:sp modelId="{9511BE71-26A8-4B1F-9389-B2DBA5C2D555}">
      <dsp:nvSpPr>
        <dsp:cNvPr id="0" name=""/>
        <dsp:cNvSpPr/>
      </dsp:nvSpPr>
      <dsp:spPr>
        <a:xfrm>
          <a:off x="2996580" y="738931"/>
          <a:ext cx="1037687" cy="246327"/>
        </a:xfrm>
        <a:custGeom>
          <a:avLst/>
          <a:gdLst/>
          <a:ahLst/>
          <a:cxnLst/>
          <a:rect l="0" t="0" r="0" b="0"/>
          <a:pathLst>
            <a:path>
              <a:moveTo>
                <a:pt x="1037687" y="0"/>
              </a:moveTo>
              <a:lnTo>
                <a:pt x="1037687" y="123163"/>
              </a:lnTo>
              <a:lnTo>
                <a:pt x="0" y="123163"/>
              </a:lnTo>
              <a:lnTo>
                <a:pt x="0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835467-09A0-4EB6-B841-0DA70FFAA9A2}">
      <dsp:nvSpPr>
        <dsp:cNvPr id="0" name=""/>
        <dsp:cNvSpPr/>
      </dsp:nvSpPr>
      <dsp:spPr>
        <a:xfrm>
          <a:off x="2681948" y="985259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(25%)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28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2694235" y="997546"/>
        <a:ext cx="604689" cy="394935"/>
      </dsp:txXfrm>
    </dsp:sp>
    <dsp:sp modelId="{CB215D7E-086F-4B40-BA75-334240DE7B8C}">
      <dsp:nvSpPr>
        <dsp:cNvPr id="0" name=""/>
        <dsp:cNvSpPr/>
      </dsp:nvSpPr>
      <dsp:spPr>
        <a:xfrm>
          <a:off x="2115321" y="1404768"/>
          <a:ext cx="881259" cy="241209"/>
        </a:xfrm>
        <a:custGeom>
          <a:avLst/>
          <a:gdLst/>
          <a:ahLst/>
          <a:cxnLst/>
          <a:rect l="0" t="0" r="0" b="0"/>
          <a:pathLst>
            <a:path>
              <a:moveTo>
                <a:pt x="881259" y="0"/>
              </a:moveTo>
              <a:lnTo>
                <a:pt x="881259" y="120604"/>
              </a:lnTo>
              <a:lnTo>
                <a:pt x="0" y="120604"/>
              </a:lnTo>
              <a:lnTo>
                <a:pt x="0" y="24120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E67FD-D278-4324-B3DD-3192925F8EA2}">
      <dsp:nvSpPr>
        <dsp:cNvPr id="0" name=""/>
        <dsp:cNvSpPr/>
      </dsp:nvSpPr>
      <dsp:spPr>
        <a:xfrm>
          <a:off x="1800689" y="1645978"/>
          <a:ext cx="629263" cy="404633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1812540" y="1657829"/>
        <a:ext cx="605561" cy="380931"/>
      </dsp:txXfrm>
    </dsp:sp>
    <dsp:sp modelId="{A4163CA2-8A07-4955-A94E-4D93F14849F1}">
      <dsp:nvSpPr>
        <dsp:cNvPr id="0" name=""/>
        <dsp:cNvSpPr/>
      </dsp:nvSpPr>
      <dsp:spPr>
        <a:xfrm>
          <a:off x="2069513" y="2050611"/>
          <a:ext cx="91440" cy="2357600"/>
        </a:xfrm>
        <a:custGeom>
          <a:avLst/>
          <a:gdLst/>
          <a:ahLst/>
          <a:cxnLst/>
          <a:rect l="0" t="0" r="0" b="0"/>
          <a:pathLst>
            <a:path>
              <a:moveTo>
                <a:pt x="45808" y="0"/>
              </a:moveTo>
              <a:lnTo>
                <a:pt x="45808" y="1151584"/>
              </a:lnTo>
              <a:lnTo>
                <a:pt x="45720" y="1151584"/>
              </a:lnTo>
              <a:lnTo>
                <a:pt x="45720" y="2303169"/>
              </a:lnTo>
            </a:path>
          </a:pathLst>
        </a:custGeom>
        <a:noFill/>
        <a:ln w="9525" cap="flat" cmpd="sng" algn="ctr">
          <a:solidFill>
            <a:srgbClr val="5B9BD5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2C9021-8D08-4C1D-9B77-E0357AF4E696}">
      <dsp:nvSpPr>
        <dsp:cNvPr id="0" name=""/>
        <dsp:cNvSpPr/>
      </dsp:nvSpPr>
      <dsp:spPr>
        <a:xfrm>
          <a:off x="1833443" y="4408212"/>
          <a:ext cx="563581" cy="386707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158 HHs</a:t>
          </a:r>
        </a:p>
      </dsp:txBody>
      <dsp:txXfrm>
        <a:off x="1844769" y="4419538"/>
        <a:ext cx="540929" cy="364055"/>
      </dsp:txXfrm>
    </dsp:sp>
    <dsp:sp modelId="{8CCA4A64-B5FE-4029-AE7F-615CB85F7BBF}">
      <dsp:nvSpPr>
        <dsp:cNvPr id="0" name=""/>
        <dsp:cNvSpPr/>
      </dsp:nvSpPr>
      <dsp:spPr>
        <a:xfrm>
          <a:off x="2996580" y="1404768"/>
          <a:ext cx="639904" cy="242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01"/>
              </a:lnTo>
              <a:lnTo>
                <a:pt x="520671" y="121401"/>
              </a:lnTo>
              <a:lnTo>
                <a:pt x="520671" y="242803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5A1DAA-C79E-4148-8246-206DA569BF2E}">
      <dsp:nvSpPr>
        <dsp:cNvPr id="0" name=""/>
        <dsp:cNvSpPr/>
      </dsp:nvSpPr>
      <dsp:spPr>
        <a:xfrm>
          <a:off x="3321853" y="1647572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3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20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3334140" y="1659859"/>
        <a:ext cx="604689" cy="394935"/>
      </dsp:txXfrm>
    </dsp:sp>
    <dsp:sp modelId="{C52F925D-6501-4F5F-9317-62C0FEFBC39C}">
      <dsp:nvSpPr>
        <dsp:cNvPr id="0" name=""/>
        <dsp:cNvSpPr/>
      </dsp:nvSpPr>
      <dsp:spPr>
        <a:xfrm>
          <a:off x="3518391" y="2067081"/>
          <a:ext cx="118093" cy="23493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43384"/>
              </a:lnTo>
              <a:lnTo>
                <a:pt x="46858" y="1143384"/>
              </a:lnTo>
              <a:lnTo>
                <a:pt x="46858" y="2286768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B39BBA-BD2A-4361-BB0F-63C7E751BCC5}">
      <dsp:nvSpPr>
        <dsp:cNvPr id="0" name=""/>
        <dsp:cNvSpPr/>
      </dsp:nvSpPr>
      <dsp:spPr>
        <a:xfrm>
          <a:off x="3203759" y="4416455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294 HHs</a:t>
          </a:r>
        </a:p>
      </dsp:txBody>
      <dsp:txXfrm>
        <a:off x="3216046" y="4428742"/>
        <a:ext cx="604689" cy="394935"/>
      </dsp:txXfrm>
    </dsp:sp>
    <dsp:sp modelId="{46960B8E-9A62-45DF-A367-C7CDC853EA61}">
      <dsp:nvSpPr>
        <dsp:cNvPr id="0" name=""/>
        <dsp:cNvSpPr/>
      </dsp:nvSpPr>
      <dsp:spPr>
        <a:xfrm>
          <a:off x="4034268" y="738931"/>
          <a:ext cx="1119555" cy="246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63"/>
              </a:lnTo>
              <a:lnTo>
                <a:pt x="1119555" y="123163"/>
              </a:lnTo>
              <a:lnTo>
                <a:pt x="1119555" y="246327"/>
              </a:lnTo>
            </a:path>
          </a:pathLst>
        </a:custGeom>
        <a:noFill/>
        <a:ln w="12700" cap="flat" cmpd="sng" algn="ctr">
          <a:solidFill>
            <a:srgbClr val="4472C4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42E12-8CCF-4388-9B35-CD53921833CE}">
      <dsp:nvSpPr>
        <dsp:cNvPr id="0" name=""/>
        <dsp:cNvSpPr/>
      </dsp:nvSpPr>
      <dsp:spPr>
        <a:xfrm>
          <a:off x="4839191" y="985259"/>
          <a:ext cx="629263" cy="419509"/>
        </a:xfrm>
        <a:prstGeom prst="roundRect">
          <a:avLst>
            <a:gd name="adj" fmla="val 10000"/>
          </a:avLst>
        </a:prstGeom>
        <a:solidFill>
          <a:srgbClr val="ED7D31"/>
        </a:solidFill>
        <a:ln w="12700" cap="flat" cmpd="sng" algn="ctr">
          <a:solidFill>
            <a:srgbClr val="ED7D3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(75%)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18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72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4851478" y="997546"/>
        <a:ext cx="604689" cy="394935"/>
      </dsp:txXfrm>
    </dsp:sp>
    <dsp:sp modelId="{5C2DF7A6-263B-4E07-AB75-6E6FBC586177}">
      <dsp:nvSpPr>
        <dsp:cNvPr id="0" name=""/>
        <dsp:cNvSpPr/>
      </dsp:nvSpPr>
      <dsp:spPr>
        <a:xfrm>
          <a:off x="4565726" y="1404768"/>
          <a:ext cx="588097" cy="816239"/>
        </a:xfrm>
        <a:custGeom>
          <a:avLst/>
          <a:gdLst/>
          <a:ahLst/>
          <a:cxnLst/>
          <a:rect l="0" t="0" r="0" b="0"/>
          <a:pathLst>
            <a:path>
              <a:moveTo>
                <a:pt x="588097" y="0"/>
              </a:moveTo>
              <a:lnTo>
                <a:pt x="588097" y="408119"/>
              </a:lnTo>
              <a:lnTo>
                <a:pt x="0" y="408119"/>
              </a:lnTo>
              <a:lnTo>
                <a:pt x="0" y="816239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61207-4A2A-440D-98CE-4830D937B51C}">
      <dsp:nvSpPr>
        <dsp:cNvPr id="0" name=""/>
        <dsp:cNvSpPr/>
      </dsp:nvSpPr>
      <dsp:spPr>
        <a:xfrm>
          <a:off x="4251094" y="222100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Yes (7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8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14</a:t>
          </a:r>
          <a:r>
            <a:rPr lang="en-US" altLang="zh-CN" sz="1000" b="1" kern="120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5</a:t>
          </a: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2 HHs</a:t>
          </a:r>
        </a:p>
      </dsp:txBody>
      <dsp:txXfrm>
        <a:off x="4263381" y="2233294"/>
        <a:ext cx="604689" cy="394935"/>
      </dsp:txXfrm>
    </dsp:sp>
    <dsp:sp modelId="{DA1084BA-1B2F-4754-B924-2FB442548B5D}">
      <dsp:nvSpPr>
        <dsp:cNvPr id="0" name=""/>
        <dsp:cNvSpPr/>
      </dsp:nvSpPr>
      <dsp:spPr>
        <a:xfrm>
          <a:off x="4404930" y="2640517"/>
          <a:ext cx="160795" cy="253970"/>
        </a:xfrm>
        <a:custGeom>
          <a:avLst/>
          <a:gdLst/>
          <a:ahLst/>
          <a:cxnLst/>
          <a:rect l="0" t="0" r="0" b="0"/>
          <a:pathLst>
            <a:path>
              <a:moveTo>
                <a:pt x="673834" y="0"/>
              </a:moveTo>
              <a:lnTo>
                <a:pt x="673834" y="126985"/>
              </a:lnTo>
              <a:lnTo>
                <a:pt x="0" y="126985"/>
              </a:lnTo>
              <a:lnTo>
                <a:pt x="0" y="25397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0C3B2-5D87-4225-85F4-E416B2985A3C}">
      <dsp:nvSpPr>
        <dsp:cNvPr id="0" name=""/>
        <dsp:cNvSpPr/>
      </dsp:nvSpPr>
      <dsp:spPr>
        <a:xfrm>
          <a:off x="4090298" y="2894488"/>
          <a:ext cx="629263" cy="419509"/>
        </a:xfrm>
        <a:prstGeom prst="roundRect">
          <a:avLst>
            <a:gd name="adj" fmla="val 10000"/>
          </a:avLst>
        </a:prstGeom>
        <a:solidFill>
          <a:srgbClr val="4472C4">
            <a:lumMod val="60000"/>
            <a:lumOff val="40000"/>
          </a:srgbClr>
        </a:solidFill>
        <a:ln w="12700" cap="flat" cmpd="sng" algn="ctr">
          <a:solidFill>
            <a:srgbClr val="4472C4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Remote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715 HHs</a:t>
          </a:r>
        </a:p>
      </dsp:txBody>
      <dsp:txXfrm>
        <a:off x="4102585" y="2906775"/>
        <a:ext cx="604689" cy="394935"/>
      </dsp:txXfrm>
    </dsp:sp>
    <dsp:sp modelId="{EE415BB9-C195-4C21-89E9-D3FF081D4B80}">
      <dsp:nvSpPr>
        <dsp:cNvPr id="0" name=""/>
        <dsp:cNvSpPr/>
      </dsp:nvSpPr>
      <dsp:spPr>
        <a:xfrm>
          <a:off x="4323594" y="3313997"/>
          <a:ext cx="91440" cy="323630"/>
        </a:xfrm>
        <a:custGeom>
          <a:avLst/>
          <a:gdLst/>
          <a:ahLst/>
          <a:cxnLst/>
          <a:rect l="0" t="0" r="0" b="0"/>
          <a:pathLst>
            <a:path>
              <a:moveTo>
                <a:pt x="1057541" y="0"/>
              </a:moveTo>
              <a:lnTo>
                <a:pt x="1057541" y="161815"/>
              </a:lnTo>
              <a:lnTo>
                <a:pt x="0" y="161815"/>
              </a:lnTo>
              <a:lnTo>
                <a:pt x="0" y="323630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C0A76-6FE3-4E77-A531-554F3BBE9BA5}">
      <dsp:nvSpPr>
        <dsp:cNvPr id="0" name=""/>
        <dsp:cNvSpPr/>
      </dsp:nvSpPr>
      <dsp:spPr>
        <a:xfrm>
          <a:off x="4054682" y="3637627"/>
          <a:ext cx="629263" cy="419509"/>
        </a:xfrm>
        <a:prstGeom prst="roundRect">
          <a:avLst>
            <a:gd name="adj" fmla="val 10000"/>
          </a:avLst>
        </a:prstGeom>
        <a:solidFill>
          <a:srgbClr val="70AD47">
            <a:lumMod val="40000"/>
            <a:lumOff val="60000"/>
          </a:srgbClr>
        </a:solidFill>
        <a:ln w="12700" cap="flat" cmpd="sng" algn="ctr">
          <a:solidFill>
            <a:srgbClr val="70AD47">
              <a:lumMod val="40000"/>
              <a:lumOff val="6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Yes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Text" lastClr="000000"/>
              </a:solidFill>
              <a:latin typeface="Calibri" panose="020F0502020204030204"/>
              <a:ea typeface="+mn-ea"/>
              <a:cs typeface="+mn-cs"/>
            </a:rPr>
            <a:t>300 HHs</a:t>
          </a:r>
        </a:p>
      </dsp:txBody>
      <dsp:txXfrm>
        <a:off x="4066969" y="3649914"/>
        <a:ext cx="604689" cy="394935"/>
      </dsp:txXfrm>
    </dsp:sp>
    <dsp:sp modelId="{AD4C6D5B-7303-48D1-8301-CFB4223FBCFC}">
      <dsp:nvSpPr>
        <dsp:cNvPr id="0" name=""/>
        <dsp:cNvSpPr/>
      </dsp:nvSpPr>
      <dsp:spPr>
        <a:xfrm>
          <a:off x="4404930" y="3313997"/>
          <a:ext cx="98920" cy="32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12"/>
              </a:lnTo>
              <a:lnTo>
                <a:pt x="611959" y="163312"/>
              </a:lnTo>
              <a:lnTo>
                <a:pt x="611959" y="326625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FD5245-0C52-4DBE-BF63-3C8C182EFF46}">
      <dsp:nvSpPr>
        <dsp:cNvPr id="0" name=""/>
        <dsp:cNvSpPr/>
      </dsp:nvSpPr>
      <dsp:spPr>
        <a:xfrm>
          <a:off x="4189218" y="3640623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415 HHs</a:t>
          </a:r>
        </a:p>
      </dsp:txBody>
      <dsp:txXfrm>
        <a:off x="4201505" y="3652910"/>
        <a:ext cx="604689" cy="394935"/>
      </dsp:txXfrm>
    </dsp:sp>
    <dsp:sp modelId="{0DA9EA46-F4FE-4F5D-9CF8-FB928EB40209}">
      <dsp:nvSpPr>
        <dsp:cNvPr id="0" name=""/>
        <dsp:cNvSpPr/>
      </dsp:nvSpPr>
      <dsp:spPr>
        <a:xfrm>
          <a:off x="4565726" y="2640517"/>
          <a:ext cx="885600" cy="258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14"/>
              </a:lnTo>
              <a:lnTo>
                <a:pt x="885600" y="129414"/>
              </a:lnTo>
              <a:lnTo>
                <a:pt x="885600" y="258828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D2AA17-CE6B-4E27-A74E-FFC066F4CF34}">
      <dsp:nvSpPr>
        <dsp:cNvPr id="0" name=""/>
        <dsp:cNvSpPr/>
      </dsp:nvSpPr>
      <dsp:spPr>
        <a:xfrm>
          <a:off x="5136695" y="2899346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F2F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737 HHs</a:t>
          </a:r>
        </a:p>
      </dsp:txBody>
      <dsp:txXfrm>
        <a:off x="5148982" y="2911633"/>
        <a:ext cx="604689" cy="394935"/>
      </dsp:txXfrm>
    </dsp:sp>
    <dsp:sp modelId="{0278B013-9324-47DF-9D28-A95B9CA62026}">
      <dsp:nvSpPr>
        <dsp:cNvPr id="0" name=""/>
        <dsp:cNvSpPr/>
      </dsp:nvSpPr>
      <dsp:spPr>
        <a:xfrm>
          <a:off x="5402536" y="3318855"/>
          <a:ext cx="91440" cy="1097595"/>
        </a:xfrm>
        <a:custGeom>
          <a:avLst/>
          <a:gdLst/>
          <a:ahLst/>
          <a:cxnLst/>
          <a:rect l="0" t="0" r="0" b="0"/>
          <a:pathLst>
            <a:path>
              <a:moveTo>
                <a:pt x="48790" y="0"/>
              </a:moveTo>
              <a:lnTo>
                <a:pt x="48790" y="517497"/>
              </a:lnTo>
              <a:lnTo>
                <a:pt x="45720" y="517497"/>
              </a:lnTo>
              <a:lnTo>
                <a:pt x="45720" y="1034994"/>
              </a:lnTo>
            </a:path>
          </a:pathLst>
        </a:custGeom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4BC45F-3F8A-4D19-BE0D-942C9E4C8681}">
      <dsp:nvSpPr>
        <dsp:cNvPr id="0" name=""/>
        <dsp:cNvSpPr/>
      </dsp:nvSpPr>
      <dsp:spPr>
        <a:xfrm>
          <a:off x="5133624" y="4416451"/>
          <a:ext cx="629263" cy="41950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675 HHs</a:t>
          </a:r>
        </a:p>
      </dsp:txBody>
      <dsp:txXfrm>
        <a:off x="5145911" y="4428738"/>
        <a:ext cx="604689" cy="394935"/>
      </dsp:txXfrm>
    </dsp:sp>
    <dsp:sp modelId="{4C79992A-C606-4B62-8A1E-12247D9EAA96}">
      <dsp:nvSpPr>
        <dsp:cNvPr id="0" name=""/>
        <dsp:cNvSpPr/>
      </dsp:nvSpPr>
      <dsp:spPr>
        <a:xfrm>
          <a:off x="5153823" y="1404768"/>
          <a:ext cx="538102" cy="81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543"/>
              </a:lnTo>
              <a:lnTo>
                <a:pt x="538102" y="408543"/>
              </a:lnTo>
              <a:lnTo>
                <a:pt x="538102" y="817086"/>
              </a:lnTo>
            </a:path>
          </a:pathLst>
        </a:custGeom>
        <a:noFill/>
        <a:ln w="12700" cap="flat" cmpd="sng" algn="ctr">
          <a:solidFill>
            <a:srgbClr val="4472C4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4A139-4DFF-43C5-9340-86913AFD9761}">
      <dsp:nvSpPr>
        <dsp:cNvPr id="0" name=""/>
        <dsp:cNvSpPr/>
      </dsp:nvSpPr>
      <dsp:spPr>
        <a:xfrm>
          <a:off x="5377294" y="2221855"/>
          <a:ext cx="629263" cy="419509"/>
        </a:xfrm>
        <a:prstGeom prst="roundRect">
          <a:avLst>
            <a:gd name="adj" fmla="val 10000"/>
          </a:avLst>
        </a:prstGeom>
        <a:solidFill>
          <a:srgbClr val="ED7D31">
            <a:lumMod val="60000"/>
            <a:lumOff val="40000"/>
          </a:srgbClr>
        </a:solidFill>
        <a:ln w="12700" cap="flat" cmpd="sng" algn="ctr">
          <a:solidFill>
            <a:srgbClr val="ED7D31">
              <a:lumMod val="60000"/>
              <a:lumOff val="4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No (2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2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%)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42</a:t>
          </a:r>
          <a:r>
            <a:rPr lang="en-US" altLang="zh-CN" sz="1000" b="1" kern="1200" dirty="0">
              <a:solidFill>
                <a:sysClr val="window" lastClr="FFFFFF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0</a:t>
          </a:r>
          <a:r>
            <a:rPr lang="en-GB" sz="1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HHs</a:t>
          </a:r>
        </a:p>
      </dsp:txBody>
      <dsp:txXfrm>
        <a:off x="5389581" y="2234142"/>
        <a:ext cx="604689" cy="394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11/10/2023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11/10/2023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340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61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1828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116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8489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74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148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  <p:sldLayoutId id="2147483676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165399"/>
            <a:ext cx="9483725" cy="741309"/>
          </a:xfrm>
        </p:spPr>
        <p:txBody>
          <a:bodyPr>
            <a:normAutofit/>
          </a:bodyPr>
          <a:lstStyle/>
          <a:p>
            <a:r>
              <a:rPr lang="en-US"/>
              <a:t>Remote CARI (</a:t>
            </a:r>
            <a:r>
              <a:rPr lang="en-US" err="1"/>
              <a:t>rCARI</a:t>
            </a:r>
            <a:r>
              <a:rPr lang="en-US"/>
              <a:t>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157412" y="1999748"/>
            <a:ext cx="8765692" cy="1655762"/>
          </a:xfrm>
        </p:spPr>
        <p:txBody>
          <a:bodyPr/>
          <a:lstStyle/>
          <a:p>
            <a:r>
              <a:rPr lang="en-US" dirty="0"/>
              <a:t>Preliminary Results from CAR, Myanmar &amp; Ecuador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908615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Open Sans"/>
                <a:ea typeface="Open Sans"/>
                <a:cs typeface="Open Sans"/>
              </a:rPr>
              <a:t>RAM-N – rCARI Team | Oct 2023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285398"/>
            <a:ext cx="11009542" cy="1288256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1451547"/>
            <a:ext cx="4956048" cy="4500561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and rCARI aggregate indicators in a similar way and the only difference is in the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Economic Vulnerability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endParaRPr lang="en-US" sz="2400" b="1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To date, rCARI is not validated against the conventional CARI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485" y="407504"/>
            <a:ext cx="6616765" cy="63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6" y="1570382"/>
            <a:ext cx="10401808" cy="42440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endParaRPr lang="en-GB" sz="2400" b="1" dirty="0">
              <a:solidFill>
                <a:srgbClr val="0070BA"/>
              </a:solidFill>
              <a:latin typeface="Open Sans"/>
              <a:ea typeface="MS Mincho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2400" b="1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the results produced by rCARI and CARI methodologies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Examine the validity of phone survey modality to collect food security indicators (FCS, rCSI, LCS, FES, income sources and income change) against the F2F modality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6" y="668994"/>
            <a:ext cx="11006856" cy="1288256"/>
          </a:xfrm>
        </p:spPr>
        <p:txBody>
          <a:bodyPr/>
          <a:lstStyle/>
          <a:p>
            <a:r>
              <a:rPr lang="en-GB" dirty="0"/>
              <a:t>Main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EF35892-2378-D494-50FA-77FAF1AE8F71}"/>
              </a:ext>
            </a:extLst>
          </p:cNvPr>
          <p:cNvGrpSpPr/>
          <p:nvPr/>
        </p:nvGrpSpPr>
        <p:grpSpPr>
          <a:xfrm>
            <a:off x="3419061" y="793957"/>
            <a:ext cx="7971182" cy="5596904"/>
            <a:chOff x="3229925" y="1657983"/>
            <a:chExt cx="5545458" cy="35864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4921BA-4A3F-FBE5-1A2D-3C31295DC19E}"/>
                </a:ext>
              </a:extLst>
            </p:cNvPr>
            <p:cNvGrpSpPr/>
            <p:nvPr/>
          </p:nvGrpSpPr>
          <p:grpSpPr>
            <a:xfrm>
              <a:off x="3305984" y="1657983"/>
              <a:ext cx="5469399" cy="3586485"/>
              <a:chOff x="22475" y="-51529"/>
              <a:chExt cx="5186154" cy="3855623"/>
            </a:xfrm>
          </p:grpSpPr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737C9D44-A49D-A9B0-795F-4A69F518F8D7}"/>
                  </a:ext>
                </a:extLst>
              </p:cNvPr>
              <p:cNvSpPr txBox="1"/>
              <p:nvPr/>
            </p:nvSpPr>
            <p:spPr>
              <a:xfrm>
                <a:off x="285048" y="2418094"/>
                <a:ext cx="1590306" cy="327491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Sampled Households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0CD8D586-DCEA-38DE-9DB9-53AF960C8548}"/>
                  </a:ext>
                </a:extLst>
              </p:cNvPr>
              <p:cNvSpPr txBox="1"/>
              <p:nvPr/>
            </p:nvSpPr>
            <p:spPr>
              <a:xfrm>
                <a:off x="414827" y="-49667"/>
                <a:ext cx="1265590" cy="28142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Study-Country</a:t>
                </a: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		</a:t>
                </a:r>
              </a:p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</a:p>
            </p:txBody>
          </p:sp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C9D67147-F6F9-8246-46BF-A546369123B0}"/>
                  </a:ext>
                </a:extLst>
              </p:cNvPr>
              <p:cNvSpPr/>
              <p:nvPr/>
            </p:nvSpPr>
            <p:spPr>
              <a:xfrm rot="10800000">
                <a:off x="932846" y="231761"/>
                <a:ext cx="242715" cy="313469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" name="Arrow: Up 7">
                <a:extLst>
                  <a:ext uri="{FF2B5EF4-FFF2-40B4-BE49-F238E27FC236}">
                    <a16:creationId xmlns:a16="http://schemas.microsoft.com/office/drawing/2014/main" id="{01639503-92DC-9FDC-804E-11FB2906CC55}"/>
                  </a:ext>
                </a:extLst>
              </p:cNvPr>
              <p:cNvSpPr/>
              <p:nvPr/>
            </p:nvSpPr>
            <p:spPr>
              <a:xfrm rot="10800000">
                <a:off x="912600" y="812628"/>
                <a:ext cx="264792" cy="336550"/>
              </a:xfrm>
              <a:prstGeom prst="upArrow">
                <a:avLst/>
              </a:prstGeom>
              <a:solidFill>
                <a:srgbClr val="FFFFFE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B39131E2-1680-C040-BB2E-EFF3EF8DCA79}"/>
                  </a:ext>
                </a:extLst>
              </p:cNvPr>
              <p:cNvSpPr txBox="1"/>
              <p:nvPr/>
            </p:nvSpPr>
            <p:spPr>
              <a:xfrm>
                <a:off x="22475" y="1144675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Admin2 Districts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Arrow: Up 9">
                <a:extLst>
                  <a:ext uri="{FF2B5EF4-FFF2-40B4-BE49-F238E27FC236}">
                    <a16:creationId xmlns:a16="http://schemas.microsoft.com/office/drawing/2014/main" id="{0BF28807-709E-8AAD-95D9-B098D2B1A2B1}"/>
                  </a:ext>
                </a:extLst>
              </p:cNvPr>
              <p:cNvSpPr/>
              <p:nvPr/>
            </p:nvSpPr>
            <p:spPr>
              <a:xfrm rot="10800000">
                <a:off x="941897" y="1428979"/>
                <a:ext cx="223021" cy="369593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7CBD16F1-1AF8-5DB8-D035-4491C52E0BBD}"/>
                  </a:ext>
                </a:extLst>
              </p:cNvPr>
              <p:cNvSpPr txBox="1"/>
              <p:nvPr/>
            </p:nvSpPr>
            <p:spPr>
              <a:xfrm>
                <a:off x="132649" y="532827"/>
                <a:ext cx="1907959" cy="28683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Livelihood Zones/Admin1 Area 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E6FB7428-94C4-A6D9-386D-79FA8AE624B9}"/>
                  </a:ext>
                </a:extLst>
              </p:cNvPr>
              <p:cNvSpPr txBox="1"/>
              <p:nvPr/>
            </p:nvSpPr>
            <p:spPr>
              <a:xfrm>
                <a:off x="22475" y="1812799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b="1" dirty="0">
                    <a:effectLst/>
                    <a:ea typeface="Calibri" panose="020F0502020204030204" pitchFamily="34" charset="0"/>
                    <a:cs typeface="Calibri" panose="020F0502020204030204" pitchFamily="34" charset="0"/>
                  </a:rPr>
                  <a:t>Admin3 Villages/Communities</a:t>
                </a:r>
                <a:endParaRPr lang="en-GB" sz="1600" b="1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Arrow: Up 12">
                <a:extLst>
                  <a:ext uri="{FF2B5EF4-FFF2-40B4-BE49-F238E27FC236}">
                    <a16:creationId xmlns:a16="http://schemas.microsoft.com/office/drawing/2014/main" id="{24258C1D-FB17-2F73-BB32-6F812F230275}"/>
                  </a:ext>
                </a:extLst>
              </p:cNvPr>
              <p:cNvSpPr/>
              <p:nvPr/>
            </p:nvSpPr>
            <p:spPr>
              <a:xfrm rot="10800000">
                <a:off x="932846" y="2097105"/>
                <a:ext cx="258884" cy="318374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F8526570-F905-CD9B-1DE6-A402E855E769}"/>
                  </a:ext>
                </a:extLst>
              </p:cNvPr>
              <p:cNvSpPr/>
              <p:nvPr/>
            </p:nvSpPr>
            <p:spPr>
              <a:xfrm>
                <a:off x="2595494" y="-51529"/>
                <a:ext cx="2572690" cy="559234"/>
              </a:xfrm>
              <a:prstGeom prst="wedgeRoundRectCallout">
                <a:avLst>
                  <a:gd name="adj1" fmla="val -71530"/>
                  <a:gd name="adj2" fmla="val 67350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Simple random sampling to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at least 2 regions /livelihood zones 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based on the food security situation.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Speech Bubble: Rectangle with Corners Rounded 30">
                <a:extLst>
                  <a:ext uri="{FF2B5EF4-FFF2-40B4-BE49-F238E27FC236}">
                    <a16:creationId xmlns:a16="http://schemas.microsoft.com/office/drawing/2014/main" id="{614394D9-E434-778B-7473-0A6541FB4AEB}"/>
                  </a:ext>
                </a:extLst>
              </p:cNvPr>
              <p:cNvSpPr/>
              <p:nvPr/>
            </p:nvSpPr>
            <p:spPr>
              <a:xfrm>
                <a:off x="2153322" y="686687"/>
                <a:ext cx="3035631" cy="713425"/>
              </a:xfrm>
              <a:custGeom>
                <a:avLst/>
                <a:gdLst>
                  <a:gd name="connsiteX0" fmla="*/ 0 w 2876344"/>
                  <a:gd name="connsiteY0" fmla="*/ 97367 h 584188"/>
                  <a:gd name="connsiteX1" fmla="*/ 97367 w 2876344"/>
                  <a:gd name="connsiteY1" fmla="*/ 0 h 584188"/>
                  <a:gd name="connsiteX2" fmla="*/ 479391 w 2876344"/>
                  <a:gd name="connsiteY2" fmla="*/ 0 h 584188"/>
                  <a:gd name="connsiteX3" fmla="*/ 479391 w 2876344"/>
                  <a:gd name="connsiteY3" fmla="*/ 0 h 584188"/>
                  <a:gd name="connsiteX4" fmla="*/ 1198477 w 2876344"/>
                  <a:gd name="connsiteY4" fmla="*/ 0 h 584188"/>
                  <a:gd name="connsiteX5" fmla="*/ 2778977 w 2876344"/>
                  <a:gd name="connsiteY5" fmla="*/ 0 h 584188"/>
                  <a:gd name="connsiteX6" fmla="*/ 2876344 w 2876344"/>
                  <a:gd name="connsiteY6" fmla="*/ 97367 h 584188"/>
                  <a:gd name="connsiteX7" fmla="*/ 2876344 w 2876344"/>
                  <a:gd name="connsiteY7" fmla="*/ 340776 h 584188"/>
                  <a:gd name="connsiteX8" fmla="*/ 2876344 w 2876344"/>
                  <a:gd name="connsiteY8" fmla="*/ 340776 h 584188"/>
                  <a:gd name="connsiteX9" fmla="*/ 2876344 w 2876344"/>
                  <a:gd name="connsiteY9" fmla="*/ 486823 h 584188"/>
                  <a:gd name="connsiteX10" fmla="*/ 2876344 w 2876344"/>
                  <a:gd name="connsiteY10" fmla="*/ 486821 h 584188"/>
                  <a:gd name="connsiteX11" fmla="*/ 2778977 w 2876344"/>
                  <a:gd name="connsiteY11" fmla="*/ 584188 h 584188"/>
                  <a:gd name="connsiteX12" fmla="*/ 1198477 w 2876344"/>
                  <a:gd name="connsiteY12" fmla="*/ 584188 h 584188"/>
                  <a:gd name="connsiteX13" fmla="*/ 479391 w 2876344"/>
                  <a:gd name="connsiteY13" fmla="*/ 584188 h 584188"/>
                  <a:gd name="connsiteX14" fmla="*/ 479391 w 2876344"/>
                  <a:gd name="connsiteY14" fmla="*/ 584188 h 584188"/>
                  <a:gd name="connsiteX15" fmla="*/ 97367 w 2876344"/>
                  <a:gd name="connsiteY15" fmla="*/ 584188 h 584188"/>
                  <a:gd name="connsiteX16" fmla="*/ 0 w 2876344"/>
                  <a:gd name="connsiteY16" fmla="*/ 486821 h 584188"/>
                  <a:gd name="connsiteX17" fmla="*/ 0 w 2876344"/>
                  <a:gd name="connsiteY17" fmla="*/ 486823 h 584188"/>
                  <a:gd name="connsiteX18" fmla="*/ -629689 w 2876344"/>
                  <a:gd name="connsiteY18" fmla="*/ 577879 h 584188"/>
                  <a:gd name="connsiteX19" fmla="*/ 0 w 2876344"/>
                  <a:gd name="connsiteY19" fmla="*/ 340776 h 584188"/>
                  <a:gd name="connsiteX20" fmla="*/ 0 w 2876344"/>
                  <a:gd name="connsiteY20" fmla="*/ 97367 h 584188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7223 w 3393567"/>
                  <a:gd name="connsiteY19" fmla="*/ 340776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7223 w 3393567"/>
                  <a:gd name="connsiteY17" fmla="*/ 486823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  <a:gd name="connsiteX0" fmla="*/ 517223 w 3393567"/>
                  <a:gd name="connsiteY0" fmla="*/ 97367 h 851710"/>
                  <a:gd name="connsiteX1" fmla="*/ 614590 w 3393567"/>
                  <a:gd name="connsiteY1" fmla="*/ 0 h 851710"/>
                  <a:gd name="connsiteX2" fmla="*/ 996614 w 3393567"/>
                  <a:gd name="connsiteY2" fmla="*/ 0 h 851710"/>
                  <a:gd name="connsiteX3" fmla="*/ 996614 w 3393567"/>
                  <a:gd name="connsiteY3" fmla="*/ 0 h 851710"/>
                  <a:gd name="connsiteX4" fmla="*/ 1715700 w 3393567"/>
                  <a:gd name="connsiteY4" fmla="*/ 0 h 851710"/>
                  <a:gd name="connsiteX5" fmla="*/ 3296200 w 3393567"/>
                  <a:gd name="connsiteY5" fmla="*/ 0 h 851710"/>
                  <a:gd name="connsiteX6" fmla="*/ 3393567 w 3393567"/>
                  <a:gd name="connsiteY6" fmla="*/ 97367 h 851710"/>
                  <a:gd name="connsiteX7" fmla="*/ 3393567 w 3393567"/>
                  <a:gd name="connsiteY7" fmla="*/ 340776 h 851710"/>
                  <a:gd name="connsiteX8" fmla="*/ 3393567 w 3393567"/>
                  <a:gd name="connsiteY8" fmla="*/ 340776 h 851710"/>
                  <a:gd name="connsiteX9" fmla="*/ 3393567 w 3393567"/>
                  <a:gd name="connsiteY9" fmla="*/ 486823 h 851710"/>
                  <a:gd name="connsiteX10" fmla="*/ 3393567 w 3393567"/>
                  <a:gd name="connsiteY10" fmla="*/ 486821 h 851710"/>
                  <a:gd name="connsiteX11" fmla="*/ 3296200 w 3393567"/>
                  <a:gd name="connsiteY11" fmla="*/ 584188 h 851710"/>
                  <a:gd name="connsiteX12" fmla="*/ 1715700 w 3393567"/>
                  <a:gd name="connsiteY12" fmla="*/ 584188 h 851710"/>
                  <a:gd name="connsiteX13" fmla="*/ 996614 w 3393567"/>
                  <a:gd name="connsiteY13" fmla="*/ 584188 h 851710"/>
                  <a:gd name="connsiteX14" fmla="*/ 996614 w 3393567"/>
                  <a:gd name="connsiteY14" fmla="*/ 584188 h 851710"/>
                  <a:gd name="connsiteX15" fmla="*/ 614590 w 3393567"/>
                  <a:gd name="connsiteY15" fmla="*/ 584188 h 851710"/>
                  <a:gd name="connsiteX16" fmla="*/ 517223 w 3393567"/>
                  <a:gd name="connsiteY16" fmla="*/ 486821 h 851710"/>
                  <a:gd name="connsiteX17" fmla="*/ 512333 w 3393567"/>
                  <a:gd name="connsiteY17" fmla="*/ 437925 h 851710"/>
                  <a:gd name="connsiteX18" fmla="*/ 0 w 3393567"/>
                  <a:gd name="connsiteY18" fmla="*/ 851710 h 851710"/>
                  <a:gd name="connsiteX19" fmla="*/ 512333 w 3393567"/>
                  <a:gd name="connsiteY19" fmla="*/ 277208 h 851710"/>
                  <a:gd name="connsiteX20" fmla="*/ 517223 w 3393567"/>
                  <a:gd name="connsiteY20" fmla="*/ 97367 h 8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93567" h="851710">
                    <a:moveTo>
                      <a:pt x="517223" y="97367"/>
                    </a:moveTo>
                    <a:cubicBezTo>
                      <a:pt x="517223" y="43593"/>
                      <a:pt x="560816" y="0"/>
                      <a:pt x="614590" y="0"/>
                    </a:cubicBezTo>
                    <a:lnTo>
                      <a:pt x="996614" y="0"/>
                    </a:lnTo>
                    <a:lnTo>
                      <a:pt x="996614" y="0"/>
                    </a:lnTo>
                    <a:lnTo>
                      <a:pt x="1715700" y="0"/>
                    </a:lnTo>
                    <a:lnTo>
                      <a:pt x="3296200" y="0"/>
                    </a:lnTo>
                    <a:cubicBezTo>
                      <a:pt x="3349974" y="0"/>
                      <a:pt x="3393567" y="43593"/>
                      <a:pt x="3393567" y="97367"/>
                    </a:cubicBezTo>
                    <a:lnTo>
                      <a:pt x="3393567" y="340776"/>
                    </a:lnTo>
                    <a:lnTo>
                      <a:pt x="3393567" y="340776"/>
                    </a:lnTo>
                    <a:lnTo>
                      <a:pt x="3393567" y="486823"/>
                    </a:lnTo>
                    <a:lnTo>
                      <a:pt x="3393567" y="486821"/>
                    </a:lnTo>
                    <a:cubicBezTo>
                      <a:pt x="3393567" y="540595"/>
                      <a:pt x="3349974" y="584188"/>
                      <a:pt x="3296200" y="584188"/>
                    </a:cubicBezTo>
                    <a:lnTo>
                      <a:pt x="1715700" y="584188"/>
                    </a:lnTo>
                    <a:lnTo>
                      <a:pt x="996614" y="584188"/>
                    </a:lnTo>
                    <a:lnTo>
                      <a:pt x="996614" y="584188"/>
                    </a:lnTo>
                    <a:lnTo>
                      <a:pt x="614590" y="584188"/>
                    </a:lnTo>
                    <a:cubicBezTo>
                      <a:pt x="560816" y="584188"/>
                      <a:pt x="517223" y="540595"/>
                      <a:pt x="517223" y="486821"/>
                    </a:cubicBezTo>
                    <a:lnTo>
                      <a:pt x="512333" y="437925"/>
                    </a:lnTo>
                    <a:lnTo>
                      <a:pt x="0" y="851710"/>
                    </a:lnTo>
                    <a:lnTo>
                      <a:pt x="512333" y="277208"/>
                    </a:lnTo>
                    <a:lnTo>
                      <a:pt x="517223" y="97367"/>
                    </a:lnTo>
                    <a:close/>
                  </a:path>
                </a:pathLst>
              </a:cu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554355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Based on the number of regions selected, draw a list of 	districts from the selected regions and 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select minimum 	of 4 districts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Equally distributed in the Admin1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Speech Bubble: Rectangle with Corners Rounded 15">
                <a:extLst>
                  <a:ext uri="{FF2B5EF4-FFF2-40B4-BE49-F238E27FC236}">
                    <a16:creationId xmlns:a16="http://schemas.microsoft.com/office/drawing/2014/main" id="{3B004D5D-C036-CE5B-9E0D-EBA11EA6250D}"/>
                  </a:ext>
                </a:extLst>
              </p:cNvPr>
              <p:cNvSpPr/>
              <p:nvPr/>
            </p:nvSpPr>
            <p:spPr>
              <a:xfrm>
                <a:off x="2595494" y="1400112"/>
                <a:ext cx="2613135" cy="586133"/>
              </a:xfrm>
              <a:prstGeom prst="wedgeRoundRectCallout">
                <a:avLst>
                  <a:gd name="adj1" fmla="val -65259"/>
                  <a:gd name="adj2" fmla="val 55147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 the same manner, list all the smallest administrative units within the Admin2 (e.g., villages) and randomly select </a:t>
                </a:r>
                <a:r>
                  <a:rPr lang="en-GB" sz="1200" b="1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20 ADMIN3 Units as sampling clusters.</a:t>
                </a:r>
                <a:r>
                  <a:rPr lang="en-GB" sz="120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D11FAE89-4AB7-D485-D8A2-0FA22C96BC99}"/>
                  </a:ext>
                </a:extLst>
              </p:cNvPr>
              <p:cNvSpPr/>
              <p:nvPr/>
            </p:nvSpPr>
            <p:spPr>
              <a:xfrm>
                <a:off x="2822081" y="3216142"/>
                <a:ext cx="2376896" cy="587952"/>
              </a:xfrm>
              <a:prstGeom prst="wedgeRoundRectCallout">
                <a:avLst>
                  <a:gd name="adj1" fmla="val -76067"/>
                  <a:gd name="adj2" fmla="val -1309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will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receive the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Face-2-Face modules while Treated Group will receive the Remote modules simultaneously.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73FE96-34B6-643C-35D6-74804ABCE7CB}"/>
                </a:ext>
              </a:extLst>
            </p:cNvPr>
            <p:cNvGrpSpPr/>
            <p:nvPr/>
          </p:nvGrpSpPr>
          <p:grpSpPr>
            <a:xfrm>
              <a:off x="3229925" y="3628700"/>
              <a:ext cx="5545458" cy="1543589"/>
              <a:chOff x="-208283" y="-54149"/>
              <a:chExt cx="5545458" cy="154362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D19CA78-1B62-5A7F-4DA9-455266F686F8}"/>
                  </a:ext>
                </a:extLst>
              </p:cNvPr>
              <p:cNvGrpSpPr/>
              <p:nvPr/>
            </p:nvGrpSpPr>
            <p:grpSpPr>
              <a:xfrm>
                <a:off x="-208283" y="577012"/>
                <a:ext cx="2380365" cy="912461"/>
                <a:chOff x="-151107" y="-364370"/>
                <a:chExt cx="2404114" cy="898877"/>
              </a:xfrm>
            </p:grpSpPr>
            <p:sp>
              <p:nvSpPr>
                <p:cNvPr id="21" name="Speech Bubble: Rectangle with Corners Rounded 20">
                  <a:extLst>
                    <a:ext uri="{FF2B5EF4-FFF2-40B4-BE49-F238E27FC236}">
                      <a16:creationId xmlns:a16="http://schemas.microsoft.com/office/drawing/2014/main" id="{B3B76EB0-5246-0D8C-ABA4-2CFB6587BAA7}"/>
                    </a:ext>
                  </a:extLst>
                </p:cNvPr>
                <p:cNvSpPr/>
                <p:nvPr/>
              </p:nvSpPr>
              <p:spPr>
                <a:xfrm>
                  <a:off x="1326328" y="49153"/>
                  <a:ext cx="926679" cy="485354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Control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Remote)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Speech Bubble: Rectangle with Corners Rounded 21">
                  <a:extLst>
                    <a:ext uri="{FF2B5EF4-FFF2-40B4-BE49-F238E27FC236}">
                      <a16:creationId xmlns:a16="http://schemas.microsoft.com/office/drawing/2014/main" id="{1306DAD5-74B8-1B39-3114-55DE3DFA1D97}"/>
                    </a:ext>
                  </a:extLst>
                </p:cNvPr>
                <p:cNvSpPr/>
                <p:nvPr/>
              </p:nvSpPr>
              <p:spPr>
                <a:xfrm>
                  <a:off x="-151107" y="23332"/>
                  <a:ext cx="926679" cy="485763"/>
                </a:xfrm>
                <a:prstGeom prst="wedgeRoundRectCallout">
                  <a:avLst>
                    <a:gd name="adj1" fmla="val -2846"/>
                    <a:gd name="adj2" fmla="val 24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Group Treated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GB" sz="1200" b="1" dirty="0">
                      <a:ea typeface="Calibri" panose="020F0502020204030204" pitchFamily="34" charset="0"/>
                      <a:cs typeface="Calibri" panose="020F0502020204030204" pitchFamily="34" charset="0"/>
                    </a:rPr>
                    <a:t>F2F</a:t>
                  </a:r>
                  <a:r>
                    <a:rPr lang="en-GB" sz="1200" b="1" dirty="0">
                      <a:effectLst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GB" sz="20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Arrow: Left-Right-Up 22">
                  <a:extLst>
                    <a:ext uri="{FF2B5EF4-FFF2-40B4-BE49-F238E27FC236}">
                      <a16:creationId xmlns:a16="http://schemas.microsoft.com/office/drawing/2014/main" id="{030490AA-BF51-D621-7570-655692D165E4}"/>
                    </a:ext>
                  </a:extLst>
                </p:cNvPr>
                <p:cNvSpPr/>
                <p:nvPr/>
              </p:nvSpPr>
              <p:spPr>
                <a:xfrm>
                  <a:off x="775571" y="-364370"/>
                  <a:ext cx="553527" cy="723304"/>
                </a:xfrm>
                <a:prstGeom prst="leftRightUpArrow">
                  <a:avLst>
                    <a:gd name="adj1" fmla="val 19774"/>
                    <a:gd name="adj2" fmla="val 21387"/>
                    <a:gd name="adj3" fmla="val 29408"/>
                  </a:avLst>
                </a:prstGeom>
                <a:solidFill>
                  <a:srgbClr val="FFFFFF"/>
                </a:solidFill>
                <a:ln>
                  <a:solidFill>
                    <a:srgbClr val="0070B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0" name="Speech Bubble: Rectangle with Corners Rounded 19">
                <a:extLst>
                  <a:ext uri="{FF2B5EF4-FFF2-40B4-BE49-F238E27FC236}">
                    <a16:creationId xmlns:a16="http://schemas.microsoft.com/office/drawing/2014/main" id="{97F46167-A644-7B36-5C95-F3E89E13529B}"/>
                  </a:ext>
                </a:extLst>
              </p:cNvPr>
              <p:cNvSpPr/>
              <p:nvPr/>
            </p:nvSpPr>
            <p:spPr>
              <a:xfrm>
                <a:off x="2647950" y="-54149"/>
                <a:ext cx="2689225" cy="1001078"/>
              </a:xfrm>
              <a:prstGeom prst="wedgeRoundRectCallout">
                <a:avLst>
                  <a:gd name="adj1" fmla="val -80150"/>
                  <a:gd name="adj2" fmla="val -744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From each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PSU, 100 households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will be randomly selected. Final sampled households (2000) will be randomized into two groups, i.e.,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Control Group 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GB" sz="1200" b="1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Treated Group (1000 households per group)</a:t>
                </a:r>
                <a:r>
                  <a:rPr lang="en-GB" sz="1200" dirty="0">
                    <a:solidFill>
                      <a:srgbClr val="000000"/>
                    </a:solidFill>
                    <a:effectLst/>
                    <a:latin typeface="Calibri Light" panose="020F03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The interviews will be conducted simultaneous to avoid significant changes that may affect the food security between the groups.</a:t>
                </a:r>
                <a:endParaRPr lang="en-GB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dirty="0"/>
              <a:t>Overall sampling framework</a:t>
            </a:r>
          </a:p>
        </p:txBody>
      </p:sp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8" y="2310872"/>
            <a:ext cx="11008379" cy="1273730"/>
          </a:xfrm>
        </p:spPr>
        <p:txBody>
          <a:bodyPr/>
          <a:lstStyle/>
          <a:p>
            <a:r>
              <a:rPr lang="en-GB" dirty="0"/>
              <a:t>RCT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C10B166-C624-C74D-55EB-337080D15D3D}"/>
              </a:ext>
            </a:extLst>
          </p:cNvPr>
          <p:cNvSpPr txBox="1"/>
          <p:nvPr/>
        </p:nvSpPr>
        <p:spPr>
          <a:xfrm>
            <a:off x="9156688" y="2348814"/>
            <a:ext cx="289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E7E15-B4A1-E60F-1DC3-8A4905028DD8}"/>
              </a:ext>
            </a:extLst>
          </p:cNvPr>
          <p:cNvSpPr txBox="1"/>
          <p:nvPr/>
        </p:nvSpPr>
        <p:spPr>
          <a:xfrm>
            <a:off x="9156688" y="5394427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  <a:r>
              <a:rPr lang="en-US" b="1" baseline="30000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nd</a:t>
            </a:r>
            <a:r>
              <a:rPr lang="en-US" b="1" dirty="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Random Assignment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2DF42A-ABC6-49D7-6506-2A399396AF3F}"/>
              </a:ext>
            </a:extLst>
          </p:cNvPr>
          <p:cNvGrpSpPr/>
          <p:nvPr/>
        </p:nvGrpSpPr>
        <p:grpSpPr>
          <a:xfrm>
            <a:off x="2065927" y="633672"/>
            <a:ext cx="6920780" cy="5590655"/>
            <a:chOff x="1926779" y="1267344"/>
            <a:chExt cx="6920780" cy="55906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EE7676-0C97-5601-EDF9-F44557AC3417}"/>
                </a:ext>
              </a:extLst>
            </p:cNvPr>
            <p:cNvGrpSpPr/>
            <p:nvPr/>
          </p:nvGrpSpPr>
          <p:grpSpPr>
            <a:xfrm>
              <a:off x="1926779" y="2736357"/>
              <a:ext cx="6920780" cy="4121642"/>
              <a:chOff x="1092200" y="1828774"/>
              <a:chExt cx="6920780" cy="412164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60F1896-1466-4105-B802-82071799A00B}"/>
                  </a:ext>
                </a:extLst>
              </p:cNvPr>
              <p:cNvCxnSpPr>
                <a:cxnSpLocks/>
                <a:stCxn id="9" idx="2"/>
                <a:endCxn id="7" idx="0"/>
              </p:cNvCxnSpPr>
              <p:nvPr/>
            </p:nvCxnSpPr>
            <p:spPr>
              <a:xfrm flipH="1">
                <a:off x="2757587" y="3059696"/>
                <a:ext cx="1611653" cy="123092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59EBAA2-DCB2-1066-C49D-16416B1BE106}"/>
                  </a:ext>
                </a:extLst>
              </p:cNvPr>
              <p:cNvGrpSpPr/>
              <p:nvPr/>
            </p:nvGrpSpPr>
            <p:grpSpPr>
              <a:xfrm>
                <a:off x="4682206" y="4311201"/>
                <a:ext cx="3330774" cy="1639215"/>
                <a:chOff x="4919254" y="4191297"/>
                <a:chExt cx="3330774" cy="1639215"/>
              </a:xfrm>
            </p:grpSpPr>
            <p:sp>
              <p:nvSpPr>
                <p:cNvPr id="25" name="Speech Bubble: Rectangle with Corners Rounded 6">
                  <a:extLst>
                    <a:ext uri="{FF2B5EF4-FFF2-40B4-BE49-F238E27FC236}">
                      <a16:creationId xmlns:a16="http://schemas.microsoft.com/office/drawing/2014/main" id="{D4F18B0C-7E08-2DFA-2D85-1A2DF7C9DBE4}"/>
                    </a:ext>
                  </a:extLst>
                </p:cNvPr>
                <p:cNvSpPr/>
                <p:nvPr/>
              </p:nvSpPr>
              <p:spPr>
                <a:xfrm>
                  <a:off x="4919254" y="4191297"/>
                  <a:ext cx="3330774" cy="1639215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Remote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BE5976E-B8EE-C91A-61C7-41EE920339DA}"/>
                    </a:ext>
                  </a:extLst>
                </p:cNvPr>
                <p:cNvSpPr/>
                <p:nvPr/>
              </p:nvSpPr>
              <p:spPr>
                <a:xfrm>
                  <a:off x="5107886" y="4606104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57C5F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8ED16F-1385-C386-3999-5DBC532DC256}"/>
                    </a:ext>
                  </a:extLst>
                </p:cNvPr>
                <p:cNvSpPr/>
                <p:nvPr/>
              </p:nvSpPr>
              <p:spPr>
                <a:xfrm>
                  <a:off x="5107886" y="5155893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5E2DAA7-5DBC-B96B-EF30-53E608FAC5A7}"/>
                  </a:ext>
                </a:extLst>
              </p:cNvPr>
              <p:cNvGrpSpPr/>
              <p:nvPr/>
            </p:nvGrpSpPr>
            <p:grpSpPr>
              <a:xfrm>
                <a:off x="1092200" y="4290617"/>
                <a:ext cx="3330774" cy="1659799"/>
                <a:chOff x="752210" y="4179035"/>
                <a:chExt cx="3330774" cy="1659799"/>
              </a:xfrm>
            </p:grpSpPr>
            <p:sp>
              <p:nvSpPr>
                <p:cNvPr id="7" name="Speech Bubble: Rectangle with Corners Rounded 6">
                  <a:extLst>
                    <a:ext uri="{FF2B5EF4-FFF2-40B4-BE49-F238E27FC236}">
                      <a16:creationId xmlns:a16="http://schemas.microsoft.com/office/drawing/2014/main" id="{93750393-C4E8-2A3B-967F-A064AE94C8AB}"/>
                    </a:ext>
                  </a:extLst>
                </p:cNvPr>
                <p:cNvSpPr/>
                <p:nvPr/>
              </p:nvSpPr>
              <p:spPr>
                <a:xfrm>
                  <a:off x="752210" y="4179035"/>
                  <a:ext cx="3330774" cy="1659799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F2F</a:t>
                  </a:r>
                  <a:endParaRPr lang="en-GB" sz="2000" dirty="0">
                    <a:solidFill>
                      <a:srgbClr val="002060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74D01CA-E7C1-205C-7EDF-BEF60690F3B2}"/>
                    </a:ext>
                  </a:extLst>
                </p:cNvPr>
                <p:cNvSpPr/>
                <p:nvPr/>
              </p:nvSpPr>
              <p:spPr>
                <a:xfrm>
                  <a:off x="940842" y="4611591"/>
                  <a:ext cx="2953510" cy="472154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Long-modules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C28ED0F-3DF9-473D-5DD5-50D48ED082FA}"/>
                    </a:ext>
                  </a:extLst>
                </p:cNvPr>
                <p:cNvSpPr/>
                <p:nvPr/>
              </p:nvSpPr>
              <p:spPr>
                <a:xfrm>
                  <a:off x="940841" y="5164215"/>
                  <a:ext cx="2953511" cy="496362"/>
                </a:xfrm>
                <a:prstGeom prst="rect">
                  <a:avLst/>
                </a:prstGeom>
                <a:solidFill>
                  <a:srgbClr val="007CC5"/>
                </a:solidFill>
                <a:ln w="28575">
                  <a:solidFill>
                    <a:srgbClr val="007CC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300 HH Short Modules</a:t>
                  </a:r>
                </a:p>
              </p:txBody>
            </p:sp>
          </p:grpSp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5C2CACA0-144C-1FA4-3B93-3821251A134B}"/>
                  </a:ext>
                </a:extLst>
              </p:cNvPr>
              <p:cNvSpPr/>
              <p:nvPr/>
            </p:nvSpPr>
            <p:spPr>
              <a:xfrm>
                <a:off x="2676932" y="1828774"/>
                <a:ext cx="3384615" cy="1230922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007CC5"/>
              </a:solidFill>
              <a:ln>
                <a:solidFill>
                  <a:srgbClr val="007CC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1200</a:t>
                </a:r>
                <a:r>
                  <a:rPr lang="zh-TW" altLang="en-US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GB" sz="2000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Sampled Households </a:t>
                </a:r>
              </a:p>
              <a:p>
                <a:pPr algn="ctr"/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(+ ~20%</a:t>
                </a:r>
                <a:r>
                  <a:rPr lang="zh-TW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TW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for</a:t>
                </a:r>
                <a:r>
                  <a:rPr lang="zh-CN" altLang="en-US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US" altLang="zh-CN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non-response</a:t>
                </a:r>
                <a:r>
                  <a:rPr lang="en-GB" b="1" dirty="0">
                    <a:solidFill>
                      <a:srgbClr val="FFFFF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BD0F997-4148-528C-D6B2-9C613B3C7706}"/>
                  </a:ext>
                </a:extLst>
              </p:cNvPr>
              <p:cNvCxnSpPr>
                <a:cxnSpLocks/>
                <a:stCxn id="9" idx="2"/>
                <a:endCxn id="25" idx="0"/>
              </p:cNvCxnSpPr>
              <p:nvPr/>
            </p:nvCxnSpPr>
            <p:spPr>
              <a:xfrm>
                <a:off x="4369240" y="3059696"/>
                <a:ext cx="1978353" cy="12515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E95D51D-A3C2-CD0F-31BA-36DE4A850411}"/>
                </a:ext>
              </a:extLst>
            </p:cNvPr>
            <p:cNvSpPr/>
            <p:nvPr/>
          </p:nvSpPr>
          <p:spPr>
            <a:xfrm>
              <a:off x="3794055" y="1267344"/>
              <a:ext cx="2888148" cy="79754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007CC5"/>
            </a:solidFill>
            <a:ln>
              <a:solidFill>
                <a:srgbClr val="007CC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b="1" dirty="0">
                  <a:solidFill>
                    <a:srgbClr val="FFFFF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Listing of HHs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FBBD6-EA21-932E-06E7-072E72A9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238129" y="2067339"/>
              <a:ext cx="0" cy="664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03D1D6D-6292-E639-D4AF-073B49922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093612"/>
              </p:ext>
            </p:extLst>
          </p:nvPr>
        </p:nvGraphicFramePr>
        <p:xfrm>
          <a:off x="3876261" y="1588270"/>
          <a:ext cx="7838661" cy="3500841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461053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421295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26889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5585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Aggregation Methodology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(FES)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(Income)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(F2F)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 source &amp; income change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8F16BC6-4EB0-D038-A32F-D9023BF1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2254126"/>
            <a:ext cx="4025348" cy="2349747"/>
          </a:xfrm>
        </p:spPr>
        <p:txBody>
          <a:bodyPr/>
          <a:lstStyle/>
          <a:p>
            <a:r>
              <a:rPr lang="en-GB" sz="2800" dirty="0"/>
              <a:t>Aggregation methods to be tested</a:t>
            </a:r>
          </a:p>
        </p:txBody>
      </p:sp>
    </p:spTree>
    <p:extLst>
      <p:ext uri="{BB962C8B-B14F-4D97-AF65-F5344CB8AC3E}">
        <p14:creationId xmlns:p14="http://schemas.microsoft.com/office/powerpoint/2010/main" val="103154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655930"/>
          </a:xfrm>
        </p:spPr>
        <p:txBody>
          <a:bodyPr/>
          <a:lstStyle/>
          <a:p>
            <a:r>
              <a:rPr lang="en-GB" dirty="0"/>
              <a:t>Tentative Workplan 2023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4DC19564-DA97-85B7-C134-AB5663E5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353"/>
              </p:ext>
            </p:extLst>
          </p:nvPr>
        </p:nvGraphicFramePr>
        <p:xfrm>
          <a:off x="1092205" y="1318130"/>
          <a:ext cx="10548933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827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139158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      </a:t>
                      </a:r>
                      <a:r>
                        <a:rPr lang="zh-CN" alt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     </a:t>
                      </a:r>
                      <a:r>
                        <a:rPr lang="en-US" altLang="zh-CN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Time</a:t>
                      </a:r>
                    </a:p>
                    <a:p>
                      <a:pPr algn="l"/>
                      <a:r>
                        <a:rPr lang="en-GB" sz="1400" b="1">
                          <a:solidFill>
                            <a:srgbClr val="0070BA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Countries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Jan - Apr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Jun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Aug 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Status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247033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Overall Design &amp; Planning</a:t>
                      </a:r>
                      <a:endParaRPr lang="en-GB" sz="1400" b="1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endParaRPr lang="en-GB" sz="140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35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  <a:r>
                        <a:rPr lang="zh-CN" alt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endParaRPr lang="en-GB" sz="1200" kern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234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Burkina Faso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Listing Ready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On-hold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072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Lebanon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81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Guatemala </a:t>
                      </a:r>
                      <a:endParaRPr lang="en-GB" sz="1400" b="1">
                        <a:solidFill>
                          <a:schemeClr val="accent6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Be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Confirmed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658595"/>
                  </a:ext>
                </a:extLst>
              </a:tr>
              <a:tr h="303594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Cleaning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Pilot</a:t>
                      </a:r>
                    </a:p>
                  </a:txBody>
                  <a:tcPr anchor="ctr"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196758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accent1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Ongoing</a:t>
                      </a: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23" y="530225"/>
            <a:ext cx="10993304" cy="1286645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B895958-F1DD-9FAC-D58D-B6234CC9C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04344"/>
              </p:ext>
            </p:extLst>
          </p:nvPr>
        </p:nvGraphicFramePr>
        <p:xfrm>
          <a:off x="1092200" y="1816870"/>
          <a:ext cx="10542126" cy="4074879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568102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743506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1,665 (27.2%)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2,372 (38.8%)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2,080 (34.0%)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6,117 (100.0%)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Progress</a:t>
                      </a: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Not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572 (34.4%)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956 (40.3%)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835 (40.1%)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2,363 (38.6%)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Completed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1,093 (65.6%)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1,416 (59.7%)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1,245 (59.9%)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3,754 (61.4%)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399857"/>
                  </a:ext>
                </a:extLst>
              </a:tr>
              <a:tr h="429599">
                <a:tc gridSpan="5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Survey Modality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Face-to-Face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 (55.8%)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 (53.7%)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969 (77.8%)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2,339 (62.3%)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2903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Remote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 (44.2%)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 (46.3%)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276 (22.2%)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1,415 (37.7%)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8F8510D-4F5B-1C05-9E49-E3797DA58C4A}"/>
              </a:ext>
            </a:extLst>
          </p:cNvPr>
          <p:cNvSpPr txBox="1"/>
          <p:nvPr/>
        </p:nvSpPr>
        <p:spPr>
          <a:xfrm>
            <a:off x="1092199" y="5891749"/>
            <a:ext cx="6096000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 dirty="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rCARI survey 2023</a:t>
            </a:r>
            <a:endParaRPr lang="en-GB" dirty="0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5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79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53646E-6FED-CFF5-990E-258CD0670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121432"/>
              </p:ext>
            </p:extLst>
          </p:nvPr>
        </p:nvGraphicFramePr>
        <p:xfrm>
          <a:off x="12374454" y="671626"/>
          <a:ext cx="6043295" cy="5171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DB6E653-E9D0-308B-28AC-1239DB93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59826"/>
            <a:ext cx="4478609" cy="2240774"/>
          </a:xfrm>
        </p:spPr>
        <p:txBody>
          <a:bodyPr>
            <a:normAutofit/>
          </a:bodyPr>
          <a:lstStyle/>
          <a:p>
            <a:r>
              <a:rPr lang="en-US" dirty="0"/>
              <a:t>Sampling &amp; completion </a:t>
            </a:r>
            <a:endParaRPr lang="en-GB" dirty="0"/>
          </a:p>
        </p:txBody>
      </p:sp>
      <p:pic>
        <p:nvPicPr>
          <p:cNvPr id="3" name="Picture 2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760D8C4C-5BD9-40A8-597B-B87710A02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27" y="2069"/>
            <a:ext cx="7981274" cy="68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BFD192-0546-ABF6-B3E1-041E14EE9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24248"/>
              </p:ext>
            </p:extLst>
          </p:nvPr>
        </p:nvGraphicFramePr>
        <p:xfrm>
          <a:off x="2032422" y="2510970"/>
          <a:ext cx="8622326" cy="2134772"/>
        </p:xfrm>
        <a:graphic>
          <a:graphicData uri="http://schemas.openxmlformats.org/drawingml/2006/table">
            <a:tbl>
              <a:tblPr firstRow="1" firstCol="1" bandRow="1"/>
              <a:tblGrid>
                <a:gridCol w="1344190">
                  <a:extLst>
                    <a:ext uri="{9D8B030D-6E8A-4147-A177-3AD203B41FA5}">
                      <a16:colId xmlns:a16="http://schemas.microsoft.com/office/drawing/2014/main" val="1866820704"/>
                    </a:ext>
                  </a:extLst>
                </a:gridCol>
                <a:gridCol w="1732794">
                  <a:extLst>
                    <a:ext uri="{9D8B030D-6E8A-4147-A177-3AD203B41FA5}">
                      <a16:colId xmlns:a16="http://schemas.microsoft.com/office/drawing/2014/main" val="4281747817"/>
                    </a:ext>
                  </a:extLst>
                </a:gridCol>
                <a:gridCol w="970248">
                  <a:extLst>
                    <a:ext uri="{9D8B030D-6E8A-4147-A177-3AD203B41FA5}">
                      <a16:colId xmlns:a16="http://schemas.microsoft.com/office/drawing/2014/main" val="806161697"/>
                    </a:ext>
                  </a:extLst>
                </a:gridCol>
                <a:gridCol w="1171590">
                  <a:extLst>
                    <a:ext uri="{9D8B030D-6E8A-4147-A177-3AD203B41FA5}">
                      <a16:colId xmlns:a16="http://schemas.microsoft.com/office/drawing/2014/main" val="123905891"/>
                    </a:ext>
                  </a:extLst>
                </a:gridCol>
                <a:gridCol w="912259">
                  <a:extLst>
                    <a:ext uri="{9D8B030D-6E8A-4147-A177-3AD203B41FA5}">
                      <a16:colId xmlns:a16="http://schemas.microsoft.com/office/drawing/2014/main" val="3452156177"/>
                    </a:ext>
                  </a:extLst>
                </a:gridCol>
                <a:gridCol w="1228975">
                  <a:extLst>
                    <a:ext uri="{9D8B030D-6E8A-4147-A177-3AD203B41FA5}">
                      <a16:colId xmlns:a16="http://schemas.microsoft.com/office/drawing/2014/main" val="157313095"/>
                    </a:ext>
                  </a:extLst>
                </a:gridCol>
                <a:gridCol w="1262270">
                  <a:extLst>
                    <a:ext uri="{9D8B030D-6E8A-4147-A177-3AD203B41FA5}">
                      <a16:colId xmlns:a16="http://schemas.microsoft.com/office/drawing/2014/main" val="3603180549"/>
                    </a:ext>
                  </a:extLst>
                </a:gridCol>
              </a:tblGrid>
              <a:tr h="66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 Count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Count</a:t>
                      </a:r>
                      <a:endParaRPr lang="en-GB" sz="2400" b="1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24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51283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Face2Face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9.3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91.7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1057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23404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331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54.4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46.6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608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283216"/>
                  </a:ext>
                </a:extLst>
              </a:tr>
              <a:tr h="489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24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419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25.2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74.8</a:t>
                      </a:r>
                      <a:endParaRPr lang="en-GB" sz="2400" b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1665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</a:pPr>
                      <a:r>
                        <a:rPr lang="en-GB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24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03556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4DF6B13-2A3F-62E0-7659-F39391BA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3589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A590B-BC1D-F7F7-5741-B7DB5A8EC6BA}"/>
              </a:ext>
            </a:extLst>
          </p:cNvPr>
          <p:cNvSpPr/>
          <p:nvPr/>
        </p:nvSpPr>
        <p:spPr>
          <a:xfrm>
            <a:off x="6313714" y="3214076"/>
            <a:ext cx="1883230" cy="142252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BE5C2-8078-86E5-FC72-CA7EC2A7E64D}"/>
              </a:ext>
            </a:extLst>
          </p:cNvPr>
          <p:cNvSpPr txBox="1"/>
          <p:nvPr/>
        </p:nvSpPr>
        <p:spPr>
          <a:xfrm>
            <a:off x="2032422" y="463659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222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578608"/>
            <a:ext cx="4157550" cy="1755576"/>
          </a:xfrm>
        </p:spPr>
        <p:txBody>
          <a:bodyPr/>
          <a:lstStyle/>
          <a:p>
            <a:r>
              <a:rPr lang="en-US" dirty="0"/>
              <a:t>Balance tests for full sample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657DE8-4C75-5026-F952-83BCA7FB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88877"/>
              </p:ext>
            </p:extLst>
          </p:nvPr>
        </p:nvGraphicFramePr>
        <p:xfrm>
          <a:off x="3831336" y="347272"/>
          <a:ext cx="7808976" cy="6126680"/>
        </p:xfrm>
        <a:graphic>
          <a:graphicData uri="http://schemas.openxmlformats.org/drawingml/2006/table">
            <a:tbl>
              <a:tblPr/>
              <a:tblGrid>
                <a:gridCol w="4242816">
                  <a:extLst>
                    <a:ext uri="{9D8B030D-6E8A-4147-A177-3AD203B41FA5}">
                      <a16:colId xmlns:a16="http://schemas.microsoft.com/office/drawing/2014/main" val="299123857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36177431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193102557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127327150"/>
                    </a:ext>
                  </a:extLst>
                </a:gridCol>
              </a:tblGrid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(1)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(2) 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367978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Remote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602812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9073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List respondent age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38.50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39.34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-0.84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39783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(0.43)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(0.79)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26058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is the respondent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17796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8646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Female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77817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069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Married Household Head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6785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88780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head years of education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4.66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6.03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-1.37***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24078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81523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Displaced household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85464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89881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size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6.57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7.36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-0.78***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8094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(0.21)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1669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younger than 15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3.48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37328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426247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household member older than 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7442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11955"/>
                  </a:ext>
                </a:extLst>
              </a:tr>
              <a:tr h="238483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Has household member with disability/chronic disease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02215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6781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Number of rooms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2.26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2.62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-0.36***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290232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9541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Crowding Index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3.60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7899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11693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roof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569199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407134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Household has impoverished floor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434850"/>
                  </a:ext>
                </a:extLst>
              </a:tr>
              <a:tr h="12855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89589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4433" marR="4433" marT="4433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16029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65C711-AA96-7235-B353-A495A7B91488}"/>
              </a:ext>
            </a:extLst>
          </p:cNvPr>
          <p:cNvSpPr/>
          <p:nvPr/>
        </p:nvSpPr>
        <p:spPr>
          <a:xfrm>
            <a:off x="3721608" y="2459736"/>
            <a:ext cx="7808976" cy="144475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3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28190-440C-45AA-4A21-8B2FC04E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78689"/>
              </p:ext>
            </p:extLst>
          </p:nvPr>
        </p:nvGraphicFramePr>
        <p:xfrm>
          <a:off x="3867912" y="351299"/>
          <a:ext cx="7863839" cy="6259813"/>
        </p:xfrm>
        <a:graphic>
          <a:graphicData uri="http://schemas.openxmlformats.org/drawingml/2006/table">
            <a:tbl>
              <a:tblPr/>
              <a:tblGrid>
                <a:gridCol w="4098467">
                  <a:extLst>
                    <a:ext uri="{9D8B030D-6E8A-4147-A177-3AD203B41FA5}">
                      <a16:colId xmlns:a16="http://schemas.microsoft.com/office/drawing/2014/main" val="2301633686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1997416010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303286668"/>
                    </a:ext>
                  </a:extLst>
                </a:gridCol>
                <a:gridCol w="1255124">
                  <a:extLst>
                    <a:ext uri="{9D8B030D-6E8A-4147-A177-3AD203B41FA5}">
                      <a16:colId xmlns:a16="http://schemas.microsoft.com/office/drawing/2014/main" val="3560217852"/>
                    </a:ext>
                  </a:extLst>
                </a:gridCol>
              </a:tblGrid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(1)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(2) 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(1)-(2)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53876"/>
                  </a:ext>
                </a:extLst>
              </a:tr>
              <a:tr h="233889"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F2F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Remote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744447"/>
                  </a:ext>
                </a:extLst>
              </a:tr>
              <a:tr h="244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Mean/(SE)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0704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36.27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39.03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-2.76**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77231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(0.73)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(0.99)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6308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8780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94299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57539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0914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46420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7080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7.55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-0.38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0387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(0.37)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79246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62348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90873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7.72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8.39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-0.67**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253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(0.27)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0424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1669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(0.16)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443181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3434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9774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533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15982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2.89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3.13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-0.24**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601466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(0.07)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87396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3.01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2.97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842992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(0.09)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(0.10)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19729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0.68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56175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(0.03)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(0.04)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546850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0.90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148027"/>
                  </a:ext>
                </a:extLst>
              </a:tr>
              <a:tr h="131812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(0.02)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179218"/>
                  </a:ext>
                </a:extLst>
              </a:tr>
              <a:tr h="361306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451</a:t>
                      </a:r>
                    </a:p>
                  </a:txBody>
                  <a:tcPr marL="4545" marR="4545" marT="454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17764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" y="2002536"/>
            <a:ext cx="3791790" cy="2331648"/>
          </a:xfrm>
        </p:spPr>
        <p:txBody>
          <a:bodyPr/>
          <a:lstStyle/>
          <a:p>
            <a:r>
              <a:rPr lang="en-US" dirty="0"/>
              <a:t>Balance tests for</a:t>
            </a:r>
            <a:br>
              <a:rPr lang="en-US" dirty="0"/>
            </a:br>
            <a:r>
              <a:rPr lang="en-US" dirty="0"/>
              <a:t>- Phone owner group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A7B8F7-438B-081B-836A-8FDDF7DA4BAC}"/>
              </a:ext>
            </a:extLst>
          </p:cNvPr>
          <p:cNvSpPr/>
          <p:nvPr/>
        </p:nvSpPr>
        <p:spPr>
          <a:xfrm>
            <a:off x="3831336" y="3220278"/>
            <a:ext cx="7751142" cy="29101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78876E-5251-4766-C642-3C1BAB550DBB}"/>
              </a:ext>
            </a:extLst>
          </p:cNvPr>
          <p:cNvSpPr/>
          <p:nvPr/>
        </p:nvSpPr>
        <p:spPr>
          <a:xfrm>
            <a:off x="3831336" y="4748916"/>
            <a:ext cx="7751142" cy="35502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243254-D96C-A7E0-C41B-9C402C8A1869}"/>
              </a:ext>
            </a:extLst>
          </p:cNvPr>
          <p:cNvSpPr/>
          <p:nvPr/>
        </p:nvSpPr>
        <p:spPr>
          <a:xfrm>
            <a:off x="3831336" y="1011899"/>
            <a:ext cx="7808976" cy="40542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53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90CDD4-B15D-F0BA-71BB-AC501D1D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34276"/>
              </p:ext>
            </p:extLst>
          </p:nvPr>
        </p:nvGraphicFramePr>
        <p:xfrm>
          <a:off x="859974" y="1415143"/>
          <a:ext cx="11179622" cy="4772417"/>
        </p:xfrm>
        <a:graphic>
          <a:graphicData uri="http://schemas.openxmlformats.org/drawingml/2006/table">
            <a:tbl>
              <a:tblPr firstRow="1" firstCol="1" bandRow="1"/>
              <a:tblGrid>
                <a:gridCol w="3106529">
                  <a:extLst>
                    <a:ext uri="{9D8B030D-6E8A-4147-A177-3AD203B41FA5}">
                      <a16:colId xmlns:a16="http://schemas.microsoft.com/office/drawing/2014/main" val="3090765479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99845905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206210948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401089234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42071747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3332876202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719097645"/>
                    </a:ext>
                  </a:extLst>
                </a:gridCol>
                <a:gridCol w="1153299">
                  <a:extLst>
                    <a:ext uri="{9D8B030D-6E8A-4147-A177-3AD203B41FA5}">
                      <a16:colId xmlns:a16="http://schemas.microsoft.com/office/drawing/2014/main" val="1672189199"/>
                    </a:ext>
                  </a:extLst>
                </a:gridCol>
              </a:tblGrid>
              <a:tr h="407593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22418"/>
                  </a:ext>
                </a:extLst>
              </a:tr>
              <a:tr h="69754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9986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911362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-0.22**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97419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311725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8598"/>
                  </a:ext>
                </a:extLst>
              </a:tr>
              <a:tr h="6673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S-FI)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228496"/>
                  </a:ext>
                </a:extLst>
              </a:tr>
              <a:tr h="330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45649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6B9BE1BA-366D-1BA9-DC1B-DA7B78E8C202}"/>
              </a:ext>
            </a:extLst>
          </p:cNvPr>
          <p:cNvSpPr/>
          <p:nvPr/>
        </p:nvSpPr>
        <p:spPr>
          <a:xfrm>
            <a:off x="824937" y="5205479"/>
            <a:ext cx="11179621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678661-4B6F-98A4-7DCE-22CD13AB1153}"/>
              </a:ext>
            </a:extLst>
          </p:cNvPr>
          <p:cNvSpPr/>
          <p:nvPr/>
        </p:nvSpPr>
        <p:spPr>
          <a:xfrm>
            <a:off x="9808031" y="1807029"/>
            <a:ext cx="955137" cy="438053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96A7F-EE33-B84F-234F-74D4E5BEC832}"/>
              </a:ext>
            </a:extLst>
          </p:cNvPr>
          <p:cNvSpPr txBox="1"/>
          <p:nvPr/>
        </p:nvSpPr>
        <p:spPr>
          <a:xfrm>
            <a:off x="2252921" y="618756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1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47338"/>
              </p:ext>
            </p:extLst>
          </p:nvPr>
        </p:nvGraphicFramePr>
        <p:xfrm>
          <a:off x="4041100" y="714970"/>
          <a:ext cx="8019836" cy="5401368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-3.51***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-0.11***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097" y="2111828"/>
            <a:ext cx="8019835" cy="24313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488816"/>
            <a:ext cx="8019833" cy="59339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7" y="5166172"/>
            <a:ext cx="8019835" cy="592953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9" y="4562333"/>
            <a:ext cx="8019833" cy="592953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AE502-2F77-6D86-F4B9-38725262DE7D}"/>
              </a:ext>
            </a:extLst>
          </p:cNvPr>
          <p:cNvSpPr txBox="1"/>
          <p:nvPr/>
        </p:nvSpPr>
        <p:spPr>
          <a:xfrm>
            <a:off x="4041097" y="608231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B34341-ACA4-A61C-AACD-8F9D6EC1F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11342"/>
              </p:ext>
            </p:extLst>
          </p:nvPr>
        </p:nvGraphicFramePr>
        <p:xfrm>
          <a:off x="1110343" y="1016315"/>
          <a:ext cx="10874828" cy="5211955"/>
        </p:xfrm>
        <a:graphic>
          <a:graphicData uri="http://schemas.openxmlformats.org/drawingml/2006/table">
            <a:tbl>
              <a:tblPr firstRow="1" firstCol="1" bandRow="1"/>
              <a:tblGrid>
                <a:gridCol w="3635828">
                  <a:extLst>
                    <a:ext uri="{9D8B030D-6E8A-4147-A177-3AD203B41FA5}">
                      <a16:colId xmlns:a16="http://schemas.microsoft.com/office/drawing/2014/main" val="1735494729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25443726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404953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15861580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938823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57544494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1988854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070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951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b="1" kern="12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0344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13.31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(0.39)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(0.88)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-3.33***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527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651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89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412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-0.21***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0321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0.03*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94736"/>
                  </a:ext>
                </a:extLst>
              </a:tr>
              <a:tr h="3396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781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798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78554B-CE24-3F21-77D8-115436A6D0B5}"/>
              </a:ext>
            </a:extLst>
          </p:cNvPr>
          <p:cNvSpPr txBox="1"/>
          <p:nvPr/>
        </p:nvSpPr>
        <p:spPr>
          <a:xfrm>
            <a:off x="2057404" y="619561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79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D13452-505C-FB35-D2BF-C785AE158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4711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-0.33**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-1.62***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A63B20C-B421-BFBF-6CE4-8F9FC41B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6999"/>
            <a:ext cx="3222240" cy="2545371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706585C5-5CCC-FE17-E39B-B99E585B3DD0}"/>
              </a:ext>
            </a:extLst>
          </p:cNvPr>
          <p:cNvSpPr/>
          <p:nvPr/>
        </p:nvSpPr>
        <p:spPr>
          <a:xfrm>
            <a:off x="10537371" y="1632855"/>
            <a:ext cx="1467187" cy="39809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4F116-EC5C-956A-C17F-4480C55C03F8}"/>
              </a:ext>
            </a:extLst>
          </p:cNvPr>
          <p:cNvSpPr txBox="1"/>
          <p:nvPr/>
        </p:nvSpPr>
        <p:spPr>
          <a:xfrm>
            <a:off x="3409613" y="598950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0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522693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3017229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2EC85C3-77B3-6EBF-B8E8-679D624D832B}"/>
              </a:ext>
            </a:extLst>
          </p:cNvPr>
          <p:cNvSpPr/>
          <p:nvPr/>
        </p:nvSpPr>
        <p:spPr>
          <a:xfrm>
            <a:off x="9895899" y="2841172"/>
            <a:ext cx="1109559" cy="15457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BB66-52B6-D1C9-8426-C2593CADD5B9}"/>
              </a:ext>
            </a:extLst>
          </p:cNvPr>
          <p:cNvSpPr txBox="1"/>
          <p:nvPr/>
        </p:nvSpPr>
        <p:spPr>
          <a:xfrm>
            <a:off x="4169229" y="4757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9790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D67623-F4D4-6D6E-92DC-FEA185796297}"/>
              </a:ext>
            </a:extLst>
          </p:cNvPr>
          <p:cNvSpPr/>
          <p:nvPr/>
        </p:nvSpPr>
        <p:spPr>
          <a:xfrm>
            <a:off x="3722914" y="3254827"/>
            <a:ext cx="7683309" cy="112122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D6B7C8-58B5-B620-4E13-5DFCF3724BBA}"/>
              </a:ext>
            </a:extLst>
          </p:cNvPr>
          <p:cNvSpPr/>
          <p:nvPr/>
        </p:nvSpPr>
        <p:spPr>
          <a:xfrm>
            <a:off x="3722914" y="4425254"/>
            <a:ext cx="7683309" cy="500743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C96D-7C17-3DDA-A5FA-EA3DE0BECA14}"/>
              </a:ext>
            </a:extLst>
          </p:cNvPr>
          <p:cNvSpPr txBox="1"/>
          <p:nvPr/>
        </p:nvSpPr>
        <p:spPr>
          <a:xfrm>
            <a:off x="3624947" y="5268385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81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70365"/>
              </p:ext>
            </p:extLst>
          </p:nvPr>
        </p:nvGraphicFramePr>
        <p:xfrm>
          <a:off x="2601686" y="628584"/>
          <a:ext cx="9457680" cy="5655966"/>
        </p:xfrm>
        <a:graphic>
          <a:graphicData uri="http://schemas.openxmlformats.org/drawingml/2006/table">
            <a:tbl>
              <a:tblPr firstRow="1" firstCol="1" bandRow="1"/>
              <a:tblGrid>
                <a:gridCol w="5181600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3044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8FCC79-7DD7-12F4-89C1-69696042ABF3}"/>
              </a:ext>
            </a:extLst>
          </p:cNvPr>
          <p:cNvSpPr txBox="1"/>
          <p:nvPr/>
        </p:nvSpPr>
        <p:spPr>
          <a:xfrm>
            <a:off x="2601686" y="628455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20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615356"/>
              </p:ext>
            </p:extLst>
          </p:nvPr>
        </p:nvGraphicFramePr>
        <p:xfrm>
          <a:off x="4898571" y="292013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-0.20***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-0.22***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-0.12***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277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1246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87183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80207-1EE9-D6ED-F7F4-AFE4AE8711CC}"/>
              </a:ext>
            </a:extLst>
          </p:cNvPr>
          <p:cNvSpPr txBox="1"/>
          <p:nvPr/>
        </p:nvSpPr>
        <p:spPr>
          <a:xfrm>
            <a:off x="4887689" y="613922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5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B886-5CD9-8C78-572A-0BF2625A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GB" dirty="0"/>
              <a:t>CAR- Phone </a:t>
            </a:r>
            <a:r>
              <a:rPr lang="en-GB"/>
              <a:t>Owners Only</a:t>
            </a: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615A3E3-73F6-573A-4F9F-BC1125726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954578"/>
              </p:ext>
            </p:extLst>
          </p:nvPr>
        </p:nvGraphicFramePr>
        <p:xfrm>
          <a:off x="2562723" y="1686404"/>
          <a:ext cx="6043295" cy="4997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7221111-13F2-1B78-F98D-CDFB75520077}"/>
              </a:ext>
            </a:extLst>
          </p:cNvPr>
          <p:cNvSpPr/>
          <p:nvPr/>
        </p:nvSpPr>
        <p:spPr>
          <a:xfrm>
            <a:off x="6619461" y="2502768"/>
            <a:ext cx="1966679" cy="4049486"/>
          </a:xfrm>
          <a:prstGeom prst="rect">
            <a:avLst/>
          </a:prstGeom>
          <a:solidFill>
            <a:srgbClr val="FF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851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E214CE-1CD5-10DB-ED81-143343CE3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64199"/>
              </p:ext>
            </p:extLst>
          </p:nvPr>
        </p:nvGraphicFramePr>
        <p:xfrm>
          <a:off x="695739" y="1186383"/>
          <a:ext cx="11141768" cy="4735137"/>
        </p:xfrm>
        <a:graphic>
          <a:graphicData uri="http://schemas.openxmlformats.org/drawingml/2006/table">
            <a:tbl>
              <a:tblPr firstRow="1" firstCol="1" bandRow="1"/>
              <a:tblGrid>
                <a:gridCol w="3349487">
                  <a:extLst>
                    <a:ext uri="{9D8B030D-6E8A-4147-A177-3AD203B41FA5}">
                      <a16:colId xmlns:a16="http://schemas.microsoft.com/office/drawing/2014/main" val="1813885321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65000989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361850353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3376318347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906804158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285007698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3355228153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023963084"/>
                    </a:ext>
                  </a:extLst>
                </a:gridCol>
              </a:tblGrid>
              <a:tr h="519100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4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GB" sz="2400" b="1" kern="1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37940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(1)-(3)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(1)-(4)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4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9076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0.00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4326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(0.00)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550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Marginally Food 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0.31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0.29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0.52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-0.21***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978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472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0.45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0.15***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4025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189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Severely Food Insecure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0.06***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009938"/>
                  </a:ext>
                </a:extLst>
              </a:tr>
              <a:tr h="267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7932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S-FI)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0.68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0.47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0.21***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896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(0.04)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237408"/>
                  </a:ext>
                </a:extLst>
              </a:tr>
              <a:tr h="3933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b="1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b="1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b="1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75198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E55ACB4-27C7-8AF7-7F0B-531ED03F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732" y="227039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5134334-8F54-1C75-460F-7E46B41FD407}"/>
              </a:ext>
            </a:extLst>
          </p:cNvPr>
          <p:cNvSpPr/>
          <p:nvPr/>
        </p:nvSpPr>
        <p:spPr>
          <a:xfrm>
            <a:off x="695739" y="4631635"/>
            <a:ext cx="11141765" cy="5714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A048F-AB84-9958-8E86-A250F5B8DDE8}"/>
              </a:ext>
            </a:extLst>
          </p:cNvPr>
          <p:cNvSpPr txBox="1"/>
          <p:nvPr/>
        </p:nvSpPr>
        <p:spPr>
          <a:xfrm>
            <a:off x="1917310" y="5921520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5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5C97BF-1916-20FA-76B2-F10279C2E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761750"/>
              </p:ext>
            </p:extLst>
          </p:nvPr>
        </p:nvGraphicFramePr>
        <p:xfrm>
          <a:off x="4060371" y="655969"/>
          <a:ext cx="7815944" cy="5298515"/>
        </p:xfrm>
        <a:graphic>
          <a:graphicData uri="http://schemas.openxmlformats.org/drawingml/2006/table">
            <a:tbl>
              <a:tblPr firstRow="1" firstCol="1" bandRow="1"/>
              <a:tblGrid>
                <a:gridCol w="3897086">
                  <a:extLst>
                    <a:ext uri="{9D8B030D-6E8A-4147-A177-3AD203B41FA5}">
                      <a16:colId xmlns:a16="http://schemas.microsoft.com/office/drawing/2014/main" val="4054671759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3160113844"/>
                    </a:ext>
                  </a:extLst>
                </a:gridCol>
                <a:gridCol w="1211252">
                  <a:extLst>
                    <a:ext uri="{9D8B030D-6E8A-4147-A177-3AD203B41FA5}">
                      <a16:colId xmlns:a16="http://schemas.microsoft.com/office/drawing/2014/main" val="2049500306"/>
                    </a:ext>
                  </a:extLst>
                </a:gridCol>
                <a:gridCol w="1496354">
                  <a:extLst>
                    <a:ext uri="{9D8B030D-6E8A-4147-A177-3AD203B41FA5}">
                      <a16:colId xmlns:a16="http://schemas.microsoft.com/office/drawing/2014/main" val="1964772843"/>
                    </a:ext>
                  </a:extLst>
                </a:gridCol>
              </a:tblGrid>
              <a:tr h="7535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9448" marR="49448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74437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Consumption Score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39.76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47.63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-7.87***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573923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(1.39)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3495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Consumption Strategies Index (rCSI)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14.35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17.27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-2.92***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511788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(0.58)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928341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None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0.09**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48941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32032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Stress level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0.61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9862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07524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Crisis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-0.13***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378219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06370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Maximum Livelihood Coping: Emergency level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-0.15***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4666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387626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305967"/>
                  </a:ext>
                </a:extLst>
              </a:tr>
              <a:tr h="2973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00623"/>
                  </a:ext>
                </a:extLst>
              </a:tr>
              <a:tr h="3648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9448" marR="49448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83554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276A796-85A0-0F7F-D883-F34240ED51EA}"/>
              </a:ext>
            </a:extLst>
          </p:cNvPr>
          <p:cNvGrpSpPr/>
          <p:nvPr/>
        </p:nvGrpSpPr>
        <p:grpSpPr>
          <a:xfrm>
            <a:off x="10689771" y="1436913"/>
            <a:ext cx="936172" cy="4114800"/>
            <a:chOff x="10722428" y="1948543"/>
            <a:chExt cx="936172" cy="4114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B1C3CD8-1A66-FDF9-4F1F-18E97D1C4F98}"/>
                </a:ext>
              </a:extLst>
            </p:cNvPr>
            <p:cNvSpPr/>
            <p:nvPr/>
          </p:nvSpPr>
          <p:spPr>
            <a:xfrm>
              <a:off x="10722429" y="4180114"/>
              <a:ext cx="936171" cy="18832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179BEAF-0FE6-A20C-82BD-2A1FC7B28D63}"/>
                </a:ext>
              </a:extLst>
            </p:cNvPr>
            <p:cNvSpPr/>
            <p:nvPr/>
          </p:nvSpPr>
          <p:spPr>
            <a:xfrm>
              <a:off x="10722428" y="1948543"/>
              <a:ext cx="936171" cy="111034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16AACB-5EFF-7769-2E1B-7995B5A33EB2}"/>
              </a:ext>
            </a:extLst>
          </p:cNvPr>
          <p:cNvSpPr/>
          <p:nvPr/>
        </p:nvSpPr>
        <p:spPr>
          <a:xfrm>
            <a:off x="10689770" y="2628900"/>
            <a:ext cx="936171" cy="9525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602F11-9768-30D5-12EA-2E9E00CD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25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25CC5-4348-E663-2608-97A37B87441C}"/>
              </a:ext>
            </a:extLst>
          </p:cNvPr>
          <p:cNvSpPr txBox="1"/>
          <p:nvPr/>
        </p:nvSpPr>
        <p:spPr>
          <a:xfrm>
            <a:off x="4060371" y="591595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5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69137"/>
              </p:ext>
            </p:extLst>
          </p:nvPr>
        </p:nvGraphicFramePr>
        <p:xfrm>
          <a:off x="4898571" y="313782"/>
          <a:ext cx="6955970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2830286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397157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498441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0.28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-0.18***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-0.20***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-0.07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-0.09***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-0.06***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LCS strategy adoption by modality (Phone-owners)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384971" y="898066"/>
            <a:ext cx="1469569" cy="493712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97B000-257A-F0BD-51C9-2AF1D4706979}"/>
              </a:ext>
            </a:extLst>
          </p:cNvPr>
          <p:cNvSpPr txBox="1"/>
          <p:nvPr/>
        </p:nvSpPr>
        <p:spPr>
          <a:xfrm>
            <a:off x="4800604" y="6166433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238490-36A9-E32B-4C21-C087B568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0201"/>
              </p:ext>
            </p:extLst>
          </p:nvPr>
        </p:nvGraphicFramePr>
        <p:xfrm>
          <a:off x="2667009" y="649170"/>
          <a:ext cx="9394371" cy="5708088"/>
        </p:xfrm>
        <a:graphic>
          <a:graphicData uri="http://schemas.openxmlformats.org/drawingml/2006/table">
            <a:tbl>
              <a:tblPr firstRow="1" firstCol="1" bandRow="1"/>
              <a:tblGrid>
                <a:gridCol w="5290457">
                  <a:extLst>
                    <a:ext uri="{9D8B030D-6E8A-4147-A177-3AD203B41FA5}">
                      <a16:colId xmlns:a16="http://schemas.microsoft.com/office/drawing/2014/main" val="330750981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8205934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63043458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234241585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25590"/>
                  </a:ext>
                </a:extLst>
              </a:tr>
              <a:tr h="3791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413067"/>
                  </a:ext>
                </a:extLst>
              </a:tr>
              <a:tr h="19899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0.19***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0322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8210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-0.08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79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3285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-0.11***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5397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3921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924653"/>
                  </a:ext>
                </a:extLst>
              </a:tr>
              <a:tr h="1637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488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0487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50%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981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312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50 - 65%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0.17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7908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482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65 - 75%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91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830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&gt;= 75% of HH Expenditure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0.54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-0.10**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371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(0.04)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55081"/>
                  </a:ext>
                </a:extLst>
              </a:tr>
              <a:tr h="3593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294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157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451</a:t>
                      </a:r>
                      <a:endParaRPr lang="en-GB" sz="1600" b="1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13185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0D05B52C-7A01-DA80-3121-D0D26ECAB55D}"/>
              </a:ext>
            </a:extLst>
          </p:cNvPr>
          <p:cNvGrpSpPr/>
          <p:nvPr/>
        </p:nvGrpSpPr>
        <p:grpSpPr>
          <a:xfrm>
            <a:off x="2612571" y="2741208"/>
            <a:ext cx="9350827" cy="3247923"/>
            <a:chOff x="2340429" y="2710545"/>
            <a:chExt cx="9350827" cy="324792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A273C8-0B13-6ECE-80B7-69148F963FE2}"/>
                </a:ext>
              </a:extLst>
            </p:cNvPr>
            <p:cNvSpPr/>
            <p:nvPr/>
          </p:nvSpPr>
          <p:spPr>
            <a:xfrm>
              <a:off x="2383970" y="2710545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6EC10C-AD52-59F5-AE49-E0785088A3EB}"/>
                </a:ext>
              </a:extLst>
            </p:cNvPr>
            <p:cNvSpPr/>
            <p:nvPr/>
          </p:nvSpPr>
          <p:spPr>
            <a:xfrm>
              <a:off x="2340429" y="5446839"/>
              <a:ext cx="9307286" cy="51162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88BD7E-BFF8-6E40-8CEA-9C92DE6A8A19}"/>
              </a:ext>
            </a:extLst>
          </p:cNvPr>
          <p:cNvSpPr/>
          <p:nvPr/>
        </p:nvSpPr>
        <p:spPr>
          <a:xfrm>
            <a:off x="2667009" y="1756582"/>
            <a:ext cx="9307286" cy="511629"/>
          </a:xfrm>
          <a:prstGeom prst="roundRect">
            <a:avLst/>
          </a:prstGeom>
          <a:noFill/>
          <a:ln w="28575">
            <a:solidFill>
              <a:srgbClr val="5A9E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3EC4540-7AC2-6564-DB09-4009D025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B3DA8-AD4D-7D5E-7BA8-B45B012CD259}"/>
              </a:ext>
            </a:extLst>
          </p:cNvPr>
          <p:cNvSpPr txBox="1"/>
          <p:nvPr/>
        </p:nvSpPr>
        <p:spPr>
          <a:xfrm>
            <a:off x="2667009" y="6308682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</a:t>
            </a:r>
            <a:r>
              <a:rPr lang="en-US"/>
              <a:t>Key</a:t>
            </a:r>
            <a:r>
              <a:rPr lang="en-US" dirty="0"/>
              <a:t> </a:t>
            </a:r>
            <a:r>
              <a:rPr lang="en-US"/>
              <a:t>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55514" y="1816870"/>
            <a:ext cx="999308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</a:t>
            </a:r>
            <a:r>
              <a:rPr lang="en-GB" sz="2000" err="1"/>
              <a:t>rCARI</a:t>
            </a:r>
            <a:r>
              <a:rPr lang="en-GB" sz="2000" dirty="0"/>
              <a:t> significantly underestimates the number of food insecurity between 10 and 23 percentage points depending on the indicator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used, it </a:t>
            </a:r>
            <a:r>
              <a:rPr lang="en-GB" sz="2000" err="1"/>
              <a:t>rCARI</a:t>
            </a:r>
            <a:r>
              <a:rPr lang="en-GB" sz="2000" dirty="0"/>
              <a:t> underreports by 10%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Under reports by 23% if income and income change indicator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Income module implemented in F2F, 19% points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largely driven by the FCS, </a:t>
            </a:r>
            <a:r>
              <a:rPr lang="en-GB" sz="2000" err="1"/>
              <a:t>rCSI</a:t>
            </a:r>
            <a:r>
              <a:rPr lang="en-GB" sz="2000" dirty="0"/>
              <a:t> and adoption of the emergency LCS strategies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Households in the remote arm have significantly higher and varied food consumption, and less vulnerable in terms of FES </a:t>
            </a:r>
          </a:p>
        </p:txBody>
      </p:sp>
    </p:spTree>
    <p:extLst>
      <p:ext uri="{BB962C8B-B14F-4D97-AF65-F5344CB8AC3E}">
        <p14:creationId xmlns:p14="http://schemas.microsoft.com/office/powerpoint/2010/main" val="860340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F275E-E259-F2EC-CCD3-2627469E3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173737"/>
              </p:ext>
            </p:extLst>
          </p:nvPr>
        </p:nvGraphicFramePr>
        <p:xfrm>
          <a:off x="3959466" y="226521"/>
          <a:ext cx="7249886" cy="6561906"/>
        </p:xfrm>
        <a:graphic>
          <a:graphicData uri="http://schemas.openxmlformats.org/drawingml/2006/table">
            <a:tbl>
              <a:tblPr/>
              <a:tblGrid>
                <a:gridCol w="3345795">
                  <a:extLst>
                    <a:ext uri="{9D8B030D-6E8A-4147-A177-3AD203B41FA5}">
                      <a16:colId xmlns:a16="http://schemas.microsoft.com/office/drawing/2014/main" val="1179489999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519246396"/>
                    </a:ext>
                  </a:extLst>
                </a:gridCol>
                <a:gridCol w="1063487">
                  <a:extLst>
                    <a:ext uri="{9D8B030D-6E8A-4147-A177-3AD203B41FA5}">
                      <a16:colId xmlns:a16="http://schemas.microsoft.com/office/drawing/2014/main" val="3779415470"/>
                    </a:ext>
                  </a:extLst>
                </a:gridCol>
                <a:gridCol w="1369613">
                  <a:extLst>
                    <a:ext uri="{9D8B030D-6E8A-4147-A177-3AD203B41FA5}">
                      <a16:colId xmlns:a16="http://schemas.microsoft.com/office/drawing/2014/main" val="2718088163"/>
                    </a:ext>
                  </a:extLst>
                </a:gridCol>
              </a:tblGrid>
              <a:tr h="185425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(2) 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(1)-(2)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480534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Attrition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Pairwise t-test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501279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07219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 respondent age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38.46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38.69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52365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(0.49)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(0.38)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3560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is the respondent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86125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02084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Female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6256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9327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Married Household Head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0.13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34773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4190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head years of education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-0.92***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7720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(0.13)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69669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Displaced household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0.06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51379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858934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size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6.30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6.75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-0.45***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77708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(0.09)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62481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younger than 15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3.24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-0.31***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58019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(0.06)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29599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household member older than 60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61396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(0.02)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80226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 household member with disability/chronic disease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0.19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3652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68482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rooms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2.07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2.34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-0.27***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29768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(0.04)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00545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Crowding Index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3.92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3.58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0.34***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476977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(0.10)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(0.07)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39137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roof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0.81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0.78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0.03*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824130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340741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Household has impoverished floor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0.94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386108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(0.01)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376672"/>
                  </a:ext>
                </a:extLst>
              </a:tr>
              <a:tr h="153096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 of observations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1245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2080</a:t>
                      </a:r>
                    </a:p>
                  </a:txBody>
                  <a:tcPr marL="3745" marR="3745" marT="3745" marB="2696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2741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E18E7AA-2D7E-FB6A-C328-6D5D8BF6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3429000" cy="1805345"/>
          </a:xfrm>
        </p:spPr>
        <p:txBody>
          <a:bodyPr/>
          <a:lstStyle/>
          <a:p>
            <a:r>
              <a:rPr lang="en-US" dirty="0"/>
              <a:t>Balancing test – attrition sample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48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Myanmar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938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able of survey assignment&#10;&#10;Description automatically generated">
            <a:extLst>
              <a:ext uri="{FF2B5EF4-FFF2-40B4-BE49-F238E27FC236}">
                <a16:creationId xmlns:a16="http://schemas.microsoft.com/office/drawing/2014/main" id="{B9AC66A6-50FD-F745-C7A6-35F805CF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518" y="1155038"/>
            <a:ext cx="7772400" cy="4544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94" y="2853000"/>
            <a:ext cx="3791790" cy="1152000"/>
          </a:xfrm>
        </p:spPr>
        <p:txBody>
          <a:bodyPr/>
          <a:lstStyle/>
          <a:p>
            <a:r>
              <a:rPr lang="en-US"/>
              <a:t>Balance Tests for Randomization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87BD5D-5E44-D650-9D63-23F917E8919A}"/>
              </a:ext>
            </a:extLst>
          </p:cNvPr>
          <p:cNvSpPr/>
          <p:nvPr/>
        </p:nvSpPr>
        <p:spPr>
          <a:xfrm>
            <a:off x="4248673" y="3806496"/>
            <a:ext cx="7392465" cy="1227417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B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1FD0D4-3ACF-F0B9-C558-681283CF05FA}"/>
              </a:ext>
            </a:extLst>
          </p:cNvPr>
          <p:cNvSpPr/>
          <p:nvPr/>
        </p:nvSpPr>
        <p:spPr>
          <a:xfrm>
            <a:off x="4270342" y="3031559"/>
            <a:ext cx="7370796" cy="395505"/>
          </a:xfrm>
          <a:prstGeom prst="roundRect">
            <a:avLst/>
          </a:prstGeom>
          <a:noFill/>
          <a:ln w="28575">
            <a:solidFill>
              <a:srgbClr val="0070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1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40542"/>
              </p:ext>
            </p:extLst>
          </p:nvPr>
        </p:nvGraphicFramePr>
        <p:xfrm>
          <a:off x="1092201" y="1551519"/>
          <a:ext cx="10542125" cy="3794809"/>
        </p:xfrm>
        <a:graphic>
          <a:graphicData uri="http://schemas.openxmlformats.org/drawingml/2006/table">
            <a:tbl>
              <a:tblPr firstRow="1" firstCol="1" bandRow="1"/>
              <a:tblGrid>
                <a:gridCol w="366833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981970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22098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security category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74790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rCARI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(2)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(6)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 - (3)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(7)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 (4)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diff.</a:t>
                      </a:r>
                      <a:endParaRPr lang="en-GB" sz="20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4134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1143005" y="4497620"/>
            <a:ext cx="10548938" cy="4161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5FB691-23A2-724B-6C1B-433C03D438D8}"/>
              </a:ext>
            </a:extLst>
          </p:cNvPr>
          <p:cNvSpPr/>
          <p:nvPr/>
        </p:nvSpPr>
        <p:spPr>
          <a:xfrm>
            <a:off x="9671902" y="1861457"/>
            <a:ext cx="1023064" cy="348487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96B58-3FCE-F174-4470-1C05A6AAF637}"/>
              </a:ext>
            </a:extLst>
          </p:cNvPr>
          <p:cNvSpPr txBox="1"/>
          <p:nvPr/>
        </p:nvSpPr>
        <p:spPr>
          <a:xfrm>
            <a:off x="1092200" y="534626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3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ble of numbers and text&#10;&#10;Description automatically generated">
            <a:extLst>
              <a:ext uri="{FF2B5EF4-FFF2-40B4-BE49-F238E27FC236}">
                <a16:creationId xmlns:a16="http://schemas.microsoft.com/office/drawing/2014/main" id="{80BC7B68-63FB-37E5-9445-C9B0112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608219"/>
            <a:ext cx="7772400" cy="56415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76D1B6F-AC30-3654-22D1-B4F03C2C75A4}"/>
              </a:ext>
            </a:extLst>
          </p:cNvPr>
          <p:cNvSpPr/>
          <p:nvPr/>
        </p:nvSpPr>
        <p:spPr>
          <a:xfrm>
            <a:off x="4473229" y="2389917"/>
            <a:ext cx="7369902" cy="16705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33DC40FD-1136-7FA9-C475-9D9121718C02}"/>
              </a:ext>
            </a:extLst>
          </p:cNvPr>
          <p:cNvSpPr/>
          <p:nvPr/>
        </p:nvSpPr>
        <p:spPr>
          <a:xfrm>
            <a:off x="4483863" y="1535039"/>
            <a:ext cx="7359268" cy="34834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A12273C7-9671-F36A-E606-74B0CEBE0972}"/>
              </a:ext>
            </a:extLst>
          </p:cNvPr>
          <p:cNvSpPr/>
          <p:nvPr/>
        </p:nvSpPr>
        <p:spPr>
          <a:xfrm>
            <a:off x="4483862" y="1910295"/>
            <a:ext cx="7369902" cy="422234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90853CE8-E01B-99D0-A5EB-E08374D0F1E1}"/>
              </a:ext>
            </a:extLst>
          </p:cNvPr>
          <p:cNvSpPr/>
          <p:nvPr/>
        </p:nvSpPr>
        <p:spPr>
          <a:xfrm>
            <a:off x="4483862" y="5015291"/>
            <a:ext cx="7359268" cy="422234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9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EB915C-AE9E-21CE-CB34-035965F29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40401"/>
              </p:ext>
            </p:extLst>
          </p:nvPr>
        </p:nvGraphicFramePr>
        <p:xfrm>
          <a:off x="657449" y="530225"/>
          <a:ext cx="10983689" cy="5241764"/>
        </p:xfrm>
        <a:graphic>
          <a:graphicData uri="http://schemas.openxmlformats.org/drawingml/2006/table">
            <a:tbl>
              <a:tblPr firstRow="1" firstCol="1" bandRow="1"/>
              <a:tblGrid>
                <a:gridCol w="3559631">
                  <a:extLst>
                    <a:ext uri="{9D8B030D-6E8A-4147-A177-3AD203B41FA5}">
                      <a16:colId xmlns:a16="http://schemas.microsoft.com/office/drawing/2014/main" val="3252119246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2876365272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325533124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742148993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92139805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01437271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382123765"/>
                    </a:ext>
                  </a:extLst>
                </a:gridCol>
              </a:tblGrid>
              <a:tr h="687444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Poor/Borderline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- FCG 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indent="-73152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70873" marR="70873" marT="35437" marB="35437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29081"/>
                  </a:ext>
                </a:extLst>
              </a:tr>
              <a:tr h="295861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200" b="0" i="0" u="none" strike="noStrike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(3)-(4)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65398"/>
                  </a:ext>
                </a:extLst>
              </a:tr>
              <a:tr h="608648">
                <a:tc>
                  <a:txBody>
                    <a:bodyPr/>
                    <a:lstStyle/>
                    <a:p>
                      <a:pPr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Indicator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1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01880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8.03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10.89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(0.55)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3.18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(0.27)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7.46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(0.57)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-2.86***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-4.28***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7736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None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6529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Stress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0.50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-0.07*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96934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Crisis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-0.16***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15642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Livelihood Coping: Emergency level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0.11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-0.11***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325413"/>
                  </a:ext>
                </a:extLst>
              </a:tr>
              <a:tr h="53362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Share: FES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0.67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0.65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</a:p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5672"/>
                  </a:ext>
                </a:extLst>
              </a:tr>
              <a:tr h="448067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283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251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327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534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569</a:t>
                      </a:r>
                    </a:p>
                  </a:txBody>
                  <a:tcPr marL="53155" marR="53155" marT="7383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1774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59459E-BFE2-29FC-2B49-89B462160672}"/>
              </a:ext>
            </a:extLst>
          </p:cNvPr>
          <p:cNvSpPr/>
          <p:nvPr/>
        </p:nvSpPr>
        <p:spPr>
          <a:xfrm>
            <a:off x="657450" y="4211185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9CE62F-9BCA-CE43-950C-21B6143433F3}"/>
              </a:ext>
            </a:extLst>
          </p:cNvPr>
          <p:cNvSpPr/>
          <p:nvPr/>
        </p:nvSpPr>
        <p:spPr>
          <a:xfrm>
            <a:off x="657450" y="211182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52D1CA-017B-F128-AF9D-C2784B2B76D7}"/>
              </a:ext>
            </a:extLst>
          </p:cNvPr>
          <p:cNvSpPr/>
          <p:nvPr/>
        </p:nvSpPr>
        <p:spPr>
          <a:xfrm>
            <a:off x="657448" y="3151107"/>
            <a:ext cx="10983688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3C8D7-CA76-7CB6-3E3B-42A5F53FF449}"/>
              </a:ext>
            </a:extLst>
          </p:cNvPr>
          <p:cNvSpPr txBox="1"/>
          <p:nvPr/>
        </p:nvSpPr>
        <p:spPr>
          <a:xfrm>
            <a:off x="1092200" y="5782465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54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631422"/>
              </p:ext>
            </p:extLst>
          </p:nvPr>
        </p:nvGraphicFramePr>
        <p:xfrm>
          <a:off x="1092200" y="530225"/>
          <a:ext cx="10123849" cy="5493989"/>
        </p:xfrm>
        <a:graphic>
          <a:graphicData uri="http://schemas.openxmlformats.org/drawingml/2006/table">
            <a:tbl>
              <a:tblPr firstRow="1" firstCol="1" bandRow="1"/>
              <a:tblGrid>
                <a:gridCol w="5463988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893325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8388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Indicator disaggregated by food groups over the last 7 days</a:t>
                      </a:r>
                      <a:endParaRPr lang="en-GB" sz="24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GB" sz="2000">
                        <a:solidFill>
                          <a:srgbClr val="0070BA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-0.06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6.67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5361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(0.07)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66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FD7092-52BF-22E4-447A-F54AB7E3603D}"/>
              </a:ext>
            </a:extLst>
          </p:cNvPr>
          <p:cNvSpPr/>
          <p:nvPr/>
        </p:nvSpPr>
        <p:spPr>
          <a:xfrm>
            <a:off x="1092200" y="4071257"/>
            <a:ext cx="10123849" cy="1012372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2098F1-1081-6D41-5B07-8D1BA1AD3D77}"/>
              </a:ext>
            </a:extLst>
          </p:cNvPr>
          <p:cNvSpPr/>
          <p:nvPr/>
        </p:nvSpPr>
        <p:spPr>
          <a:xfrm>
            <a:off x="1092200" y="1870755"/>
            <a:ext cx="10123849" cy="5458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2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89A90B-877E-1B6F-4346-2353736CD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39442"/>
              </p:ext>
            </p:extLst>
          </p:nvPr>
        </p:nvGraphicFramePr>
        <p:xfrm>
          <a:off x="3973286" y="530225"/>
          <a:ext cx="7794171" cy="5778486"/>
        </p:xfrm>
        <a:graphic>
          <a:graphicData uri="http://schemas.openxmlformats.org/drawingml/2006/table">
            <a:tbl>
              <a:tblPr firstRow="1" firstCol="1" bandRow="1"/>
              <a:tblGrid>
                <a:gridCol w="3483428">
                  <a:extLst>
                    <a:ext uri="{9D8B030D-6E8A-4147-A177-3AD203B41FA5}">
                      <a16:colId xmlns:a16="http://schemas.microsoft.com/office/drawing/2014/main" val="3099269303"/>
                    </a:ext>
                  </a:extLst>
                </a:gridCol>
                <a:gridCol w="1186543">
                  <a:extLst>
                    <a:ext uri="{9D8B030D-6E8A-4147-A177-3AD203B41FA5}">
                      <a16:colId xmlns:a16="http://schemas.microsoft.com/office/drawing/2014/main" val="1200934435"/>
                    </a:ext>
                  </a:extLst>
                </a:gridCol>
                <a:gridCol w="1318834">
                  <a:extLst>
                    <a:ext uri="{9D8B030D-6E8A-4147-A177-3AD203B41FA5}">
                      <a16:colId xmlns:a16="http://schemas.microsoft.com/office/drawing/2014/main" val="1113706178"/>
                    </a:ext>
                  </a:extLst>
                </a:gridCol>
                <a:gridCol w="1805366">
                  <a:extLst>
                    <a:ext uri="{9D8B030D-6E8A-4147-A177-3AD203B41FA5}">
                      <a16:colId xmlns:a16="http://schemas.microsoft.com/office/drawing/2014/main" val="1962020666"/>
                    </a:ext>
                  </a:extLst>
                </a:gridCol>
              </a:tblGrid>
              <a:tr h="8169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LCS-Strategy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066836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Lcs_stress_DomAsset_yn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-0.20***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1323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867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Lcs_stress_HealthEdu_yn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-0.22***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72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943184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Lcs_stress_Saving_yn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-0.12***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54293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7799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Lcs_stress_BorrowCash_yn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0.36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99870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56135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Lcs_crisis_ProdAssets_yn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68972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85630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Lcs_crisis_DomMigration_yn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0.09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0.18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-0.09***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54904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61481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Lcs_crisis_OutSchool_yn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-0.04***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19484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31052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Lcs_em_ResAsset_yn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288455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65138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Lcs_em_Begged_yn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0.02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028591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62519"/>
                  </a:ext>
                </a:extLst>
              </a:tr>
              <a:tr h="23039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Lcs_em_IllegalAct_yn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0.04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-0.03***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2409"/>
                  </a:ext>
                </a:extLst>
              </a:tr>
              <a:tr h="23039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(0.00)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4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015961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4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6952" marR="66952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653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275A65D-BF18-2F15-BB99-997F1835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LCS adoption by modality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02A158-8BE9-AD8E-6CEE-420B6CF9A4D8}"/>
              </a:ext>
            </a:extLst>
          </p:cNvPr>
          <p:cNvSpPr/>
          <p:nvPr/>
        </p:nvSpPr>
        <p:spPr>
          <a:xfrm>
            <a:off x="10229656" y="1334566"/>
            <a:ext cx="1251857" cy="4953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01C04-606E-2911-E84B-B6B6714B2F3F}"/>
              </a:ext>
            </a:extLst>
          </p:cNvPr>
          <p:cNvSpPr txBox="1"/>
          <p:nvPr/>
        </p:nvSpPr>
        <p:spPr>
          <a:xfrm>
            <a:off x="3973286" y="6327774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25539"/>
              </p:ext>
            </p:extLst>
          </p:nvPr>
        </p:nvGraphicFramePr>
        <p:xfrm>
          <a:off x="1092201" y="1808163"/>
          <a:ext cx="10548936" cy="3451994"/>
        </p:xfrm>
        <a:graphic>
          <a:graphicData uri="http://schemas.openxmlformats.org/drawingml/2006/table">
            <a:tbl>
              <a:tblPr firstRow="1" firstCol="1" bandRow="1"/>
              <a:tblGrid>
                <a:gridCol w="5330672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68757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76161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73346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53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870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7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6"/>
            <a:ext cx="11009541" cy="1277938"/>
          </a:xfrm>
        </p:spPr>
        <p:txBody>
          <a:bodyPr/>
          <a:lstStyle/>
          <a:p>
            <a:r>
              <a:rPr lang="en-US"/>
              <a:t>FCS Group by Modality 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D849E-3DA4-76F9-85C6-7FE004402C20}"/>
              </a:ext>
            </a:extLst>
          </p:cNvPr>
          <p:cNvSpPr txBox="1"/>
          <p:nvPr/>
        </p:nvSpPr>
        <p:spPr>
          <a:xfrm>
            <a:off x="1092200" y="52601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635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62256"/>
              </p:ext>
            </p:extLst>
          </p:nvPr>
        </p:nvGraphicFramePr>
        <p:xfrm>
          <a:off x="1092200" y="1808163"/>
          <a:ext cx="10468203" cy="3857346"/>
        </p:xfrm>
        <a:graphic>
          <a:graphicData uri="http://schemas.openxmlformats.org/drawingml/2006/table">
            <a:tbl>
              <a:tblPr firstRow="1" firstCol="1" bandRow="1"/>
              <a:tblGrid>
                <a:gridCol w="5289876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556751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564099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2057477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960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 Group + 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616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431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  <a:endParaRPr lang="en-GB" sz="16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77938"/>
          </a:xfrm>
        </p:spPr>
        <p:txBody>
          <a:bodyPr/>
          <a:lstStyle/>
          <a:p>
            <a:r>
              <a:rPr lang="en-US"/>
              <a:t>FCG + </a:t>
            </a:r>
            <a:r>
              <a:rPr lang="en-US" err="1"/>
              <a:t>rCSI</a:t>
            </a:r>
            <a:r>
              <a:rPr lang="en-US"/>
              <a:t> by Modality 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77B6F-22D2-2CF3-EB3E-0CBDAB86FD52}"/>
              </a:ext>
            </a:extLst>
          </p:cNvPr>
          <p:cNvSpPr txBox="1"/>
          <p:nvPr/>
        </p:nvSpPr>
        <p:spPr>
          <a:xfrm>
            <a:off x="1092200" y="5665509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523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pic>
        <p:nvPicPr>
          <p:cNvPr id="5" name="Picture 4" descr="A screenshot of a report&#10;&#10;Description automatically generated">
            <a:extLst>
              <a:ext uri="{FF2B5EF4-FFF2-40B4-BE49-F238E27FC236}">
                <a16:creationId xmlns:a16="http://schemas.microsoft.com/office/drawing/2014/main" id="{8C3E88A8-ADB3-3025-0851-E61964660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50"/>
          <a:stretch/>
        </p:blipFill>
        <p:spPr>
          <a:xfrm>
            <a:off x="2626682" y="1573540"/>
            <a:ext cx="6718300" cy="4920026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72D0C57-2C19-A30F-0C53-2EA29138166C}"/>
              </a:ext>
            </a:extLst>
          </p:cNvPr>
          <p:cNvSpPr/>
          <p:nvPr/>
        </p:nvSpPr>
        <p:spPr>
          <a:xfrm>
            <a:off x="6656508" y="3222498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07C91D2-5089-C86A-A5F5-9A2E6B7347C8}"/>
              </a:ext>
            </a:extLst>
          </p:cNvPr>
          <p:cNvSpPr/>
          <p:nvPr/>
        </p:nvSpPr>
        <p:spPr>
          <a:xfrm>
            <a:off x="5603441" y="4846027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66885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2ED49B-1A38-F4BD-C4D5-2BE2DDE09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16130"/>
              </p:ext>
            </p:extLst>
          </p:nvPr>
        </p:nvGraphicFramePr>
        <p:xfrm>
          <a:off x="3572758" y="1244694"/>
          <a:ext cx="8068380" cy="4505657"/>
        </p:xfrm>
        <a:graphic>
          <a:graphicData uri="http://schemas.openxmlformats.org/drawingml/2006/table">
            <a:tbl>
              <a:tblPr firstRow="1" firstCol="1" bandRow="1"/>
              <a:tblGrid>
                <a:gridCol w="3983940">
                  <a:extLst>
                    <a:ext uri="{9D8B030D-6E8A-4147-A177-3AD203B41FA5}">
                      <a16:colId xmlns:a16="http://schemas.microsoft.com/office/drawing/2014/main" val="1853884252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731280233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4006202985"/>
                    </a:ext>
                  </a:extLst>
                </a:gridCol>
                <a:gridCol w="1361480">
                  <a:extLst>
                    <a:ext uri="{9D8B030D-6E8A-4147-A177-3AD203B41FA5}">
                      <a16:colId xmlns:a16="http://schemas.microsoft.com/office/drawing/2014/main" val="3270489438"/>
                    </a:ext>
                  </a:extLst>
                </a:gridCol>
              </a:tblGrid>
              <a:tr h="13340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 Indicator disaggregated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619187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Relied on less preferred food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2.86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(0.10)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-0.94***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69501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Borrowed food/relied on help from families and</a:t>
                      </a:r>
                      <a:r>
                        <a:rPr lang="zh-CN" altLang="en-US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altLang="zh-CN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friends</a:t>
                      </a:r>
                      <a:endParaRPr lang="en-GB" sz="1600" kern="120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74290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portion size of meals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(0.05)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-0.18**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18825"/>
                  </a:ext>
                </a:extLst>
              </a:tr>
              <a:tr h="6008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Restrict consumption of adults for children to eat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(0.06)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-0.72***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6493"/>
                  </a:ext>
                </a:extLst>
              </a:tr>
              <a:tr h="525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Reduced the number of meals per day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(0.04)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-0.60***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04403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051838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B2688DA-168E-75F7-5ADE-A4153EC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8" y="2439957"/>
            <a:ext cx="3169942" cy="2349747"/>
          </a:xfrm>
        </p:spPr>
        <p:txBody>
          <a:bodyPr/>
          <a:lstStyle/>
          <a:p>
            <a:r>
              <a:rPr lang="en-GB" dirty="0"/>
              <a:t>Disaggregated </a:t>
            </a:r>
            <a:r>
              <a:rPr lang="en-GB" err="1"/>
              <a:t>rCSI</a:t>
            </a:r>
            <a:r>
              <a:rPr lang="en-GB" dirty="0"/>
              <a:t> Strategies by modality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4429D-6069-8A61-A969-B9E725D3DFB8}"/>
              </a:ext>
            </a:extLst>
          </p:cNvPr>
          <p:cNvSpPr txBox="1"/>
          <p:nvPr/>
        </p:nvSpPr>
        <p:spPr>
          <a:xfrm>
            <a:off x="3572758" y="575035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11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06" y="530225"/>
            <a:ext cx="11003632" cy="1277938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02638-203D-B2B7-27A3-1DE160F39D26}"/>
              </a:ext>
            </a:extLst>
          </p:cNvPr>
          <p:cNvSpPr txBox="1"/>
          <p:nvPr/>
        </p:nvSpPr>
        <p:spPr>
          <a:xfrm>
            <a:off x="1099457" y="1808163"/>
            <a:ext cx="999308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systematically overstate the number of food insecurity compared to CARI by between 7 and 17 percentage points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The magnitude depends on whether FES (17%) or income and income change (7%) indicator is used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Remote households reported better food consumption (FCS), exaggerate their vulnerability (</a:t>
            </a:r>
            <a:r>
              <a:rPr lang="en-GB" sz="2000" err="1">
                <a:latin typeface="Open Sans" pitchFamily="2" charset="0"/>
                <a:ea typeface="Open Sans" pitchFamily="2" charset="0"/>
                <a:cs typeface="Open Sans" pitchFamily="2" charset="0"/>
              </a:rPr>
              <a:t>rCSI</a:t>
            </a:r>
            <a:r>
              <a:rPr lang="en-GB" sz="2000">
                <a:latin typeface="Open Sans" pitchFamily="2" charset="0"/>
                <a:ea typeface="Open Sans" pitchFamily="2" charset="0"/>
                <a:cs typeface="Open Sans" pitchFamily="2" charset="0"/>
              </a:rPr>
              <a:t> &amp; FES) and adopted more stress and emergency coping strategies (LCS)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601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96" y="530225"/>
            <a:ext cx="11009542" cy="1286645"/>
          </a:xfrm>
        </p:spPr>
        <p:txBody>
          <a:bodyPr/>
          <a:lstStyle/>
          <a:p>
            <a:r>
              <a:rPr lang="en-US"/>
              <a:t>Income Sources vs. FES </a:t>
            </a:r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EE57D2-63CB-E563-C85A-58D618C3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67731"/>
              </p:ext>
            </p:extLst>
          </p:nvPr>
        </p:nvGraphicFramePr>
        <p:xfrm>
          <a:off x="1092198" y="1689462"/>
          <a:ext cx="10548940" cy="449883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648233">
                  <a:extLst>
                    <a:ext uri="{9D8B030D-6E8A-4147-A177-3AD203B41FA5}">
                      <a16:colId xmlns:a16="http://schemas.microsoft.com/office/drawing/2014/main" val="356289231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3000565077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245897713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1795220101"/>
                    </a:ext>
                  </a:extLst>
                </a:gridCol>
              </a:tblGrid>
              <a:tr h="28066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(1)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(2) 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739059871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4263027188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  <a:endParaRPr lang="en-US" sz="1600" b="1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79409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52266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Food Expenditure Share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>
                    <a:lnT w="12700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333904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44318726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&lt;50%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0.13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259744706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(0.01)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136130757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50-65%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0.22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3133419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102056415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65-75%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968712547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600036389"/>
                  </a:ext>
                </a:extLst>
              </a:tr>
              <a:tr h="30129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FES: &gt;= 75%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-0.15***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2658430320"/>
                  </a:ext>
                </a:extLst>
              </a:tr>
              <a:tr h="301298">
                <a:tc v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  <a:endParaRPr lang="en-US" sz="1600" b="0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80932314"/>
                  </a:ext>
                </a:extLst>
              </a:tr>
              <a:tr h="3012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observations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610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232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842</a:t>
                      </a:r>
                      <a:endParaRPr lang="en-US" sz="1600" b="1" i="0" u="none" strike="noStrike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237" marR="4237" marT="4237" marB="0" anchor="ctr"/>
                </a:tc>
                <a:extLst>
                  <a:ext uri="{0D108BD9-81ED-4DB2-BD59-A6C34878D82A}">
                    <a16:rowId xmlns:a16="http://schemas.microsoft.com/office/drawing/2014/main" val="34198614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F817CE-0D70-6E89-D21E-16C793B2221B}"/>
              </a:ext>
            </a:extLst>
          </p:cNvPr>
          <p:cNvSpPr txBox="1"/>
          <p:nvPr/>
        </p:nvSpPr>
        <p:spPr>
          <a:xfrm>
            <a:off x="2074883" y="6075911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7433E-0B48-058D-20DF-612F37FFB36F}"/>
              </a:ext>
            </a:extLst>
          </p:cNvPr>
          <p:cNvSpPr txBox="1"/>
          <p:nvPr/>
        </p:nvSpPr>
        <p:spPr>
          <a:xfrm>
            <a:off x="7315200" y="13585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3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Ecuador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664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DEEB99-E4B6-473C-4800-CCABC37E6329}"/>
              </a:ext>
            </a:extLst>
          </p:cNvPr>
          <p:cNvSpPr/>
          <p:nvPr/>
        </p:nvSpPr>
        <p:spPr>
          <a:xfrm>
            <a:off x="3659654" y="5598736"/>
            <a:ext cx="7049195" cy="644786"/>
          </a:xfrm>
          <a:prstGeom prst="roundRect">
            <a:avLst/>
          </a:prstGeom>
          <a:solidFill>
            <a:srgbClr val="CFD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Final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8B93F-29FC-6071-0645-C537C0C81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658" b="6329"/>
          <a:stretch/>
        </p:blipFill>
        <p:spPr>
          <a:xfrm>
            <a:off x="3659654" y="0"/>
            <a:ext cx="7190598" cy="531671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71E150-1F5E-059C-A516-10948A83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4126"/>
            <a:ext cx="3758588" cy="2349747"/>
          </a:xfrm>
        </p:spPr>
        <p:txBody>
          <a:bodyPr>
            <a:normAutofit/>
          </a:bodyPr>
          <a:lstStyle/>
          <a:p>
            <a:r>
              <a:rPr lang="en-GB" sz="4000" dirty="0"/>
              <a:t>Sampling </a:t>
            </a:r>
          </a:p>
        </p:txBody>
      </p:sp>
      <p:sp>
        <p:nvSpPr>
          <p:cNvPr id="2" name="Speech Bubble: Rectangle with Corners Rounded 8">
            <a:extLst>
              <a:ext uri="{FF2B5EF4-FFF2-40B4-BE49-F238E27FC236}">
                <a16:creationId xmlns:a16="http://schemas.microsoft.com/office/drawing/2014/main" id="{83B05395-351C-6EC7-91F2-B7E07F167CB1}"/>
              </a:ext>
            </a:extLst>
          </p:cNvPr>
          <p:cNvSpPr/>
          <p:nvPr/>
        </p:nvSpPr>
        <p:spPr>
          <a:xfrm>
            <a:off x="5986021" y="5598736"/>
            <a:ext cx="1640264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Remote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656 HH</a:t>
            </a:r>
          </a:p>
        </p:txBody>
      </p:sp>
      <p:sp>
        <p:nvSpPr>
          <p:cNvPr id="5" name="Speech Bubble: Rectangle with Corners Rounded 8">
            <a:extLst>
              <a:ext uri="{FF2B5EF4-FFF2-40B4-BE49-F238E27FC236}">
                <a16:creationId xmlns:a16="http://schemas.microsoft.com/office/drawing/2014/main" id="{97A2FAD9-BFF6-ED2C-D9DE-5D306ACEE2D6}"/>
              </a:ext>
            </a:extLst>
          </p:cNvPr>
          <p:cNvSpPr/>
          <p:nvPr/>
        </p:nvSpPr>
        <p:spPr>
          <a:xfrm>
            <a:off x="9136144" y="5598736"/>
            <a:ext cx="1572705" cy="64478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5B18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Completed </a:t>
            </a:r>
          </a:p>
          <a:p>
            <a:pPr algn="ctr"/>
            <a:r>
              <a:rPr lang="en-US" sz="14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F2F</a:t>
            </a:r>
          </a:p>
          <a:p>
            <a:pPr algn="ctr"/>
            <a:r>
              <a:rPr lang="en-GB" sz="1400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760 HH</a:t>
            </a:r>
          </a:p>
        </p:txBody>
      </p:sp>
    </p:spTree>
    <p:extLst>
      <p:ext uri="{BB962C8B-B14F-4D97-AF65-F5344CB8AC3E}">
        <p14:creationId xmlns:p14="http://schemas.microsoft.com/office/powerpoint/2010/main" val="4067060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3000"/>
            <a:ext cx="3791790" cy="1152000"/>
          </a:xfrm>
        </p:spPr>
        <p:txBody>
          <a:bodyPr/>
          <a:lstStyle/>
          <a:p>
            <a:r>
              <a:rPr lang="en-US" dirty="0"/>
              <a:t>Balance Tests for Randomization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B26F1-4130-4EC0-16CB-1D4071F0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16083"/>
              </p:ext>
            </p:extLst>
          </p:nvPr>
        </p:nvGraphicFramePr>
        <p:xfrm>
          <a:off x="3791790" y="790955"/>
          <a:ext cx="7849347" cy="5032902"/>
        </p:xfrm>
        <a:graphic>
          <a:graphicData uri="http://schemas.openxmlformats.org/drawingml/2006/table">
            <a:tbl>
              <a:tblPr firstRow="1" firstCol="1" bandRow="1"/>
              <a:tblGrid>
                <a:gridCol w="3495888">
                  <a:extLst>
                    <a:ext uri="{9D8B030D-6E8A-4147-A177-3AD203B41FA5}">
                      <a16:colId xmlns:a16="http://schemas.microsoft.com/office/drawing/2014/main" val="160248511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993465257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3919788932"/>
                    </a:ext>
                  </a:extLst>
                </a:gridCol>
                <a:gridCol w="1451153">
                  <a:extLst>
                    <a:ext uri="{9D8B030D-6E8A-4147-A177-3AD203B41FA5}">
                      <a16:colId xmlns:a16="http://schemas.microsoft.com/office/drawing/2014/main" val="2649130307"/>
                    </a:ext>
                  </a:extLst>
                </a:gridCol>
              </a:tblGrid>
              <a:tr h="110642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Mean/(SE)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rgbClr val="0070BA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 difference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328939"/>
                  </a:ext>
                </a:extLst>
              </a:tr>
              <a:tr h="74632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Respondent Age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xxx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43.00</a:t>
                      </a:r>
                      <a:endParaRPr lang="en-US" sz="1600" dirty="0"/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xxx 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29705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Female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30763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Head of Household Respondent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(0.02)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27316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Household Size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(0.08)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(0.09)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926938"/>
                  </a:ext>
                </a:extLst>
              </a:tr>
              <a:tr h="6844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Number of household members contributing to income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(0.03)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708592"/>
                  </a:ext>
                </a:extLst>
              </a:tr>
              <a:tr h="4424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65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7F3088-D006-2F8A-6DB6-FF01394B1259}"/>
              </a:ext>
            </a:extLst>
          </p:cNvPr>
          <p:cNvSpPr txBox="1"/>
          <p:nvPr/>
        </p:nvSpPr>
        <p:spPr>
          <a:xfrm>
            <a:off x="3712029" y="5823857"/>
            <a:ext cx="6096000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Source: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1200" err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rCARI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survey 2023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>
              <a:lnSpc>
                <a:spcPct val="115000"/>
              </a:lnSpc>
            </a:pPr>
            <a:r>
              <a:rPr lang="en-GB" sz="1200" b="1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Note:</a:t>
            </a:r>
            <a:r>
              <a:rPr lang="en-GB" sz="1200">
                <a:solidFill>
                  <a:schemeClr val="tx1">
                    <a:lumMod val="50000"/>
                  </a:schemeClr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Significance * p&lt;0.10, ** p&lt;0.05, *** p&lt;0.01 </a:t>
            </a:r>
            <a:endParaRPr lang="en-GB">
              <a:solidFill>
                <a:schemeClr val="tx1">
                  <a:lumMod val="50000"/>
                </a:schemeClr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6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77178"/>
              </p:ext>
            </p:extLst>
          </p:nvPr>
        </p:nvGraphicFramePr>
        <p:xfrm>
          <a:off x="872996" y="1327365"/>
          <a:ext cx="10994133" cy="4703803"/>
        </p:xfrm>
        <a:graphic>
          <a:graphicData uri="http://schemas.openxmlformats.org/drawingml/2006/table">
            <a:tbl>
              <a:tblPr firstRow="1" firstCol="1" bandRow="1"/>
              <a:tblGrid>
                <a:gridCol w="2882575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1158794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44525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  <a:endParaRPr lang="en-GB" sz="16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8290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 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3924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872996" y="5027107"/>
            <a:ext cx="11042194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F3C2A9-25BA-B46F-0CF2-3628A1DD6A13}"/>
              </a:ext>
            </a:extLst>
          </p:cNvPr>
          <p:cNvSpPr/>
          <p:nvPr/>
        </p:nvSpPr>
        <p:spPr>
          <a:xfrm>
            <a:off x="9699171" y="1807029"/>
            <a:ext cx="955137" cy="422413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A42D9-F090-2236-8D37-2E59F58B0EB0}"/>
              </a:ext>
            </a:extLst>
          </p:cNvPr>
          <p:cNvSpPr txBox="1"/>
          <p:nvPr/>
        </p:nvSpPr>
        <p:spPr>
          <a:xfrm>
            <a:off x="2116719" y="6031168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8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42195"/>
              </p:ext>
            </p:extLst>
          </p:nvPr>
        </p:nvGraphicFramePr>
        <p:xfrm>
          <a:off x="4041100" y="1161288"/>
          <a:ext cx="8019836" cy="4877534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(0.94)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-6.25***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19.86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100" y="2404872"/>
            <a:ext cx="8019835" cy="2199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88114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9" y="5179883"/>
            <a:ext cx="8019835" cy="51682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7" y="463406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7E146-6AFF-5432-5D5B-082ECECFACF7}"/>
              </a:ext>
            </a:extLst>
          </p:cNvPr>
          <p:cNvSpPr txBox="1"/>
          <p:nvPr/>
        </p:nvSpPr>
        <p:spPr>
          <a:xfrm>
            <a:off x="3962404" y="5986649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0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6B1E7-3749-E6E5-000B-1B81EB9F1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3741"/>
              </p:ext>
            </p:extLst>
          </p:nvPr>
        </p:nvGraphicFramePr>
        <p:xfrm>
          <a:off x="1077686" y="816327"/>
          <a:ext cx="10983685" cy="5332115"/>
        </p:xfrm>
        <a:graphic>
          <a:graphicData uri="http://schemas.openxmlformats.org/drawingml/2006/table">
            <a:tbl>
              <a:tblPr firstRow="1" firstCol="1" bandRow="1"/>
              <a:tblGrid>
                <a:gridCol w="3550506">
                  <a:extLst>
                    <a:ext uri="{9D8B030D-6E8A-4147-A177-3AD203B41FA5}">
                      <a16:colId xmlns:a16="http://schemas.microsoft.com/office/drawing/2014/main" val="109921309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30862381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287501158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3977780956"/>
                    </a:ext>
                  </a:extLst>
                </a:gridCol>
                <a:gridCol w="1293496">
                  <a:extLst>
                    <a:ext uri="{9D8B030D-6E8A-4147-A177-3AD203B41FA5}">
                      <a16:colId xmlns:a16="http://schemas.microsoft.com/office/drawing/2014/main" val="2171008240"/>
                    </a:ext>
                  </a:extLst>
                </a:gridCol>
                <a:gridCol w="1059355">
                  <a:extLst>
                    <a:ext uri="{9D8B030D-6E8A-4147-A177-3AD203B41FA5}">
                      <a16:colId xmlns:a16="http://schemas.microsoft.com/office/drawing/2014/main" val="3237385298"/>
                    </a:ext>
                  </a:extLst>
                </a:gridCol>
                <a:gridCol w="1199840">
                  <a:extLst>
                    <a:ext uri="{9D8B030D-6E8A-4147-A177-3AD203B41FA5}">
                      <a16:colId xmlns:a16="http://schemas.microsoft.com/office/drawing/2014/main" val="552455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Poor/Border line - FCG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- FCG 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5886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(3)-(4)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7759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14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rCSI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21.36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(0.65)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17.57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(0.70)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(0.62)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3.79***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2919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9839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797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1323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-0.54***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85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69321"/>
                  </a:ext>
                </a:extLst>
              </a:tr>
              <a:tr h="3582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353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407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601</a:t>
                      </a:r>
                      <a:endParaRPr lang="en-GB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815</a:t>
                      </a:r>
                      <a:endParaRPr lang="en-GB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8088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2652E8-8B83-A962-C52A-499A89F094E0}"/>
              </a:ext>
            </a:extLst>
          </p:cNvPr>
          <p:cNvSpPr/>
          <p:nvPr/>
        </p:nvSpPr>
        <p:spPr>
          <a:xfrm>
            <a:off x="1077686" y="4637313"/>
            <a:ext cx="10961914" cy="113211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4C5B2A-BDF9-506F-62E1-2828B6F77325}"/>
              </a:ext>
            </a:extLst>
          </p:cNvPr>
          <p:cNvSpPr/>
          <p:nvPr/>
        </p:nvSpPr>
        <p:spPr>
          <a:xfrm>
            <a:off x="1099457" y="2917371"/>
            <a:ext cx="10961914" cy="1687285"/>
          </a:xfrm>
          <a:prstGeom prst="round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D2ECB-1368-AAD9-FB5F-B3D093FA6694}"/>
              </a:ext>
            </a:extLst>
          </p:cNvPr>
          <p:cNvSpPr txBox="1"/>
          <p:nvPr/>
        </p:nvSpPr>
        <p:spPr>
          <a:xfrm>
            <a:off x="1981204" y="6079127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59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90230"/>
              </p:ext>
            </p:extLst>
          </p:nvPr>
        </p:nvGraphicFramePr>
        <p:xfrm>
          <a:off x="3461657" y="828674"/>
          <a:ext cx="8501743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4124909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610298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-0.44***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-0.82***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(0.10)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-0.32**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5.40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A94C-2CEE-C2FF-D832-19F73E4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77000"/>
            <a:ext cx="3222240" cy="2142600"/>
          </a:xfrm>
        </p:spPr>
        <p:txBody>
          <a:bodyPr/>
          <a:lstStyle/>
          <a:p>
            <a:r>
              <a:rPr lang="en-US" dirty="0"/>
              <a:t>FG consumption by modality 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FFCA3-6903-19B5-8D1A-B0920169D46D}"/>
              </a:ext>
            </a:extLst>
          </p:cNvPr>
          <p:cNvSpPr txBox="1"/>
          <p:nvPr/>
        </p:nvSpPr>
        <p:spPr>
          <a:xfrm>
            <a:off x="3396348" y="6007554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1931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9FD26E-6FCE-BE32-5F36-B7D07E1EE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4900"/>
              </p:ext>
            </p:extLst>
          </p:nvPr>
        </p:nvGraphicFramePr>
        <p:xfrm>
          <a:off x="4103915" y="313794"/>
          <a:ext cx="7783283" cy="5901958"/>
        </p:xfrm>
        <a:graphic>
          <a:graphicData uri="http://schemas.openxmlformats.org/drawingml/2006/table">
            <a:tbl>
              <a:tblPr firstRow="1" firstCol="1" bandRow="1"/>
              <a:tblGrid>
                <a:gridCol w="3166908">
                  <a:extLst>
                    <a:ext uri="{9D8B030D-6E8A-4147-A177-3AD203B41FA5}">
                      <a16:colId xmlns:a16="http://schemas.microsoft.com/office/drawing/2014/main" val="1883641338"/>
                    </a:ext>
                  </a:extLst>
                </a:gridCol>
                <a:gridCol w="1376387">
                  <a:extLst>
                    <a:ext uri="{9D8B030D-6E8A-4147-A177-3AD203B41FA5}">
                      <a16:colId xmlns:a16="http://schemas.microsoft.com/office/drawing/2014/main" val="4022149947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3144369260"/>
                    </a:ext>
                  </a:extLst>
                </a:gridCol>
                <a:gridCol w="1676659">
                  <a:extLst>
                    <a:ext uri="{9D8B030D-6E8A-4147-A177-3AD203B41FA5}">
                      <a16:colId xmlns:a16="http://schemas.microsoft.com/office/drawing/2014/main" val="798698621"/>
                    </a:ext>
                  </a:extLst>
                </a:gridCol>
              </a:tblGrid>
              <a:tr h="5556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 Category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Remote Mean/(SE)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190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Lcs_stress_DomAsset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32837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80581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 err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Lcs_stress_HealthEdu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05932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6464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Lcs_stress_Saving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02456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6054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Lcs_stress_BorrowCash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913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80663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Lcs_crisis_ProdAssets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07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30690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Lcs_crisis_DomMigration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69064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2878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Lcs_crisis_OutSchool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-0.03*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13138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32752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Lcs_em_ResAsset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283605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83517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Lcs_em_Begged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-0.13***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52394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25951"/>
                  </a:ext>
                </a:extLst>
              </a:tr>
              <a:tr h="1508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Lcs_em_IllegalAct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0.09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-0.49***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7701"/>
                  </a:ext>
                </a:extLst>
              </a:tr>
              <a:tr h="2721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47869"/>
                  </a:ext>
                </a:extLst>
              </a:tr>
              <a:tr h="337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8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6177" marR="56177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12083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C4E6AF7-5E07-1222-4A6C-BE80B0A8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21" y="2754926"/>
            <a:ext cx="4669968" cy="1805345"/>
          </a:xfrm>
        </p:spPr>
        <p:txBody>
          <a:bodyPr/>
          <a:lstStyle/>
          <a:p>
            <a:r>
              <a:rPr lang="en-US" dirty="0"/>
              <a:t>LC adoption by modality 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7441E-A759-2082-2203-CFBEDD8F4209}"/>
              </a:ext>
            </a:extLst>
          </p:cNvPr>
          <p:cNvSpPr/>
          <p:nvPr/>
        </p:nvSpPr>
        <p:spPr>
          <a:xfrm>
            <a:off x="10417629" y="898078"/>
            <a:ext cx="1469569" cy="484414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76AE82-2A87-6803-CB4F-E0BF2E856E3D}"/>
              </a:ext>
            </a:extLst>
          </p:cNvPr>
          <p:cNvSpPr txBox="1"/>
          <p:nvPr/>
        </p:nvSpPr>
        <p:spPr>
          <a:xfrm>
            <a:off x="4071257" y="617889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2153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099624"/>
              </p:ext>
            </p:extLst>
          </p:nvPr>
        </p:nvGraphicFramePr>
        <p:xfrm>
          <a:off x="4169229" y="2033349"/>
          <a:ext cx="7161199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265047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77000"/>
            <a:ext cx="3485191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EB1F7-C4E1-2B2B-8F61-8E26E821CCB8}"/>
              </a:ext>
            </a:extLst>
          </p:cNvPr>
          <p:cNvSpPr txBox="1"/>
          <p:nvPr/>
        </p:nvSpPr>
        <p:spPr>
          <a:xfrm>
            <a:off x="4169229" y="482465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727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03759"/>
              </p:ext>
            </p:extLst>
          </p:nvPr>
        </p:nvGraphicFramePr>
        <p:xfrm>
          <a:off x="3722914" y="1958891"/>
          <a:ext cx="7683309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3172581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718390"/>
            <a:ext cx="3211285" cy="1827857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88101-6CA2-994D-4D16-0C06F0C65ACF}"/>
              </a:ext>
            </a:extLst>
          </p:cNvPr>
          <p:cNvSpPr txBox="1"/>
          <p:nvPr/>
        </p:nvSpPr>
        <p:spPr>
          <a:xfrm>
            <a:off x="3722914" y="530574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892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9825"/>
            <a:ext cx="2612571" cy="1805345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24167"/>
              </p:ext>
            </p:extLst>
          </p:nvPr>
        </p:nvGraphicFramePr>
        <p:xfrm>
          <a:off x="2601686" y="628584"/>
          <a:ext cx="9369613" cy="5600831"/>
        </p:xfrm>
        <a:graphic>
          <a:graphicData uri="http://schemas.openxmlformats.org/drawingml/2006/table">
            <a:tbl>
              <a:tblPr firstRow="1" firstCol="1" bandRow="1"/>
              <a:tblGrid>
                <a:gridCol w="5093533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82485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111814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2419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DDAB38-61DE-CC4E-8549-3135BE231353}"/>
              </a:ext>
            </a:extLst>
          </p:cNvPr>
          <p:cNvSpPr txBox="1"/>
          <p:nvPr/>
        </p:nvSpPr>
        <p:spPr>
          <a:xfrm>
            <a:off x="2601686" y="6152786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58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 dirty="0"/>
              <a:t>Summary and key points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20830" y="1816870"/>
            <a:ext cx="99930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Compared to CARI, the rCARI results are dependent on the indicator combination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overstate the food insecurity/vulnerability if FES (17%) is used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When FES is replaced by income and income change, the difference is not significantly different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Food consumption is significantly better, and more varied for the remote households compared to F2F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Results are driven by LCS (crisis and emergency), rCSI and FES.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/>
              <a:t>Significantly more remote households vulnerable in terms of FES, and are also adopting more emergency LCS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1961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5FE424-DDE7-5EA9-4990-570BBC9D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880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8" ma:contentTypeDescription="Create a new document." ma:contentTypeScope="" ma:versionID="ad2f6bf157231b83579321204f69ffe0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e944df982cebb5615fc5ff0a850bebfa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BDEF77-063F-4EF1-8426-1803215D7C69}"/>
</file>

<file path=customXml/itemProps2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49256dcf-74b5-4e0f-b2ab-e17546be8a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6994</Words>
  <Application>Microsoft Office PowerPoint</Application>
  <PresentationFormat>Widescreen</PresentationFormat>
  <Paragraphs>2555</Paragraphs>
  <Slides>54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HALDEN SOLID</vt:lpstr>
      <vt:lpstr>Open Sans</vt:lpstr>
      <vt:lpstr>Open Sans Extrabold</vt:lpstr>
      <vt:lpstr>Theme2</vt:lpstr>
      <vt:lpstr>Remote CARI (rCARI) Validation Study</vt:lpstr>
      <vt:lpstr>Background</vt:lpstr>
      <vt:lpstr>Main Research Objective</vt:lpstr>
      <vt:lpstr>Overall sampling framework</vt:lpstr>
      <vt:lpstr>RCT Design</vt:lpstr>
      <vt:lpstr>Aggregation methods to be tested</vt:lpstr>
      <vt:lpstr>Tentative Workplan 2023</vt:lpstr>
      <vt:lpstr>Sample Completion</vt:lpstr>
      <vt:lpstr>CAR Results </vt:lpstr>
      <vt:lpstr>Sampling &amp; completion </vt:lpstr>
      <vt:lpstr>Sample Completion</vt:lpstr>
      <vt:lpstr>Balance tests for full sample</vt:lpstr>
      <vt:lpstr>Balance tests for - Phone owner group</vt:lpstr>
      <vt:lpstr>CARI vs. rCARI Disaggregation</vt:lpstr>
      <vt:lpstr>Other Food Security Outcome Indicators</vt:lpstr>
      <vt:lpstr>PowerPoint Presentation</vt:lpstr>
      <vt:lpstr>FG consumption by modality </vt:lpstr>
      <vt:lpstr>FCG by modality </vt:lpstr>
      <vt:lpstr>FCG + rCSI by modality </vt:lpstr>
      <vt:lpstr>Income Sources vs. FES </vt:lpstr>
      <vt:lpstr>LCS strategy adoption by modality </vt:lpstr>
      <vt:lpstr>CAR- Phone Owners Only</vt:lpstr>
      <vt:lpstr>CARI vs. rCARI Disaggregation</vt:lpstr>
      <vt:lpstr>Other Food Security Outcome Indicators</vt:lpstr>
      <vt:lpstr>LCS strategy adoption by modality (Phone-owners) </vt:lpstr>
      <vt:lpstr>Income Sources vs. FES </vt:lpstr>
      <vt:lpstr>Summary and Key Points</vt:lpstr>
      <vt:lpstr>Balancing test – attrition sample</vt:lpstr>
      <vt:lpstr>Myanmar Results </vt:lpstr>
      <vt:lpstr>Balance Tests for Randomization</vt:lpstr>
      <vt:lpstr>CARI vs. rCARI Disaggregation</vt:lpstr>
      <vt:lpstr>Other Food Security Outcome Indicators</vt:lpstr>
      <vt:lpstr>PowerPoint Presentation</vt:lpstr>
      <vt:lpstr>PowerPoint Presentation</vt:lpstr>
      <vt:lpstr>LCS adoption by modality</vt:lpstr>
      <vt:lpstr>FCS Group by Modality </vt:lpstr>
      <vt:lpstr>FCG + rCSI by Modality </vt:lpstr>
      <vt:lpstr>Income Sources vs. FES </vt:lpstr>
      <vt:lpstr>Disaggregated rCSI Strategies by modality</vt:lpstr>
      <vt:lpstr>Summary and key points</vt:lpstr>
      <vt:lpstr>Income Sources vs. FES </vt:lpstr>
      <vt:lpstr>Ecuador Results </vt:lpstr>
      <vt:lpstr>Sampling </vt:lpstr>
      <vt:lpstr>Balance Tests for Randomization</vt:lpstr>
      <vt:lpstr>CARI vs. rCARI Disaggregation</vt:lpstr>
      <vt:lpstr>Other Food Security Outcome Indicators</vt:lpstr>
      <vt:lpstr>PowerPoint Presentation</vt:lpstr>
      <vt:lpstr>FG consumption by modality </vt:lpstr>
      <vt:lpstr>LC adoption by modality </vt:lpstr>
      <vt:lpstr>FCG by modality </vt:lpstr>
      <vt:lpstr>FCG + rCSI by modality </vt:lpstr>
      <vt:lpstr>Income Sources vs. FES </vt:lpstr>
      <vt:lpstr>Summary and key points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</cp:revision>
  <dcterms:created xsi:type="dcterms:W3CDTF">2018-08-20T09:35:59Z</dcterms:created>
  <dcterms:modified xsi:type="dcterms:W3CDTF">2023-10-11T12:15:01Z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