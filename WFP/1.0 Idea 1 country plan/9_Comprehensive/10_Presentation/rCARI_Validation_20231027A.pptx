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42"/>
  </p:notesMasterIdLst>
  <p:handoutMasterIdLst>
    <p:handoutMasterId r:id="rId43"/>
  </p:handoutMasterIdLst>
  <p:sldIdLst>
    <p:sldId id="283" r:id="rId5"/>
    <p:sldId id="311" r:id="rId6"/>
    <p:sldId id="296" r:id="rId7"/>
    <p:sldId id="380" r:id="rId8"/>
    <p:sldId id="395" r:id="rId9"/>
    <p:sldId id="416" r:id="rId10"/>
    <p:sldId id="413" r:id="rId11"/>
    <p:sldId id="414" r:id="rId12"/>
    <p:sldId id="310" r:id="rId13"/>
    <p:sldId id="408" r:id="rId14"/>
    <p:sldId id="320" r:id="rId15"/>
    <p:sldId id="398" r:id="rId16"/>
    <p:sldId id="399" r:id="rId17"/>
    <p:sldId id="400" r:id="rId18"/>
    <p:sldId id="350" r:id="rId19"/>
    <p:sldId id="401" r:id="rId20"/>
    <p:sldId id="374" r:id="rId21"/>
    <p:sldId id="411" r:id="rId22"/>
    <p:sldId id="410" r:id="rId23"/>
    <p:sldId id="379" r:id="rId24"/>
    <p:sldId id="378" r:id="rId25"/>
    <p:sldId id="390" r:id="rId26"/>
    <p:sldId id="391" r:id="rId27"/>
    <p:sldId id="392" r:id="rId28"/>
    <p:sldId id="333" r:id="rId29"/>
    <p:sldId id="384" r:id="rId30"/>
    <p:sldId id="385" r:id="rId31"/>
    <p:sldId id="386" r:id="rId32"/>
    <p:sldId id="396" r:id="rId33"/>
    <p:sldId id="387" r:id="rId34"/>
    <p:sldId id="388" r:id="rId35"/>
    <p:sldId id="348" r:id="rId36"/>
    <p:sldId id="404" r:id="rId37"/>
    <p:sldId id="406" r:id="rId38"/>
    <p:sldId id="403" r:id="rId39"/>
    <p:sldId id="342" r:id="rId40"/>
    <p:sldId id="412" r:id="rId4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86BFB65-520F-4649-842A-8FAC50C1638D}">
          <p14:sldIdLst>
            <p14:sldId id="283"/>
            <p14:sldId id="311"/>
            <p14:sldId id="296"/>
            <p14:sldId id="380"/>
          </p14:sldIdLst>
        </p14:section>
        <p14:section name="Methodology &amp; Sample" id="{5767D244-E97C-D34A-908D-DB8792A15465}">
          <p14:sldIdLst>
            <p14:sldId id="395"/>
            <p14:sldId id="416"/>
            <p14:sldId id="413"/>
            <p14:sldId id="414"/>
            <p14:sldId id="310"/>
            <p14:sldId id="408"/>
            <p14:sldId id="320"/>
            <p14:sldId id="398"/>
            <p14:sldId id="399"/>
            <p14:sldId id="400"/>
            <p14:sldId id="350"/>
            <p14:sldId id="401"/>
          </p14:sldIdLst>
        </p14:section>
        <p14:section name="Results" id="{2C4D1EE9-A3E0-4084-9198-0FB1A973D7CA}">
          <p14:sldIdLst>
            <p14:sldId id="374"/>
            <p14:sldId id="411"/>
            <p14:sldId id="410"/>
            <p14:sldId id="379"/>
            <p14:sldId id="378"/>
            <p14:sldId id="390"/>
            <p14:sldId id="391"/>
            <p14:sldId id="392"/>
            <p14:sldId id="333"/>
            <p14:sldId id="384"/>
            <p14:sldId id="385"/>
            <p14:sldId id="386"/>
            <p14:sldId id="396"/>
            <p14:sldId id="387"/>
            <p14:sldId id="388"/>
            <p14:sldId id="348"/>
            <p14:sldId id="404"/>
            <p14:sldId id="406"/>
            <p14:sldId id="403"/>
            <p14:sldId id="342"/>
            <p14:sldId id="412"/>
          </p14:sldIdLst>
        </p14:section>
      </p14:sectionLst>
    </p:ex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E164B82E-70A5-DC7F-7202-998852D0418F}" name="Nicole Wu" initials="YW" userId="Nicole Wu" providerId="None"/>
  <p188:author id="{6A52989B-2D3B-6FC0-BBC3-D88A3726BC0B}" name="Mohamed SALEM" initials="MS" userId="S::mohamed.salem@wfp.org::13f12703-f1ce-4b8b-924c-fe401988a08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BA"/>
    <a:srgbClr val="5A9E16"/>
    <a:srgbClr val="A9D18E"/>
    <a:srgbClr val="CFD6EA"/>
    <a:srgbClr val="FFFFFE"/>
    <a:srgbClr val="FFFFFF"/>
    <a:srgbClr val="F5B183"/>
    <a:srgbClr val="D4E6F2"/>
    <a:srgbClr val="59CAFF"/>
    <a:srgbClr val="57C5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34EAD0-1A6B-4D4D-B284-5951B9AE36A9}" v="271" dt="2024-01-16T13:36:20.3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84"/>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U" userId="4cf90142-5117-41df-a92b-6216d87bdf3c" providerId="ADAL" clId="{7289C1A1-A679-6C4A-9129-8019E035ABD2}"/>
    <pc:docChg chg="undo redo custSel addSld delSld modSld sldOrd modMainMaster addSection modSection">
      <pc:chgData name="Nicole WU" userId="4cf90142-5117-41df-a92b-6216d87bdf3c" providerId="ADAL" clId="{7289C1A1-A679-6C4A-9129-8019E035ABD2}" dt="2023-11-15T12:09:39.507" v="1866" actId="2711"/>
      <pc:docMkLst>
        <pc:docMk/>
      </pc:docMkLst>
      <pc:sldChg chg="modSp mod">
        <pc:chgData name="Nicole WU" userId="4cf90142-5117-41df-a92b-6216d87bdf3c" providerId="ADAL" clId="{7289C1A1-A679-6C4A-9129-8019E035ABD2}" dt="2023-11-01T12:29:39.874" v="1624" actId="20577"/>
        <pc:sldMkLst>
          <pc:docMk/>
          <pc:sldMk cId="3545166311" sldId="283"/>
        </pc:sldMkLst>
        <pc:spChg chg="mod">
          <ac:chgData name="Nicole WU" userId="4cf90142-5117-41df-a92b-6216d87bdf3c" providerId="ADAL" clId="{7289C1A1-A679-6C4A-9129-8019E035ABD2}" dt="2023-10-27T07:47:20.910" v="136"/>
          <ac:spMkLst>
            <pc:docMk/>
            <pc:sldMk cId="3545166311" sldId="283"/>
            <ac:spMk id="2" creationId="{00000000-0000-0000-0000-000000000000}"/>
          </ac:spMkLst>
        </pc:spChg>
        <pc:spChg chg="mod">
          <ac:chgData name="Nicole WU" userId="4cf90142-5117-41df-a92b-6216d87bdf3c" providerId="ADAL" clId="{7289C1A1-A679-6C4A-9129-8019E035ABD2}" dt="2023-10-27T07:33:02.828" v="24" actId="20577"/>
          <ac:spMkLst>
            <pc:docMk/>
            <pc:sldMk cId="3545166311" sldId="283"/>
            <ac:spMk id="3" creationId="{00000000-0000-0000-0000-000000000000}"/>
          </ac:spMkLst>
        </pc:spChg>
        <pc:spChg chg="mod">
          <ac:chgData name="Nicole WU" userId="4cf90142-5117-41df-a92b-6216d87bdf3c" providerId="ADAL" clId="{7289C1A1-A679-6C4A-9129-8019E035ABD2}" dt="2023-11-01T12:29:39.874" v="1624" actId="20577"/>
          <ac:spMkLst>
            <pc:docMk/>
            <pc:sldMk cId="3545166311" sldId="283"/>
            <ac:spMk id="6" creationId="{53CD270A-9458-E7A9-9B9B-7F70A19E11F1}"/>
          </ac:spMkLst>
        </pc:spChg>
      </pc:sldChg>
      <pc:sldChg chg="del">
        <pc:chgData name="Nicole WU" userId="4cf90142-5117-41df-a92b-6216d87bdf3c" providerId="ADAL" clId="{7289C1A1-A679-6C4A-9129-8019E035ABD2}" dt="2023-10-27T07:33:35.290" v="28" actId="2696"/>
        <pc:sldMkLst>
          <pc:docMk/>
          <pc:sldMk cId="1390366204" sldId="286"/>
        </pc:sldMkLst>
      </pc:sldChg>
      <pc:sldChg chg="modSp del mod">
        <pc:chgData name="Nicole WU" userId="4cf90142-5117-41df-a92b-6216d87bdf3c" providerId="ADAL" clId="{7289C1A1-A679-6C4A-9129-8019E035ABD2}" dt="2023-10-27T08:39:11.116" v="670" actId="2696"/>
        <pc:sldMkLst>
          <pc:docMk/>
          <pc:sldMk cId="763011548" sldId="318"/>
        </pc:sldMkLst>
        <pc:spChg chg="mod">
          <ac:chgData name="Nicole WU" userId="4cf90142-5117-41df-a92b-6216d87bdf3c" providerId="ADAL" clId="{7289C1A1-A679-6C4A-9129-8019E035ABD2}" dt="2023-10-27T07:47:20.910" v="136"/>
          <ac:spMkLst>
            <pc:docMk/>
            <pc:sldMk cId="763011548" sldId="318"/>
            <ac:spMk id="4" creationId="{BB2688DA-168E-75F7-5ADE-A4153ECC1038}"/>
          </ac:spMkLst>
        </pc:spChg>
      </pc:sldChg>
      <pc:sldChg chg="modSp mod ord">
        <pc:chgData name="Nicole WU" userId="4cf90142-5117-41df-a92b-6216d87bdf3c" providerId="ADAL" clId="{7289C1A1-A679-6C4A-9129-8019E035ABD2}" dt="2023-10-27T09:33:47.386" v="1110" actId="20578"/>
        <pc:sldMkLst>
          <pc:docMk/>
          <pc:sldMk cId="1237851312" sldId="320"/>
        </pc:sldMkLst>
        <pc:spChg chg="mod">
          <ac:chgData name="Nicole WU" userId="4cf90142-5117-41df-a92b-6216d87bdf3c" providerId="ADAL" clId="{7289C1A1-A679-6C4A-9129-8019E035ABD2}" dt="2023-10-27T07:36:00.637" v="52" actId="14100"/>
          <ac:spMkLst>
            <pc:docMk/>
            <pc:sldMk cId="1237851312" sldId="320"/>
            <ac:spMk id="2" creationId="{7F999FF3-0E37-AD51-18F7-3D20C12981BD}"/>
          </ac:spMkLst>
        </pc:spChg>
        <pc:spChg chg="mod">
          <ac:chgData name="Nicole WU" userId="4cf90142-5117-41df-a92b-6216d87bdf3c" providerId="ADAL" clId="{7289C1A1-A679-6C4A-9129-8019E035ABD2}" dt="2023-10-27T08:41:30.167" v="725" actId="14100"/>
          <ac:spMkLst>
            <pc:docMk/>
            <pc:sldMk cId="1237851312" sldId="320"/>
            <ac:spMk id="12" creationId="{78F8510D-4F5B-1C05-9E49-E3797DA58C4A}"/>
          </ac:spMkLst>
        </pc:spChg>
        <pc:graphicFrameChg chg="mod modGraphic">
          <ac:chgData name="Nicole WU" userId="4cf90142-5117-41df-a92b-6216d87bdf3c" providerId="ADAL" clId="{7289C1A1-A679-6C4A-9129-8019E035ABD2}" dt="2023-10-27T08:09:38.610" v="307" actId="1076"/>
          <ac:graphicFrameMkLst>
            <pc:docMk/>
            <pc:sldMk cId="1237851312" sldId="320"/>
            <ac:graphicFrameMk id="11" creationId="{AB895958-F1DD-9FAC-D58D-B6234CC9C4DB}"/>
          </ac:graphicFrameMkLst>
        </pc:graphicFrameChg>
      </pc:sldChg>
      <pc:sldChg chg="modSp del mod">
        <pc:chgData name="Nicole WU" userId="4cf90142-5117-41df-a92b-6216d87bdf3c" providerId="ADAL" clId="{7289C1A1-A679-6C4A-9129-8019E035ABD2}" dt="2023-10-27T09:32:07.864" v="1087" actId="2696"/>
        <pc:sldMkLst>
          <pc:docMk/>
          <pc:sldMk cId="1674716470" sldId="321"/>
        </pc:sldMkLst>
        <pc:spChg chg="mod">
          <ac:chgData name="Nicole WU" userId="4cf90142-5117-41df-a92b-6216d87bdf3c" providerId="ADAL" clId="{7289C1A1-A679-6C4A-9129-8019E035ABD2}" dt="2023-10-27T07:47:20.910" v="136"/>
          <ac:spMkLst>
            <pc:docMk/>
            <pc:sldMk cId="1674716470" sldId="321"/>
            <ac:spMk id="2" creationId="{A7C1B331-3CC8-B8DA-D0E4-19AE7AD797A9}"/>
          </ac:spMkLst>
        </pc:spChg>
      </pc:sldChg>
      <pc:sldChg chg="add del">
        <pc:chgData name="Nicole WU" userId="4cf90142-5117-41df-a92b-6216d87bdf3c" providerId="ADAL" clId="{7289C1A1-A679-6C4A-9129-8019E035ABD2}" dt="2023-10-27T09:56:02.173" v="1239" actId="2696"/>
        <pc:sldMkLst>
          <pc:docMk/>
          <pc:sldMk cId="2705801866" sldId="321"/>
        </pc:sldMkLst>
      </pc:sldChg>
      <pc:sldChg chg="modSp">
        <pc:chgData name="Nicole WU" userId="4cf90142-5117-41df-a92b-6216d87bdf3c" providerId="ADAL" clId="{7289C1A1-A679-6C4A-9129-8019E035ABD2}" dt="2023-10-27T07:47:20.910" v="136"/>
        <pc:sldMkLst>
          <pc:docMk/>
          <pc:sldMk cId="3086938220" sldId="323"/>
        </pc:sldMkLst>
        <pc:spChg chg="mod">
          <ac:chgData name="Nicole WU" userId="4cf90142-5117-41df-a92b-6216d87bdf3c" providerId="ADAL" clId="{7289C1A1-A679-6C4A-9129-8019E035ABD2}" dt="2023-10-27T07:47:20.910" v="136"/>
          <ac:spMkLst>
            <pc:docMk/>
            <pc:sldMk cId="3086938220" sldId="323"/>
            <ac:spMk id="4" creationId="{3ECF8963-4DED-C55E-B926-36AA487C8500}"/>
          </ac:spMkLst>
        </pc:spChg>
      </pc:sldChg>
      <pc:sldChg chg="modSp del mod">
        <pc:chgData name="Nicole WU" userId="4cf90142-5117-41df-a92b-6216d87bdf3c" providerId="ADAL" clId="{7289C1A1-A679-6C4A-9129-8019E035ABD2}" dt="2023-10-27T08:39:06.778" v="663" actId="2696"/>
        <pc:sldMkLst>
          <pc:docMk/>
          <pc:sldMk cId="584995391" sldId="324"/>
        </pc:sldMkLst>
        <pc:spChg chg="mod">
          <ac:chgData name="Nicole WU" userId="4cf90142-5117-41df-a92b-6216d87bdf3c" providerId="ADAL" clId="{7289C1A1-A679-6C4A-9129-8019E035ABD2}" dt="2023-10-27T07:47:20.910" v="136"/>
          <ac:spMkLst>
            <pc:docMk/>
            <pc:sldMk cId="584995391" sldId="324"/>
            <ac:spMk id="9" creationId="{FE0E28B4-BC7B-F6A6-3A38-DC86E9FF259F}"/>
          </ac:spMkLst>
        </pc:spChg>
      </pc:sldChg>
      <pc:sldChg chg="del">
        <pc:chgData name="Nicole WU" userId="4cf90142-5117-41df-a92b-6216d87bdf3c" providerId="ADAL" clId="{7289C1A1-A679-6C4A-9129-8019E035ABD2}" dt="2023-10-27T08:39:10.392" v="669" actId="2696"/>
        <pc:sldMkLst>
          <pc:docMk/>
          <pc:sldMk cId="2566885915" sldId="325"/>
        </pc:sldMkLst>
      </pc:sldChg>
      <pc:sldChg chg="del">
        <pc:chgData name="Nicole WU" userId="4cf90142-5117-41df-a92b-6216d87bdf3c" providerId="ADAL" clId="{7289C1A1-A679-6C4A-9129-8019E035ABD2}" dt="2023-10-27T08:39:05.441" v="662" actId="2696"/>
        <pc:sldMkLst>
          <pc:docMk/>
          <pc:sldMk cId="840639942" sldId="326"/>
        </pc:sldMkLst>
      </pc:sldChg>
      <pc:sldChg chg="modSp mod">
        <pc:chgData name="Nicole WU" userId="4cf90142-5117-41df-a92b-6216d87bdf3c" providerId="ADAL" clId="{7289C1A1-A679-6C4A-9129-8019E035ABD2}" dt="2023-10-27T10:43:24.646" v="1603" actId="1076"/>
        <pc:sldMkLst>
          <pc:docMk/>
          <pc:sldMk cId="1824988097" sldId="328"/>
        </pc:sldMkLst>
        <pc:spChg chg="mod">
          <ac:chgData name="Nicole WU" userId="4cf90142-5117-41df-a92b-6216d87bdf3c" providerId="ADAL" clId="{7289C1A1-A679-6C4A-9129-8019E035ABD2}" dt="2023-10-27T10:43:24.646" v="1603" actId="1076"/>
          <ac:spMkLst>
            <pc:docMk/>
            <pc:sldMk cId="1824988097" sldId="328"/>
            <ac:spMk id="4" creationId="{1F5FE424-DDE7-5EA9-4990-570BBC9DFBB1}"/>
          </ac:spMkLst>
        </pc:spChg>
      </pc:sldChg>
      <pc:sldChg chg="del">
        <pc:chgData name="Nicole WU" userId="4cf90142-5117-41df-a92b-6216d87bdf3c" providerId="ADAL" clId="{7289C1A1-A679-6C4A-9129-8019E035ABD2}" dt="2023-10-27T08:39:07.908" v="665" actId="2696"/>
        <pc:sldMkLst>
          <pc:docMk/>
          <pc:sldMk cId="1965202995" sldId="329"/>
        </pc:sldMkLst>
      </pc:sldChg>
      <pc:sldChg chg="del">
        <pc:chgData name="Nicole WU" userId="4cf90142-5117-41df-a92b-6216d87bdf3c" providerId="ADAL" clId="{7289C1A1-A679-6C4A-9129-8019E035ABD2}" dt="2023-10-27T08:39:09.390" v="667" actId="2696"/>
        <pc:sldMkLst>
          <pc:docMk/>
          <pc:sldMk cId="4061635016" sldId="330"/>
        </pc:sldMkLst>
      </pc:sldChg>
      <pc:sldChg chg="modSp del">
        <pc:chgData name="Nicole WU" userId="4cf90142-5117-41df-a92b-6216d87bdf3c" providerId="ADAL" clId="{7289C1A1-A679-6C4A-9129-8019E035ABD2}" dt="2023-10-27T08:52:31.211" v="878" actId="2696"/>
        <pc:sldMkLst>
          <pc:docMk/>
          <pc:sldMk cId="1669664080" sldId="331"/>
        </pc:sldMkLst>
        <pc:spChg chg="mod">
          <ac:chgData name="Nicole WU" userId="4cf90142-5117-41df-a92b-6216d87bdf3c" providerId="ADAL" clId="{7289C1A1-A679-6C4A-9129-8019E035ABD2}" dt="2023-10-27T07:47:20.910" v="136"/>
          <ac:spMkLst>
            <pc:docMk/>
            <pc:sldMk cId="1669664080" sldId="331"/>
            <ac:spMk id="4" creationId="{3ECF8963-4DED-C55E-B926-36AA487C8500}"/>
          </ac:spMkLst>
        </pc:spChg>
      </pc:sldChg>
      <pc:sldChg chg="modSp add del mod">
        <pc:chgData name="Nicole WU" userId="4cf90142-5117-41df-a92b-6216d87bdf3c" providerId="ADAL" clId="{7289C1A1-A679-6C4A-9129-8019E035ABD2}" dt="2023-10-27T08:48:31.579" v="821" actId="20577"/>
        <pc:sldMkLst>
          <pc:docMk/>
          <pc:sldMk cId="1820479352" sldId="333"/>
        </pc:sldMkLst>
        <pc:spChg chg="mod">
          <ac:chgData name="Nicole WU" userId="4cf90142-5117-41df-a92b-6216d87bdf3c" providerId="ADAL" clId="{7289C1A1-A679-6C4A-9129-8019E035ABD2}" dt="2023-10-27T08:48:31.579" v="821" actId="20577"/>
          <ac:spMkLst>
            <pc:docMk/>
            <pc:sldMk cId="1820479352" sldId="333"/>
            <ac:spMk id="4" creationId="{3ECF8963-4DED-C55E-B926-36AA487C8500}"/>
          </ac:spMkLst>
        </pc:spChg>
      </pc:sldChg>
      <pc:sldChg chg="modSp add del mod">
        <pc:chgData name="Nicole WU" userId="4cf90142-5117-41df-a92b-6216d87bdf3c" providerId="ADAL" clId="{7289C1A1-A679-6C4A-9129-8019E035ABD2}" dt="2023-10-27T09:32:07.864" v="1087" actId="2696"/>
        <pc:sldMkLst>
          <pc:docMk/>
          <pc:sldMk cId="198036346" sldId="335"/>
        </pc:sldMkLst>
        <pc:spChg chg="mod">
          <ac:chgData name="Nicole WU" userId="4cf90142-5117-41df-a92b-6216d87bdf3c" providerId="ADAL" clId="{7289C1A1-A679-6C4A-9129-8019E035ABD2}" dt="2023-10-27T08:52:37.142" v="886" actId="20577"/>
          <ac:spMkLst>
            <pc:docMk/>
            <pc:sldMk cId="198036346" sldId="335"/>
            <ac:spMk id="2" creationId="{A7C1B331-3CC8-B8DA-D0E4-19AE7AD797A9}"/>
          </ac:spMkLst>
        </pc:spChg>
      </pc:sldChg>
      <pc:sldChg chg="delSp add del mod ord">
        <pc:chgData name="Nicole WU" userId="4cf90142-5117-41df-a92b-6216d87bdf3c" providerId="ADAL" clId="{7289C1A1-A679-6C4A-9129-8019E035ABD2}" dt="2023-10-27T09:52:07.159" v="1186" actId="2696"/>
        <pc:sldMkLst>
          <pc:docMk/>
          <pc:sldMk cId="3674725946" sldId="335"/>
        </pc:sldMkLst>
        <pc:graphicFrameChg chg="del">
          <ac:chgData name="Nicole WU" userId="4cf90142-5117-41df-a92b-6216d87bdf3c" providerId="ADAL" clId="{7289C1A1-A679-6C4A-9129-8019E035ABD2}" dt="2023-10-27T09:52:04.922" v="1185" actId="478"/>
          <ac:graphicFrameMkLst>
            <pc:docMk/>
            <pc:sldMk cId="3674725946" sldId="335"/>
            <ac:graphicFrameMk id="5" creationId="{FCAB26F1-4130-4EC0-16CB-1D4071F067D9}"/>
          </ac:graphicFrameMkLst>
        </pc:graphicFrameChg>
      </pc:sldChg>
      <pc:sldChg chg="del">
        <pc:chgData name="Nicole WU" userId="4cf90142-5117-41df-a92b-6216d87bdf3c" providerId="ADAL" clId="{7289C1A1-A679-6C4A-9129-8019E035ABD2}" dt="2023-10-27T08:39:18.478" v="674" actId="2696"/>
        <pc:sldMkLst>
          <pc:docMk/>
          <pc:sldMk cId="2047381616" sldId="336"/>
        </pc:sldMkLst>
      </pc:sldChg>
      <pc:sldChg chg="modSp del mod">
        <pc:chgData name="Nicole WU" userId="4cf90142-5117-41df-a92b-6216d87bdf3c" providerId="ADAL" clId="{7289C1A1-A679-6C4A-9129-8019E035ABD2}" dt="2023-10-27T08:39:19.159" v="675" actId="2696"/>
        <pc:sldMkLst>
          <pc:docMk/>
          <pc:sldMk cId="3046301208" sldId="337"/>
        </pc:sldMkLst>
        <pc:spChg chg="mod">
          <ac:chgData name="Nicole WU" userId="4cf90142-5117-41df-a92b-6216d87bdf3c" providerId="ADAL" clId="{7289C1A1-A679-6C4A-9129-8019E035ABD2}" dt="2023-10-27T07:47:20.910" v="136"/>
          <ac:spMkLst>
            <pc:docMk/>
            <pc:sldMk cId="3046301208" sldId="337"/>
            <ac:spMk id="9" creationId="{FE0E28B4-BC7B-F6A6-3A38-DC86E9FF259F}"/>
          </ac:spMkLst>
        </pc:spChg>
      </pc:sldChg>
      <pc:sldChg chg="modSp del">
        <pc:chgData name="Nicole WU" userId="4cf90142-5117-41df-a92b-6216d87bdf3c" providerId="ADAL" clId="{7289C1A1-A679-6C4A-9129-8019E035ABD2}" dt="2023-10-27T08:39:20.046" v="678" actId="2696"/>
        <pc:sldMkLst>
          <pc:docMk/>
          <pc:sldMk cId="731193161" sldId="338"/>
        </pc:sldMkLst>
        <pc:graphicFrameChg chg="mod">
          <ac:chgData name="Nicole WU" userId="4cf90142-5117-41df-a92b-6216d87bdf3c" providerId="ADAL" clId="{7289C1A1-A679-6C4A-9129-8019E035ABD2}" dt="2023-10-27T08:39:19.809" v="677"/>
          <ac:graphicFrameMkLst>
            <pc:docMk/>
            <pc:sldMk cId="731193161" sldId="338"/>
            <ac:graphicFrameMk id="5" creationId="{E4302323-FA08-D4EE-6EB6-308CF0F6DE98}"/>
          </ac:graphicFrameMkLst>
        </pc:graphicFrameChg>
      </pc:sldChg>
      <pc:sldChg chg="modSp del mod">
        <pc:chgData name="Nicole WU" userId="4cf90142-5117-41df-a92b-6216d87bdf3c" providerId="ADAL" clId="{7289C1A1-A679-6C4A-9129-8019E035ABD2}" dt="2023-10-27T08:39:20.751" v="681" actId="2696"/>
        <pc:sldMkLst>
          <pc:docMk/>
          <pc:sldMk cId="1520372727" sldId="339"/>
        </pc:sldMkLst>
        <pc:spChg chg="mod">
          <ac:chgData name="Nicole WU" userId="4cf90142-5117-41df-a92b-6216d87bdf3c" providerId="ADAL" clId="{7289C1A1-A679-6C4A-9129-8019E035ABD2}" dt="2023-10-27T07:47:20.910" v="136"/>
          <ac:spMkLst>
            <pc:docMk/>
            <pc:sldMk cId="1520372727" sldId="339"/>
            <ac:spMk id="7" creationId="{4BF0B333-D71E-CE7C-268C-A43F9130A4FD}"/>
          </ac:spMkLst>
        </pc:spChg>
      </pc:sldChg>
      <pc:sldChg chg="modSp del mod">
        <pc:chgData name="Nicole WU" userId="4cf90142-5117-41df-a92b-6216d87bdf3c" providerId="ADAL" clId="{7289C1A1-A679-6C4A-9129-8019E035ABD2}" dt="2023-10-27T08:39:21.652" v="684" actId="2696"/>
        <pc:sldMkLst>
          <pc:docMk/>
          <pc:sldMk cId="1341858918" sldId="340"/>
        </pc:sldMkLst>
        <pc:spChg chg="mod">
          <ac:chgData name="Nicole WU" userId="4cf90142-5117-41df-a92b-6216d87bdf3c" providerId="ADAL" clId="{7289C1A1-A679-6C4A-9129-8019E035ABD2}" dt="2023-10-27T07:47:20.910" v="136"/>
          <ac:spMkLst>
            <pc:docMk/>
            <pc:sldMk cId="1341858918" sldId="340"/>
            <ac:spMk id="2" creationId="{A4444E68-B3E5-7E99-8E8F-BF47E2329A9F}"/>
          </ac:spMkLst>
        </pc:spChg>
        <pc:graphicFrameChg chg="mod">
          <ac:chgData name="Nicole WU" userId="4cf90142-5117-41df-a92b-6216d87bdf3c" providerId="ADAL" clId="{7289C1A1-A679-6C4A-9129-8019E035ABD2}" dt="2023-10-27T08:39:21.202" v="683"/>
          <ac:graphicFrameMkLst>
            <pc:docMk/>
            <pc:sldMk cId="1341858918" sldId="340"/>
            <ac:graphicFrameMk id="7" creationId="{7C3EA471-3ADD-76F3-1E3B-51018EB4B5F8}"/>
          </ac:graphicFrameMkLst>
        </pc:graphicFrameChg>
      </pc:sldChg>
      <pc:sldChg chg="modSp mod ord">
        <pc:chgData name="Nicole WU" userId="4cf90142-5117-41df-a92b-6216d87bdf3c" providerId="ADAL" clId="{7289C1A1-A679-6C4A-9129-8019E035ABD2}" dt="2023-11-01T12:30:20.007" v="1629" actId="12"/>
        <pc:sldMkLst>
          <pc:docMk/>
          <pc:sldMk cId="439196160" sldId="342"/>
        </pc:sldMkLst>
        <pc:spChg chg="mod">
          <ac:chgData name="Nicole WU" userId="4cf90142-5117-41df-a92b-6216d87bdf3c" providerId="ADAL" clId="{7289C1A1-A679-6C4A-9129-8019E035ABD2}" dt="2023-10-27T07:47:20.910" v="136"/>
          <ac:spMkLst>
            <pc:docMk/>
            <pc:sldMk cId="439196160" sldId="342"/>
            <ac:spMk id="2" creationId="{FCD16E23-B95D-E373-6EDB-2C8510CBEE16}"/>
          </ac:spMkLst>
        </pc:spChg>
        <pc:spChg chg="mod">
          <ac:chgData name="Nicole WU" userId="4cf90142-5117-41df-a92b-6216d87bdf3c" providerId="ADAL" clId="{7289C1A1-A679-6C4A-9129-8019E035ABD2}" dt="2023-11-01T12:30:20.007" v="1629" actId="12"/>
          <ac:spMkLst>
            <pc:docMk/>
            <pc:sldMk cId="439196160" sldId="342"/>
            <ac:spMk id="3" creationId="{DE7C056F-9D7F-4B72-99AA-CBF424D71D1A}"/>
          </ac:spMkLst>
        </pc:spChg>
      </pc:sldChg>
      <pc:sldChg chg="del">
        <pc:chgData name="Nicole WU" userId="4cf90142-5117-41df-a92b-6216d87bdf3c" providerId="ADAL" clId="{7289C1A1-A679-6C4A-9129-8019E035ABD2}" dt="2023-10-27T08:39:21.202" v="682" actId="2696"/>
        <pc:sldMkLst>
          <pc:docMk/>
          <pc:sldMk cId="3374689230" sldId="343"/>
        </pc:sldMkLst>
      </pc:sldChg>
      <pc:sldChg chg="del">
        <pc:chgData name="Nicole WU" userId="4cf90142-5117-41df-a92b-6216d87bdf3c" providerId="ADAL" clId="{7289C1A1-A679-6C4A-9129-8019E035ABD2}" dt="2023-10-27T08:39:08.654" v="666" actId="2696"/>
        <pc:sldMkLst>
          <pc:docMk/>
          <pc:sldMk cId="13122226" sldId="344"/>
        </pc:sldMkLst>
      </pc:sldChg>
      <pc:sldChg chg="del">
        <pc:chgData name="Nicole WU" userId="4cf90142-5117-41df-a92b-6216d87bdf3c" providerId="ADAL" clId="{7289C1A1-A679-6C4A-9129-8019E035ABD2}" dt="2023-10-27T08:39:09.776" v="668" actId="2696"/>
        <pc:sldMkLst>
          <pc:docMk/>
          <pc:sldMk cId="2622523669" sldId="345"/>
        </pc:sldMkLst>
      </pc:sldChg>
      <pc:sldChg chg="modSp del mod">
        <pc:chgData name="Nicole WU" userId="4cf90142-5117-41df-a92b-6216d87bdf3c" providerId="ADAL" clId="{7289C1A1-A679-6C4A-9129-8019E035ABD2}" dt="2023-10-27T10:12:43.102" v="1471" actId="2696"/>
        <pc:sldMkLst>
          <pc:docMk/>
          <pc:sldMk cId="4067060010" sldId="346"/>
        </pc:sldMkLst>
        <pc:spChg chg="mod">
          <ac:chgData name="Nicole WU" userId="4cf90142-5117-41df-a92b-6216d87bdf3c" providerId="ADAL" clId="{7289C1A1-A679-6C4A-9129-8019E035ABD2}" dt="2023-10-27T08:52:29.894" v="877" actId="20577"/>
          <ac:spMkLst>
            <pc:docMk/>
            <pc:sldMk cId="4067060010" sldId="346"/>
            <ac:spMk id="4" creationId="{9A71E150-1F5E-059C-A516-10948A8382D9}"/>
          </ac:spMkLst>
        </pc:spChg>
      </pc:sldChg>
      <pc:sldChg chg="ord">
        <pc:chgData name="Nicole WU" userId="4cf90142-5117-41df-a92b-6216d87bdf3c" providerId="ADAL" clId="{7289C1A1-A679-6C4A-9129-8019E035ABD2}" dt="2023-10-27T10:12:49.481" v="1473" actId="20578"/>
        <pc:sldMkLst>
          <pc:docMk/>
          <pc:sldMk cId="1269601775" sldId="348"/>
        </pc:sldMkLst>
      </pc:sldChg>
      <pc:sldChg chg="del">
        <pc:chgData name="Nicole WU" userId="4cf90142-5117-41df-a92b-6216d87bdf3c" providerId="ADAL" clId="{7289C1A1-A679-6C4A-9129-8019E035ABD2}" dt="2023-10-27T09:32:07.864" v="1087" actId="2696"/>
        <pc:sldMkLst>
          <pc:docMk/>
          <pc:sldMk cId="1362778151" sldId="350"/>
        </pc:sldMkLst>
      </pc:sldChg>
      <pc:sldChg chg="addSp delSp modSp add mod">
        <pc:chgData name="Nicole WU" userId="4cf90142-5117-41df-a92b-6216d87bdf3c" providerId="ADAL" clId="{7289C1A1-A679-6C4A-9129-8019E035ABD2}" dt="2023-11-12T21:04:03.530" v="1748" actId="404"/>
        <pc:sldMkLst>
          <pc:docMk/>
          <pc:sldMk cId="3853999179" sldId="350"/>
        </pc:sldMkLst>
        <pc:spChg chg="add del mod">
          <ac:chgData name="Nicole WU" userId="4cf90142-5117-41df-a92b-6216d87bdf3c" providerId="ADAL" clId="{7289C1A1-A679-6C4A-9129-8019E035ABD2}" dt="2023-11-10T12:31:56.105" v="1681" actId="478"/>
          <ac:spMkLst>
            <pc:docMk/>
            <pc:sldMk cId="3853999179" sldId="350"/>
            <ac:spMk id="3" creationId="{145671A4-2AFE-CC68-7F3D-6DC9C789C057}"/>
          </ac:spMkLst>
        </pc:spChg>
        <pc:spChg chg="del mod">
          <ac:chgData name="Nicole WU" userId="4cf90142-5117-41df-a92b-6216d87bdf3c" providerId="ADAL" clId="{7289C1A1-A679-6C4A-9129-8019E035ABD2}" dt="2023-11-10T12:31:53.424" v="1680" actId="478"/>
          <ac:spMkLst>
            <pc:docMk/>
            <pc:sldMk cId="3853999179" sldId="350"/>
            <ac:spMk id="6" creationId="{3DB6E653-E9D0-308B-28AC-1239DB9336D1}"/>
          </ac:spMkLst>
        </pc:spChg>
        <pc:graphicFrameChg chg="mod ord modGraphic">
          <ac:chgData name="Nicole WU" userId="4cf90142-5117-41df-a92b-6216d87bdf3c" providerId="ADAL" clId="{7289C1A1-A679-6C4A-9129-8019E035ABD2}" dt="2023-11-12T21:04:03.530" v="1748" actId="404"/>
          <ac:graphicFrameMkLst>
            <pc:docMk/>
            <pc:sldMk cId="3853999179" sldId="350"/>
            <ac:graphicFrameMk id="5" creationId="{5A53646E-6FED-CFF5-990E-258CD0670F6F}"/>
          </ac:graphicFrameMkLst>
        </pc:graphicFrameChg>
        <pc:picChg chg="del mod modCrop">
          <ac:chgData name="Nicole WU" userId="4cf90142-5117-41df-a92b-6216d87bdf3c" providerId="ADAL" clId="{7289C1A1-A679-6C4A-9129-8019E035ABD2}" dt="2023-10-27T10:07:10.340" v="1442" actId="478"/>
          <ac:picMkLst>
            <pc:docMk/>
            <pc:sldMk cId="3853999179" sldId="350"/>
            <ac:picMk id="3" creationId="{760D8C4C-5BD9-40A8-597B-B87710A028FF}"/>
          </ac:picMkLst>
        </pc:picChg>
      </pc:sldChg>
      <pc:sldChg chg="add del">
        <pc:chgData name="Nicole WU" userId="4cf90142-5117-41df-a92b-6216d87bdf3c" providerId="ADAL" clId="{7289C1A1-A679-6C4A-9129-8019E035ABD2}" dt="2023-10-27T09:33:41.122" v="1109" actId="2696"/>
        <pc:sldMkLst>
          <pc:docMk/>
          <pc:sldMk cId="110679238" sldId="351"/>
        </pc:sldMkLst>
      </pc:sldChg>
      <pc:sldChg chg="add del">
        <pc:chgData name="Nicole WU" userId="4cf90142-5117-41df-a92b-6216d87bdf3c" providerId="ADAL" clId="{7289C1A1-A679-6C4A-9129-8019E035ABD2}" dt="2023-10-27T09:32:07.864" v="1087" actId="2696"/>
        <pc:sldMkLst>
          <pc:docMk/>
          <pc:sldMk cId="3879222848" sldId="351"/>
        </pc:sldMkLst>
      </pc:sldChg>
      <pc:sldChg chg="modSp del">
        <pc:chgData name="Nicole WU" userId="4cf90142-5117-41df-a92b-6216d87bdf3c" providerId="ADAL" clId="{7289C1A1-A679-6C4A-9129-8019E035ABD2}" dt="2023-10-27T08:39:20.494" v="680" actId="2696"/>
        <pc:sldMkLst>
          <pc:docMk/>
          <pc:sldMk cId="1979215391" sldId="362"/>
        </pc:sldMkLst>
        <pc:graphicFrameChg chg="mod">
          <ac:chgData name="Nicole WU" userId="4cf90142-5117-41df-a92b-6216d87bdf3c" providerId="ADAL" clId="{7289C1A1-A679-6C4A-9129-8019E035ABD2}" dt="2023-10-27T08:39:20.046" v="679"/>
          <ac:graphicFrameMkLst>
            <pc:docMk/>
            <pc:sldMk cId="1979215391" sldId="362"/>
            <ac:graphicFrameMk id="3" creationId="{3F9FD26E-6FCE-BE32-5F36-B7D07E1EE80F}"/>
          </ac:graphicFrameMkLst>
        </pc:graphicFrameChg>
      </pc:sldChg>
      <pc:sldChg chg="modSp del mod">
        <pc:chgData name="Nicole WU" userId="4cf90142-5117-41df-a92b-6216d87bdf3c" providerId="ADAL" clId="{7289C1A1-A679-6C4A-9129-8019E035ABD2}" dt="2023-10-27T08:49:05.122" v="828" actId="2696"/>
        <pc:sldMkLst>
          <pc:docMk/>
          <pc:sldMk cId="835992911" sldId="363"/>
        </pc:sldMkLst>
        <pc:spChg chg="mod">
          <ac:chgData name="Nicole WU" userId="4cf90142-5117-41df-a92b-6216d87bdf3c" providerId="ADAL" clId="{7289C1A1-A679-6C4A-9129-8019E035ABD2}" dt="2023-10-27T07:47:20.910" v="136"/>
          <ac:spMkLst>
            <pc:docMk/>
            <pc:sldMk cId="835992911" sldId="363"/>
            <ac:spMk id="4" creationId="{9C4E6AF7-5E07-1222-4A6C-BE80B0A87E00}"/>
          </ac:spMkLst>
        </pc:spChg>
      </pc:sldChg>
      <pc:sldChg chg="del ord">
        <pc:chgData name="Nicole WU" userId="4cf90142-5117-41df-a92b-6216d87bdf3c" providerId="ADAL" clId="{7289C1A1-A679-6C4A-9129-8019E035ABD2}" dt="2023-10-27T09:32:07.864" v="1087" actId="2696"/>
        <pc:sldMkLst>
          <pc:docMk/>
          <pc:sldMk cId="944851729" sldId="364"/>
        </pc:sldMkLst>
      </pc:sldChg>
      <pc:sldChg chg="modSp add del mod">
        <pc:chgData name="Nicole WU" userId="4cf90142-5117-41df-a92b-6216d87bdf3c" providerId="ADAL" clId="{7289C1A1-A679-6C4A-9129-8019E035ABD2}" dt="2023-10-27T09:55:52.133" v="1238" actId="2696"/>
        <pc:sldMkLst>
          <pc:docMk/>
          <pc:sldMk cId="2240066457" sldId="364"/>
        </pc:sldMkLst>
        <pc:graphicFrameChg chg="mod">
          <ac:chgData name="Nicole WU" userId="4cf90142-5117-41df-a92b-6216d87bdf3c" providerId="ADAL" clId="{7289C1A1-A679-6C4A-9129-8019E035ABD2}" dt="2023-10-27T09:52:54.993" v="1202" actId="1076"/>
          <ac:graphicFrameMkLst>
            <pc:docMk/>
            <pc:sldMk cId="2240066457" sldId="364"/>
            <ac:graphicFrameMk id="7" creationId="{2615A3E3-73F6-573A-4F9F-BC11257267A7}"/>
          </ac:graphicFrameMkLst>
        </pc:graphicFrameChg>
      </pc:sldChg>
      <pc:sldChg chg="modSp del mod">
        <pc:chgData name="Nicole WU" userId="4cf90142-5117-41df-a92b-6216d87bdf3c" providerId="ADAL" clId="{7289C1A1-A679-6C4A-9129-8019E035ABD2}" dt="2023-10-27T08:49:03.804" v="827" actId="2696"/>
        <pc:sldMkLst>
          <pc:docMk/>
          <pc:sldMk cId="4094758878" sldId="366"/>
        </pc:sldMkLst>
        <pc:spChg chg="mod">
          <ac:chgData name="Nicole WU" userId="4cf90142-5117-41df-a92b-6216d87bdf3c" providerId="ADAL" clId="{7289C1A1-A679-6C4A-9129-8019E035ABD2}" dt="2023-10-27T07:47:20.910" v="136"/>
          <ac:spMkLst>
            <pc:docMk/>
            <pc:sldMk cId="4094758878" sldId="366"/>
            <ac:spMk id="11" creationId="{8A602F11-9768-30D5-12EA-2E9E00CD198B}"/>
          </ac:spMkLst>
        </pc:spChg>
      </pc:sldChg>
      <pc:sldChg chg="modSp del mod">
        <pc:chgData name="Nicole WU" userId="4cf90142-5117-41df-a92b-6216d87bdf3c" providerId="ADAL" clId="{7289C1A1-A679-6C4A-9129-8019E035ABD2}" dt="2023-10-27T08:49:06.429" v="829" actId="2696"/>
        <pc:sldMkLst>
          <pc:docMk/>
          <pc:sldMk cId="1742775768" sldId="367"/>
        </pc:sldMkLst>
        <pc:spChg chg="mod">
          <ac:chgData name="Nicole WU" userId="4cf90142-5117-41df-a92b-6216d87bdf3c" providerId="ADAL" clId="{7289C1A1-A679-6C4A-9129-8019E035ABD2}" dt="2023-10-27T07:47:20.910" v="136"/>
          <ac:spMkLst>
            <pc:docMk/>
            <pc:sldMk cId="1742775768" sldId="367"/>
            <ac:spMk id="10" creationId="{93EC4540-7AC2-6564-DB09-4009D025CE9F}"/>
          </ac:spMkLst>
        </pc:spChg>
      </pc:sldChg>
      <pc:sldChg chg="del">
        <pc:chgData name="Nicole WU" userId="4cf90142-5117-41df-a92b-6216d87bdf3c" providerId="ADAL" clId="{7289C1A1-A679-6C4A-9129-8019E035ABD2}" dt="2023-10-27T08:39:19.809" v="676" actId="2696"/>
        <pc:sldMkLst>
          <pc:docMk/>
          <pc:sldMk cId="834591373" sldId="368"/>
        </pc:sldMkLst>
      </pc:sldChg>
      <pc:sldChg chg="del">
        <pc:chgData name="Nicole WU" userId="4cf90142-5117-41df-a92b-6216d87bdf3c" providerId="ADAL" clId="{7289C1A1-A679-6C4A-9129-8019E035ABD2}" dt="2023-10-27T08:39:07.272" v="664" actId="2696"/>
        <pc:sldMkLst>
          <pc:docMk/>
          <pc:sldMk cId="3074545810" sldId="369"/>
        </pc:sldMkLst>
      </pc:sldChg>
      <pc:sldChg chg="del">
        <pc:chgData name="Nicole WU" userId="4cf90142-5117-41df-a92b-6216d87bdf3c" providerId="ADAL" clId="{7289C1A1-A679-6C4A-9129-8019E035ABD2}" dt="2023-10-27T08:39:13.206" v="671" actId="2696"/>
        <pc:sldMkLst>
          <pc:docMk/>
          <pc:sldMk cId="1348763344" sldId="371"/>
        </pc:sldMkLst>
      </pc:sldChg>
      <pc:sldChg chg="modSp del mod">
        <pc:chgData name="Nicole WU" userId="4cf90142-5117-41df-a92b-6216d87bdf3c" providerId="ADAL" clId="{7289C1A1-A679-6C4A-9129-8019E035ABD2}" dt="2023-10-27T09:32:07.864" v="1087" actId="2696"/>
        <pc:sldMkLst>
          <pc:docMk/>
          <pc:sldMk cId="458538487" sldId="373"/>
        </pc:sldMkLst>
        <pc:spChg chg="mod">
          <ac:chgData name="Nicole WU" userId="4cf90142-5117-41df-a92b-6216d87bdf3c" providerId="ADAL" clId="{7289C1A1-A679-6C4A-9129-8019E035ABD2}" dt="2023-10-27T07:47:20.910" v="136"/>
          <ac:spMkLst>
            <pc:docMk/>
            <pc:sldMk cId="458538487" sldId="373"/>
            <ac:spMk id="9" creationId="{AC269B25-D61C-26EE-B0A6-529B1A193E00}"/>
          </ac:spMkLst>
        </pc:spChg>
      </pc:sldChg>
      <pc:sldChg chg="modSp add del mod">
        <pc:chgData name="Nicole WU" userId="4cf90142-5117-41df-a92b-6216d87bdf3c" providerId="ADAL" clId="{7289C1A1-A679-6C4A-9129-8019E035ABD2}" dt="2023-10-27T10:26:21.451" v="1510" actId="2696"/>
        <pc:sldMkLst>
          <pc:docMk/>
          <pc:sldMk cId="1850751371" sldId="373"/>
        </pc:sldMkLst>
        <pc:spChg chg="mod">
          <ac:chgData name="Nicole WU" userId="4cf90142-5117-41df-a92b-6216d87bdf3c" providerId="ADAL" clId="{7289C1A1-A679-6C4A-9129-8019E035ABD2}" dt="2023-10-27T10:08:46.843" v="1451" actId="14100"/>
          <ac:spMkLst>
            <pc:docMk/>
            <pc:sldMk cId="1850751371" sldId="373"/>
            <ac:spMk id="4" creationId="{53243254-D96C-A7E0-C41B-9C402C8A1869}"/>
          </ac:spMkLst>
        </pc:spChg>
        <pc:graphicFrameChg chg="modGraphic">
          <ac:chgData name="Nicole WU" userId="4cf90142-5117-41df-a92b-6216d87bdf3c" providerId="ADAL" clId="{7289C1A1-A679-6C4A-9129-8019E035ABD2}" dt="2023-10-27T10:07:57.197" v="1448" actId="404"/>
          <ac:graphicFrameMkLst>
            <pc:docMk/>
            <pc:sldMk cId="1850751371" sldId="373"/>
            <ac:graphicFrameMk id="5" creationId="{90728190-440C-45AA-4A21-8B2FC04E4198}"/>
          </ac:graphicFrameMkLst>
        </pc:graphicFrameChg>
      </pc:sldChg>
      <pc:sldChg chg="addSp modSp mod ord modClrScheme chgLayout">
        <pc:chgData name="Nicole WU" userId="4cf90142-5117-41df-a92b-6216d87bdf3c" providerId="ADAL" clId="{7289C1A1-A679-6C4A-9129-8019E035ABD2}" dt="2023-10-27T08:38:10.245" v="659" actId="1076"/>
        <pc:sldMkLst>
          <pc:docMk/>
          <pc:sldMk cId="1031546385" sldId="374"/>
        </pc:sldMkLst>
        <pc:spChg chg="add mod">
          <ac:chgData name="Nicole WU" userId="4cf90142-5117-41df-a92b-6216d87bdf3c" providerId="ADAL" clId="{7289C1A1-A679-6C4A-9129-8019E035ABD2}" dt="2023-10-27T08:16:16.539" v="379" actId="404"/>
          <ac:spMkLst>
            <pc:docMk/>
            <pc:sldMk cId="1031546385" sldId="374"/>
            <ac:spMk id="2" creationId="{6017B690-A393-DE97-D3E9-BCEACD71A40C}"/>
          </ac:spMkLst>
        </pc:spChg>
        <pc:spChg chg="mod">
          <ac:chgData name="Nicole WU" userId="4cf90142-5117-41df-a92b-6216d87bdf3c" providerId="ADAL" clId="{7289C1A1-A679-6C4A-9129-8019E035ABD2}" dt="2023-10-27T08:15:45.561" v="362" actId="1076"/>
          <ac:spMkLst>
            <pc:docMk/>
            <pc:sldMk cId="1031546385" sldId="374"/>
            <ac:spMk id="5" creationId="{78F16BC6-4EB0-D038-A32F-D9023BF114F8}"/>
          </ac:spMkLst>
        </pc:spChg>
        <pc:graphicFrameChg chg="mod ord modGraphic">
          <ac:chgData name="Nicole WU" userId="4cf90142-5117-41df-a92b-6216d87bdf3c" providerId="ADAL" clId="{7289C1A1-A679-6C4A-9129-8019E035ABD2}" dt="2023-10-27T08:38:10.245" v="659" actId="1076"/>
          <ac:graphicFrameMkLst>
            <pc:docMk/>
            <pc:sldMk cId="1031546385" sldId="374"/>
            <ac:graphicFrameMk id="4" creationId="{403D1D6D-6292-E639-D4AF-073B49922A77}"/>
          </ac:graphicFrameMkLst>
        </pc:graphicFrameChg>
      </pc:sldChg>
      <pc:sldChg chg="modSp del mod">
        <pc:chgData name="Nicole WU" userId="4cf90142-5117-41df-a92b-6216d87bdf3c" providerId="ADAL" clId="{7289C1A1-A679-6C4A-9129-8019E035ABD2}" dt="2023-10-27T09:32:07.864" v="1087" actId="2696"/>
        <pc:sldMkLst>
          <pc:docMk/>
          <pc:sldMk cId="262548455" sldId="375"/>
        </pc:sldMkLst>
        <pc:spChg chg="mod">
          <ac:chgData name="Nicole WU" userId="4cf90142-5117-41df-a92b-6216d87bdf3c" providerId="ADAL" clId="{7289C1A1-A679-6C4A-9129-8019E035ABD2}" dt="2023-10-27T07:47:20.910" v="136"/>
          <ac:spMkLst>
            <pc:docMk/>
            <pc:sldMk cId="262548455" sldId="375"/>
            <ac:spMk id="5" creationId="{CE18E7AA-2D7E-FB6A-C328-6D5D8BF62613}"/>
          </ac:spMkLst>
        </pc:spChg>
      </pc:sldChg>
      <pc:sldChg chg="modSp add del mod modShow">
        <pc:chgData name="Nicole WU" userId="4cf90142-5117-41df-a92b-6216d87bdf3c" providerId="ADAL" clId="{7289C1A1-A679-6C4A-9129-8019E035ABD2}" dt="2023-10-27T10:26:24.406" v="1511" actId="2696"/>
        <pc:sldMkLst>
          <pc:docMk/>
          <pc:sldMk cId="3089308721" sldId="375"/>
        </pc:sldMkLst>
        <pc:spChg chg="mod">
          <ac:chgData name="Nicole WU" userId="4cf90142-5117-41df-a92b-6216d87bdf3c" providerId="ADAL" clId="{7289C1A1-A679-6C4A-9129-8019E035ABD2}" dt="2023-10-27T10:08:15.498" v="1449" actId="2711"/>
          <ac:spMkLst>
            <pc:docMk/>
            <pc:sldMk cId="3089308721" sldId="375"/>
            <ac:spMk id="5" creationId="{CE18E7AA-2D7E-FB6A-C328-6D5D8BF62613}"/>
          </ac:spMkLst>
        </pc:spChg>
        <pc:graphicFrameChg chg="modGraphic">
          <ac:chgData name="Nicole WU" userId="4cf90142-5117-41df-a92b-6216d87bdf3c" providerId="ADAL" clId="{7289C1A1-A679-6C4A-9129-8019E035ABD2}" dt="2023-10-27T10:08:25.006" v="1450" actId="2711"/>
          <ac:graphicFrameMkLst>
            <pc:docMk/>
            <pc:sldMk cId="3089308721" sldId="375"/>
            <ac:graphicFrameMk id="4" creationId="{9E8F275E-E259-F2EC-CCD3-2627469E398D}"/>
          </ac:graphicFrameMkLst>
        </pc:graphicFrameChg>
      </pc:sldChg>
      <pc:sldChg chg="del">
        <pc:chgData name="Nicole WU" userId="4cf90142-5117-41df-a92b-6216d87bdf3c" providerId="ADAL" clId="{7289C1A1-A679-6C4A-9129-8019E035ABD2}" dt="2023-10-27T07:33:22.211" v="26" actId="2696"/>
        <pc:sldMkLst>
          <pc:docMk/>
          <pc:sldMk cId="1483743704" sldId="376"/>
        </pc:sldMkLst>
      </pc:sldChg>
      <pc:sldChg chg="modSp del mod">
        <pc:chgData name="Nicole WU" userId="4cf90142-5117-41df-a92b-6216d87bdf3c" providerId="ADAL" clId="{7289C1A1-A679-6C4A-9129-8019E035ABD2}" dt="2023-10-27T08:38:51.838" v="660" actId="2696"/>
        <pc:sldMkLst>
          <pc:docMk/>
          <pc:sldMk cId="2486081566" sldId="377"/>
        </pc:sldMkLst>
        <pc:grpChg chg="mod">
          <ac:chgData name="Nicole WU" userId="4cf90142-5117-41df-a92b-6216d87bdf3c" providerId="ADAL" clId="{7289C1A1-A679-6C4A-9129-8019E035ABD2}" dt="2023-10-27T08:25:03.081" v="433" actId="1076"/>
          <ac:grpSpMkLst>
            <pc:docMk/>
            <pc:sldMk cId="2486081566" sldId="377"/>
            <ac:grpSpMk id="7" creationId="{85C6567B-DD98-8BEB-6A54-5DD4A5D97E62}"/>
          </ac:grpSpMkLst>
        </pc:grpChg>
      </pc:sldChg>
      <pc:sldChg chg="addSp delSp modSp mod ord">
        <pc:chgData name="Nicole WU" userId="4cf90142-5117-41df-a92b-6216d87bdf3c" providerId="ADAL" clId="{7289C1A1-A679-6C4A-9129-8019E035ABD2}" dt="2023-11-02T08:02:26.245" v="1672" actId="9405"/>
        <pc:sldMkLst>
          <pc:docMk/>
          <pc:sldMk cId="2041812692" sldId="378"/>
        </pc:sldMkLst>
        <pc:spChg chg="mod">
          <ac:chgData name="Nicole WU" userId="4cf90142-5117-41df-a92b-6216d87bdf3c" providerId="ADAL" clId="{7289C1A1-A679-6C4A-9129-8019E035ABD2}" dt="2023-10-27T08:24:23.841" v="432" actId="14100"/>
          <ac:spMkLst>
            <pc:docMk/>
            <pc:sldMk cId="2041812692" sldId="378"/>
            <ac:spMk id="8" creationId="{E01FFBF0-EA54-62E5-95D1-23DBC350AF08}"/>
          </ac:spMkLst>
        </pc:spChg>
        <pc:spChg chg="add mod">
          <ac:chgData name="Nicole WU" userId="4cf90142-5117-41df-a92b-6216d87bdf3c" providerId="ADAL" clId="{7289C1A1-A679-6C4A-9129-8019E035ABD2}" dt="2023-10-27T08:36:43.081" v="635" actId="20577"/>
          <ac:spMkLst>
            <pc:docMk/>
            <pc:sldMk cId="2041812692" sldId="378"/>
            <ac:spMk id="10" creationId="{518D9976-D119-759D-D924-B9F60EE4302A}"/>
          </ac:spMkLst>
        </pc:spChg>
        <pc:grpChg chg="add del">
          <ac:chgData name="Nicole WU" userId="4cf90142-5117-41df-a92b-6216d87bdf3c" providerId="ADAL" clId="{7289C1A1-A679-6C4A-9129-8019E035ABD2}" dt="2023-10-27T08:21:54.460" v="407" actId="478"/>
          <ac:grpSpMkLst>
            <pc:docMk/>
            <pc:sldMk cId="2041812692" sldId="378"/>
            <ac:grpSpMk id="7" creationId="{917F4334-4E2F-4D13-0259-329623F9BAD3}"/>
          </ac:grpSpMkLst>
        </pc:grpChg>
        <pc:picChg chg="add mod">
          <ac:chgData name="Nicole WU" userId="4cf90142-5117-41df-a92b-6216d87bdf3c" providerId="ADAL" clId="{7289C1A1-A679-6C4A-9129-8019E035ABD2}" dt="2023-10-27T08:33:49.942" v="626" actId="1076"/>
          <ac:picMkLst>
            <pc:docMk/>
            <pc:sldMk cId="2041812692" sldId="378"/>
            <ac:picMk id="9" creationId="{05EA314B-E014-45BB-EBBB-F49B6A317E55}"/>
          </ac:picMkLst>
        </pc:picChg>
        <pc:inkChg chg="add del">
          <ac:chgData name="Nicole WU" userId="4cf90142-5117-41df-a92b-6216d87bdf3c" providerId="ADAL" clId="{7289C1A1-A679-6C4A-9129-8019E035ABD2}" dt="2023-11-02T08:01:53.025" v="1664" actId="9405"/>
          <ac:inkMkLst>
            <pc:docMk/>
            <pc:sldMk cId="2041812692" sldId="378"/>
            <ac:inkMk id="2" creationId="{614FD164-5034-F13D-A5CD-AACC00460FB3}"/>
          </ac:inkMkLst>
        </pc:inkChg>
        <pc:inkChg chg="add del">
          <ac:chgData name="Nicole WU" userId="4cf90142-5117-41df-a92b-6216d87bdf3c" providerId="ADAL" clId="{7289C1A1-A679-6C4A-9129-8019E035ABD2}" dt="2023-11-02T08:02:26.245" v="1672" actId="9405"/>
          <ac:inkMkLst>
            <pc:docMk/>
            <pc:sldMk cId="2041812692" sldId="378"/>
            <ac:inkMk id="3" creationId="{67289BD5-CF04-CA8E-D0ED-6AC7F4D6C6F5}"/>
          </ac:inkMkLst>
        </pc:inkChg>
        <pc:inkChg chg="add del">
          <ac:chgData name="Nicole WU" userId="4cf90142-5117-41df-a92b-6216d87bdf3c" providerId="ADAL" clId="{7289C1A1-A679-6C4A-9129-8019E035ABD2}" dt="2023-11-02T08:02:11.642" v="1667" actId="9405"/>
          <ac:inkMkLst>
            <pc:docMk/>
            <pc:sldMk cId="2041812692" sldId="378"/>
            <ac:inkMk id="4" creationId="{FBA7E653-F817-1694-53CF-B3F25607C97F}"/>
          </ac:inkMkLst>
        </pc:inkChg>
        <pc:inkChg chg="add del">
          <ac:chgData name="Nicole WU" userId="4cf90142-5117-41df-a92b-6216d87bdf3c" providerId="ADAL" clId="{7289C1A1-A679-6C4A-9129-8019E035ABD2}" dt="2023-11-02T08:02:18.462" v="1669" actId="9405"/>
          <ac:inkMkLst>
            <pc:docMk/>
            <pc:sldMk cId="2041812692" sldId="378"/>
            <ac:inkMk id="5" creationId="{B02F7DD7-FCAF-9022-9130-786BFD77B851}"/>
          </ac:inkMkLst>
        </pc:inkChg>
        <pc:inkChg chg="add del">
          <ac:chgData name="Nicole WU" userId="4cf90142-5117-41df-a92b-6216d87bdf3c" providerId="ADAL" clId="{7289C1A1-A679-6C4A-9129-8019E035ABD2}" dt="2023-11-02T08:02:25.870" v="1671" actId="9405"/>
          <ac:inkMkLst>
            <pc:docMk/>
            <pc:sldMk cId="2041812692" sldId="378"/>
            <ac:inkMk id="6" creationId="{90AD7E9F-45D5-9E11-B433-3436BC7F3E1E}"/>
          </ac:inkMkLst>
        </pc:inkChg>
      </pc:sldChg>
      <pc:sldChg chg="addSp delSp modSp mod ord">
        <pc:chgData name="Nicole WU" userId="4cf90142-5117-41df-a92b-6216d87bdf3c" providerId="ADAL" clId="{7289C1A1-A679-6C4A-9129-8019E035ABD2}" dt="2023-11-02T08:02:48.472" v="1677" actId="9405"/>
        <pc:sldMkLst>
          <pc:docMk/>
          <pc:sldMk cId="3994923056" sldId="379"/>
        </pc:sldMkLst>
        <pc:spChg chg="mod">
          <ac:chgData name="Nicole WU" userId="4cf90142-5117-41df-a92b-6216d87bdf3c" providerId="ADAL" clId="{7289C1A1-A679-6C4A-9129-8019E035ABD2}" dt="2023-10-27T08:20:50.864" v="400" actId="14100"/>
          <ac:spMkLst>
            <pc:docMk/>
            <pc:sldMk cId="3994923056" sldId="379"/>
            <ac:spMk id="8" creationId="{60C54D79-384C-8931-B072-E8584AC81D15}"/>
          </ac:spMkLst>
        </pc:spChg>
        <pc:spChg chg="add mod">
          <ac:chgData name="Nicole WU" userId="4cf90142-5117-41df-a92b-6216d87bdf3c" providerId="ADAL" clId="{7289C1A1-A679-6C4A-9129-8019E035ABD2}" dt="2023-10-27T08:21:30.024" v="406" actId="1076"/>
          <ac:spMkLst>
            <pc:docMk/>
            <pc:sldMk cId="3994923056" sldId="379"/>
            <ac:spMk id="10" creationId="{0694E5BC-6A2F-2CA6-5BC7-D602CD238837}"/>
          </ac:spMkLst>
        </pc:spChg>
        <pc:grpChg chg="del mod">
          <ac:chgData name="Nicole WU" userId="4cf90142-5117-41df-a92b-6216d87bdf3c" providerId="ADAL" clId="{7289C1A1-A679-6C4A-9129-8019E035ABD2}" dt="2023-10-27T08:19:09.796" v="391" actId="478"/>
          <ac:grpSpMkLst>
            <pc:docMk/>
            <pc:sldMk cId="3994923056" sldId="379"/>
            <ac:grpSpMk id="7" creationId="{562385D3-2AF8-8727-18AA-BA0E02FDB028}"/>
          </ac:grpSpMkLst>
        </pc:grpChg>
        <pc:picChg chg="add mod">
          <ac:chgData name="Nicole WU" userId="4cf90142-5117-41df-a92b-6216d87bdf3c" providerId="ADAL" clId="{7289C1A1-A679-6C4A-9129-8019E035ABD2}" dt="2023-10-27T08:20:13.551" v="395" actId="1076"/>
          <ac:picMkLst>
            <pc:docMk/>
            <pc:sldMk cId="3994923056" sldId="379"/>
            <ac:picMk id="9" creationId="{7FD6C922-F0C8-9DD5-E0CE-37559310A4EB}"/>
          </ac:picMkLst>
        </pc:picChg>
        <pc:inkChg chg="add del">
          <ac:chgData name="Nicole WU" userId="4cf90142-5117-41df-a92b-6216d87bdf3c" providerId="ADAL" clId="{7289C1A1-A679-6C4A-9129-8019E035ABD2}" dt="2023-11-02T08:00:52.794" v="1659" actId="9405"/>
          <ac:inkMkLst>
            <pc:docMk/>
            <pc:sldMk cId="3994923056" sldId="379"/>
            <ac:inkMk id="2" creationId="{7B7BACFB-AEFB-49AD-1030-65BC0F9918EE}"/>
          </ac:inkMkLst>
        </pc:inkChg>
        <pc:inkChg chg="add del">
          <ac:chgData name="Nicole WU" userId="4cf90142-5117-41df-a92b-6216d87bdf3c" providerId="ADAL" clId="{7289C1A1-A679-6C4A-9129-8019E035ABD2}" dt="2023-11-02T08:02:29.771" v="1675" actId="9405"/>
          <ac:inkMkLst>
            <pc:docMk/>
            <pc:sldMk cId="3994923056" sldId="379"/>
            <ac:inkMk id="3" creationId="{A138D6B7-3C95-A289-A2BD-9AD43D73E88E}"/>
          </ac:inkMkLst>
        </pc:inkChg>
        <pc:inkChg chg="add del">
          <ac:chgData name="Nicole WU" userId="4cf90142-5117-41df-a92b-6216d87bdf3c" providerId="ADAL" clId="{7289C1A1-A679-6C4A-9129-8019E035ABD2}" dt="2023-11-02T08:02:29.191" v="1674" actId="9405"/>
          <ac:inkMkLst>
            <pc:docMk/>
            <pc:sldMk cId="3994923056" sldId="379"/>
            <ac:inkMk id="4" creationId="{A9F72BF2-1918-6B68-7997-DE662E2631A2}"/>
          </ac:inkMkLst>
        </pc:inkChg>
        <pc:inkChg chg="add del">
          <ac:chgData name="Nicole WU" userId="4cf90142-5117-41df-a92b-6216d87bdf3c" providerId="ADAL" clId="{7289C1A1-A679-6C4A-9129-8019E035ABD2}" dt="2023-11-02T08:02:27.815" v="1673" actId="9405"/>
          <ac:inkMkLst>
            <pc:docMk/>
            <pc:sldMk cId="3994923056" sldId="379"/>
            <ac:inkMk id="5" creationId="{08D765BB-3E0F-5190-8993-B8B1B756E264}"/>
          </ac:inkMkLst>
        </pc:inkChg>
        <pc:inkChg chg="add del">
          <ac:chgData name="Nicole WU" userId="4cf90142-5117-41df-a92b-6216d87bdf3c" providerId="ADAL" clId="{7289C1A1-A679-6C4A-9129-8019E035ABD2}" dt="2023-11-02T08:02:48.472" v="1677" actId="9405"/>
          <ac:inkMkLst>
            <pc:docMk/>
            <pc:sldMk cId="3994923056" sldId="379"/>
            <ac:inkMk id="6" creationId="{51862408-37D0-0077-2DE9-A52C6AFE9F38}"/>
          </ac:inkMkLst>
        </pc:inkChg>
      </pc:sldChg>
      <pc:sldChg chg="modSp add mod">
        <pc:chgData name="Nicole WU" userId="4cf90142-5117-41df-a92b-6216d87bdf3c" providerId="ADAL" clId="{7289C1A1-A679-6C4A-9129-8019E035ABD2}" dt="2023-10-27T07:50:24.806" v="157" actId="1076"/>
        <pc:sldMkLst>
          <pc:docMk/>
          <pc:sldMk cId="3798097235" sldId="380"/>
        </pc:sldMkLst>
        <pc:spChg chg="mod">
          <ac:chgData name="Nicole WU" userId="4cf90142-5117-41df-a92b-6216d87bdf3c" providerId="ADAL" clId="{7289C1A1-A679-6C4A-9129-8019E035ABD2}" dt="2023-10-27T07:49:03.462" v="137" actId="207"/>
          <ac:spMkLst>
            <pc:docMk/>
            <pc:sldMk cId="3798097235" sldId="380"/>
            <ac:spMk id="5" creationId="{737C9D44-A49D-A9B0-795F-4A69F518F8D7}"/>
          </ac:spMkLst>
        </pc:spChg>
        <pc:spChg chg="mod">
          <ac:chgData name="Nicole WU" userId="4cf90142-5117-41df-a92b-6216d87bdf3c" providerId="ADAL" clId="{7289C1A1-A679-6C4A-9129-8019E035ABD2}" dt="2023-10-27T07:49:03.462" v="137" actId="207"/>
          <ac:spMkLst>
            <pc:docMk/>
            <pc:sldMk cId="3798097235" sldId="380"/>
            <ac:spMk id="6" creationId="{0CD8D586-DCEA-38DE-9DB9-53AF960C8548}"/>
          </ac:spMkLst>
        </pc:spChg>
        <pc:spChg chg="mod">
          <ac:chgData name="Nicole WU" userId="4cf90142-5117-41df-a92b-6216d87bdf3c" providerId="ADAL" clId="{7289C1A1-A679-6C4A-9129-8019E035ABD2}" dt="2023-10-27T07:49:03.462" v="137" actId="207"/>
          <ac:spMkLst>
            <pc:docMk/>
            <pc:sldMk cId="3798097235" sldId="380"/>
            <ac:spMk id="9" creationId="{B39131E2-1680-C040-BB2E-EFF3EF8DCA79}"/>
          </ac:spMkLst>
        </pc:spChg>
        <pc:spChg chg="mod">
          <ac:chgData name="Nicole WU" userId="4cf90142-5117-41df-a92b-6216d87bdf3c" providerId="ADAL" clId="{7289C1A1-A679-6C4A-9129-8019E035ABD2}" dt="2023-10-27T07:49:03.462" v="137" actId="207"/>
          <ac:spMkLst>
            <pc:docMk/>
            <pc:sldMk cId="3798097235" sldId="380"/>
            <ac:spMk id="11" creationId="{7CBD16F1-1AF8-5DB8-D035-4491C52E0BBD}"/>
          </ac:spMkLst>
        </pc:spChg>
        <pc:spChg chg="mod">
          <ac:chgData name="Nicole WU" userId="4cf90142-5117-41df-a92b-6216d87bdf3c" providerId="ADAL" clId="{7289C1A1-A679-6C4A-9129-8019E035ABD2}" dt="2023-10-27T07:49:03.462" v="137" actId="207"/>
          <ac:spMkLst>
            <pc:docMk/>
            <pc:sldMk cId="3798097235" sldId="380"/>
            <ac:spMk id="12" creationId="{E6FB7428-94C4-A6D9-386D-79FA8AE624B9}"/>
          </ac:spMkLst>
        </pc:spChg>
        <pc:spChg chg="mod">
          <ac:chgData name="Nicole WU" userId="4cf90142-5117-41df-a92b-6216d87bdf3c" providerId="ADAL" clId="{7289C1A1-A679-6C4A-9129-8019E035ABD2}" dt="2023-10-27T07:50:02.043" v="153" actId="14100"/>
          <ac:spMkLst>
            <pc:docMk/>
            <pc:sldMk cId="3798097235" sldId="380"/>
            <ac:spMk id="14" creationId="{F8526570-F905-CD9B-1DE6-A402E855E769}"/>
          </ac:spMkLst>
        </pc:spChg>
        <pc:spChg chg="mod">
          <ac:chgData name="Nicole WU" userId="4cf90142-5117-41df-a92b-6216d87bdf3c" providerId="ADAL" clId="{7289C1A1-A679-6C4A-9129-8019E035ABD2}" dt="2023-10-27T07:50:24.806" v="157" actId="1076"/>
          <ac:spMkLst>
            <pc:docMk/>
            <pc:sldMk cId="3798097235" sldId="380"/>
            <ac:spMk id="15" creationId="{614394D9-E434-778B-7473-0A6541FB4AEB}"/>
          </ac:spMkLst>
        </pc:spChg>
        <pc:spChg chg="mod">
          <ac:chgData name="Nicole WU" userId="4cf90142-5117-41df-a92b-6216d87bdf3c" providerId="ADAL" clId="{7289C1A1-A679-6C4A-9129-8019E035ABD2}" dt="2023-10-27T07:50:19.394" v="155" actId="14100"/>
          <ac:spMkLst>
            <pc:docMk/>
            <pc:sldMk cId="3798097235" sldId="380"/>
            <ac:spMk id="16" creationId="{3B004D5D-C036-CE5B-9E0D-EBA11EA6250D}"/>
          </ac:spMkLst>
        </pc:spChg>
        <pc:spChg chg="mod">
          <ac:chgData name="Nicole WU" userId="4cf90142-5117-41df-a92b-6216d87bdf3c" providerId="ADAL" clId="{7289C1A1-A679-6C4A-9129-8019E035ABD2}" dt="2023-10-27T07:49:28.486" v="142" actId="14100"/>
          <ac:spMkLst>
            <pc:docMk/>
            <pc:sldMk cId="3798097235" sldId="380"/>
            <ac:spMk id="17" creationId="{D11FAE89-4AB7-D485-D8A2-0FA22C96BC99}"/>
          </ac:spMkLst>
        </pc:spChg>
        <pc:spChg chg="mod">
          <ac:chgData name="Nicole WU" userId="4cf90142-5117-41df-a92b-6216d87bdf3c" providerId="ADAL" clId="{7289C1A1-A679-6C4A-9129-8019E035ABD2}" dt="2023-10-27T07:50:16.116" v="154" actId="14100"/>
          <ac:spMkLst>
            <pc:docMk/>
            <pc:sldMk cId="3798097235" sldId="380"/>
            <ac:spMk id="20" creationId="{97F46167-A644-7B36-5C95-F3E89E13529B}"/>
          </ac:spMkLst>
        </pc:spChg>
      </pc:sldChg>
      <pc:sldChg chg="modSp add mod ord">
        <pc:chgData name="Nicole WU" userId="4cf90142-5117-41df-a92b-6216d87bdf3c" providerId="ADAL" clId="{7289C1A1-A679-6C4A-9129-8019E035ABD2}" dt="2023-11-15T12:09:39.507" v="1866" actId="2711"/>
        <pc:sldMkLst>
          <pc:docMk/>
          <pc:sldMk cId="1555429282" sldId="381"/>
        </pc:sldMkLst>
        <pc:spChg chg="mod">
          <ac:chgData name="Nicole WU" userId="4cf90142-5117-41df-a92b-6216d87bdf3c" providerId="ADAL" clId="{7289C1A1-A679-6C4A-9129-8019E035ABD2}" dt="2023-10-27T07:51:27.273" v="189" actId="14100"/>
          <ac:spMkLst>
            <pc:docMk/>
            <pc:sldMk cId="1555429282" sldId="381"/>
            <ac:spMk id="5" creationId="{7E44B879-13DF-B1BE-7393-04AE90432AD3}"/>
          </ac:spMkLst>
        </pc:spChg>
        <pc:graphicFrameChg chg="mod modGraphic">
          <ac:chgData name="Nicole WU" userId="4cf90142-5117-41df-a92b-6216d87bdf3c" providerId="ADAL" clId="{7289C1A1-A679-6C4A-9129-8019E035ABD2}" dt="2023-11-15T12:09:39.507" v="1866" actId="2711"/>
          <ac:graphicFrameMkLst>
            <pc:docMk/>
            <pc:sldMk cId="1555429282" sldId="381"/>
            <ac:graphicFrameMk id="7" creationId="{4DC19564-DA97-85B7-C134-AB5663E5E240}"/>
          </ac:graphicFrameMkLst>
        </pc:graphicFrameChg>
      </pc:sldChg>
      <pc:sldChg chg="del">
        <pc:chgData name="Nicole WU" userId="4cf90142-5117-41df-a92b-6216d87bdf3c" providerId="ADAL" clId="{7289C1A1-A679-6C4A-9129-8019E035ABD2}" dt="2023-10-27T08:10:44.155" v="309" actId="2696"/>
        <pc:sldMkLst>
          <pc:docMk/>
          <pc:sldMk cId="1578795127" sldId="382"/>
        </pc:sldMkLst>
      </pc:sldChg>
      <pc:sldChg chg="modSp add del mod">
        <pc:chgData name="Nicole WU" userId="4cf90142-5117-41df-a92b-6216d87bdf3c" providerId="ADAL" clId="{7289C1A1-A679-6C4A-9129-8019E035ABD2}" dt="2023-10-27T07:36:49.994" v="64" actId="2696"/>
        <pc:sldMkLst>
          <pc:docMk/>
          <pc:sldMk cId="957212939" sldId="383"/>
        </pc:sldMkLst>
        <pc:graphicFrameChg chg="modGraphic">
          <ac:chgData name="Nicole WU" userId="4cf90142-5117-41df-a92b-6216d87bdf3c" providerId="ADAL" clId="{7289C1A1-A679-6C4A-9129-8019E035ABD2}" dt="2023-10-27T07:36:44.762" v="63" actId="12385"/>
          <ac:graphicFrameMkLst>
            <pc:docMk/>
            <pc:sldMk cId="957212939" sldId="383"/>
            <ac:graphicFrameMk id="7" creationId="{4DC19564-DA97-85B7-C134-AB5663E5E240}"/>
          </ac:graphicFrameMkLst>
        </pc:graphicFrameChg>
      </pc:sldChg>
      <pc:sldChg chg="del">
        <pc:chgData name="Nicole WU" userId="4cf90142-5117-41df-a92b-6216d87bdf3c" providerId="ADAL" clId="{7289C1A1-A679-6C4A-9129-8019E035ABD2}" dt="2023-10-27T08:38:52.342" v="661" actId="2696"/>
        <pc:sldMkLst>
          <pc:docMk/>
          <pc:sldMk cId="2459160272" sldId="383"/>
        </pc:sldMkLst>
      </pc:sldChg>
      <pc:sldChg chg="addSp delSp modSp mod ord">
        <pc:chgData name="Nicole WU" userId="4cf90142-5117-41df-a92b-6216d87bdf3c" providerId="ADAL" clId="{7289C1A1-A679-6C4A-9129-8019E035ABD2}" dt="2023-10-27T09:14:19.399" v="980" actId="14100"/>
        <pc:sldMkLst>
          <pc:docMk/>
          <pc:sldMk cId="3675558680" sldId="384"/>
        </pc:sldMkLst>
        <pc:spChg chg="add del mod">
          <ac:chgData name="Nicole WU" userId="4cf90142-5117-41df-a92b-6216d87bdf3c" providerId="ADAL" clId="{7289C1A1-A679-6C4A-9129-8019E035ABD2}" dt="2023-10-27T08:48:04.809" v="783"/>
          <ac:spMkLst>
            <pc:docMk/>
            <pc:sldMk cId="3675558680" sldId="384"/>
            <ac:spMk id="4" creationId="{1CF5FE95-D241-A76C-D53F-42F058930C7B}"/>
          </ac:spMkLst>
        </pc:spChg>
        <pc:spChg chg="mod">
          <ac:chgData name="Nicole WU" userId="4cf90142-5117-41df-a92b-6216d87bdf3c" providerId="ADAL" clId="{7289C1A1-A679-6C4A-9129-8019E035ABD2}" dt="2023-10-27T09:14:19.399" v="980" actId="14100"/>
          <ac:spMkLst>
            <pc:docMk/>
            <pc:sldMk cId="3675558680" sldId="384"/>
            <ac:spMk id="8" creationId="{5000E79D-C9DC-1048-2A6D-632A9DE75437}"/>
          </ac:spMkLst>
        </pc:spChg>
        <pc:grpChg chg="del">
          <ac:chgData name="Nicole WU" userId="4cf90142-5117-41df-a92b-6216d87bdf3c" providerId="ADAL" clId="{7289C1A1-A679-6C4A-9129-8019E035ABD2}" dt="2023-10-27T08:52:01.550" v="861" actId="478"/>
          <ac:grpSpMkLst>
            <pc:docMk/>
            <pc:sldMk cId="3675558680" sldId="384"/>
            <ac:grpSpMk id="7" creationId="{F6212ECE-FB59-8A38-6581-C7D4E09EF952}"/>
          </ac:grpSpMkLst>
        </pc:grpChg>
        <pc:picChg chg="add del mod">
          <ac:chgData name="Nicole WU" userId="4cf90142-5117-41df-a92b-6216d87bdf3c" providerId="ADAL" clId="{7289C1A1-A679-6C4A-9129-8019E035ABD2}" dt="2023-10-27T09:14:16.510" v="968" actId="478"/>
          <ac:picMkLst>
            <pc:docMk/>
            <pc:sldMk cId="3675558680" sldId="384"/>
            <ac:picMk id="10" creationId="{9F35C16F-1F56-E380-2C03-DA9CC12DDA1C}"/>
          </ac:picMkLst>
        </pc:picChg>
        <pc:picChg chg="add del mod">
          <ac:chgData name="Nicole WU" userId="4cf90142-5117-41df-a92b-6216d87bdf3c" providerId="ADAL" clId="{7289C1A1-A679-6C4A-9129-8019E035ABD2}" dt="2023-10-27T09:14:18.466" v="976" actId="1076"/>
          <ac:picMkLst>
            <pc:docMk/>
            <pc:sldMk cId="3675558680" sldId="384"/>
            <ac:picMk id="12" creationId="{3BA019E7-7A1B-35E2-A7CD-773F8578907B}"/>
          </ac:picMkLst>
        </pc:picChg>
      </pc:sldChg>
      <pc:sldChg chg="addSp delSp modSp mod ord">
        <pc:chgData name="Nicole WU" userId="4cf90142-5117-41df-a92b-6216d87bdf3c" providerId="ADAL" clId="{7289C1A1-A679-6C4A-9129-8019E035ABD2}" dt="2023-10-27T08:58:49.391" v="912" actId="14100"/>
        <pc:sldMkLst>
          <pc:docMk/>
          <pc:sldMk cId="1780220136" sldId="385"/>
        </pc:sldMkLst>
        <pc:spChg chg="mod">
          <ac:chgData name="Nicole WU" userId="4cf90142-5117-41df-a92b-6216d87bdf3c" providerId="ADAL" clId="{7289C1A1-A679-6C4A-9129-8019E035ABD2}" dt="2023-10-27T08:58:49.391" v="912" actId="14100"/>
          <ac:spMkLst>
            <pc:docMk/>
            <pc:sldMk cId="1780220136" sldId="385"/>
            <ac:spMk id="8" creationId="{B2D4802B-7AA8-C71F-20E4-0E58122C0A45}"/>
          </ac:spMkLst>
        </pc:spChg>
        <pc:grpChg chg="del">
          <ac:chgData name="Nicole WU" userId="4cf90142-5117-41df-a92b-6216d87bdf3c" providerId="ADAL" clId="{7289C1A1-A679-6C4A-9129-8019E035ABD2}" dt="2023-10-27T08:52:03.608" v="862" actId="478"/>
          <ac:grpSpMkLst>
            <pc:docMk/>
            <pc:sldMk cId="1780220136" sldId="385"/>
            <ac:grpSpMk id="7" creationId="{DF4B9B33-5159-0953-9815-5D7994F69CBE}"/>
          </ac:grpSpMkLst>
        </pc:grpChg>
        <pc:picChg chg="add mod">
          <ac:chgData name="Nicole WU" userId="4cf90142-5117-41df-a92b-6216d87bdf3c" providerId="ADAL" clId="{7289C1A1-A679-6C4A-9129-8019E035ABD2}" dt="2023-10-27T08:58:36.964" v="910" actId="171"/>
          <ac:picMkLst>
            <pc:docMk/>
            <pc:sldMk cId="1780220136" sldId="385"/>
            <ac:picMk id="9" creationId="{9226A2D5-04F5-0E4F-405A-2565876FAB95}"/>
          </ac:picMkLst>
        </pc:picChg>
      </pc:sldChg>
      <pc:sldChg chg="addSp delSp modSp mod ord">
        <pc:chgData name="Nicole WU" userId="4cf90142-5117-41df-a92b-6216d87bdf3c" providerId="ADAL" clId="{7289C1A1-A679-6C4A-9129-8019E035ABD2}" dt="2023-11-01T12:31:47.142" v="1647" actId="14100"/>
        <pc:sldMkLst>
          <pc:docMk/>
          <pc:sldMk cId="3960639057" sldId="386"/>
        </pc:sldMkLst>
        <pc:spChg chg="del">
          <ac:chgData name="Nicole WU" userId="4cf90142-5117-41df-a92b-6216d87bdf3c" providerId="ADAL" clId="{7289C1A1-A679-6C4A-9129-8019E035ABD2}" dt="2023-10-27T08:59:13.461" v="916" actId="478"/>
          <ac:spMkLst>
            <pc:docMk/>
            <pc:sldMk cId="3960639057" sldId="386"/>
            <ac:spMk id="9" creationId="{20B7034D-8368-26EC-F3E1-98B20CB7C24A}"/>
          </ac:spMkLst>
        </pc:spChg>
        <pc:spChg chg="mod">
          <ac:chgData name="Nicole WU" userId="4cf90142-5117-41df-a92b-6216d87bdf3c" providerId="ADAL" clId="{7289C1A1-A679-6C4A-9129-8019E035ABD2}" dt="2023-11-01T12:31:47.142" v="1647" actId="14100"/>
          <ac:spMkLst>
            <pc:docMk/>
            <pc:sldMk cId="3960639057" sldId="386"/>
            <ac:spMk id="13" creationId="{32063F0D-D30C-13B3-E8C2-BC155A36D5FD}"/>
          </ac:spMkLst>
        </pc:spChg>
        <pc:grpChg chg="del">
          <ac:chgData name="Nicole WU" userId="4cf90142-5117-41df-a92b-6216d87bdf3c" providerId="ADAL" clId="{7289C1A1-A679-6C4A-9129-8019E035ABD2}" dt="2023-10-27T08:52:05.149" v="863" actId="478"/>
          <ac:grpSpMkLst>
            <pc:docMk/>
            <pc:sldMk cId="3960639057" sldId="386"/>
            <ac:grpSpMk id="7" creationId="{302720EA-0166-5CAC-8B46-4B62C0620FB5}"/>
          </ac:grpSpMkLst>
        </pc:grpChg>
        <pc:grpChg chg="mod">
          <ac:chgData name="Nicole WU" userId="4cf90142-5117-41df-a92b-6216d87bdf3c" providerId="ADAL" clId="{7289C1A1-A679-6C4A-9129-8019E035ABD2}" dt="2023-11-01T12:31:41.515" v="1645" actId="14100"/>
          <ac:grpSpMkLst>
            <pc:docMk/>
            <pc:sldMk cId="3960639057" sldId="386"/>
            <ac:grpSpMk id="12" creationId="{3218C94F-D4C2-149F-8B1A-A80BD568509A}"/>
          </ac:grpSpMkLst>
        </pc:grpChg>
        <pc:picChg chg="add mod">
          <ac:chgData name="Nicole WU" userId="4cf90142-5117-41df-a92b-6216d87bdf3c" providerId="ADAL" clId="{7289C1A1-A679-6C4A-9129-8019E035ABD2}" dt="2023-10-27T09:29:02.418" v="1020" actId="1076"/>
          <ac:picMkLst>
            <pc:docMk/>
            <pc:sldMk cId="3960639057" sldId="386"/>
            <ac:picMk id="10" creationId="{827CB1CA-D369-3929-1ED9-B41E600033E0}"/>
          </ac:picMkLst>
        </pc:picChg>
      </pc:sldChg>
      <pc:sldChg chg="addSp delSp modSp mod ord">
        <pc:chgData name="Nicole WU" userId="4cf90142-5117-41df-a92b-6216d87bdf3c" providerId="ADAL" clId="{7289C1A1-A679-6C4A-9129-8019E035ABD2}" dt="2023-10-27T10:12:31.754" v="1469" actId="1076"/>
        <pc:sldMkLst>
          <pc:docMk/>
          <pc:sldMk cId="227299753" sldId="387"/>
        </pc:sldMkLst>
        <pc:spChg chg="mod">
          <ac:chgData name="Nicole WU" userId="4cf90142-5117-41df-a92b-6216d87bdf3c" providerId="ADAL" clId="{7289C1A1-A679-6C4A-9129-8019E035ABD2}" dt="2023-10-27T09:15:01.009" v="983" actId="14100"/>
          <ac:spMkLst>
            <pc:docMk/>
            <pc:sldMk cId="227299753" sldId="387"/>
            <ac:spMk id="9" creationId="{FD363D10-11D8-3543-9AD7-5FB5DD176099}"/>
          </ac:spMkLst>
        </pc:spChg>
        <pc:grpChg chg="del">
          <ac:chgData name="Nicole WU" userId="4cf90142-5117-41df-a92b-6216d87bdf3c" providerId="ADAL" clId="{7289C1A1-A679-6C4A-9129-8019E035ABD2}" dt="2023-10-27T08:52:07.884" v="864" actId="478"/>
          <ac:grpSpMkLst>
            <pc:docMk/>
            <pc:sldMk cId="227299753" sldId="387"/>
            <ac:grpSpMk id="7" creationId="{F7BEC73B-C387-45A7-8840-F015A3B3F8D2}"/>
          </ac:grpSpMkLst>
        </pc:grpChg>
        <pc:grpChg chg="mod">
          <ac:chgData name="Nicole WU" userId="4cf90142-5117-41df-a92b-6216d87bdf3c" providerId="ADAL" clId="{7289C1A1-A679-6C4A-9129-8019E035ABD2}" dt="2023-10-27T10:12:31.754" v="1469" actId="1076"/>
          <ac:grpSpMkLst>
            <pc:docMk/>
            <pc:sldMk cId="227299753" sldId="387"/>
            <ac:grpSpMk id="12" creationId="{427A3CB9-EC40-654F-EA33-068B51EEEEAD}"/>
          </ac:grpSpMkLst>
        </pc:grpChg>
        <pc:picChg chg="add mod">
          <ac:chgData name="Nicole WU" userId="4cf90142-5117-41df-a92b-6216d87bdf3c" providerId="ADAL" clId="{7289C1A1-A679-6C4A-9129-8019E035ABD2}" dt="2023-10-27T09:14:53.460" v="982" actId="1076"/>
          <ac:picMkLst>
            <pc:docMk/>
            <pc:sldMk cId="227299753" sldId="387"/>
            <ac:picMk id="10" creationId="{5775B3CC-8C97-8726-5BFA-B16FEA5532A3}"/>
          </ac:picMkLst>
        </pc:picChg>
      </pc:sldChg>
      <pc:sldChg chg="addSp delSp modSp mod ord">
        <pc:chgData name="Nicole WU" userId="4cf90142-5117-41df-a92b-6216d87bdf3c" providerId="ADAL" clId="{7289C1A1-A679-6C4A-9129-8019E035ABD2}" dt="2023-11-01T12:31:24.544" v="1644" actId="14100"/>
        <pc:sldMkLst>
          <pc:docMk/>
          <pc:sldMk cId="160048588" sldId="388"/>
        </pc:sldMkLst>
        <pc:spChg chg="mod">
          <ac:chgData name="Nicole WU" userId="4cf90142-5117-41df-a92b-6216d87bdf3c" providerId="ADAL" clId="{7289C1A1-A679-6C4A-9129-8019E035ABD2}" dt="2023-11-01T12:31:24.544" v="1644" actId="14100"/>
          <ac:spMkLst>
            <pc:docMk/>
            <pc:sldMk cId="160048588" sldId="388"/>
            <ac:spMk id="12" creationId="{5445E28E-8A6C-2606-35BF-72D040193BB8}"/>
          </ac:spMkLst>
        </pc:spChg>
        <pc:grpChg chg="del">
          <ac:chgData name="Nicole WU" userId="4cf90142-5117-41df-a92b-6216d87bdf3c" providerId="ADAL" clId="{7289C1A1-A679-6C4A-9129-8019E035ABD2}" dt="2023-10-27T08:52:09.481" v="865" actId="478"/>
          <ac:grpSpMkLst>
            <pc:docMk/>
            <pc:sldMk cId="160048588" sldId="388"/>
            <ac:grpSpMk id="7" creationId="{42F1D743-A921-ECDC-AC81-3AF22114F983}"/>
          </ac:grpSpMkLst>
        </pc:grpChg>
        <pc:grpChg chg="mod">
          <ac:chgData name="Nicole WU" userId="4cf90142-5117-41df-a92b-6216d87bdf3c" providerId="ADAL" clId="{7289C1A1-A679-6C4A-9129-8019E035ABD2}" dt="2023-11-01T12:31:17.542" v="1642" actId="14100"/>
          <ac:grpSpMkLst>
            <pc:docMk/>
            <pc:sldMk cId="160048588" sldId="388"/>
            <ac:grpSpMk id="11" creationId="{F5BC6B9B-CF1A-46E4-DEF6-439AEEDFA92D}"/>
          </ac:grpSpMkLst>
        </pc:grpChg>
        <pc:picChg chg="add del mod">
          <ac:chgData name="Nicole WU" userId="4cf90142-5117-41df-a92b-6216d87bdf3c" providerId="ADAL" clId="{7289C1A1-A679-6C4A-9129-8019E035ABD2}" dt="2023-10-27T09:25:06.039" v="1008" actId="478"/>
          <ac:picMkLst>
            <pc:docMk/>
            <pc:sldMk cId="160048588" sldId="388"/>
            <ac:picMk id="8" creationId="{DCDE93F6-AA88-43F5-E6C2-8B5B6265226E}"/>
          </ac:picMkLst>
        </pc:picChg>
        <pc:picChg chg="add mod">
          <ac:chgData name="Nicole WU" userId="4cf90142-5117-41df-a92b-6216d87bdf3c" providerId="ADAL" clId="{7289C1A1-A679-6C4A-9129-8019E035ABD2}" dt="2023-10-27T09:29:11.161" v="1028" actId="1076"/>
          <ac:picMkLst>
            <pc:docMk/>
            <pc:sldMk cId="160048588" sldId="388"/>
            <ac:picMk id="10" creationId="{2122E29C-CB87-EE6C-F66D-69A3FAF5B983}"/>
          </ac:picMkLst>
        </pc:picChg>
      </pc:sldChg>
      <pc:sldChg chg="modSp add mod">
        <pc:chgData name="Nicole WU" userId="4cf90142-5117-41df-a92b-6216d87bdf3c" providerId="ADAL" clId="{7289C1A1-A679-6C4A-9129-8019E035ABD2}" dt="2023-10-27T08:26:43.385" v="502" actId="20577"/>
        <pc:sldMkLst>
          <pc:docMk/>
          <pc:sldMk cId="316445996" sldId="389"/>
        </pc:sldMkLst>
        <pc:spChg chg="mod">
          <ac:chgData name="Nicole WU" userId="4cf90142-5117-41df-a92b-6216d87bdf3c" providerId="ADAL" clId="{7289C1A1-A679-6C4A-9129-8019E035ABD2}" dt="2023-10-27T08:26:43.385" v="502" actId="20577"/>
          <ac:spMkLst>
            <pc:docMk/>
            <pc:sldMk cId="316445996" sldId="389"/>
            <ac:spMk id="4" creationId="{3ECF8963-4DED-C55E-B926-36AA487C8500}"/>
          </ac:spMkLst>
        </pc:spChg>
      </pc:sldChg>
      <pc:sldChg chg="addSp delSp modSp new del mod">
        <pc:chgData name="Nicole WU" userId="4cf90142-5117-41df-a92b-6216d87bdf3c" providerId="ADAL" clId="{7289C1A1-A679-6C4A-9129-8019E035ABD2}" dt="2023-10-27T08:18:14.202" v="386" actId="2696"/>
        <pc:sldMkLst>
          <pc:docMk/>
          <pc:sldMk cId="1941959734" sldId="389"/>
        </pc:sldMkLst>
        <pc:spChg chg="del">
          <ac:chgData name="Nicole WU" userId="4cf90142-5117-41df-a92b-6216d87bdf3c" providerId="ADAL" clId="{7289C1A1-A679-6C4A-9129-8019E035ABD2}" dt="2023-10-27T08:17:51.110" v="381"/>
          <ac:spMkLst>
            <pc:docMk/>
            <pc:sldMk cId="1941959734" sldId="389"/>
            <ac:spMk id="3" creationId="{5AE8976D-D875-3B32-F6FB-24FA82D1974B}"/>
          </ac:spMkLst>
        </pc:spChg>
        <pc:spChg chg="add mod">
          <ac:chgData name="Nicole WU" userId="4cf90142-5117-41df-a92b-6216d87bdf3c" providerId="ADAL" clId="{7289C1A1-A679-6C4A-9129-8019E035ABD2}" dt="2023-10-27T08:18:12.508" v="385" actId="478"/>
          <ac:spMkLst>
            <pc:docMk/>
            <pc:sldMk cId="1941959734" sldId="389"/>
            <ac:spMk id="6" creationId="{497E6700-FF46-C895-CD7B-2EAEEDE1E0B3}"/>
          </ac:spMkLst>
        </pc:spChg>
        <pc:graphicFrameChg chg="add del mod modGraphic">
          <ac:chgData name="Nicole WU" userId="4cf90142-5117-41df-a92b-6216d87bdf3c" providerId="ADAL" clId="{7289C1A1-A679-6C4A-9129-8019E035ABD2}" dt="2023-10-27T08:18:12.508" v="385" actId="478"/>
          <ac:graphicFrameMkLst>
            <pc:docMk/>
            <pc:sldMk cId="1941959734" sldId="389"/>
            <ac:graphicFrameMk id="4" creationId="{87AF8D76-2723-3E6E-44DE-D491A4AE7C1C}"/>
          </ac:graphicFrameMkLst>
        </pc:graphicFrameChg>
      </pc:sldChg>
      <pc:sldChg chg="addSp delSp modSp new mod">
        <pc:chgData name="Nicole WU" userId="4cf90142-5117-41df-a92b-6216d87bdf3c" providerId="ADAL" clId="{7289C1A1-A679-6C4A-9129-8019E035ABD2}" dt="2023-10-27T08:42:05.899" v="727" actId="22"/>
        <pc:sldMkLst>
          <pc:docMk/>
          <pc:sldMk cId="1354639515" sldId="390"/>
        </pc:sldMkLst>
        <pc:spChg chg="del">
          <ac:chgData name="Nicole WU" userId="4cf90142-5117-41df-a92b-6216d87bdf3c" providerId="ADAL" clId="{7289C1A1-A679-6C4A-9129-8019E035ABD2}" dt="2023-10-27T08:35:26.054" v="629" actId="478"/>
          <ac:spMkLst>
            <pc:docMk/>
            <pc:sldMk cId="1354639515" sldId="390"/>
            <ac:spMk id="2" creationId="{DE8A6A1B-0BF7-5D54-7B9E-F6F1EDD37B07}"/>
          </ac:spMkLst>
        </pc:spChg>
        <pc:spChg chg="del">
          <ac:chgData name="Nicole WU" userId="4cf90142-5117-41df-a92b-6216d87bdf3c" providerId="ADAL" clId="{7289C1A1-A679-6C4A-9129-8019E035ABD2}" dt="2023-10-27T08:35:27.470" v="630" actId="478"/>
          <ac:spMkLst>
            <pc:docMk/>
            <pc:sldMk cId="1354639515" sldId="390"/>
            <ac:spMk id="3" creationId="{3EE26863-8E8C-4ABC-8978-6B8E6FC75969}"/>
          </ac:spMkLst>
        </pc:spChg>
        <pc:spChg chg="add mod">
          <ac:chgData name="Nicole WU" userId="4cf90142-5117-41df-a92b-6216d87bdf3c" providerId="ADAL" clId="{7289C1A1-A679-6C4A-9129-8019E035ABD2}" dt="2023-10-27T08:36:47.681" v="637" actId="1076"/>
          <ac:spMkLst>
            <pc:docMk/>
            <pc:sldMk cId="1354639515" sldId="390"/>
            <ac:spMk id="6" creationId="{ACB9C770-816D-F6A4-5AB5-59234E01AF7F}"/>
          </ac:spMkLst>
        </pc:spChg>
        <pc:spChg chg="add mod">
          <ac:chgData name="Nicole WU" userId="4cf90142-5117-41df-a92b-6216d87bdf3c" providerId="ADAL" clId="{7289C1A1-A679-6C4A-9129-8019E035ABD2}" dt="2023-10-27T08:37:39.183" v="658" actId="14100"/>
          <ac:spMkLst>
            <pc:docMk/>
            <pc:sldMk cId="1354639515" sldId="390"/>
            <ac:spMk id="7" creationId="{E417C76B-4D84-AFDA-EDFB-2993C8ED0481}"/>
          </ac:spMkLst>
        </pc:spChg>
        <pc:spChg chg="add del">
          <ac:chgData name="Nicole WU" userId="4cf90142-5117-41df-a92b-6216d87bdf3c" providerId="ADAL" clId="{7289C1A1-A679-6C4A-9129-8019E035ABD2}" dt="2023-10-27T08:42:05.899" v="727" actId="22"/>
          <ac:spMkLst>
            <pc:docMk/>
            <pc:sldMk cId="1354639515" sldId="390"/>
            <ac:spMk id="9" creationId="{897B9533-3020-70CB-EFC4-6B0FD9C1DC92}"/>
          </ac:spMkLst>
        </pc:spChg>
        <pc:picChg chg="add mod">
          <ac:chgData name="Nicole WU" userId="4cf90142-5117-41df-a92b-6216d87bdf3c" providerId="ADAL" clId="{7289C1A1-A679-6C4A-9129-8019E035ABD2}" dt="2023-10-27T08:36:38.013" v="632" actId="14100"/>
          <ac:picMkLst>
            <pc:docMk/>
            <pc:sldMk cId="1354639515" sldId="390"/>
            <ac:picMk id="5" creationId="{5C32C761-3041-D6DC-FD5F-46E1F7538605}"/>
          </ac:picMkLst>
        </pc:picChg>
      </pc:sldChg>
      <pc:sldChg chg="addSp delSp modSp new mod">
        <pc:chgData name="Nicole WU" userId="4cf90142-5117-41df-a92b-6216d87bdf3c" providerId="ADAL" clId="{7289C1A1-A679-6C4A-9129-8019E035ABD2}" dt="2023-10-31T13:35:05.893" v="1613" actId="1035"/>
        <pc:sldMkLst>
          <pc:docMk/>
          <pc:sldMk cId="3017764167" sldId="391"/>
        </pc:sldMkLst>
        <pc:spChg chg="del">
          <ac:chgData name="Nicole WU" userId="4cf90142-5117-41df-a92b-6216d87bdf3c" providerId="ADAL" clId="{7289C1A1-A679-6C4A-9129-8019E035ABD2}" dt="2023-10-27T08:42:12.078" v="729" actId="478"/>
          <ac:spMkLst>
            <pc:docMk/>
            <pc:sldMk cId="3017764167" sldId="391"/>
            <ac:spMk id="2" creationId="{221CD1B9-3460-3646-C3DC-09ABEC644B68}"/>
          </ac:spMkLst>
        </pc:spChg>
        <pc:spChg chg="del">
          <ac:chgData name="Nicole WU" userId="4cf90142-5117-41df-a92b-6216d87bdf3c" providerId="ADAL" clId="{7289C1A1-A679-6C4A-9129-8019E035ABD2}" dt="2023-10-27T08:42:14.875" v="730" actId="478"/>
          <ac:spMkLst>
            <pc:docMk/>
            <pc:sldMk cId="3017764167" sldId="391"/>
            <ac:spMk id="3" creationId="{C8DB078F-1C63-0A49-D1D5-DDB1CB169EED}"/>
          </ac:spMkLst>
        </pc:spChg>
        <pc:spChg chg="add del mod">
          <ac:chgData name="Nicole WU" userId="4cf90142-5117-41df-a92b-6216d87bdf3c" providerId="ADAL" clId="{7289C1A1-A679-6C4A-9129-8019E035ABD2}" dt="2023-10-27T09:02:28.252" v="935" actId="478"/>
          <ac:spMkLst>
            <pc:docMk/>
            <pc:sldMk cId="3017764167" sldId="391"/>
            <ac:spMk id="6" creationId="{B80C0E15-9505-104E-97B3-BDB41C5E03C1}"/>
          </ac:spMkLst>
        </pc:spChg>
        <pc:spChg chg="add mod">
          <ac:chgData name="Nicole WU" userId="4cf90142-5117-41df-a92b-6216d87bdf3c" providerId="ADAL" clId="{7289C1A1-A679-6C4A-9129-8019E035ABD2}" dt="2023-10-31T13:35:05.893" v="1613" actId="1035"/>
          <ac:spMkLst>
            <pc:docMk/>
            <pc:sldMk cId="3017764167" sldId="391"/>
            <ac:spMk id="8" creationId="{8DA14D8C-CA7B-D313-CF82-A36DED7E4192}"/>
          </ac:spMkLst>
        </pc:spChg>
        <pc:spChg chg="add del">
          <ac:chgData name="Nicole WU" userId="4cf90142-5117-41df-a92b-6216d87bdf3c" providerId="ADAL" clId="{7289C1A1-A679-6C4A-9129-8019E035ABD2}" dt="2023-10-27T08:45:14.217" v="743" actId="26606"/>
          <ac:spMkLst>
            <pc:docMk/>
            <pc:sldMk cId="3017764167" sldId="391"/>
            <ac:spMk id="10" creationId="{7D1570CD-0CFB-E1AF-735D-F9DEAE2F8FDB}"/>
          </ac:spMkLst>
        </pc:spChg>
        <pc:grpChg chg="del">
          <ac:chgData name="Nicole WU" userId="4cf90142-5117-41df-a92b-6216d87bdf3c" providerId="ADAL" clId="{7289C1A1-A679-6C4A-9129-8019E035ABD2}" dt="2023-10-27T09:02:25.396" v="933" actId="478"/>
          <ac:grpSpMkLst>
            <pc:docMk/>
            <pc:sldMk cId="3017764167" sldId="391"/>
            <ac:grpSpMk id="4" creationId="{62133979-28EF-2C96-3FDF-AE826CC8D979}"/>
          </ac:grpSpMkLst>
        </pc:grpChg>
        <pc:picChg chg="add mod">
          <ac:chgData name="Nicole WU" userId="4cf90142-5117-41df-a92b-6216d87bdf3c" providerId="ADAL" clId="{7289C1A1-A679-6C4A-9129-8019E035ABD2}" dt="2023-10-31T13:35:00.018" v="1610" actId="171"/>
          <ac:picMkLst>
            <pc:docMk/>
            <pc:sldMk cId="3017764167" sldId="391"/>
            <ac:picMk id="3" creationId="{258A22C9-5DEC-9978-8CBA-5C4A0255EE88}"/>
          </ac:picMkLst>
        </pc:picChg>
        <pc:picChg chg="add mod">
          <ac:chgData name="Nicole WU" userId="4cf90142-5117-41df-a92b-6216d87bdf3c" providerId="ADAL" clId="{7289C1A1-A679-6C4A-9129-8019E035ABD2}" dt="2023-10-27T08:45:14.217" v="743" actId="26606"/>
          <ac:picMkLst>
            <pc:docMk/>
            <pc:sldMk cId="3017764167" sldId="391"/>
            <ac:picMk id="5" creationId="{28476981-F4D5-F010-7169-01692EA7F0B7}"/>
          </ac:picMkLst>
        </pc:picChg>
        <pc:picChg chg="add del mod">
          <ac:chgData name="Nicole WU" userId="4cf90142-5117-41df-a92b-6216d87bdf3c" providerId="ADAL" clId="{7289C1A1-A679-6C4A-9129-8019E035ABD2}" dt="2023-10-27T09:07:25.501" v="937" actId="478"/>
          <ac:picMkLst>
            <pc:docMk/>
            <pc:sldMk cId="3017764167" sldId="391"/>
            <ac:picMk id="11" creationId="{51DCC8F2-5262-EA55-2FB8-FF87514DCE35}"/>
          </ac:picMkLst>
        </pc:picChg>
        <pc:picChg chg="add del mod">
          <ac:chgData name="Nicole WU" userId="4cf90142-5117-41df-a92b-6216d87bdf3c" providerId="ADAL" clId="{7289C1A1-A679-6C4A-9129-8019E035ABD2}" dt="2023-10-31T13:34:49.879" v="1606" actId="478"/>
          <ac:picMkLst>
            <pc:docMk/>
            <pc:sldMk cId="3017764167" sldId="391"/>
            <ac:picMk id="13" creationId="{80010307-13C0-6227-D402-FC14781323F1}"/>
          </ac:picMkLst>
        </pc:picChg>
      </pc:sldChg>
      <pc:sldChg chg="addSp delSp modSp add mod">
        <pc:chgData name="Nicole WU" userId="4cf90142-5117-41df-a92b-6216d87bdf3c" providerId="ADAL" clId="{7289C1A1-A679-6C4A-9129-8019E035ABD2}" dt="2023-10-27T10:09:40.007" v="1465" actId="1035"/>
        <pc:sldMkLst>
          <pc:docMk/>
          <pc:sldMk cId="3171943791" sldId="392"/>
        </pc:sldMkLst>
        <pc:spChg chg="add mod topLvl">
          <ac:chgData name="Nicole WU" userId="4cf90142-5117-41df-a92b-6216d87bdf3c" providerId="ADAL" clId="{7289C1A1-A679-6C4A-9129-8019E035ABD2}" dt="2023-10-27T08:47:30.893" v="779" actId="1076"/>
          <ac:spMkLst>
            <pc:docMk/>
            <pc:sldMk cId="3171943791" sldId="392"/>
            <ac:spMk id="4" creationId="{D2419B9B-EEA4-75F6-2D58-81F8ACEFE22C}"/>
          </ac:spMkLst>
        </pc:spChg>
        <pc:spChg chg="add mod">
          <ac:chgData name="Nicole WU" userId="4cf90142-5117-41df-a92b-6216d87bdf3c" providerId="ADAL" clId="{7289C1A1-A679-6C4A-9129-8019E035ABD2}" dt="2023-10-27T10:09:40.007" v="1465" actId="1035"/>
          <ac:spMkLst>
            <pc:docMk/>
            <pc:sldMk cId="3171943791" sldId="392"/>
            <ac:spMk id="5" creationId="{3E53038B-A8C7-57F5-7014-DE0756D8E328}"/>
          </ac:spMkLst>
        </pc:spChg>
        <pc:spChg chg="add del">
          <ac:chgData name="Nicole WU" userId="4cf90142-5117-41df-a92b-6216d87bdf3c" providerId="ADAL" clId="{7289C1A1-A679-6C4A-9129-8019E035ABD2}" dt="2023-10-27T08:45:17.416" v="745" actId="26606"/>
          <ac:spMkLst>
            <pc:docMk/>
            <pc:sldMk cId="3171943791" sldId="392"/>
            <ac:spMk id="8" creationId="{5C5A479B-3A9C-0CC9-4BB2-6E8E33FEA1E1}"/>
          </ac:spMkLst>
        </pc:spChg>
        <pc:grpChg chg="add del mod">
          <ac:chgData name="Nicole WU" userId="4cf90142-5117-41df-a92b-6216d87bdf3c" providerId="ADAL" clId="{7289C1A1-A679-6C4A-9129-8019E035ABD2}" dt="2023-10-27T08:47:05.789" v="770" actId="165"/>
          <ac:grpSpMkLst>
            <pc:docMk/>
            <pc:sldMk cId="3171943791" sldId="392"/>
            <ac:grpSpMk id="2" creationId="{925F2B59-77E3-70AE-C149-7A80FE89B7A0}"/>
          </ac:grpSpMkLst>
        </pc:grpChg>
        <pc:grpChg chg="mod">
          <ac:chgData name="Nicole WU" userId="4cf90142-5117-41df-a92b-6216d87bdf3c" providerId="ADAL" clId="{7289C1A1-A679-6C4A-9129-8019E035ABD2}" dt="2023-10-27T10:09:26.011" v="1452" actId="14100"/>
          <ac:grpSpMkLst>
            <pc:docMk/>
            <pc:sldMk cId="3171943791" sldId="392"/>
            <ac:grpSpMk id="9" creationId="{663458A3-7E67-18B6-D9B1-2856AA97856A}"/>
          </ac:grpSpMkLst>
        </pc:grpChg>
        <pc:picChg chg="add mod topLvl">
          <ac:chgData name="Nicole WU" userId="4cf90142-5117-41df-a92b-6216d87bdf3c" providerId="ADAL" clId="{7289C1A1-A679-6C4A-9129-8019E035ABD2}" dt="2023-10-27T10:09:30.968" v="1453" actId="14100"/>
          <ac:picMkLst>
            <pc:docMk/>
            <pc:sldMk cId="3171943791" sldId="392"/>
            <ac:picMk id="3" creationId="{BFA3492B-5D9E-BAE8-EA1E-6FAC61969AF4}"/>
          </ac:picMkLst>
        </pc:picChg>
      </pc:sldChg>
      <pc:sldChg chg="add del">
        <pc:chgData name="Nicole WU" userId="4cf90142-5117-41df-a92b-6216d87bdf3c" providerId="ADAL" clId="{7289C1A1-A679-6C4A-9129-8019E035ABD2}" dt="2023-10-27T08:48:55.271" v="826" actId="2696"/>
        <pc:sldMkLst>
          <pc:docMk/>
          <pc:sldMk cId="4141941213" sldId="393"/>
        </pc:sldMkLst>
      </pc:sldChg>
      <pc:sldChg chg="del">
        <pc:chgData name="Nicole WU" userId="4cf90142-5117-41df-a92b-6216d87bdf3c" providerId="ADAL" clId="{7289C1A1-A679-6C4A-9129-8019E035ABD2}" dt="2023-10-27T08:51:26.162" v="857" actId="2696"/>
        <pc:sldMkLst>
          <pc:docMk/>
          <pc:sldMk cId="3068924781" sldId="394"/>
        </pc:sldMkLst>
      </pc:sldChg>
      <pc:sldChg chg="add">
        <pc:chgData name="Nicole WU" userId="4cf90142-5117-41df-a92b-6216d87bdf3c" providerId="ADAL" clId="{7289C1A1-A679-6C4A-9129-8019E035ABD2}" dt="2023-10-27T09:32:33.886" v="1090"/>
        <pc:sldMkLst>
          <pc:docMk/>
          <pc:sldMk cId="277358334" sldId="395"/>
        </pc:sldMkLst>
      </pc:sldChg>
      <pc:sldChg chg="modSp add del mod">
        <pc:chgData name="Nicole WU" userId="4cf90142-5117-41df-a92b-6216d87bdf3c" providerId="ADAL" clId="{7289C1A1-A679-6C4A-9129-8019E035ABD2}" dt="2023-10-27T09:32:07.864" v="1087" actId="2696"/>
        <pc:sldMkLst>
          <pc:docMk/>
          <pc:sldMk cId="3306907100" sldId="395"/>
        </pc:sldMkLst>
        <pc:spChg chg="mod">
          <ac:chgData name="Nicole WU" userId="4cf90142-5117-41df-a92b-6216d87bdf3c" providerId="ADAL" clId="{7289C1A1-A679-6C4A-9129-8019E035ABD2}" dt="2023-10-27T09:29:48.415" v="1075" actId="20577"/>
          <ac:spMkLst>
            <pc:docMk/>
            <pc:sldMk cId="3306907100" sldId="395"/>
            <ac:spMk id="4" creationId="{3ECF8963-4DED-C55E-B926-36AA487C8500}"/>
          </ac:spMkLst>
        </pc:spChg>
      </pc:sldChg>
      <pc:sldChg chg="new del">
        <pc:chgData name="Nicole WU" userId="4cf90142-5117-41df-a92b-6216d87bdf3c" providerId="ADAL" clId="{7289C1A1-A679-6C4A-9129-8019E035ABD2}" dt="2023-10-27T08:49:52.349" v="833" actId="680"/>
        <pc:sldMkLst>
          <pc:docMk/>
          <pc:sldMk cId="3515548643" sldId="395"/>
        </pc:sldMkLst>
      </pc:sldChg>
      <pc:sldChg chg="addSp delSp modSp add mod delAnim modAnim">
        <pc:chgData name="Nicole WU" userId="4cf90142-5117-41df-a92b-6216d87bdf3c" providerId="ADAL" clId="{7289C1A1-A679-6C4A-9129-8019E035ABD2}" dt="2023-10-27T10:12:25.870" v="1468" actId="1076"/>
        <pc:sldMkLst>
          <pc:docMk/>
          <pc:sldMk cId="4057178894" sldId="396"/>
        </pc:sldMkLst>
        <pc:spChg chg="add mod">
          <ac:chgData name="Nicole WU" userId="4cf90142-5117-41df-a92b-6216d87bdf3c" providerId="ADAL" clId="{7289C1A1-A679-6C4A-9129-8019E035ABD2}" dt="2023-10-27T09:29:25.271" v="1032" actId="1076"/>
          <ac:spMkLst>
            <pc:docMk/>
            <pc:sldMk cId="4057178894" sldId="396"/>
            <ac:spMk id="8" creationId="{D7E16796-FB2E-F6C6-7C99-4167EAC27003}"/>
          </ac:spMkLst>
        </pc:spChg>
        <pc:grpChg chg="mod">
          <ac:chgData name="Nicole WU" userId="4cf90142-5117-41df-a92b-6216d87bdf3c" providerId="ADAL" clId="{7289C1A1-A679-6C4A-9129-8019E035ABD2}" dt="2023-10-27T10:12:25.870" v="1468" actId="1076"/>
          <ac:grpSpMkLst>
            <pc:docMk/>
            <pc:sldMk cId="4057178894" sldId="396"/>
            <ac:grpSpMk id="3" creationId="{8970A527-C5C8-4B31-3EC4-FB25A4EDFAEE}"/>
          </ac:grpSpMkLst>
        </pc:grpChg>
        <pc:picChg chg="add del mod">
          <ac:chgData name="Nicole WU" userId="4cf90142-5117-41df-a92b-6216d87bdf3c" providerId="ADAL" clId="{7289C1A1-A679-6C4A-9129-8019E035ABD2}" dt="2023-10-27T09:17:36.628" v="987" actId="478"/>
          <ac:picMkLst>
            <pc:docMk/>
            <pc:sldMk cId="4057178894" sldId="396"/>
            <ac:picMk id="3" creationId="{A73FEBED-D2E0-BCD1-7B70-563343FE062C}"/>
          </ac:picMkLst>
        </pc:picChg>
        <pc:picChg chg="add mod">
          <ac:chgData name="Nicole WU" userId="4cf90142-5117-41df-a92b-6216d87bdf3c" providerId="ADAL" clId="{7289C1A1-A679-6C4A-9129-8019E035ABD2}" dt="2023-10-27T09:29:16.785" v="1030" actId="1076"/>
          <ac:picMkLst>
            <pc:docMk/>
            <pc:sldMk cId="4057178894" sldId="396"/>
            <ac:picMk id="5" creationId="{9D7D094B-83D5-DF1A-5D5C-47517361A153}"/>
          </ac:picMkLst>
        </pc:picChg>
        <pc:picChg chg="add del mod">
          <ac:chgData name="Nicole WU" userId="4cf90142-5117-41df-a92b-6216d87bdf3c" providerId="ADAL" clId="{7289C1A1-A679-6C4A-9129-8019E035ABD2}" dt="2023-10-27T09:22:15.041" v="1004" actId="478"/>
          <ac:picMkLst>
            <pc:docMk/>
            <pc:sldMk cId="4057178894" sldId="396"/>
            <ac:picMk id="7" creationId="{8B3B1744-66AA-8224-049E-5D0E435A408E}"/>
          </ac:picMkLst>
        </pc:picChg>
        <pc:picChg chg="del">
          <ac:chgData name="Nicole WU" userId="4cf90142-5117-41df-a92b-6216d87bdf3c" providerId="ADAL" clId="{7289C1A1-A679-6C4A-9129-8019E035ABD2}" dt="2023-10-27T09:16:43.958" v="985" actId="478"/>
          <ac:picMkLst>
            <pc:docMk/>
            <pc:sldMk cId="4057178894" sldId="396"/>
            <ac:picMk id="10" creationId="{827CB1CA-D369-3929-1ED9-B41E600033E0}"/>
          </ac:picMkLst>
        </pc:picChg>
      </pc:sldChg>
      <pc:sldChg chg="modSp add del mod ord">
        <pc:chgData name="Nicole WU" userId="4cf90142-5117-41df-a92b-6216d87bdf3c" providerId="ADAL" clId="{7289C1A1-A679-6C4A-9129-8019E035ABD2}" dt="2023-10-27T09:49:45.577" v="1181" actId="2696"/>
        <pc:sldMkLst>
          <pc:docMk/>
          <pc:sldMk cId="3870266378" sldId="397"/>
        </pc:sldMkLst>
        <pc:grpChg chg="mod">
          <ac:chgData name="Nicole WU" userId="4cf90142-5117-41df-a92b-6216d87bdf3c" providerId="ADAL" clId="{7289C1A1-A679-6C4A-9129-8019E035ABD2}" dt="2023-10-27T09:48:35.106" v="1165" actId="1076"/>
          <ac:grpSpMkLst>
            <pc:docMk/>
            <pc:sldMk cId="3870266378" sldId="397"/>
            <ac:grpSpMk id="8" creationId="{95EBE72A-1689-C5AC-709C-EEC507651632}"/>
          </ac:grpSpMkLst>
        </pc:grpChg>
      </pc:sldChg>
      <pc:sldChg chg="addSp delSp modSp add mod">
        <pc:chgData name="Nicole WU" userId="4cf90142-5117-41df-a92b-6216d87bdf3c" providerId="ADAL" clId="{7289C1A1-A679-6C4A-9129-8019E035ABD2}" dt="2023-10-27T09:47:33.058" v="1151" actId="26606"/>
        <pc:sldMkLst>
          <pc:docMk/>
          <pc:sldMk cId="563075384" sldId="398"/>
        </pc:sldMkLst>
        <pc:spChg chg="del">
          <ac:chgData name="Nicole WU" userId="4cf90142-5117-41df-a92b-6216d87bdf3c" providerId="ADAL" clId="{7289C1A1-A679-6C4A-9129-8019E035ABD2}" dt="2023-10-27T09:46:41.012" v="1114" actId="478"/>
          <ac:spMkLst>
            <pc:docMk/>
            <pc:sldMk cId="563075384" sldId="398"/>
            <ac:spMk id="2" creationId="{7F999FF3-0E37-AD51-18F7-3D20C12981BD}"/>
          </ac:spMkLst>
        </pc:spChg>
        <pc:spChg chg="add del mod">
          <ac:chgData name="Nicole WU" userId="4cf90142-5117-41df-a92b-6216d87bdf3c" providerId="ADAL" clId="{7289C1A1-A679-6C4A-9129-8019E035ABD2}" dt="2023-10-27T09:46:44.050" v="1116" actId="478"/>
          <ac:spMkLst>
            <pc:docMk/>
            <pc:sldMk cId="563075384" sldId="398"/>
            <ac:spMk id="5" creationId="{F9A48EE2-DC2C-2005-268E-B0D437C3F98D}"/>
          </ac:spMkLst>
        </pc:spChg>
        <pc:spChg chg="add del mod">
          <ac:chgData name="Nicole WU" userId="4cf90142-5117-41df-a92b-6216d87bdf3c" providerId="ADAL" clId="{7289C1A1-A679-6C4A-9129-8019E035ABD2}" dt="2023-10-27T09:46:42.474" v="1115" actId="478"/>
          <ac:spMkLst>
            <pc:docMk/>
            <pc:sldMk cId="563075384" sldId="398"/>
            <ac:spMk id="7" creationId="{9D11154A-A235-E99B-52F6-E7CA98EDEB39}"/>
          </ac:spMkLst>
        </pc:spChg>
        <pc:spChg chg="del">
          <ac:chgData name="Nicole WU" userId="4cf90142-5117-41df-a92b-6216d87bdf3c" providerId="ADAL" clId="{7289C1A1-A679-6C4A-9129-8019E035ABD2}" dt="2023-10-27T09:46:46.561" v="1117" actId="478"/>
          <ac:spMkLst>
            <pc:docMk/>
            <pc:sldMk cId="563075384" sldId="398"/>
            <ac:spMk id="12" creationId="{78F8510D-4F5B-1C05-9E49-E3797DA58C4A}"/>
          </ac:spMkLst>
        </pc:spChg>
        <pc:spChg chg="add mod">
          <ac:chgData name="Nicole WU" userId="4cf90142-5117-41df-a92b-6216d87bdf3c" providerId="ADAL" clId="{7289C1A1-A679-6C4A-9129-8019E035ABD2}" dt="2023-10-27T09:47:33.058" v="1151" actId="26606"/>
          <ac:spMkLst>
            <pc:docMk/>
            <pc:sldMk cId="563075384" sldId="398"/>
            <ac:spMk id="14" creationId="{E9B9FE49-2A1D-2C9E-99CD-1AAD4C95E1BB}"/>
          </ac:spMkLst>
        </pc:spChg>
        <pc:graphicFrameChg chg="del">
          <ac:chgData name="Nicole WU" userId="4cf90142-5117-41df-a92b-6216d87bdf3c" providerId="ADAL" clId="{7289C1A1-A679-6C4A-9129-8019E035ABD2}" dt="2023-10-27T09:46:38.228" v="1113" actId="478"/>
          <ac:graphicFrameMkLst>
            <pc:docMk/>
            <pc:sldMk cId="563075384" sldId="398"/>
            <ac:graphicFrameMk id="11" creationId="{AB895958-F1DD-9FAC-D58D-B6234CC9C4DB}"/>
          </ac:graphicFrameMkLst>
        </pc:graphicFrameChg>
        <pc:picChg chg="ord">
          <ac:chgData name="Nicole WU" userId="4cf90142-5117-41df-a92b-6216d87bdf3c" providerId="ADAL" clId="{7289C1A1-A679-6C4A-9129-8019E035ABD2}" dt="2023-10-27T09:46:57.099" v="1119" actId="26606"/>
          <ac:picMkLst>
            <pc:docMk/>
            <pc:sldMk cId="563075384" sldId="398"/>
            <ac:picMk id="4" creationId="{7043CEEA-DFD5-78AB-FD60-97153E800CDC}"/>
          </ac:picMkLst>
        </pc:picChg>
        <pc:picChg chg="add mod modCrop">
          <ac:chgData name="Nicole WU" userId="4cf90142-5117-41df-a92b-6216d87bdf3c" providerId="ADAL" clId="{7289C1A1-A679-6C4A-9129-8019E035ABD2}" dt="2023-10-27T09:47:33.058" v="1151" actId="26606"/>
          <ac:picMkLst>
            <pc:docMk/>
            <pc:sldMk cId="563075384" sldId="398"/>
            <ac:picMk id="9" creationId="{FA22DADC-10C4-CCDC-DBB4-4680AD0A784E}"/>
          </ac:picMkLst>
        </pc:picChg>
      </pc:sldChg>
      <pc:sldChg chg="addSp delSp modSp add mod">
        <pc:chgData name="Nicole WU" userId="4cf90142-5117-41df-a92b-6216d87bdf3c" providerId="ADAL" clId="{7289C1A1-A679-6C4A-9129-8019E035ABD2}" dt="2023-11-12T19:19:27.458" v="1744"/>
        <pc:sldMkLst>
          <pc:docMk/>
          <pc:sldMk cId="3753982485" sldId="399"/>
        </pc:sldMkLst>
        <pc:spChg chg="mod">
          <ac:chgData name="Nicole WU" userId="4cf90142-5117-41df-a92b-6216d87bdf3c" providerId="ADAL" clId="{7289C1A1-A679-6C4A-9129-8019E035ABD2}" dt="2023-10-27T09:48:24.407" v="1162" actId="20577"/>
          <ac:spMkLst>
            <pc:docMk/>
            <pc:sldMk cId="3753982485" sldId="399"/>
            <ac:spMk id="6" creationId="{3DB6E653-E9D0-308B-28AC-1239DB9336D1}"/>
          </ac:spMkLst>
        </pc:spChg>
        <pc:spChg chg="mod">
          <ac:chgData name="Nicole WU" userId="4cf90142-5117-41df-a92b-6216d87bdf3c" providerId="ADAL" clId="{7289C1A1-A679-6C4A-9129-8019E035ABD2}" dt="2023-11-12T19:18:48.824" v="1733" actId="20577"/>
          <ac:spMkLst>
            <pc:docMk/>
            <pc:sldMk cId="3753982485" sldId="399"/>
            <ac:spMk id="7" creationId="{6653D16C-1B71-7FA4-7712-4C5FB7097EC2}"/>
          </ac:spMkLst>
        </pc:spChg>
        <pc:spChg chg="mod">
          <ac:chgData name="Nicole WU" userId="4cf90142-5117-41df-a92b-6216d87bdf3c" providerId="ADAL" clId="{7289C1A1-A679-6C4A-9129-8019E035ABD2}" dt="2023-11-12T19:18:50.546" v="1734" actId="20577"/>
          <ac:spMkLst>
            <pc:docMk/>
            <pc:sldMk cId="3753982485" sldId="399"/>
            <ac:spMk id="8" creationId="{865629D5-8E0F-9CE2-B53C-F344958AC59F}"/>
          </ac:spMkLst>
        </pc:spChg>
        <pc:spChg chg="mod">
          <ac:chgData name="Nicole WU" userId="4cf90142-5117-41df-a92b-6216d87bdf3c" providerId="ADAL" clId="{7289C1A1-A679-6C4A-9129-8019E035ABD2}" dt="2023-11-12T19:17:08.216" v="1712" actId="2711"/>
          <ac:spMkLst>
            <pc:docMk/>
            <pc:sldMk cId="3753982485" sldId="399"/>
            <ac:spMk id="9" creationId="{BB101F80-77AF-588D-6BD3-604F089FB56B}"/>
          </ac:spMkLst>
        </pc:spChg>
        <pc:grpChg chg="add mod">
          <ac:chgData name="Nicole WU" userId="4cf90142-5117-41df-a92b-6216d87bdf3c" providerId="ADAL" clId="{7289C1A1-A679-6C4A-9129-8019E035ABD2}" dt="2023-11-02T07:59:34.328" v="1654" actId="14100"/>
          <ac:grpSpMkLst>
            <pc:docMk/>
            <pc:sldMk cId="3753982485" sldId="399"/>
            <ac:grpSpMk id="2" creationId="{50704FD2-7E0C-F8BA-AC38-CE4992FBFCC2}"/>
          </ac:grpSpMkLst>
        </pc:grpChg>
        <pc:grpChg chg="del mod">
          <ac:chgData name="Nicole WU" userId="4cf90142-5117-41df-a92b-6216d87bdf3c" providerId="ADAL" clId="{7289C1A1-A679-6C4A-9129-8019E035ABD2}" dt="2023-11-12T19:15:11.944" v="1698" actId="478"/>
          <ac:grpSpMkLst>
            <pc:docMk/>
            <pc:sldMk cId="3753982485" sldId="399"/>
            <ac:grpSpMk id="4" creationId="{55AA397C-2D61-FB5B-5DB2-4F1502934538}"/>
          </ac:grpSpMkLst>
        </pc:grpChg>
        <pc:graphicFrameChg chg="add mod modGraphic">
          <ac:chgData name="Nicole WU" userId="4cf90142-5117-41df-a92b-6216d87bdf3c" providerId="ADAL" clId="{7289C1A1-A679-6C4A-9129-8019E035ABD2}" dt="2023-11-12T19:19:27.458" v="1744"/>
          <ac:graphicFrameMkLst>
            <pc:docMk/>
            <pc:sldMk cId="3753982485" sldId="399"/>
            <ac:graphicFrameMk id="3" creationId="{ED43CCAC-3BA2-4D3E-24CF-A700FACA39B3}"/>
          </ac:graphicFrameMkLst>
        </pc:graphicFrameChg>
        <pc:graphicFrameChg chg="del">
          <ac:chgData name="Nicole WU" userId="4cf90142-5117-41df-a92b-6216d87bdf3c" providerId="ADAL" clId="{7289C1A1-A679-6C4A-9129-8019E035ABD2}" dt="2023-10-27T09:48:33.103" v="1164" actId="478"/>
          <ac:graphicFrameMkLst>
            <pc:docMk/>
            <pc:sldMk cId="3753982485" sldId="399"/>
            <ac:graphicFrameMk id="5" creationId="{5A53646E-6FED-CFF5-990E-258CD0670F6F}"/>
          </ac:graphicFrameMkLst>
        </pc:graphicFrameChg>
        <pc:picChg chg="del">
          <ac:chgData name="Nicole WU" userId="4cf90142-5117-41df-a92b-6216d87bdf3c" providerId="ADAL" clId="{7289C1A1-A679-6C4A-9129-8019E035ABD2}" dt="2023-10-27T09:48:31.238" v="1163" actId="478"/>
          <ac:picMkLst>
            <pc:docMk/>
            <pc:sldMk cId="3753982485" sldId="399"/>
            <ac:picMk id="3" creationId="{760D8C4C-5BD9-40A8-597B-B87710A028FF}"/>
          </ac:picMkLst>
        </pc:picChg>
        <pc:picChg chg="del mod modCrop">
          <ac:chgData name="Nicole WU" userId="4cf90142-5117-41df-a92b-6216d87bdf3c" providerId="ADAL" clId="{7289C1A1-A679-6C4A-9129-8019E035ABD2}" dt="2023-11-12T19:15:11.944" v="1698" actId="478"/>
          <ac:picMkLst>
            <pc:docMk/>
            <pc:sldMk cId="3753982485" sldId="399"/>
            <ac:picMk id="10" creationId="{1E492276-A38F-DE64-A896-FC412926D739}"/>
          </ac:picMkLst>
        </pc:picChg>
      </pc:sldChg>
      <pc:sldChg chg="addSp delSp modSp add mod">
        <pc:chgData name="Nicole WU" userId="4cf90142-5117-41df-a92b-6216d87bdf3c" providerId="ADAL" clId="{7289C1A1-A679-6C4A-9129-8019E035ABD2}" dt="2023-10-27T10:34:54.066" v="1535" actId="26606"/>
        <pc:sldMkLst>
          <pc:docMk/>
          <pc:sldMk cId="4272251624" sldId="400"/>
        </pc:sldMkLst>
        <pc:spChg chg="mod">
          <ac:chgData name="Nicole WU" userId="4cf90142-5117-41df-a92b-6216d87bdf3c" providerId="ADAL" clId="{7289C1A1-A679-6C4A-9129-8019E035ABD2}" dt="2023-10-27T09:52:11.637" v="1193" actId="20577"/>
          <ac:spMkLst>
            <pc:docMk/>
            <pc:sldMk cId="4272251624" sldId="400"/>
            <ac:spMk id="14" creationId="{E9B9FE49-2A1D-2C9E-99CD-1AAD4C95E1BB}"/>
          </ac:spMkLst>
        </pc:spChg>
        <pc:picChg chg="add del mod modCrop">
          <ac:chgData name="Nicole WU" userId="4cf90142-5117-41df-a92b-6216d87bdf3c" providerId="ADAL" clId="{7289C1A1-A679-6C4A-9129-8019E035ABD2}" dt="2023-10-27T10:34:46.355" v="1533" actId="478"/>
          <ac:picMkLst>
            <pc:docMk/>
            <pc:sldMk cId="4272251624" sldId="400"/>
            <ac:picMk id="3" creationId="{77FC0D1D-034A-AE51-2A90-FE555CC5EE96}"/>
          </ac:picMkLst>
        </pc:picChg>
        <pc:picChg chg="ord">
          <ac:chgData name="Nicole WU" userId="4cf90142-5117-41df-a92b-6216d87bdf3c" providerId="ADAL" clId="{7289C1A1-A679-6C4A-9129-8019E035ABD2}" dt="2023-10-27T10:34:54.066" v="1535" actId="26606"/>
          <ac:picMkLst>
            <pc:docMk/>
            <pc:sldMk cId="4272251624" sldId="400"/>
            <ac:picMk id="4" creationId="{7043CEEA-DFD5-78AB-FD60-97153E800CDC}"/>
          </ac:picMkLst>
        </pc:picChg>
        <pc:picChg chg="add mod">
          <ac:chgData name="Nicole WU" userId="4cf90142-5117-41df-a92b-6216d87bdf3c" providerId="ADAL" clId="{7289C1A1-A679-6C4A-9129-8019E035ABD2}" dt="2023-10-27T10:34:54.066" v="1535" actId="26606"/>
          <ac:picMkLst>
            <pc:docMk/>
            <pc:sldMk cId="4272251624" sldId="400"/>
            <ac:picMk id="6" creationId="{E4C1EB79-EEA1-E801-D38C-5625E39A010E}"/>
          </ac:picMkLst>
        </pc:picChg>
        <pc:picChg chg="del">
          <ac:chgData name="Nicole WU" userId="4cf90142-5117-41df-a92b-6216d87bdf3c" providerId="ADAL" clId="{7289C1A1-A679-6C4A-9129-8019E035ABD2}" dt="2023-10-27T09:52:12.471" v="1194" actId="478"/>
          <ac:picMkLst>
            <pc:docMk/>
            <pc:sldMk cId="4272251624" sldId="400"/>
            <ac:picMk id="9" creationId="{FA22DADC-10C4-CCDC-DBB4-4680AD0A784E}"/>
          </ac:picMkLst>
        </pc:picChg>
      </pc:sldChg>
      <pc:sldChg chg="addSp delSp modSp add mod">
        <pc:chgData name="Nicole WU" userId="4cf90142-5117-41df-a92b-6216d87bdf3c" providerId="ADAL" clId="{7289C1A1-A679-6C4A-9129-8019E035ABD2}" dt="2023-11-02T07:59:59.585" v="1657" actId="14100"/>
        <pc:sldMkLst>
          <pc:docMk/>
          <pc:sldMk cId="1857233208" sldId="401"/>
        </pc:sldMkLst>
        <pc:spChg chg="add del mod">
          <ac:chgData name="Nicole WU" userId="4cf90142-5117-41df-a92b-6216d87bdf3c" providerId="ADAL" clId="{7289C1A1-A679-6C4A-9129-8019E035ABD2}" dt="2023-10-27T10:25:29.791" v="1481" actId="767"/>
          <ac:spMkLst>
            <pc:docMk/>
            <pc:sldMk cId="1857233208" sldId="401"/>
            <ac:spMk id="2" creationId="{42D256F7-5046-8C6E-38D7-C65348A2D08E}"/>
          </ac:spMkLst>
        </pc:spChg>
        <pc:spChg chg="mod">
          <ac:chgData name="Nicole WU" userId="4cf90142-5117-41df-a92b-6216d87bdf3c" providerId="ADAL" clId="{7289C1A1-A679-6C4A-9129-8019E035ABD2}" dt="2023-10-27T10:30:43.511" v="1532" actId="26606"/>
          <ac:spMkLst>
            <pc:docMk/>
            <pc:sldMk cId="1857233208" sldId="401"/>
            <ac:spMk id="14" creationId="{E9B9FE49-2A1D-2C9E-99CD-1AAD4C95E1BB}"/>
          </ac:spMkLst>
        </pc:spChg>
        <pc:picChg chg="ord">
          <ac:chgData name="Nicole WU" userId="4cf90142-5117-41df-a92b-6216d87bdf3c" providerId="ADAL" clId="{7289C1A1-A679-6C4A-9129-8019E035ABD2}" dt="2023-10-27T10:30:43.511" v="1532" actId="26606"/>
          <ac:picMkLst>
            <pc:docMk/>
            <pc:sldMk cId="1857233208" sldId="401"/>
            <ac:picMk id="4" creationId="{7043CEEA-DFD5-78AB-FD60-97153E800CDC}"/>
          </ac:picMkLst>
        </pc:picChg>
        <pc:picChg chg="add mod">
          <ac:chgData name="Nicole WU" userId="4cf90142-5117-41df-a92b-6216d87bdf3c" providerId="ADAL" clId="{7289C1A1-A679-6C4A-9129-8019E035ABD2}" dt="2023-11-02T07:59:59.585" v="1657" actId="14100"/>
          <ac:picMkLst>
            <pc:docMk/>
            <pc:sldMk cId="1857233208" sldId="401"/>
            <ac:picMk id="5" creationId="{F7115F5B-EDA8-178B-57B7-CBCF3ACBD1EF}"/>
          </ac:picMkLst>
        </pc:picChg>
      </pc:sldChg>
      <pc:sldChg chg="modSp mod">
        <pc:chgData name="Nicole WU" userId="4cf90142-5117-41df-a92b-6216d87bdf3c" providerId="ADAL" clId="{7289C1A1-A679-6C4A-9129-8019E035ABD2}" dt="2023-11-01T12:30:50.264" v="1639" actId="12"/>
        <pc:sldMkLst>
          <pc:docMk/>
          <pc:sldMk cId="1661061112" sldId="403"/>
        </pc:sldMkLst>
        <pc:spChg chg="mod">
          <ac:chgData name="Nicole WU" userId="4cf90142-5117-41df-a92b-6216d87bdf3c" providerId="ADAL" clId="{7289C1A1-A679-6C4A-9129-8019E035ABD2}" dt="2023-11-01T12:30:50.264" v="1639" actId="12"/>
          <ac:spMkLst>
            <pc:docMk/>
            <pc:sldMk cId="1661061112" sldId="403"/>
            <ac:spMk id="3" creationId="{5F502638-203D-B2B7-27A3-1DE160F39D26}"/>
          </ac:spMkLst>
        </pc:spChg>
      </pc:sldChg>
      <pc:sldChg chg="modSp mod">
        <pc:chgData name="Nicole WU" userId="4cf90142-5117-41df-a92b-6216d87bdf3c" providerId="ADAL" clId="{7289C1A1-A679-6C4A-9129-8019E035ABD2}" dt="2023-11-01T12:33:28.309" v="1650" actId="122"/>
        <pc:sldMkLst>
          <pc:docMk/>
          <pc:sldMk cId="3197183718" sldId="406"/>
        </pc:sldMkLst>
        <pc:graphicFrameChg chg="modGraphic">
          <ac:chgData name="Nicole WU" userId="4cf90142-5117-41df-a92b-6216d87bdf3c" providerId="ADAL" clId="{7289C1A1-A679-6C4A-9129-8019E035ABD2}" dt="2023-11-01T12:33:28.309" v="1650" actId="122"/>
          <ac:graphicFrameMkLst>
            <pc:docMk/>
            <pc:sldMk cId="3197183718" sldId="406"/>
            <ac:graphicFrameMk id="5" creationId="{58754F2C-FFD2-D4CB-8F8D-3B182C4AC975}"/>
          </ac:graphicFrameMkLst>
        </pc:graphicFrameChg>
      </pc:sldChg>
      <pc:sldChg chg="addSp delSp modSp add mod modShow">
        <pc:chgData name="Nicole WU" userId="4cf90142-5117-41df-a92b-6216d87bdf3c" providerId="ADAL" clId="{7289C1A1-A679-6C4A-9129-8019E035ABD2}" dt="2023-11-15T12:06:39.953" v="1865" actId="14100"/>
        <pc:sldMkLst>
          <pc:docMk/>
          <pc:sldMk cId="1271164445" sldId="415"/>
        </pc:sldMkLst>
        <pc:spChg chg="add del mod">
          <ac:chgData name="Nicole WU" userId="4cf90142-5117-41df-a92b-6216d87bdf3c" providerId="ADAL" clId="{7289C1A1-A679-6C4A-9129-8019E035ABD2}" dt="2023-11-15T11:56:38.355" v="1798" actId="478"/>
          <ac:spMkLst>
            <pc:docMk/>
            <pc:sldMk cId="1271164445" sldId="415"/>
            <ac:spMk id="2" creationId="{A2F62866-58A8-6E16-93DF-594BE471A2CE}"/>
          </ac:spMkLst>
        </pc:spChg>
        <pc:spChg chg="add del mod">
          <ac:chgData name="Nicole WU" userId="4cf90142-5117-41df-a92b-6216d87bdf3c" providerId="ADAL" clId="{7289C1A1-A679-6C4A-9129-8019E035ABD2}" dt="2023-11-15T11:56:36.986" v="1797" actId="478"/>
          <ac:spMkLst>
            <pc:docMk/>
            <pc:sldMk cId="1271164445" sldId="415"/>
            <ac:spMk id="3" creationId="{F7DFE240-3B4F-315D-1BD7-6C2B3C89A423}"/>
          </ac:spMkLst>
        </pc:spChg>
        <pc:spChg chg="mod">
          <ac:chgData name="Nicole WU" userId="4cf90142-5117-41df-a92b-6216d87bdf3c" providerId="ADAL" clId="{7289C1A1-A679-6C4A-9129-8019E035ABD2}" dt="2023-11-15T11:59:03.966" v="1803" actId="255"/>
          <ac:spMkLst>
            <pc:docMk/>
            <pc:sldMk cId="1271164445" sldId="415"/>
            <ac:spMk id="5" creationId="{737C9D44-A49D-A9B0-795F-4A69F518F8D7}"/>
          </ac:spMkLst>
        </pc:spChg>
        <pc:spChg chg="mod">
          <ac:chgData name="Nicole WU" userId="4cf90142-5117-41df-a92b-6216d87bdf3c" providerId="ADAL" clId="{7289C1A1-A679-6C4A-9129-8019E035ABD2}" dt="2023-11-15T11:59:03.966" v="1803" actId="255"/>
          <ac:spMkLst>
            <pc:docMk/>
            <pc:sldMk cId="1271164445" sldId="415"/>
            <ac:spMk id="6" creationId="{0CD8D586-DCEA-38DE-9DB9-53AF960C8548}"/>
          </ac:spMkLst>
        </pc:spChg>
        <pc:spChg chg="del mod">
          <ac:chgData name="Nicole WU" userId="4cf90142-5117-41df-a92b-6216d87bdf3c" providerId="ADAL" clId="{7289C1A1-A679-6C4A-9129-8019E035ABD2}" dt="2023-11-15T11:56:40.829" v="1799" actId="478"/>
          <ac:spMkLst>
            <pc:docMk/>
            <pc:sldMk cId="1271164445" sldId="415"/>
            <ac:spMk id="7" creationId="{C9D67147-F6F9-8246-46BF-A546369123B0}"/>
          </ac:spMkLst>
        </pc:spChg>
        <pc:spChg chg="del mod">
          <ac:chgData name="Nicole WU" userId="4cf90142-5117-41df-a92b-6216d87bdf3c" providerId="ADAL" clId="{7289C1A1-A679-6C4A-9129-8019E035ABD2}" dt="2023-11-15T11:53:37.218" v="1776" actId="478"/>
          <ac:spMkLst>
            <pc:docMk/>
            <pc:sldMk cId="1271164445" sldId="415"/>
            <ac:spMk id="8" creationId="{01639503-92DC-9FDC-804E-11FB2906CC55}"/>
          </ac:spMkLst>
        </pc:spChg>
        <pc:spChg chg="mod">
          <ac:chgData name="Nicole WU" userId="4cf90142-5117-41df-a92b-6216d87bdf3c" providerId="ADAL" clId="{7289C1A1-A679-6C4A-9129-8019E035ABD2}" dt="2023-11-15T11:59:03.966" v="1803" actId="255"/>
          <ac:spMkLst>
            <pc:docMk/>
            <pc:sldMk cId="1271164445" sldId="415"/>
            <ac:spMk id="9" creationId="{B39131E2-1680-C040-BB2E-EFF3EF8DCA79}"/>
          </ac:spMkLst>
        </pc:spChg>
        <pc:spChg chg="del mod">
          <ac:chgData name="Nicole WU" userId="4cf90142-5117-41df-a92b-6216d87bdf3c" providerId="ADAL" clId="{7289C1A1-A679-6C4A-9129-8019E035ABD2}" dt="2023-11-15T11:53:40.398" v="1779" actId="478"/>
          <ac:spMkLst>
            <pc:docMk/>
            <pc:sldMk cId="1271164445" sldId="415"/>
            <ac:spMk id="10" creationId="{0BF28807-709E-8AAD-95D9-B098D2B1A2B1}"/>
          </ac:spMkLst>
        </pc:spChg>
        <pc:spChg chg="mod">
          <ac:chgData name="Nicole WU" userId="4cf90142-5117-41df-a92b-6216d87bdf3c" providerId="ADAL" clId="{7289C1A1-A679-6C4A-9129-8019E035ABD2}" dt="2023-11-15T11:59:03.966" v="1803" actId="255"/>
          <ac:spMkLst>
            <pc:docMk/>
            <pc:sldMk cId="1271164445" sldId="415"/>
            <ac:spMk id="11" creationId="{7CBD16F1-1AF8-5DB8-D035-4491C52E0BBD}"/>
          </ac:spMkLst>
        </pc:spChg>
        <pc:spChg chg="mod">
          <ac:chgData name="Nicole WU" userId="4cf90142-5117-41df-a92b-6216d87bdf3c" providerId="ADAL" clId="{7289C1A1-A679-6C4A-9129-8019E035ABD2}" dt="2023-11-15T11:59:03.966" v="1803" actId="255"/>
          <ac:spMkLst>
            <pc:docMk/>
            <pc:sldMk cId="1271164445" sldId="415"/>
            <ac:spMk id="12" creationId="{E6FB7428-94C4-A6D9-386D-79FA8AE624B9}"/>
          </ac:spMkLst>
        </pc:spChg>
        <pc:spChg chg="del mod">
          <ac:chgData name="Nicole WU" userId="4cf90142-5117-41df-a92b-6216d87bdf3c" providerId="ADAL" clId="{7289C1A1-A679-6C4A-9129-8019E035ABD2}" dt="2023-11-15T11:53:42.357" v="1780" actId="478"/>
          <ac:spMkLst>
            <pc:docMk/>
            <pc:sldMk cId="1271164445" sldId="415"/>
            <ac:spMk id="13" creationId="{24258C1D-FB17-2F73-BB32-6F812F230275}"/>
          </ac:spMkLst>
        </pc:spChg>
        <pc:spChg chg="del mod">
          <ac:chgData name="Nicole WU" userId="4cf90142-5117-41df-a92b-6216d87bdf3c" providerId="ADAL" clId="{7289C1A1-A679-6C4A-9129-8019E035ABD2}" dt="2023-11-15T11:52:06.560" v="1757" actId="478"/>
          <ac:spMkLst>
            <pc:docMk/>
            <pc:sldMk cId="1271164445" sldId="415"/>
            <ac:spMk id="14" creationId="{F8526570-F905-CD9B-1DE6-A402E855E769}"/>
          </ac:spMkLst>
        </pc:spChg>
        <pc:spChg chg="del mod">
          <ac:chgData name="Nicole WU" userId="4cf90142-5117-41df-a92b-6216d87bdf3c" providerId="ADAL" clId="{7289C1A1-A679-6C4A-9129-8019E035ABD2}" dt="2023-11-15T11:52:11.369" v="1760" actId="478"/>
          <ac:spMkLst>
            <pc:docMk/>
            <pc:sldMk cId="1271164445" sldId="415"/>
            <ac:spMk id="15" creationId="{614394D9-E434-778B-7473-0A6541FB4AEB}"/>
          </ac:spMkLst>
        </pc:spChg>
        <pc:spChg chg="del mod">
          <ac:chgData name="Nicole WU" userId="4cf90142-5117-41df-a92b-6216d87bdf3c" providerId="ADAL" clId="{7289C1A1-A679-6C4A-9129-8019E035ABD2}" dt="2023-11-15T11:52:03.292" v="1756" actId="478"/>
          <ac:spMkLst>
            <pc:docMk/>
            <pc:sldMk cId="1271164445" sldId="415"/>
            <ac:spMk id="16" creationId="{3B004D5D-C036-CE5B-9E0D-EBA11EA6250D}"/>
          </ac:spMkLst>
        </pc:spChg>
        <pc:spChg chg="del">
          <ac:chgData name="Nicole WU" userId="4cf90142-5117-41df-a92b-6216d87bdf3c" providerId="ADAL" clId="{7289C1A1-A679-6C4A-9129-8019E035ABD2}" dt="2023-11-15T11:52:18.087" v="1762" actId="478"/>
          <ac:spMkLst>
            <pc:docMk/>
            <pc:sldMk cId="1271164445" sldId="415"/>
            <ac:spMk id="17" creationId="{D11FAE89-4AB7-D485-D8A2-0FA22C96BC99}"/>
          </ac:spMkLst>
        </pc:spChg>
        <pc:spChg chg="del">
          <ac:chgData name="Nicole WU" userId="4cf90142-5117-41df-a92b-6216d87bdf3c" providerId="ADAL" clId="{7289C1A1-A679-6C4A-9129-8019E035ABD2}" dt="2023-11-15T11:52:14.732" v="1761" actId="478"/>
          <ac:spMkLst>
            <pc:docMk/>
            <pc:sldMk cId="1271164445" sldId="415"/>
            <ac:spMk id="20" creationId="{97F46167-A644-7B36-5C95-F3E89E13529B}"/>
          </ac:spMkLst>
        </pc:spChg>
        <pc:spChg chg="mod">
          <ac:chgData name="Nicole WU" userId="4cf90142-5117-41df-a92b-6216d87bdf3c" providerId="ADAL" clId="{7289C1A1-A679-6C4A-9129-8019E035ABD2}" dt="2023-11-15T12:03:56.313" v="1844" actId="14100"/>
          <ac:spMkLst>
            <pc:docMk/>
            <pc:sldMk cId="1271164445" sldId="415"/>
            <ac:spMk id="21" creationId="{B3B76EB0-5246-0D8C-ABA4-2CFB6587BAA7}"/>
          </ac:spMkLst>
        </pc:spChg>
        <pc:spChg chg="mod">
          <ac:chgData name="Nicole WU" userId="4cf90142-5117-41df-a92b-6216d87bdf3c" providerId="ADAL" clId="{7289C1A1-A679-6C4A-9129-8019E035ABD2}" dt="2023-11-15T12:04:03.813" v="1847" actId="14100"/>
          <ac:spMkLst>
            <pc:docMk/>
            <pc:sldMk cId="1271164445" sldId="415"/>
            <ac:spMk id="22" creationId="{1306DAD5-74B8-1B39-3114-55DE3DFA1D97}"/>
          </ac:spMkLst>
        </pc:spChg>
        <pc:spChg chg="del mod">
          <ac:chgData name="Nicole WU" userId="4cf90142-5117-41df-a92b-6216d87bdf3c" providerId="ADAL" clId="{7289C1A1-A679-6C4A-9129-8019E035ABD2}" dt="2023-11-15T11:55:53.072" v="1796" actId="478"/>
          <ac:spMkLst>
            <pc:docMk/>
            <pc:sldMk cId="1271164445" sldId="415"/>
            <ac:spMk id="23" creationId="{030490AA-BF51-D621-7570-655692D165E4}"/>
          </ac:spMkLst>
        </pc:spChg>
        <pc:spChg chg="add mod">
          <ac:chgData name="Nicole WU" userId="4cf90142-5117-41df-a92b-6216d87bdf3c" providerId="ADAL" clId="{7289C1A1-A679-6C4A-9129-8019E035ABD2}" dt="2023-11-15T12:00:03.595" v="1811" actId="1076"/>
          <ac:spMkLst>
            <pc:docMk/>
            <pc:sldMk cId="1271164445" sldId="415"/>
            <ac:spMk id="26" creationId="{1553BE82-0C66-4473-1EAB-5F18DAD5AE8B}"/>
          </ac:spMkLst>
        </pc:spChg>
        <pc:spChg chg="add mod">
          <ac:chgData name="Nicole WU" userId="4cf90142-5117-41df-a92b-6216d87bdf3c" providerId="ADAL" clId="{7289C1A1-A679-6C4A-9129-8019E035ABD2}" dt="2023-11-15T12:00:13.482" v="1814" actId="1076"/>
          <ac:spMkLst>
            <pc:docMk/>
            <pc:sldMk cId="1271164445" sldId="415"/>
            <ac:spMk id="27" creationId="{AAEB4F83-3604-40F3-ADB4-CBC8F32F3FBF}"/>
          </ac:spMkLst>
        </pc:spChg>
        <pc:spChg chg="add mod">
          <ac:chgData name="Nicole WU" userId="4cf90142-5117-41df-a92b-6216d87bdf3c" providerId="ADAL" clId="{7289C1A1-A679-6C4A-9129-8019E035ABD2}" dt="2023-11-15T12:00:17.161" v="1816" actId="1076"/>
          <ac:spMkLst>
            <pc:docMk/>
            <pc:sldMk cId="1271164445" sldId="415"/>
            <ac:spMk id="28" creationId="{0FD8F560-BCAF-1BAD-1264-691D4D83ABC3}"/>
          </ac:spMkLst>
        </pc:spChg>
        <pc:spChg chg="add mod">
          <ac:chgData name="Nicole WU" userId="4cf90142-5117-41df-a92b-6216d87bdf3c" providerId="ADAL" clId="{7289C1A1-A679-6C4A-9129-8019E035ABD2}" dt="2023-11-15T12:00:23.400" v="1819" actId="1076"/>
          <ac:spMkLst>
            <pc:docMk/>
            <pc:sldMk cId="1271164445" sldId="415"/>
            <ac:spMk id="29" creationId="{4741B068-03D8-7C75-F516-792B47D5BC62}"/>
          </ac:spMkLst>
        </pc:spChg>
        <pc:spChg chg="add del">
          <ac:chgData name="Nicole WU" userId="4cf90142-5117-41df-a92b-6216d87bdf3c" providerId="ADAL" clId="{7289C1A1-A679-6C4A-9129-8019E035ABD2}" dt="2023-11-15T12:01:06.638" v="1821" actId="11529"/>
          <ac:spMkLst>
            <pc:docMk/>
            <pc:sldMk cId="1271164445" sldId="415"/>
            <ac:spMk id="30" creationId="{331CAA30-63C3-0417-470B-A763984A344C}"/>
          </ac:spMkLst>
        </pc:spChg>
        <pc:spChg chg="add del">
          <ac:chgData name="Nicole WU" userId="4cf90142-5117-41df-a92b-6216d87bdf3c" providerId="ADAL" clId="{7289C1A1-A679-6C4A-9129-8019E035ABD2}" dt="2023-11-15T12:01:36.023" v="1823" actId="478"/>
          <ac:spMkLst>
            <pc:docMk/>
            <pc:sldMk cId="1271164445" sldId="415"/>
            <ac:spMk id="31" creationId="{33BA1BD1-166A-E52F-E547-EF0AB6C0E325}"/>
          </ac:spMkLst>
        </pc:spChg>
        <pc:spChg chg="add del mod">
          <ac:chgData name="Nicole WU" userId="4cf90142-5117-41df-a92b-6216d87bdf3c" providerId="ADAL" clId="{7289C1A1-A679-6C4A-9129-8019E035ABD2}" dt="2023-11-15T12:02:38.066" v="1827" actId="478"/>
          <ac:spMkLst>
            <pc:docMk/>
            <pc:sldMk cId="1271164445" sldId="415"/>
            <ac:spMk id="32" creationId="{BCBCCEA7-0CA7-2D58-A4F2-74BBE188346F}"/>
          </ac:spMkLst>
        </pc:spChg>
        <pc:spChg chg="add del mod">
          <ac:chgData name="Nicole WU" userId="4cf90142-5117-41df-a92b-6216d87bdf3c" providerId="ADAL" clId="{7289C1A1-A679-6C4A-9129-8019E035ABD2}" dt="2023-11-15T12:04:56.581" v="1862" actId="478"/>
          <ac:spMkLst>
            <pc:docMk/>
            <pc:sldMk cId="1271164445" sldId="415"/>
            <ac:spMk id="33" creationId="{F4BBDC62-2012-1A87-0112-E962B8BF2855}"/>
          </ac:spMkLst>
        </pc:spChg>
        <pc:spChg chg="add mod">
          <ac:chgData name="Nicole WU" userId="4cf90142-5117-41df-a92b-6216d87bdf3c" providerId="ADAL" clId="{7289C1A1-A679-6C4A-9129-8019E035ABD2}" dt="2023-11-15T12:06:29.640" v="1864" actId="14100"/>
          <ac:spMkLst>
            <pc:docMk/>
            <pc:sldMk cId="1271164445" sldId="415"/>
            <ac:spMk id="34" creationId="{1B3FED5A-0B56-8F6F-8CBE-18BD75052816}"/>
          </ac:spMkLst>
        </pc:spChg>
        <pc:spChg chg="add mod">
          <ac:chgData name="Nicole WU" userId="4cf90142-5117-41df-a92b-6216d87bdf3c" providerId="ADAL" clId="{7289C1A1-A679-6C4A-9129-8019E035ABD2}" dt="2023-11-15T12:06:39.953" v="1865" actId="14100"/>
          <ac:spMkLst>
            <pc:docMk/>
            <pc:sldMk cId="1271164445" sldId="415"/>
            <ac:spMk id="35" creationId="{D2BBCC4B-6D45-BB2D-4C11-2A94FBF84B57}"/>
          </ac:spMkLst>
        </pc:spChg>
        <pc:grpChg chg="mod">
          <ac:chgData name="Nicole WU" userId="4cf90142-5117-41df-a92b-6216d87bdf3c" providerId="ADAL" clId="{7289C1A1-A679-6C4A-9129-8019E035ABD2}" dt="2023-11-15T11:54:22.481" v="1791" actId="465"/>
          <ac:grpSpMkLst>
            <pc:docMk/>
            <pc:sldMk cId="1271164445" sldId="415"/>
            <ac:grpSpMk id="4" creationId="{404921BA-4A3F-FBE5-1A2D-3C31295DC19E}"/>
          </ac:grpSpMkLst>
        </pc:grpChg>
        <pc:grpChg chg="del">
          <ac:chgData name="Nicole WU" userId="4cf90142-5117-41df-a92b-6216d87bdf3c" providerId="ADAL" clId="{7289C1A1-A679-6C4A-9129-8019E035ABD2}" dt="2023-11-15T11:52:14.732" v="1761" actId="478"/>
          <ac:grpSpMkLst>
            <pc:docMk/>
            <pc:sldMk cId="1271164445" sldId="415"/>
            <ac:grpSpMk id="18" creationId="{D473FE96-34B6-643C-35D6-74804ABCE7CB}"/>
          </ac:grpSpMkLst>
        </pc:grpChg>
        <pc:grpChg chg="mod">
          <ac:chgData name="Nicole WU" userId="4cf90142-5117-41df-a92b-6216d87bdf3c" providerId="ADAL" clId="{7289C1A1-A679-6C4A-9129-8019E035ABD2}" dt="2023-11-15T11:54:22.481" v="1791" actId="465"/>
          <ac:grpSpMkLst>
            <pc:docMk/>
            <pc:sldMk cId="1271164445" sldId="415"/>
            <ac:grpSpMk id="19" creationId="{FD19CA78-1B62-5A7F-4DA9-455266F686F8}"/>
          </ac:grpSpMkLst>
        </pc:grpChg>
        <pc:grpChg chg="add del mod">
          <ac:chgData name="Nicole WU" userId="4cf90142-5117-41df-a92b-6216d87bdf3c" providerId="ADAL" clId="{7289C1A1-A679-6C4A-9129-8019E035ABD2}" dt="2023-11-15T11:59:08.702" v="1804" actId="1076"/>
          <ac:grpSpMkLst>
            <pc:docMk/>
            <pc:sldMk cId="1271164445" sldId="415"/>
            <ac:grpSpMk id="24" creationId="{2EF35892-2378-D494-50FA-77FAF1AE8F71}"/>
          </ac:grpSpMkLst>
        </pc:grpChg>
        <pc:grpChg chg="add mod">
          <ac:chgData name="Nicole WU" userId="4cf90142-5117-41df-a92b-6216d87bdf3c" providerId="ADAL" clId="{7289C1A1-A679-6C4A-9129-8019E035ABD2}" dt="2023-11-15T12:04:46.402" v="1859" actId="1076"/>
          <ac:grpSpMkLst>
            <pc:docMk/>
            <pc:sldMk cId="1271164445" sldId="415"/>
            <ac:grpSpMk id="36" creationId="{F9E60DCB-22BA-929A-8911-F38DE66F88FE}"/>
          </ac:grpSpMkLst>
        </pc:grpChg>
      </pc:sldChg>
      <pc:sldMasterChg chg="modSldLayout">
        <pc:chgData name="Nicole WU" userId="4cf90142-5117-41df-a92b-6216d87bdf3c" providerId="ADAL" clId="{7289C1A1-A679-6C4A-9129-8019E035ABD2}" dt="2023-10-27T07:45:49.767" v="113"/>
        <pc:sldMasterMkLst>
          <pc:docMk/>
          <pc:sldMasterMk cId="2559527376" sldId="2147483677"/>
        </pc:sldMasterMkLst>
        <pc:sldLayoutChg chg="addSp delSp">
          <pc:chgData name="Nicole WU" userId="4cf90142-5117-41df-a92b-6216d87bdf3c" providerId="ADAL" clId="{7289C1A1-A679-6C4A-9129-8019E035ABD2}" dt="2023-10-27T07:45:49.767" v="113"/>
          <pc:sldLayoutMkLst>
            <pc:docMk/>
            <pc:sldMasterMk cId="2559527376" sldId="2147483677"/>
            <pc:sldLayoutMk cId="4274217268" sldId="2147483695"/>
          </pc:sldLayoutMkLst>
          <pc:picChg chg="add del">
            <ac:chgData name="Nicole WU" userId="4cf90142-5117-41df-a92b-6216d87bdf3c" providerId="ADAL" clId="{7289C1A1-A679-6C4A-9129-8019E035ABD2}" dt="2023-10-27T07:45:49.767" v="113"/>
            <ac:picMkLst>
              <pc:docMk/>
              <pc:sldMasterMk cId="2559527376" sldId="2147483677"/>
              <pc:sldLayoutMk cId="4274217268" sldId="2147483695"/>
              <ac:picMk id="7" creationId="{00000000-0000-0000-0000-000000000000}"/>
            </ac:picMkLst>
          </pc:picChg>
        </pc:sldLayoutChg>
      </pc:sldMasterChg>
    </pc:docChg>
  </pc:docChgLst>
  <pc:docChgLst>
    <pc:chgData name="Alirah WEYORI" userId="1c7cbaa8-91f0-4806-8632-e4be5028c1b4" providerId="ADAL" clId="{4234EAD0-1A6B-4D4D-B284-5951B9AE36A9}"/>
    <pc:docChg chg="undo redo custSel addSld delSld modSld sldOrd modSection">
      <pc:chgData name="Alirah WEYORI" userId="1c7cbaa8-91f0-4806-8632-e4be5028c1b4" providerId="ADAL" clId="{4234EAD0-1A6B-4D4D-B284-5951B9AE36A9}" dt="2024-01-16T13:36:20.309" v="9883" actId="120"/>
      <pc:docMkLst>
        <pc:docMk/>
      </pc:docMkLst>
      <pc:sldChg chg="modSp mod">
        <pc:chgData name="Alirah WEYORI" userId="1c7cbaa8-91f0-4806-8632-e4be5028c1b4" providerId="ADAL" clId="{4234EAD0-1A6B-4D4D-B284-5951B9AE36A9}" dt="2023-11-22T11:16:50.040" v="8635" actId="1076"/>
        <pc:sldMkLst>
          <pc:docMk/>
          <pc:sldMk cId="3545166311" sldId="283"/>
        </pc:sldMkLst>
        <pc:spChg chg="mod">
          <ac:chgData name="Alirah WEYORI" userId="1c7cbaa8-91f0-4806-8632-e4be5028c1b4" providerId="ADAL" clId="{4234EAD0-1A6B-4D4D-B284-5951B9AE36A9}" dt="2023-11-01T17:14:21.912" v="6124" actId="1036"/>
          <ac:spMkLst>
            <pc:docMk/>
            <pc:sldMk cId="3545166311" sldId="283"/>
            <ac:spMk id="2" creationId="{00000000-0000-0000-0000-000000000000}"/>
          </ac:spMkLst>
        </pc:spChg>
        <pc:spChg chg="mod">
          <ac:chgData name="Alirah WEYORI" userId="1c7cbaa8-91f0-4806-8632-e4be5028c1b4" providerId="ADAL" clId="{4234EAD0-1A6B-4D4D-B284-5951B9AE36A9}" dt="2023-11-22T11:16:50.040" v="8635" actId="1076"/>
          <ac:spMkLst>
            <pc:docMk/>
            <pc:sldMk cId="3545166311" sldId="283"/>
            <ac:spMk id="3" creationId="{00000000-0000-0000-0000-000000000000}"/>
          </ac:spMkLst>
        </pc:spChg>
        <pc:spChg chg="mod">
          <ac:chgData name="Alirah WEYORI" userId="1c7cbaa8-91f0-4806-8632-e4be5028c1b4" providerId="ADAL" clId="{4234EAD0-1A6B-4D4D-B284-5951B9AE36A9}" dt="2023-11-02T14:10:33.057" v="8098" actId="1035"/>
          <ac:spMkLst>
            <pc:docMk/>
            <pc:sldMk cId="3545166311" sldId="283"/>
            <ac:spMk id="6" creationId="{53CD270A-9458-E7A9-9B9B-7F70A19E11F1}"/>
          </ac:spMkLst>
        </pc:spChg>
      </pc:sldChg>
      <pc:sldChg chg="modSp mod">
        <pc:chgData name="Alirah WEYORI" userId="1c7cbaa8-91f0-4806-8632-e4be5028c1b4" providerId="ADAL" clId="{4234EAD0-1A6B-4D4D-B284-5951B9AE36A9}" dt="2023-11-22T11:26:03.517" v="9241" actId="1076"/>
        <pc:sldMkLst>
          <pc:docMk/>
          <pc:sldMk cId="2571662685" sldId="296"/>
        </pc:sldMkLst>
        <pc:spChg chg="mod">
          <ac:chgData name="Alirah WEYORI" userId="1c7cbaa8-91f0-4806-8632-e4be5028c1b4" providerId="ADAL" clId="{4234EAD0-1A6B-4D4D-B284-5951B9AE36A9}" dt="2023-11-22T11:17:45.449" v="8699" actId="5793"/>
          <ac:spMkLst>
            <pc:docMk/>
            <pc:sldMk cId="2571662685" sldId="296"/>
            <ac:spMk id="2" creationId="{7F999FF3-0E37-AD51-18F7-3D20C12981BD}"/>
          </ac:spMkLst>
        </pc:spChg>
        <pc:spChg chg="mod">
          <ac:chgData name="Alirah WEYORI" userId="1c7cbaa8-91f0-4806-8632-e4be5028c1b4" providerId="ADAL" clId="{4234EAD0-1A6B-4D4D-B284-5951B9AE36A9}" dt="2023-11-22T11:26:03.517" v="9241" actId="1076"/>
          <ac:spMkLst>
            <pc:docMk/>
            <pc:sldMk cId="2571662685" sldId="296"/>
            <ac:spMk id="3" creationId="{63505D0D-7CB2-2242-BE0E-B72CE5E5E8F7}"/>
          </ac:spMkLst>
        </pc:spChg>
      </pc:sldChg>
      <pc:sldChg chg="addSp delSp modSp mod ord modAnim">
        <pc:chgData name="Alirah WEYORI" userId="1c7cbaa8-91f0-4806-8632-e4be5028c1b4" providerId="ADAL" clId="{4234EAD0-1A6B-4D4D-B284-5951B9AE36A9}" dt="2023-11-02T14:55:08.165" v="8265" actId="1035"/>
        <pc:sldMkLst>
          <pc:docMk/>
          <pc:sldMk cId="475964468" sldId="310"/>
        </pc:sldMkLst>
        <pc:spChg chg="mod">
          <ac:chgData name="Alirah WEYORI" userId="1c7cbaa8-91f0-4806-8632-e4be5028c1b4" providerId="ADAL" clId="{4234EAD0-1A6B-4D4D-B284-5951B9AE36A9}" dt="2023-11-02T11:55:42.511" v="7723" actId="1076"/>
          <ac:spMkLst>
            <pc:docMk/>
            <pc:sldMk cId="475964468" sldId="310"/>
            <ac:spMk id="4" creationId="{75A77ED1-5BEC-95BD-E876-FF96B3716765}"/>
          </ac:spMkLst>
        </pc:spChg>
        <pc:spChg chg="add mod">
          <ac:chgData name="Alirah WEYORI" userId="1c7cbaa8-91f0-4806-8632-e4be5028c1b4" providerId="ADAL" clId="{4234EAD0-1A6B-4D4D-B284-5951B9AE36A9}" dt="2023-11-01T17:07:53.277" v="6059" actId="208"/>
          <ac:spMkLst>
            <pc:docMk/>
            <pc:sldMk cId="475964468" sldId="310"/>
            <ac:spMk id="8" creationId="{F6408080-6780-95D1-DE2E-434D7DF66BC7}"/>
          </ac:spMkLst>
        </pc:spChg>
        <pc:spChg chg="add mod">
          <ac:chgData name="Alirah WEYORI" userId="1c7cbaa8-91f0-4806-8632-e4be5028c1b4" providerId="ADAL" clId="{4234EAD0-1A6B-4D4D-B284-5951B9AE36A9}" dt="2023-11-02T14:16:55.963" v="8251" actId="1035"/>
          <ac:spMkLst>
            <pc:docMk/>
            <pc:sldMk cId="475964468" sldId="310"/>
            <ac:spMk id="10" creationId="{3518D382-AA17-0FB3-A266-C2A593AE5492}"/>
          </ac:spMkLst>
        </pc:spChg>
        <pc:spChg chg="add mod">
          <ac:chgData name="Alirah WEYORI" userId="1c7cbaa8-91f0-4806-8632-e4be5028c1b4" providerId="ADAL" clId="{4234EAD0-1A6B-4D4D-B284-5951B9AE36A9}" dt="2023-11-01T16:00:42.724" v="5472" actId="1076"/>
          <ac:spMkLst>
            <pc:docMk/>
            <pc:sldMk cId="475964468" sldId="310"/>
            <ac:spMk id="11" creationId="{7500551A-C85F-30FE-D328-A51322C72D50}"/>
          </ac:spMkLst>
        </pc:spChg>
        <pc:spChg chg="add mod">
          <ac:chgData name="Alirah WEYORI" userId="1c7cbaa8-91f0-4806-8632-e4be5028c1b4" providerId="ADAL" clId="{4234EAD0-1A6B-4D4D-B284-5951B9AE36A9}" dt="2023-11-02T14:55:08.165" v="8265" actId="1035"/>
          <ac:spMkLst>
            <pc:docMk/>
            <pc:sldMk cId="475964468" sldId="310"/>
            <ac:spMk id="16" creationId="{DE215E3B-A317-2B96-8370-007D27E127CC}"/>
          </ac:spMkLst>
        </pc:spChg>
        <pc:spChg chg="del">
          <ac:chgData name="Alirah WEYORI" userId="1c7cbaa8-91f0-4806-8632-e4be5028c1b4" providerId="ADAL" clId="{4234EAD0-1A6B-4D4D-B284-5951B9AE36A9}" dt="2023-11-01T08:50:17.715" v="4430" actId="478"/>
          <ac:spMkLst>
            <pc:docMk/>
            <pc:sldMk cId="475964468" sldId="310"/>
            <ac:spMk id="34" creationId="{CC10B166-C624-C74D-55EB-337080D15D3D}"/>
          </ac:spMkLst>
        </pc:spChg>
        <pc:spChg chg="del">
          <ac:chgData name="Alirah WEYORI" userId="1c7cbaa8-91f0-4806-8632-e4be5028c1b4" providerId="ADAL" clId="{4234EAD0-1A6B-4D4D-B284-5951B9AE36A9}" dt="2023-11-01T08:50:21.955" v="4431" actId="478"/>
          <ac:spMkLst>
            <pc:docMk/>
            <pc:sldMk cId="475964468" sldId="310"/>
            <ac:spMk id="35" creationId="{B97E7E15-B4A1-E60F-1DC3-8A4905028DD8}"/>
          </ac:spMkLst>
        </pc:spChg>
        <pc:grpChg chg="del">
          <ac:chgData name="Alirah WEYORI" userId="1c7cbaa8-91f0-4806-8632-e4be5028c1b4" providerId="ADAL" clId="{4234EAD0-1A6B-4D4D-B284-5951B9AE36A9}" dt="2023-11-01T08:50:15.223" v="4429" actId="478"/>
          <ac:grpSpMkLst>
            <pc:docMk/>
            <pc:sldMk cId="475964468" sldId="310"/>
            <ac:grpSpMk id="33" creationId="{2C2DF42A-ABC6-49D7-6506-2A399396AF3F}"/>
          </ac:grpSpMkLst>
        </pc:grpChg>
        <pc:cxnChg chg="mod">
          <ac:chgData name="Alirah WEYORI" userId="1c7cbaa8-91f0-4806-8632-e4be5028c1b4" providerId="ADAL" clId="{4234EAD0-1A6B-4D4D-B284-5951B9AE36A9}" dt="2023-11-01T08:50:15.223" v="4429" actId="478"/>
          <ac:cxnSpMkLst>
            <pc:docMk/>
            <pc:sldMk cId="475964468" sldId="310"/>
            <ac:cxnSpMk id="20" creationId="{4BD0F997-4148-528C-D6B2-9C613B3C7706}"/>
          </ac:cxnSpMkLst>
        </pc:cxnChg>
        <pc:cxnChg chg="mod">
          <ac:chgData name="Alirah WEYORI" userId="1c7cbaa8-91f0-4806-8632-e4be5028c1b4" providerId="ADAL" clId="{4234EAD0-1A6B-4D4D-B284-5951B9AE36A9}" dt="2023-11-01T08:50:15.223" v="4429" actId="478"/>
          <ac:cxnSpMkLst>
            <pc:docMk/>
            <pc:sldMk cId="475964468" sldId="310"/>
            <ac:cxnSpMk id="58" creationId="{B60F1896-1466-4105-B802-82071799A00B}"/>
          </ac:cxnSpMkLst>
        </pc:cxnChg>
      </pc:sldChg>
      <pc:sldChg chg="modSp mod modNotesTx">
        <pc:chgData name="Alirah WEYORI" userId="1c7cbaa8-91f0-4806-8632-e4be5028c1b4" providerId="ADAL" clId="{4234EAD0-1A6B-4D4D-B284-5951B9AE36A9}" dt="2023-11-02T14:14:32.011" v="8226" actId="20577"/>
        <pc:sldMkLst>
          <pc:docMk/>
          <pc:sldMk cId="2986976553" sldId="311"/>
        </pc:sldMkLst>
        <pc:spChg chg="mod">
          <ac:chgData name="Alirah WEYORI" userId="1c7cbaa8-91f0-4806-8632-e4be5028c1b4" providerId="ADAL" clId="{4234EAD0-1A6B-4D4D-B284-5951B9AE36A9}" dt="2023-11-02T14:11:26.676" v="8109" actId="1035"/>
          <ac:spMkLst>
            <pc:docMk/>
            <pc:sldMk cId="2986976553" sldId="311"/>
            <ac:spMk id="6" creationId="{C77D6C2F-AC0C-CDE5-6C26-DEC4BD426D97}"/>
          </ac:spMkLst>
        </pc:spChg>
        <pc:picChg chg="mod">
          <ac:chgData name="Alirah WEYORI" userId="1c7cbaa8-91f0-4806-8632-e4be5028c1b4" providerId="ADAL" clId="{4234EAD0-1A6B-4D4D-B284-5951B9AE36A9}" dt="2023-11-02T14:11:37.165" v="8121" actId="1037"/>
          <ac:picMkLst>
            <pc:docMk/>
            <pc:sldMk cId="2986976553" sldId="311"/>
            <ac:picMk id="8" creationId="{9F548F5E-1645-A988-92FC-24A524438847}"/>
          </ac:picMkLst>
        </pc:picChg>
      </pc:sldChg>
      <pc:sldChg chg="addSp modSp mod modAnim">
        <pc:chgData name="Alirah WEYORI" userId="1c7cbaa8-91f0-4806-8632-e4be5028c1b4" providerId="ADAL" clId="{4234EAD0-1A6B-4D4D-B284-5951B9AE36A9}" dt="2023-11-02T11:59:25.343" v="7847"/>
        <pc:sldMkLst>
          <pc:docMk/>
          <pc:sldMk cId="1237851312" sldId="320"/>
        </pc:sldMkLst>
        <pc:spChg chg="add mod">
          <ac:chgData name="Alirah WEYORI" userId="1c7cbaa8-91f0-4806-8632-e4be5028c1b4" providerId="ADAL" clId="{4234EAD0-1A6B-4D4D-B284-5951B9AE36A9}" dt="2023-11-02T11:59:15.541" v="7846" actId="14100"/>
          <ac:spMkLst>
            <pc:docMk/>
            <pc:sldMk cId="1237851312" sldId="320"/>
            <ac:spMk id="3" creationId="{2173EE80-3268-1024-AC8B-35C535701CBA}"/>
          </ac:spMkLst>
        </pc:spChg>
      </pc:sldChg>
      <pc:sldChg chg="addSp modSp mod">
        <pc:chgData name="Alirah WEYORI" userId="1c7cbaa8-91f0-4806-8632-e4be5028c1b4" providerId="ADAL" clId="{4234EAD0-1A6B-4D4D-B284-5951B9AE36A9}" dt="2023-10-27T07:40:03.670" v="140" actId="1035"/>
        <pc:sldMkLst>
          <pc:docMk/>
          <pc:sldMk cId="1674716470" sldId="321"/>
        </pc:sldMkLst>
        <pc:spChg chg="add mod">
          <ac:chgData name="Alirah WEYORI" userId="1c7cbaa8-91f0-4806-8632-e4be5028c1b4" providerId="ADAL" clId="{4234EAD0-1A6B-4D4D-B284-5951B9AE36A9}" dt="2023-10-27T07:40:03.670" v="140" actId="1035"/>
          <ac:spMkLst>
            <pc:docMk/>
            <pc:sldMk cId="1674716470" sldId="321"/>
            <ac:spMk id="3" creationId="{A5D5C734-5364-0163-A447-31E4F87CD2B1}"/>
          </ac:spMkLst>
        </pc:spChg>
        <pc:grpChg chg="add mod">
          <ac:chgData name="Alirah WEYORI" userId="1c7cbaa8-91f0-4806-8632-e4be5028c1b4" providerId="ADAL" clId="{4234EAD0-1A6B-4D4D-B284-5951B9AE36A9}" dt="2023-10-27T07:39:57.668" v="132" actId="164"/>
          <ac:grpSpMkLst>
            <pc:docMk/>
            <pc:sldMk cId="1674716470" sldId="321"/>
            <ac:grpSpMk id="5" creationId="{65E04267-CD6E-2ED0-6CD4-1732D06C324A}"/>
          </ac:grpSpMkLst>
        </pc:grpChg>
        <pc:picChg chg="mod">
          <ac:chgData name="Alirah WEYORI" userId="1c7cbaa8-91f0-4806-8632-e4be5028c1b4" providerId="ADAL" clId="{4234EAD0-1A6B-4D4D-B284-5951B9AE36A9}" dt="2023-10-27T07:39:57.668" v="132" actId="164"/>
          <ac:picMkLst>
            <pc:docMk/>
            <pc:sldMk cId="1674716470" sldId="321"/>
            <ac:picMk id="12" creationId="{B9AC66A6-50FD-F745-C7A6-35F805CFE854}"/>
          </ac:picMkLst>
        </pc:picChg>
      </pc:sldChg>
      <pc:sldChg chg="del">
        <pc:chgData name="Alirah WEYORI" userId="1c7cbaa8-91f0-4806-8632-e4be5028c1b4" providerId="ADAL" clId="{4234EAD0-1A6B-4D4D-B284-5951B9AE36A9}" dt="2023-10-27T08:49:51.295" v="483" actId="47"/>
        <pc:sldMkLst>
          <pc:docMk/>
          <pc:sldMk cId="3086938220" sldId="323"/>
        </pc:sldMkLst>
      </pc:sldChg>
      <pc:sldChg chg="addSp delSp modSp del mod ord">
        <pc:chgData name="Alirah WEYORI" userId="1c7cbaa8-91f0-4806-8632-e4be5028c1b4" providerId="ADAL" clId="{4234EAD0-1A6B-4D4D-B284-5951B9AE36A9}" dt="2023-11-02T09:03:40.282" v="6367" actId="47"/>
        <pc:sldMkLst>
          <pc:docMk/>
          <pc:sldMk cId="1824988097" sldId="328"/>
        </pc:sldMkLst>
        <pc:spChg chg="add mod">
          <ac:chgData name="Alirah WEYORI" userId="1c7cbaa8-91f0-4806-8632-e4be5028c1b4" providerId="ADAL" clId="{4234EAD0-1A6B-4D4D-B284-5951B9AE36A9}" dt="2023-11-02T09:03:31.521" v="6364" actId="21"/>
          <ac:spMkLst>
            <pc:docMk/>
            <pc:sldMk cId="1824988097" sldId="328"/>
            <ac:spMk id="3" creationId="{A0F74CE1-B481-416A-4D23-74969422D53D}"/>
          </ac:spMkLst>
        </pc:spChg>
        <pc:spChg chg="del mod">
          <ac:chgData name="Alirah WEYORI" userId="1c7cbaa8-91f0-4806-8632-e4be5028c1b4" providerId="ADAL" clId="{4234EAD0-1A6B-4D4D-B284-5951B9AE36A9}" dt="2023-11-02T09:03:31.521" v="6364" actId="21"/>
          <ac:spMkLst>
            <pc:docMk/>
            <pc:sldMk cId="1824988097" sldId="328"/>
            <ac:spMk id="4" creationId="{1F5FE424-DDE7-5EA9-4990-570BBC9DFBB1}"/>
          </ac:spMkLst>
        </pc:spChg>
      </pc:sldChg>
      <pc:sldChg chg="modSp mod">
        <pc:chgData name="Alirah WEYORI" userId="1c7cbaa8-91f0-4806-8632-e4be5028c1b4" providerId="ADAL" clId="{4234EAD0-1A6B-4D4D-B284-5951B9AE36A9}" dt="2023-11-01T09:07:08.930" v="4828" actId="27636"/>
        <pc:sldMkLst>
          <pc:docMk/>
          <pc:sldMk cId="1820479352" sldId="333"/>
        </pc:sldMkLst>
        <pc:spChg chg="mod">
          <ac:chgData name="Alirah WEYORI" userId="1c7cbaa8-91f0-4806-8632-e4be5028c1b4" providerId="ADAL" clId="{4234EAD0-1A6B-4D4D-B284-5951B9AE36A9}" dt="2023-11-01T09:07:08.930" v="4828" actId="27636"/>
          <ac:spMkLst>
            <pc:docMk/>
            <pc:sldMk cId="1820479352" sldId="333"/>
            <ac:spMk id="4" creationId="{3ECF8963-4DED-C55E-B926-36AA487C8500}"/>
          </ac:spMkLst>
        </pc:spChg>
      </pc:sldChg>
      <pc:sldChg chg="modSp mod ord modAnim">
        <pc:chgData name="Alirah WEYORI" userId="1c7cbaa8-91f0-4806-8632-e4be5028c1b4" providerId="ADAL" clId="{4234EAD0-1A6B-4D4D-B284-5951B9AE36A9}" dt="2023-11-02T12:04:56.333" v="7898" actId="20577"/>
        <pc:sldMkLst>
          <pc:docMk/>
          <pc:sldMk cId="439196160" sldId="342"/>
        </pc:sldMkLst>
        <pc:spChg chg="mod">
          <ac:chgData name="Alirah WEYORI" userId="1c7cbaa8-91f0-4806-8632-e4be5028c1b4" providerId="ADAL" clId="{4234EAD0-1A6B-4D4D-B284-5951B9AE36A9}" dt="2023-10-31T10:37:34.320" v="4135" actId="1076"/>
          <ac:spMkLst>
            <pc:docMk/>
            <pc:sldMk cId="439196160" sldId="342"/>
            <ac:spMk id="2" creationId="{FCD16E23-B95D-E373-6EDB-2C8510CBEE16}"/>
          </ac:spMkLst>
        </pc:spChg>
        <pc:spChg chg="mod">
          <ac:chgData name="Alirah WEYORI" userId="1c7cbaa8-91f0-4806-8632-e4be5028c1b4" providerId="ADAL" clId="{4234EAD0-1A6B-4D4D-B284-5951B9AE36A9}" dt="2023-11-02T12:04:56.333" v="7898" actId="20577"/>
          <ac:spMkLst>
            <pc:docMk/>
            <pc:sldMk cId="439196160" sldId="342"/>
            <ac:spMk id="3" creationId="{DE7C056F-9D7F-4B72-99AA-CBF424D71D1A}"/>
          </ac:spMkLst>
        </pc:spChg>
      </pc:sldChg>
      <pc:sldChg chg="addSp modSp mod">
        <pc:chgData name="Alirah WEYORI" userId="1c7cbaa8-91f0-4806-8632-e4be5028c1b4" providerId="ADAL" clId="{4234EAD0-1A6B-4D4D-B284-5951B9AE36A9}" dt="2023-10-27T09:32:09.030" v="649" actId="1076"/>
        <pc:sldMkLst>
          <pc:docMk/>
          <pc:sldMk cId="4067060010" sldId="346"/>
        </pc:sldMkLst>
        <pc:spChg chg="mod">
          <ac:chgData name="Alirah WEYORI" userId="1c7cbaa8-91f0-4806-8632-e4be5028c1b4" providerId="ADAL" clId="{4234EAD0-1A6B-4D4D-B284-5951B9AE36A9}" dt="2023-10-27T09:32:05.370" v="648" actId="164"/>
          <ac:spMkLst>
            <pc:docMk/>
            <pc:sldMk cId="4067060010" sldId="346"/>
            <ac:spMk id="2" creationId="{83B05395-351C-6EC7-91F2-B7E07F167CB1}"/>
          </ac:spMkLst>
        </pc:spChg>
        <pc:spChg chg="mod">
          <ac:chgData name="Alirah WEYORI" userId="1c7cbaa8-91f0-4806-8632-e4be5028c1b4" providerId="ADAL" clId="{4234EAD0-1A6B-4D4D-B284-5951B9AE36A9}" dt="2023-10-27T09:32:05.370" v="648" actId="164"/>
          <ac:spMkLst>
            <pc:docMk/>
            <pc:sldMk cId="4067060010" sldId="346"/>
            <ac:spMk id="5" creationId="{97A2FAD9-BFF6-ED2C-D9DE-5D306ACEE2D6}"/>
          </ac:spMkLst>
        </pc:spChg>
        <pc:spChg chg="mod">
          <ac:chgData name="Alirah WEYORI" userId="1c7cbaa8-91f0-4806-8632-e4be5028c1b4" providerId="ADAL" clId="{4234EAD0-1A6B-4D4D-B284-5951B9AE36A9}" dt="2023-10-27T08:51:50.705" v="504" actId="14100"/>
          <ac:spMkLst>
            <pc:docMk/>
            <pc:sldMk cId="4067060010" sldId="346"/>
            <ac:spMk id="6" creationId="{D5DEEB99-E4B6-473C-4800-CCABC37E6329}"/>
          </ac:spMkLst>
        </pc:spChg>
        <pc:grpChg chg="add mod">
          <ac:chgData name="Alirah WEYORI" userId="1c7cbaa8-91f0-4806-8632-e4be5028c1b4" providerId="ADAL" clId="{4234EAD0-1A6B-4D4D-B284-5951B9AE36A9}" dt="2023-10-27T09:32:05.370" v="648" actId="164"/>
          <ac:grpSpMkLst>
            <pc:docMk/>
            <pc:sldMk cId="4067060010" sldId="346"/>
            <ac:grpSpMk id="7" creationId="{0BB7DFB8-FB11-A39D-2DF8-A240754B6715}"/>
          </ac:grpSpMkLst>
        </pc:grpChg>
        <pc:grpChg chg="add mod">
          <ac:chgData name="Alirah WEYORI" userId="1c7cbaa8-91f0-4806-8632-e4be5028c1b4" providerId="ADAL" clId="{4234EAD0-1A6B-4D4D-B284-5951B9AE36A9}" dt="2023-10-27T09:32:09.030" v="649" actId="1076"/>
          <ac:grpSpMkLst>
            <pc:docMk/>
            <pc:sldMk cId="4067060010" sldId="346"/>
            <ac:grpSpMk id="8" creationId="{95EBE72A-1689-C5AC-709C-EEC507651632}"/>
          </ac:grpSpMkLst>
        </pc:grpChg>
        <pc:picChg chg="mod">
          <ac:chgData name="Alirah WEYORI" userId="1c7cbaa8-91f0-4806-8632-e4be5028c1b4" providerId="ADAL" clId="{4234EAD0-1A6B-4D4D-B284-5951B9AE36A9}" dt="2023-10-27T08:51:18.074" v="488" actId="1036"/>
          <ac:picMkLst>
            <pc:docMk/>
            <pc:sldMk cId="4067060010" sldId="346"/>
            <ac:picMk id="3" creationId="{8798B93F-29FC-6071-0645-C537C0C81933}"/>
          </ac:picMkLst>
        </pc:picChg>
      </pc:sldChg>
      <pc:sldChg chg="addSp delSp modSp mod ord">
        <pc:chgData name="Alirah WEYORI" userId="1c7cbaa8-91f0-4806-8632-e4be5028c1b4" providerId="ADAL" clId="{4234EAD0-1A6B-4D4D-B284-5951B9AE36A9}" dt="2023-10-31T10:31:25.555" v="3811" actId="20577"/>
        <pc:sldMkLst>
          <pc:docMk/>
          <pc:sldMk cId="1269601775" sldId="348"/>
        </pc:sldMkLst>
        <pc:spChg chg="mod">
          <ac:chgData name="Alirah WEYORI" userId="1c7cbaa8-91f0-4806-8632-e4be5028c1b4" providerId="ADAL" clId="{4234EAD0-1A6B-4D4D-B284-5951B9AE36A9}" dt="2023-10-31T10:31:25.555" v="3811" actId="20577"/>
          <ac:spMkLst>
            <pc:docMk/>
            <pc:sldMk cId="1269601775" sldId="348"/>
            <ac:spMk id="2" creationId="{FCD16E23-B95D-E373-6EDB-2C8510CBEE16}"/>
          </ac:spMkLst>
        </pc:spChg>
        <pc:spChg chg="del mod">
          <ac:chgData name="Alirah WEYORI" userId="1c7cbaa8-91f0-4806-8632-e4be5028c1b4" providerId="ADAL" clId="{4234EAD0-1A6B-4D4D-B284-5951B9AE36A9}" dt="2023-10-31T09:06:25.981" v="2835" actId="478"/>
          <ac:spMkLst>
            <pc:docMk/>
            <pc:sldMk cId="1269601775" sldId="348"/>
            <ac:spMk id="3" creationId="{5F502638-203D-B2B7-27A3-1DE160F39D26}"/>
          </ac:spMkLst>
        </pc:spChg>
        <pc:graphicFrameChg chg="add mod modGraphic">
          <ac:chgData name="Alirah WEYORI" userId="1c7cbaa8-91f0-4806-8632-e4be5028c1b4" providerId="ADAL" clId="{4234EAD0-1A6B-4D4D-B284-5951B9AE36A9}" dt="2023-10-31T10:24:22.342" v="3660" actId="1076"/>
          <ac:graphicFrameMkLst>
            <pc:docMk/>
            <pc:sldMk cId="1269601775" sldId="348"/>
            <ac:graphicFrameMk id="4" creationId="{BFE484AB-1028-DA68-5D7D-73920FD20833}"/>
          </ac:graphicFrameMkLst>
        </pc:graphicFrameChg>
      </pc:sldChg>
      <pc:sldChg chg="addSp modSp mod modShow">
        <pc:chgData name="Alirah WEYORI" userId="1c7cbaa8-91f0-4806-8632-e4be5028c1b4" providerId="ADAL" clId="{4234EAD0-1A6B-4D4D-B284-5951B9AE36A9}" dt="2024-01-16T13:36:20.309" v="9883" actId="120"/>
        <pc:sldMkLst>
          <pc:docMk/>
          <pc:sldMk cId="3853999179" sldId="350"/>
        </pc:sldMkLst>
        <pc:spChg chg="mod">
          <ac:chgData name="Alirah WEYORI" userId="1c7cbaa8-91f0-4806-8632-e4be5028c1b4" providerId="ADAL" clId="{4234EAD0-1A6B-4D4D-B284-5951B9AE36A9}" dt="2023-10-27T12:47:09.511" v="2612" actId="1076"/>
          <ac:spMkLst>
            <pc:docMk/>
            <pc:sldMk cId="3853999179" sldId="350"/>
            <ac:spMk id="6" creationId="{3DB6E653-E9D0-308B-28AC-1239DB9336D1}"/>
          </ac:spMkLst>
        </pc:spChg>
        <pc:graphicFrameChg chg="mod modGraphic">
          <ac:chgData name="Alirah WEYORI" userId="1c7cbaa8-91f0-4806-8632-e4be5028c1b4" providerId="ADAL" clId="{4234EAD0-1A6B-4D4D-B284-5951B9AE36A9}" dt="2024-01-16T13:36:20.309" v="9883" actId="120"/>
          <ac:graphicFrameMkLst>
            <pc:docMk/>
            <pc:sldMk cId="3853999179" sldId="350"/>
            <ac:graphicFrameMk id="5" creationId="{5A53646E-6FED-CFF5-990E-258CD0670F6F}"/>
          </ac:graphicFrameMkLst>
        </pc:graphicFrameChg>
        <pc:cxnChg chg="add mod">
          <ac:chgData name="Alirah WEYORI" userId="1c7cbaa8-91f0-4806-8632-e4be5028c1b4" providerId="ADAL" clId="{4234EAD0-1A6B-4D4D-B284-5951B9AE36A9}" dt="2024-01-16T13:31:50.240" v="9849" actId="14100"/>
          <ac:cxnSpMkLst>
            <pc:docMk/>
            <pc:sldMk cId="3853999179" sldId="350"/>
            <ac:cxnSpMk id="3" creationId="{EE523D40-CE33-720A-20EC-F123B441C2FF}"/>
          </ac:cxnSpMkLst>
        </pc:cxnChg>
        <pc:cxnChg chg="add mod">
          <ac:chgData name="Alirah WEYORI" userId="1c7cbaa8-91f0-4806-8632-e4be5028c1b4" providerId="ADAL" clId="{4234EAD0-1A6B-4D4D-B284-5951B9AE36A9}" dt="2024-01-16T13:33:40.957" v="9852" actId="14100"/>
          <ac:cxnSpMkLst>
            <pc:docMk/>
            <pc:sldMk cId="3853999179" sldId="350"/>
            <ac:cxnSpMk id="7" creationId="{7D22035A-239E-0FDD-53B6-BCE587C0A4F6}"/>
          </ac:cxnSpMkLst>
        </pc:cxnChg>
      </pc:sldChg>
      <pc:sldChg chg="modSp mod">
        <pc:chgData name="Alirah WEYORI" userId="1c7cbaa8-91f0-4806-8632-e4be5028c1b4" providerId="ADAL" clId="{4234EAD0-1A6B-4D4D-B284-5951B9AE36A9}" dt="2023-10-27T08:47:50.994" v="418" actId="14100"/>
        <pc:sldMkLst>
          <pc:docMk/>
          <pc:sldMk cId="3879222848" sldId="351"/>
        </pc:sldMkLst>
        <pc:spChg chg="mod">
          <ac:chgData name="Alirah WEYORI" userId="1c7cbaa8-91f0-4806-8632-e4be5028c1b4" providerId="ADAL" clId="{4234EAD0-1A6B-4D4D-B284-5951B9AE36A9}" dt="2023-10-27T08:47:50.994" v="418" actId="14100"/>
          <ac:spMkLst>
            <pc:docMk/>
            <pc:sldMk cId="3879222848" sldId="351"/>
            <ac:spMk id="8" creationId="{B4DF6B13-2A3F-62E0-7659-F39391BA0526}"/>
          </ac:spMkLst>
        </pc:spChg>
      </pc:sldChg>
      <pc:sldChg chg="del">
        <pc:chgData name="Alirah WEYORI" userId="1c7cbaa8-91f0-4806-8632-e4be5028c1b4" providerId="ADAL" clId="{4234EAD0-1A6B-4D4D-B284-5951B9AE36A9}" dt="2023-10-27T07:19:46.759" v="9" actId="47"/>
        <pc:sldMkLst>
          <pc:docMk/>
          <pc:sldMk cId="2601313420" sldId="353"/>
        </pc:sldMkLst>
      </pc:sldChg>
      <pc:sldChg chg="del">
        <pc:chgData name="Alirah WEYORI" userId="1c7cbaa8-91f0-4806-8632-e4be5028c1b4" providerId="ADAL" clId="{4234EAD0-1A6B-4D4D-B284-5951B9AE36A9}" dt="2023-10-27T07:19:56.205" v="12" actId="47"/>
        <pc:sldMkLst>
          <pc:docMk/>
          <pc:sldMk cId="3222502438" sldId="354"/>
        </pc:sldMkLst>
      </pc:sldChg>
      <pc:sldChg chg="modSp del mod">
        <pc:chgData name="Alirah WEYORI" userId="1c7cbaa8-91f0-4806-8632-e4be5028c1b4" providerId="ADAL" clId="{4234EAD0-1A6B-4D4D-B284-5951B9AE36A9}" dt="2023-10-27T07:36:11.139" v="116" actId="47"/>
        <pc:sldMkLst>
          <pc:docMk/>
          <pc:sldMk cId="2189758441" sldId="355"/>
        </pc:sldMkLst>
        <pc:graphicFrameChg chg="mod modGraphic">
          <ac:chgData name="Alirah WEYORI" userId="1c7cbaa8-91f0-4806-8632-e4be5028c1b4" providerId="ADAL" clId="{4234EAD0-1A6B-4D4D-B284-5951B9AE36A9}" dt="2023-10-27T07:27:25.282" v="54" actId="20577"/>
          <ac:graphicFrameMkLst>
            <pc:docMk/>
            <pc:sldMk cId="2189758441" sldId="355"/>
            <ac:graphicFrameMk id="3" creationId="{35E214CE-1CD5-10DB-ED81-143343CE3F40}"/>
          </ac:graphicFrameMkLst>
        </pc:graphicFrameChg>
      </pc:sldChg>
      <pc:sldChg chg="del">
        <pc:chgData name="Alirah WEYORI" userId="1c7cbaa8-91f0-4806-8632-e4be5028c1b4" providerId="ADAL" clId="{4234EAD0-1A6B-4D4D-B284-5951B9AE36A9}" dt="2023-10-27T07:20:05.916" v="16" actId="47"/>
        <pc:sldMkLst>
          <pc:docMk/>
          <pc:sldMk cId="1026855783" sldId="356"/>
        </pc:sldMkLst>
      </pc:sldChg>
      <pc:sldChg chg="del">
        <pc:chgData name="Alirah WEYORI" userId="1c7cbaa8-91f0-4806-8632-e4be5028c1b4" providerId="ADAL" clId="{4234EAD0-1A6B-4D4D-B284-5951B9AE36A9}" dt="2023-10-27T07:19:52.436" v="10" actId="47"/>
        <pc:sldMkLst>
          <pc:docMk/>
          <pc:sldMk cId="3950372013" sldId="358"/>
        </pc:sldMkLst>
      </pc:sldChg>
      <pc:sldChg chg="del">
        <pc:chgData name="Alirah WEYORI" userId="1c7cbaa8-91f0-4806-8632-e4be5028c1b4" providerId="ADAL" clId="{4234EAD0-1A6B-4D4D-B284-5951B9AE36A9}" dt="2023-10-27T07:19:58.520" v="13" actId="47"/>
        <pc:sldMkLst>
          <pc:docMk/>
          <pc:sldMk cId="2628492940" sldId="359"/>
        </pc:sldMkLst>
      </pc:sldChg>
      <pc:sldChg chg="del">
        <pc:chgData name="Alirah WEYORI" userId="1c7cbaa8-91f0-4806-8632-e4be5028c1b4" providerId="ADAL" clId="{4234EAD0-1A6B-4D4D-B284-5951B9AE36A9}" dt="2023-10-27T07:20:01.453" v="14" actId="47"/>
        <pc:sldMkLst>
          <pc:docMk/>
          <pc:sldMk cId="1616816788" sldId="360"/>
        </pc:sldMkLst>
      </pc:sldChg>
      <pc:sldChg chg="del">
        <pc:chgData name="Alirah WEYORI" userId="1c7cbaa8-91f0-4806-8632-e4be5028c1b4" providerId="ADAL" clId="{4234EAD0-1A6B-4D4D-B284-5951B9AE36A9}" dt="2023-10-27T07:20:03.265" v="15" actId="47"/>
        <pc:sldMkLst>
          <pc:docMk/>
          <pc:sldMk cId="516720094" sldId="361"/>
        </pc:sldMkLst>
      </pc:sldChg>
      <pc:sldChg chg="del ord">
        <pc:chgData name="Alirah WEYORI" userId="1c7cbaa8-91f0-4806-8632-e4be5028c1b4" providerId="ADAL" clId="{4234EAD0-1A6B-4D4D-B284-5951B9AE36A9}" dt="2023-10-27T12:35:39.779" v="2342" actId="47"/>
        <pc:sldMkLst>
          <pc:docMk/>
          <pc:sldMk cId="860340241" sldId="365"/>
        </pc:sldMkLst>
      </pc:sldChg>
      <pc:sldChg chg="del">
        <pc:chgData name="Alirah WEYORI" userId="1c7cbaa8-91f0-4806-8632-e4be5028c1b4" providerId="ADAL" clId="{4234EAD0-1A6B-4D4D-B284-5951B9AE36A9}" dt="2023-10-27T07:19:54.236" v="11" actId="47"/>
        <pc:sldMkLst>
          <pc:docMk/>
          <pc:sldMk cId="697079262" sldId="370"/>
        </pc:sldMkLst>
      </pc:sldChg>
      <pc:sldChg chg="del mod modShow">
        <pc:chgData name="Alirah WEYORI" userId="1c7cbaa8-91f0-4806-8632-e4be5028c1b4" providerId="ADAL" clId="{4234EAD0-1A6B-4D4D-B284-5951B9AE36A9}" dt="2023-10-27T07:49:49.739" v="238" actId="47"/>
        <pc:sldMkLst>
          <pc:docMk/>
          <pc:sldMk cId="1006839409" sldId="372"/>
        </pc:sldMkLst>
      </pc:sldChg>
      <pc:sldChg chg="addSp delSp modSp mod ord delAnim modAnim">
        <pc:chgData name="Alirah WEYORI" userId="1c7cbaa8-91f0-4806-8632-e4be5028c1b4" providerId="ADAL" clId="{4234EAD0-1A6B-4D4D-B284-5951B9AE36A9}" dt="2023-11-01T17:18:23.270" v="6173" actId="20577"/>
        <pc:sldMkLst>
          <pc:docMk/>
          <pc:sldMk cId="1031546385" sldId="374"/>
        </pc:sldMkLst>
        <pc:spChg chg="del mod">
          <ac:chgData name="Alirah WEYORI" userId="1c7cbaa8-91f0-4806-8632-e4be5028c1b4" providerId="ADAL" clId="{4234EAD0-1A6B-4D4D-B284-5951B9AE36A9}" dt="2023-11-01T17:17:20.714" v="6138" actId="478"/>
          <ac:spMkLst>
            <pc:docMk/>
            <pc:sldMk cId="1031546385" sldId="374"/>
            <ac:spMk id="2" creationId="{6017B690-A393-DE97-D3E9-BCEACD71A40C}"/>
          </ac:spMkLst>
        </pc:spChg>
        <pc:spChg chg="add del mod">
          <ac:chgData name="Alirah WEYORI" userId="1c7cbaa8-91f0-4806-8632-e4be5028c1b4" providerId="ADAL" clId="{4234EAD0-1A6B-4D4D-B284-5951B9AE36A9}" dt="2023-11-01T17:17:34.370" v="6142" actId="478"/>
          <ac:spMkLst>
            <pc:docMk/>
            <pc:sldMk cId="1031546385" sldId="374"/>
            <ac:spMk id="3" creationId="{6453BAFF-89EE-A33D-5A8F-72A055942189}"/>
          </ac:spMkLst>
        </pc:spChg>
        <pc:spChg chg="del">
          <ac:chgData name="Alirah WEYORI" userId="1c7cbaa8-91f0-4806-8632-e4be5028c1b4" providerId="ADAL" clId="{4234EAD0-1A6B-4D4D-B284-5951B9AE36A9}" dt="2023-11-01T17:17:38.848" v="6143" actId="478"/>
          <ac:spMkLst>
            <pc:docMk/>
            <pc:sldMk cId="1031546385" sldId="374"/>
            <ac:spMk id="5" creationId="{78F16BC6-4EB0-D038-A32F-D9023BF114F8}"/>
          </ac:spMkLst>
        </pc:spChg>
        <pc:spChg chg="add del mod">
          <ac:chgData name="Alirah WEYORI" userId="1c7cbaa8-91f0-4806-8632-e4be5028c1b4" providerId="ADAL" clId="{4234EAD0-1A6B-4D4D-B284-5951B9AE36A9}" dt="2023-11-01T17:17:32.134" v="6141" actId="478"/>
          <ac:spMkLst>
            <pc:docMk/>
            <pc:sldMk cId="1031546385" sldId="374"/>
            <ac:spMk id="7" creationId="{99BB04A9-0325-B5A7-F8EF-B245602BB104}"/>
          </ac:spMkLst>
        </pc:spChg>
        <pc:spChg chg="add del mod">
          <ac:chgData name="Alirah WEYORI" userId="1c7cbaa8-91f0-4806-8632-e4be5028c1b4" providerId="ADAL" clId="{4234EAD0-1A6B-4D4D-B284-5951B9AE36A9}" dt="2023-11-01T17:17:40.941" v="6144" actId="478"/>
          <ac:spMkLst>
            <pc:docMk/>
            <pc:sldMk cId="1031546385" sldId="374"/>
            <ac:spMk id="9" creationId="{C95E6635-8A84-3F0B-3E06-A5022F743834}"/>
          </ac:spMkLst>
        </pc:spChg>
        <pc:spChg chg="add mod">
          <ac:chgData name="Alirah WEYORI" userId="1c7cbaa8-91f0-4806-8632-e4be5028c1b4" providerId="ADAL" clId="{4234EAD0-1A6B-4D4D-B284-5951B9AE36A9}" dt="2023-11-01T17:18:23.270" v="6173" actId="20577"/>
          <ac:spMkLst>
            <pc:docMk/>
            <pc:sldMk cId="1031546385" sldId="374"/>
            <ac:spMk id="10" creationId="{1234B8F7-29E5-7227-E3D8-044C78BA2A1F}"/>
          </ac:spMkLst>
        </pc:spChg>
        <pc:graphicFrameChg chg="del mod modGraphic">
          <ac:chgData name="Alirah WEYORI" userId="1c7cbaa8-91f0-4806-8632-e4be5028c1b4" providerId="ADAL" clId="{4234EAD0-1A6B-4D4D-B284-5951B9AE36A9}" dt="2023-11-01T17:17:27.659" v="6140" actId="478"/>
          <ac:graphicFrameMkLst>
            <pc:docMk/>
            <pc:sldMk cId="1031546385" sldId="374"/>
            <ac:graphicFrameMk id="4" creationId="{403D1D6D-6292-E639-D4AF-073B49922A77}"/>
          </ac:graphicFrameMkLst>
        </pc:graphicFrameChg>
      </pc:sldChg>
      <pc:sldChg chg="modSp mod ord">
        <pc:chgData name="Alirah WEYORI" userId="1c7cbaa8-91f0-4806-8632-e4be5028c1b4" providerId="ADAL" clId="{4234EAD0-1A6B-4D4D-B284-5951B9AE36A9}" dt="2023-10-27T08:53:31.337" v="562"/>
        <pc:sldMkLst>
          <pc:docMk/>
          <pc:sldMk cId="262548455" sldId="375"/>
        </pc:sldMkLst>
        <pc:graphicFrameChg chg="mod modGraphic">
          <ac:chgData name="Alirah WEYORI" userId="1c7cbaa8-91f0-4806-8632-e4be5028c1b4" providerId="ADAL" clId="{4234EAD0-1A6B-4D4D-B284-5951B9AE36A9}" dt="2023-10-27T08:53:08.948" v="560" actId="14100"/>
          <ac:graphicFrameMkLst>
            <pc:docMk/>
            <pc:sldMk cId="262548455" sldId="375"/>
            <ac:graphicFrameMk id="4" creationId="{9E8F275E-E259-F2EC-CCD3-2627469E398D}"/>
          </ac:graphicFrameMkLst>
        </pc:graphicFrameChg>
      </pc:sldChg>
      <pc:sldChg chg="addSp delSp modSp new mod">
        <pc:chgData name="Alirah WEYORI" userId="1c7cbaa8-91f0-4806-8632-e4be5028c1b4" providerId="ADAL" clId="{4234EAD0-1A6B-4D4D-B284-5951B9AE36A9}" dt="2023-10-27T07:44:53.101" v="203" actId="1036"/>
        <pc:sldMkLst>
          <pc:docMk/>
          <pc:sldMk cId="2486081566" sldId="377"/>
        </pc:sldMkLst>
        <pc:spChg chg="del">
          <ac:chgData name="Alirah WEYORI" userId="1c7cbaa8-91f0-4806-8632-e4be5028c1b4" providerId="ADAL" clId="{4234EAD0-1A6B-4D4D-B284-5951B9AE36A9}" dt="2023-10-27T07:28:18.951" v="57" actId="478"/>
          <ac:spMkLst>
            <pc:docMk/>
            <pc:sldMk cId="2486081566" sldId="377"/>
            <ac:spMk id="2" creationId="{BF08AB57-A068-0B71-0962-0C17458EA176}"/>
          </ac:spMkLst>
        </pc:spChg>
        <pc:spChg chg="del">
          <ac:chgData name="Alirah WEYORI" userId="1c7cbaa8-91f0-4806-8632-e4be5028c1b4" providerId="ADAL" clId="{4234EAD0-1A6B-4D4D-B284-5951B9AE36A9}" dt="2023-10-27T07:28:16.579" v="56" actId="478"/>
          <ac:spMkLst>
            <pc:docMk/>
            <pc:sldMk cId="2486081566" sldId="377"/>
            <ac:spMk id="3" creationId="{BA361476-1643-7393-F8E5-E0412AD60C2D}"/>
          </ac:spMkLst>
        </pc:spChg>
        <pc:spChg chg="add mod">
          <ac:chgData name="Alirah WEYORI" userId="1c7cbaa8-91f0-4806-8632-e4be5028c1b4" providerId="ADAL" clId="{4234EAD0-1A6B-4D4D-B284-5951B9AE36A9}" dt="2023-10-27T07:40:29.727" v="143" actId="164"/>
          <ac:spMkLst>
            <pc:docMk/>
            <pc:sldMk cId="2486081566" sldId="377"/>
            <ac:spMk id="6" creationId="{C0C56087-0901-75FA-6897-961B3EAD2D0D}"/>
          </ac:spMkLst>
        </pc:spChg>
        <pc:spChg chg="add mod">
          <ac:chgData name="Alirah WEYORI" userId="1c7cbaa8-91f0-4806-8632-e4be5028c1b4" providerId="ADAL" clId="{4234EAD0-1A6B-4D4D-B284-5951B9AE36A9}" dt="2023-10-27T07:44:29.091" v="196"/>
          <ac:spMkLst>
            <pc:docMk/>
            <pc:sldMk cId="2486081566" sldId="377"/>
            <ac:spMk id="8" creationId="{7B476915-EAB4-BDB0-22E7-00C8E07B2AA1}"/>
          </ac:spMkLst>
        </pc:spChg>
        <pc:spChg chg="add mod">
          <ac:chgData name="Alirah WEYORI" userId="1c7cbaa8-91f0-4806-8632-e4be5028c1b4" providerId="ADAL" clId="{4234EAD0-1A6B-4D4D-B284-5951B9AE36A9}" dt="2023-10-27T07:44:53.101" v="203" actId="1036"/>
          <ac:spMkLst>
            <pc:docMk/>
            <pc:sldMk cId="2486081566" sldId="377"/>
            <ac:spMk id="9" creationId="{AD757653-1A65-DB3D-DE9E-FE0C9BF135E5}"/>
          </ac:spMkLst>
        </pc:spChg>
        <pc:grpChg chg="add mod">
          <ac:chgData name="Alirah WEYORI" userId="1c7cbaa8-91f0-4806-8632-e4be5028c1b4" providerId="ADAL" clId="{4234EAD0-1A6B-4D4D-B284-5951B9AE36A9}" dt="2023-10-27T07:40:36.579" v="160" actId="1038"/>
          <ac:grpSpMkLst>
            <pc:docMk/>
            <pc:sldMk cId="2486081566" sldId="377"/>
            <ac:grpSpMk id="7" creationId="{85C6567B-DD98-8BEB-6A54-5DD4A5D97E62}"/>
          </ac:grpSpMkLst>
        </pc:grpChg>
        <pc:picChg chg="add mod modCrop">
          <ac:chgData name="Alirah WEYORI" userId="1c7cbaa8-91f0-4806-8632-e4be5028c1b4" providerId="ADAL" clId="{4234EAD0-1A6B-4D4D-B284-5951B9AE36A9}" dt="2023-10-27T07:40:29.727" v="143" actId="164"/>
          <ac:picMkLst>
            <pc:docMk/>
            <pc:sldMk cId="2486081566" sldId="377"/>
            <ac:picMk id="5" creationId="{613B7BF0-2036-ABD4-6769-3E1FA88D69BF}"/>
          </ac:picMkLst>
        </pc:picChg>
      </pc:sldChg>
      <pc:sldChg chg="addSp delSp modSp new mod">
        <pc:chgData name="Alirah WEYORI" userId="1c7cbaa8-91f0-4806-8632-e4be5028c1b4" providerId="ADAL" clId="{4234EAD0-1A6B-4D4D-B284-5951B9AE36A9}" dt="2023-10-27T09:37:07.575" v="805" actId="14100"/>
        <pc:sldMkLst>
          <pc:docMk/>
          <pc:sldMk cId="2041812692" sldId="378"/>
        </pc:sldMkLst>
        <pc:spChg chg="del">
          <ac:chgData name="Alirah WEYORI" userId="1c7cbaa8-91f0-4806-8632-e4be5028c1b4" providerId="ADAL" clId="{4234EAD0-1A6B-4D4D-B284-5951B9AE36A9}" dt="2023-10-27T07:31:01.719" v="73" actId="478"/>
          <ac:spMkLst>
            <pc:docMk/>
            <pc:sldMk cId="2041812692" sldId="378"/>
            <ac:spMk id="2" creationId="{8F139132-88B9-7285-57AA-B141CAB86975}"/>
          </ac:spMkLst>
        </pc:spChg>
        <pc:spChg chg="del">
          <ac:chgData name="Alirah WEYORI" userId="1c7cbaa8-91f0-4806-8632-e4be5028c1b4" providerId="ADAL" clId="{4234EAD0-1A6B-4D4D-B284-5951B9AE36A9}" dt="2023-10-27T07:31:00.810" v="72" actId="478"/>
          <ac:spMkLst>
            <pc:docMk/>
            <pc:sldMk cId="2041812692" sldId="378"/>
            <ac:spMk id="3" creationId="{3DD12A33-0827-19D9-72F2-D5B7A8922897}"/>
          </ac:spMkLst>
        </pc:spChg>
        <pc:spChg chg="add mod">
          <ac:chgData name="Alirah WEYORI" userId="1c7cbaa8-91f0-4806-8632-e4be5028c1b4" providerId="ADAL" clId="{4234EAD0-1A6B-4D4D-B284-5951B9AE36A9}" dt="2023-10-27T07:40:21.928" v="142" actId="164"/>
          <ac:spMkLst>
            <pc:docMk/>
            <pc:sldMk cId="2041812692" sldId="378"/>
            <ac:spMk id="6" creationId="{DF43B8C7-F11C-3985-CF89-1D936C6F42F2}"/>
          </ac:spMkLst>
        </pc:spChg>
        <pc:spChg chg="add mod">
          <ac:chgData name="Alirah WEYORI" userId="1c7cbaa8-91f0-4806-8632-e4be5028c1b4" providerId="ADAL" clId="{4234EAD0-1A6B-4D4D-B284-5951B9AE36A9}" dt="2023-10-27T09:37:07.575" v="805" actId="14100"/>
          <ac:spMkLst>
            <pc:docMk/>
            <pc:sldMk cId="2041812692" sldId="378"/>
            <ac:spMk id="8" creationId="{E01FFBF0-EA54-62E5-95D1-23DBC350AF08}"/>
          </ac:spMkLst>
        </pc:spChg>
        <pc:grpChg chg="add mod">
          <ac:chgData name="Alirah WEYORI" userId="1c7cbaa8-91f0-4806-8632-e4be5028c1b4" providerId="ADAL" clId="{4234EAD0-1A6B-4D4D-B284-5951B9AE36A9}" dt="2023-10-27T07:40:21.928" v="142" actId="164"/>
          <ac:grpSpMkLst>
            <pc:docMk/>
            <pc:sldMk cId="2041812692" sldId="378"/>
            <ac:grpSpMk id="7" creationId="{917F4334-4E2F-4D13-0259-329623F9BAD3}"/>
          </ac:grpSpMkLst>
        </pc:grpChg>
        <pc:picChg chg="add mod modCrop">
          <ac:chgData name="Alirah WEYORI" userId="1c7cbaa8-91f0-4806-8632-e4be5028c1b4" providerId="ADAL" clId="{4234EAD0-1A6B-4D4D-B284-5951B9AE36A9}" dt="2023-10-27T07:40:21.928" v="142" actId="164"/>
          <ac:picMkLst>
            <pc:docMk/>
            <pc:sldMk cId="2041812692" sldId="378"/>
            <ac:picMk id="5" creationId="{2AA91174-041C-DB00-EB74-172A7115D7F0}"/>
          </ac:picMkLst>
        </pc:picChg>
      </pc:sldChg>
      <pc:sldChg chg="addSp delSp modSp new mod">
        <pc:chgData name="Alirah WEYORI" userId="1c7cbaa8-91f0-4806-8632-e4be5028c1b4" providerId="ADAL" clId="{4234EAD0-1A6B-4D4D-B284-5951B9AE36A9}" dt="2023-11-02T10:08:17.925" v="6919" actId="1035"/>
        <pc:sldMkLst>
          <pc:docMk/>
          <pc:sldMk cId="3994923056" sldId="379"/>
        </pc:sldMkLst>
        <pc:spChg chg="del">
          <ac:chgData name="Alirah WEYORI" userId="1c7cbaa8-91f0-4806-8632-e4be5028c1b4" providerId="ADAL" clId="{4234EAD0-1A6B-4D4D-B284-5951B9AE36A9}" dt="2023-10-27T07:33:20.929" v="91" actId="478"/>
          <ac:spMkLst>
            <pc:docMk/>
            <pc:sldMk cId="3994923056" sldId="379"/>
            <ac:spMk id="2" creationId="{0DC9B6A8-2FB2-0CBC-8A6F-B5AED2E3FD54}"/>
          </ac:spMkLst>
        </pc:spChg>
        <pc:spChg chg="del">
          <ac:chgData name="Alirah WEYORI" userId="1c7cbaa8-91f0-4806-8632-e4be5028c1b4" providerId="ADAL" clId="{4234EAD0-1A6B-4D4D-B284-5951B9AE36A9}" dt="2023-10-27T07:33:19.474" v="90" actId="478"/>
          <ac:spMkLst>
            <pc:docMk/>
            <pc:sldMk cId="3994923056" sldId="379"/>
            <ac:spMk id="3" creationId="{AFC21254-CF3C-A7FC-EB4F-1CD2A665CEAE}"/>
          </ac:spMkLst>
        </pc:spChg>
        <pc:spChg chg="add mod">
          <ac:chgData name="Alirah WEYORI" userId="1c7cbaa8-91f0-4806-8632-e4be5028c1b4" providerId="ADAL" clId="{4234EAD0-1A6B-4D4D-B284-5951B9AE36A9}" dt="2023-10-27T07:40:16.394" v="141" actId="164"/>
          <ac:spMkLst>
            <pc:docMk/>
            <pc:sldMk cId="3994923056" sldId="379"/>
            <ac:spMk id="6" creationId="{50D07B19-0362-C6DC-DE10-B3DE061F31DF}"/>
          </ac:spMkLst>
        </pc:spChg>
        <pc:spChg chg="add mod">
          <ac:chgData name="Alirah WEYORI" userId="1c7cbaa8-91f0-4806-8632-e4be5028c1b4" providerId="ADAL" clId="{4234EAD0-1A6B-4D4D-B284-5951B9AE36A9}" dt="2023-11-02T10:08:17.925" v="6919" actId="1035"/>
          <ac:spMkLst>
            <pc:docMk/>
            <pc:sldMk cId="3994923056" sldId="379"/>
            <ac:spMk id="8" creationId="{60C54D79-384C-8931-B072-E8584AC81D15}"/>
          </ac:spMkLst>
        </pc:spChg>
        <pc:grpChg chg="add mod">
          <ac:chgData name="Alirah WEYORI" userId="1c7cbaa8-91f0-4806-8632-e4be5028c1b4" providerId="ADAL" clId="{4234EAD0-1A6B-4D4D-B284-5951B9AE36A9}" dt="2023-10-27T07:40:16.394" v="141" actId="164"/>
          <ac:grpSpMkLst>
            <pc:docMk/>
            <pc:sldMk cId="3994923056" sldId="379"/>
            <ac:grpSpMk id="7" creationId="{562385D3-2AF8-8727-18AA-BA0E02FDB028}"/>
          </ac:grpSpMkLst>
        </pc:grpChg>
        <pc:picChg chg="add mod modCrop">
          <ac:chgData name="Alirah WEYORI" userId="1c7cbaa8-91f0-4806-8632-e4be5028c1b4" providerId="ADAL" clId="{4234EAD0-1A6B-4D4D-B284-5951B9AE36A9}" dt="2023-10-27T07:40:16.394" v="141" actId="164"/>
          <ac:picMkLst>
            <pc:docMk/>
            <pc:sldMk cId="3994923056" sldId="379"/>
            <ac:picMk id="5" creationId="{F6D6B94F-07F4-147E-AF5E-9FFFFA471627}"/>
          </ac:picMkLst>
        </pc:picChg>
      </pc:sldChg>
      <pc:sldChg chg="addSp delSp modSp mod ord">
        <pc:chgData name="Alirah WEYORI" userId="1c7cbaa8-91f0-4806-8632-e4be5028c1b4" providerId="ADAL" clId="{4234EAD0-1A6B-4D4D-B284-5951B9AE36A9}" dt="2023-11-22T11:31:59.731" v="9523" actId="6549"/>
        <pc:sldMkLst>
          <pc:docMk/>
          <pc:sldMk cId="3798097235" sldId="380"/>
        </pc:sldMkLst>
        <pc:spChg chg="add del">
          <ac:chgData name="Alirah WEYORI" userId="1c7cbaa8-91f0-4806-8632-e4be5028c1b4" providerId="ADAL" clId="{4234EAD0-1A6B-4D4D-B284-5951B9AE36A9}" dt="2023-11-02T11:34:42.299" v="7433" actId="22"/>
          <ac:spMkLst>
            <pc:docMk/>
            <pc:sldMk cId="3798097235" sldId="380"/>
            <ac:spMk id="3" creationId="{33CCBBB6-68D2-ABC7-1CB2-9C9295187C53}"/>
          </ac:spMkLst>
        </pc:spChg>
        <pc:spChg chg="mod">
          <ac:chgData name="Alirah WEYORI" userId="1c7cbaa8-91f0-4806-8632-e4be5028c1b4" providerId="ADAL" clId="{4234EAD0-1A6B-4D4D-B284-5951B9AE36A9}" dt="2023-11-02T09:11:08.919" v="6522" actId="165"/>
          <ac:spMkLst>
            <pc:docMk/>
            <pc:sldMk cId="3798097235" sldId="380"/>
            <ac:spMk id="5" creationId="{737C9D44-A49D-A9B0-795F-4A69F518F8D7}"/>
          </ac:spMkLst>
        </pc:spChg>
        <pc:spChg chg="mod">
          <ac:chgData name="Alirah WEYORI" userId="1c7cbaa8-91f0-4806-8632-e4be5028c1b4" providerId="ADAL" clId="{4234EAD0-1A6B-4D4D-B284-5951B9AE36A9}" dt="2023-11-02T09:11:08.919" v="6522" actId="165"/>
          <ac:spMkLst>
            <pc:docMk/>
            <pc:sldMk cId="3798097235" sldId="380"/>
            <ac:spMk id="6" creationId="{0CD8D586-DCEA-38DE-9DB9-53AF960C8548}"/>
          </ac:spMkLst>
        </pc:spChg>
        <pc:spChg chg="mod">
          <ac:chgData name="Alirah WEYORI" userId="1c7cbaa8-91f0-4806-8632-e4be5028c1b4" providerId="ADAL" clId="{4234EAD0-1A6B-4D4D-B284-5951B9AE36A9}" dt="2023-11-02T09:11:08.919" v="6522" actId="165"/>
          <ac:spMkLst>
            <pc:docMk/>
            <pc:sldMk cId="3798097235" sldId="380"/>
            <ac:spMk id="7" creationId="{C9D67147-F6F9-8246-46BF-A546369123B0}"/>
          </ac:spMkLst>
        </pc:spChg>
        <pc:spChg chg="mod">
          <ac:chgData name="Alirah WEYORI" userId="1c7cbaa8-91f0-4806-8632-e4be5028c1b4" providerId="ADAL" clId="{4234EAD0-1A6B-4D4D-B284-5951B9AE36A9}" dt="2023-11-02T09:11:08.919" v="6522" actId="165"/>
          <ac:spMkLst>
            <pc:docMk/>
            <pc:sldMk cId="3798097235" sldId="380"/>
            <ac:spMk id="8" creationId="{01639503-92DC-9FDC-804E-11FB2906CC55}"/>
          </ac:spMkLst>
        </pc:spChg>
        <pc:spChg chg="mod">
          <ac:chgData name="Alirah WEYORI" userId="1c7cbaa8-91f0-4806-8632-e4be5028c1b4" providerId="ADAL" clId="{4234EAD0-1A6B-4D4D-B284-5951B9AE36A9}" dt="2023-11-02T09:11:08.919" v="6522" actId="165"/>
          <ac:spMkLst>
            <pc:docMk/>
            <pc:sldMk cId="3798097235" sldId="380"/>
            <ac:spMk id="9" creationId="{B39131E2-1680-C040-BB2E-EFF3EF8DCA79}"/>
          </ac:spMkLst>
        </pc:spChg>
        <pc:spChg chg="mod">
          <ac:chgData name="Alirah WEYORI" userId="1c7cbaa8-91f0-4806-8632-e4be5028c1b4" providerId="ADAL" clId="{4234EAD0-1A6B-4D4D-B284-5951B9AE36A9}" dt="2023-11-02T09:11:08.919" v="6522" actId="165"/>
          <ac:spMkLst>
            <pc:docMk/>
            <pc:sldMk cId="3798097235" sldId="380"/>
            <ac:spMk id="10" creationId="{0BF28807-709E-8AAD-95D9-B098D2B1A2B1}"/>
          </ac:spMkLst>
        </pc:spChg>
        <pc:spChg chg="mod">
          <ac:chgData name="Alirah WEYORI" userId="1c7cbaa8-91f0-4806-8632-e4be5028c1b4" providerId="ADAL" clId="{4234EAD0-1A6B-4D4D-B284-5951B9AE36A9}" dt="2023-11-02T09:11:08.919" v="6522" actId="165"/>
          <ac:spMkLst>
            <pc:docMk/>
            <pc:sldMk cId="3798097235" sldId="380"/>
            <ac:spMk id="11" creationId="{7CBD16F1-1AF8-5DB8-D035-4491C52E0BBD}"/>
          </ac:spMkLst>
        </pc:spChg>
        <pc:spChg chg="mod">
          <ac:chgData name="Alirah WEYORI" userId="1c7cbaa8-91f0-4806-8632-e4be5028c1b4" providerId="ADAL" clId="{4234EAD0-1A6B-4D4D-B284-5951B9AE36A9}" dt="2023-11-02T09:11:08.919" v="6522" actId="165"/>
          <ac:spMkLst>
            <pc:docMk/>
            <pc:sldMk cId="3798097235" sldId="380"/>
            <ac:spMk id="12" creationId="{E6FB7428-94C4-A6D9-386D-79FA8AE624B9}"/>
          </ac:spMkLst>
        </pc:spChg>
        <pc:spChg chg="mod">
          <ac:chgData name="Alirah WEYORI" userId="1c7cbaa8-91f0-4806-8632-e4be5028c1b4" providerId="ADAL" clId="{4234EAD0-1A6B-4D4D-B284-5951B9AE36A9}" dt="2023-11-02T09:11:08.919" v="6522" actId="165"/>
          <ac:spMkLst>
            <pc:docMk/>
            <pc:sldMk cId="3798097235" sldId="380"/>
            <ac:spMk id="13" creationId="{24258C1D-FB17-2F73-BB32-6F812F230275}"/>
          </ac:spMkLst>
        </pc:spChg>
        <pc:spChg chg="mod">
          <ac:chgData name="Alirah WEYORI" userId="1c7cbaa8-91f0-4806-8632-e4be5028c1b4" providerId="ADAL" clId="{4234EAD0-1A6B-4D4D-B284-5951B9AE36A9}" dt="2023-11-02T09:11:08.919" v="6522" actId="165"/>
          <ac:spMkLst>
            <pc:docMk/>
            <pc:sldMk cId="3798097235" sldId="380"/>
            <ac:spMk id="14" creationId="{F8526570-F905-CD9B-1DE6-A402E855E769}"/>
          </ac:spMkLst>
        </pc:spChg>
        <pc:spChg chg="mod">
          <ac:chgData name="Alirah WEYORI" userId="1c7cbaa8-91f0-4806-8632-e4be5028c1b4" providerId="ADAL" clId="{4234EAD0-1A6B-4D4D-B284-5951B9AE36A9}" dt="2023-11-02T09:11:42.637" v="6543" actId="20577"/>
          <ac:spMkLst>
            <pc:docMk/>
            <pc:sldMk cId="3798097235" sldId="380"/>
            <ac:spMk id="15" creationId="{614394D9-E434-778B-7473-0A6541FB4AEB}"/>
          </ac:spMkLst>
        </pc:spChg>
        <pc:spChg chg="mod">
          <ac:chgData name="Alirah WEYORI" userId="1c7cbaa8-91f0-4806-8632-e4be5028c1b4" providerId="ADAL" clId="{4234EAD0-1A6B-4D4D-B284-5951B9AE36A9}" dt="2023-11-22T11:31:42.332" v="9515" actId="20577"/>
          <ac:spMkLst>
            <pc:docMk/>
            <pc:sldMk cId="3798097235" sldId="380"/>
            <ac:spMk id="16" creationId="{3B004D5D-C036-CE5B-9E0D-EBA11EA6250D}"/>
          </ac:spMkLst>
        </pc:spChg>
        <pc:spChg chg="mod">
          <ac:chgData name="Alirah WEYORI" userId="1c7cbaa8-91f0-4806-8632-e4be5028c1b4" providerId="ADAL" clId="{4234EAD0-1A6B-4D4D-B284-5951B9AE36A9}" dt="2023-11-22T08:58:15.772" v="8479" actId="20577"/>
          <ac:spMkLst>
            <pc:docMk/>
            <pc:sldMk cId="3798097235" sldId="380"/>
            <ac:spMk id="17" creationId="{D11FAE89-4AB7-D485-D8A2-0FA22C96BC99}"/>
          </ac:spMkLst>
        </pc:spChg>
        <pc:spChg chg="mod">
          <ac:chgData name="Alirah WEYORI" userId="1c7cbaa8-91f0-4806-8632-e4be5028c1b4" providerId="ADAL" clId="{4234EAD0-1A6B-4D4D-B284-5951B9AE36A9}" dt="2023-11-22T11:30:45.290" v="9483" actId="1076"/>
          <ac:spMkLst>
            <pc:docMk/>
            <pc:sldMk cId="3798097235" sldId="380"/>
            <ac:spMk id="20" creationId="{97F46167-A644-7B36-5C95-F3E89E13529B}"/>
          </ac:spMkLst>
        </pc:spChg>
        <pc:spChg chg="mod">
          <ac:chgData name="Alirah WEYORI" userId="1c7cbaa8-91f0-4806-8632-e4be5028c1b4" providerId="ADAL" clId="{4234EAD0-1A6B-4D4D-B284-5951B9AE36A9}" dt="2023-11-22T08:57:38.606" v="8436" actId="6549"/>
          <ac:spMkLst>
            <pc:docMk/>
            <pc:sldMk cId="3798097235" sldId="380"/>
            <ac:spMk id="21" creationId="{B3B76EB0-5246-0D8C-ABA4-2CFB6587BAA7}"/>
          </ac:spMkLst>
        </pc:spChg>
        <pc:spChg chg="mod">
          <ac:chgData name="Alirah WEYORI" userId="1c7cbaa8-91f0-4806-8632-e4be5028c1b4" providerId="ADAL" clId="{4234EAD0-1A6B-4D4D-B284-5951B9AE36A9}" dt="2023-11-22T11:26:51.050" v="9262" actId="20577"/>
          <ac:spMkLst>
            <pc:docMk/>
            <pc:sldMk cId="3798097235" sldId="380"/>
            <ac:spMk id="22" creationId="{1306DAD5-74B8-1B39-3114-55DE3DFA1D97}"/>
          </ac:spMkLst>
        </pc:spChg>
        <pc:spChg chg="mod">
          <ac:chgData name="Alirah WEYORI" userId="1c7cbaa8-91f0-4806-8632-e4be5028c1b4" providerId="ADAL" clId="{4234EAD0-1A6B-4D4D-B284-5951B9AE36A9}" dt="2023-11-22T11:27:26.080" v="9272" actId="14100"/>
          <ac:spMkLst>
            <pc:docMk/>
            <pc:sldMk cId="3798097235" sldId="380"/>
            <ac:spMk id="23" creationId="{030490AA-BF51-D621-7570-655692D165E4}"/>
          </ac:spMkLst>
        </pc:spChg>
        <pc:spChg chg="mod">
          <ac:chgData name="Alirah WEYORI" userId="1c7cbaa8-91f0-4806-8632-e4be5028c1b4" providerId="ADAL" clId="{4234EAD0-1A6B-4D4D-B284-5951B9AE36A9}" dt="2023-11-22T11:31:59.731" v="9523" actId="6549"/>
          <ac:spMkLst>
            <pc:docMk/>
            <pc:sldMk cId="3798097235" sldId="380"/>
            <ac:spMk id="25" creationId="{C4793960-97FD-5AE3-34FE-71F229830B09}"/>
          </ac:spMkLst>
        </pc:spChg>
        <pc:grpChg chg="mod topLvl">
          <ac:chgData name="Alirah WEYORI" userId="1c7cbaa8-91f0-4806-8632-e4be5028c1b4" providerId="ADAL" clId="{4234EAD0-1A6B-4D4D-B284-5951B9AE36A9}" dt="2023-11-02T09:11:08.919" v="6522" actId="165"/>
          <ac:grpSpMkLst>
            <pc:docMk/>
            <pc:sldMk cId="3798097235" sldId="380"/>
            <ac:grpSpMk id="4" creationId="{404921BA-4A3F-FBE5-1A2D-3C31295DC19E}"/>
          </ac:grpSpMkLst>
        </pc:grpChg>
        <pc:grpChg chg="mod topLvl">
          <ac:chgData name="Alirah WEYORI" userId="1c7cbaa8-91f0-4806-8632-e4be5028c1b4" providerId="ADAL" clId="{4234EAD0-1A6B-4D4D-B284-5951B9AE36A9}" dt="2023-11-02T09:11:08.919" v="6522" actId="165"/>
          <ac:grpSpMkLst>
            <pc:docMk/>
            <pc:sldMk cId="3798097235" sldId="380"/>
            <ac:grpSpMk id="18" creationId="{D473FE96-34B6-643C-35D6-74804ABCE7CB}"/>
          </ac:grpSpMkLst>
        </pc:grpChg>
        <pc:grpChg chg="mod">
          <ac:chgData name="Alirah WEYORI" userId="1c7cbaa8-91f0-4806-8632-e4be5028c1b4" providerId="ADAL" clId="{4234EAD0-1A6B-4D4D-B284-5951B9AE36A9}" dt="2023-11-02T09:11:08.919" v="6522" actId="165"/>
          <ac:grpSpMkLst>
            <pc:docMk/>
            <pc:sldMk cId="3798097235" sldId="380"/>
            <ac:grpSpMk id="19" creationId="{FD19CA78-1B62-5A7F-4DA9-455266F686F8}"/>
          </ac:grpSpMkLst>
        </pc:grpChg>
        <pc:grpChg chg="add del mod">
          <ac:chgData name="Alirah WEYORI" userId="1c7cbaa8-91f0-4806-8632-e4be5028c1b4" providerId="ADAL" clId="{4234EAD0-1A6B-4D4D-B284-5951B9AE36A9}" dt="2023-11-02T09:11:08.919" v="6522" actId="165"/>
          <ac:grpSpMkLst>
            <pc:docMk/>
            <pc:sldMk cId="3798097235" sldId="380"/>
            <ac:grpSpMk id="24" creationId="{2EF35892-2378-D494-50FA-77FAF1AE8F71}"/>
          </ac:grpSpMkLst>
        </pc:grpChg>
      </pc:sldChg>
      <pc:sldChg chg="delSp modSp del mod ord">
        <pc:chgData name="Alirah WEYORI" userId="1c7cbaa8-91f0-4806-8632-e4be5028c1b4" providerId="ADAL" clId="{4234EAD0-1A6B-4D4D-B284-5951B9AE36A9}" dt="2023-11-22T16:32:09.710" v="9613" actId="47"/>
        <pc:sldMkLst>
          <pc:docMk/>
          <pc:sldMk cId="1555429282" sldId="381"/>
        </pc:sldMkLst>
        <pc:spChg chg="mod">
          <ac:chgData name="Alirah WEYORI" userId="1c7cbaa8-91f0-4806-8632-e4be5028c1b4" providerId="ADAL" clId="{4234EAD0-1A6B-4D4D-B284-5951B9AE36A9}" dt="2023-11-22T11:32:34.873" v="9545" actId="20577"/>
          <ac:spMkLst>
            <pc:docMk/>
            <pc:sldMk cId="1555429282" sldId="381"/>
            <ac:spMk id="5" creationId="{7E44B879-13DF-B1BE-7393-04AE90432AD3}"/>
          </ac:spMkLst>
        </pc:spChg>
        <pc:graphicFrameChg chg="del modGraphic">
          <ac:chgData name="Alirah WEYORI" userId="1c7cbaa8-91f0-4806-8632-e4be5028c1b4" providerId="ADAL" clId="{4234EAD0-1A6B-4D4D-B284-5951B9AE36A9}" dt="2023-11-22T11:26:19.059" v="9256" actId="478"/>
          <ac:graphicFrameMkLst>
            <pc:docMk/>
            <pc:sldMk cId="1555429282" sldId="381"/>
            <ac:graphicFrameMk id="7" creationId="{4DC19564-DA97-85B7-C134-AB5663E5E240}"/>
          </ac:graphicFrameMkLst>
        </pc:graphicFrameChg>
      </pc:sldChg>
      <pc:sldChg chg="addSp delSp modSp new mod">
        <pc:chgData name="Alirah WEYORI" userId="1c7cbaa8-91f0-4806-8632-e4be5028c1b4" providerId="ADAL" clId="{4234EAD0-1A6B-4D4D-B284-5951B9AE36A9}" dt="2023-10-27T07:38:33.076" v="125" actId="14100"/>
        <pc:sldMkLst>
          <pc:docMk/>
          <pc:sldMk cId="1578795127" sldId="382"/>
        </pc:sldMkLst>
        <pc:spChg chg="del">
          <ac:chgData name="Alirah WEYORI" userId="1c7cbaa8-91f0-4806-8632-e4be5028c1b4" providerId="ADAL" clId="{4234EAD0-1A6B-4D4D-B284-5951B9AE36A9}" dt="2023-10-27T07:34:57.575" v="103" actId="478"/>
          <ac:spMkLst>
            <pc:docMk/>
            <pc:sldMk cId="1578795127" sldId="382"/>
            <ac:spMk id="2" creationId="{FE13804F-3A6D-585F-AA6F-34A96B94F228}"/>
          </ac:spMkLst>
        </pc:spChg>
        <pc:spChg chg="del">
          <ac:chgData name="Alirah WEYORI" userId="1c7cbaa8-91f0-4806-8632-e4be5028c1b4" providerId="ADAL" clId="{4234EAD0-1A6B-4D4D-B284-5951B9AE36A9}" dt="2023-10-27T07:34:56.693" v="102" actId="478"/>
          <ac:spMkLst>
            <pc:docMk/>
            <pc:sldMk cId="1578795127" sldId="382"/>
            <ac:spMk id="3" creationId="{A3F10A46-3687-E323-1349-135495FC2929}"/>
          </ac:spMkLst>
        </pc:spChg>
        <pc:spChg chg="add mod">
          <ac:chgData name="Alirah WEYORI" userId="1c7cbaa8-91f0-4806-8632-e4be5028c1b4" providerId="ADAL" clId="{4234EAD0-1A6B-4D4D-B284-5951B9AE36A9}" dt="2023-10-27T07:38:33.076" v="125" actId="14100"/>
          <ac:spMkLst>
            <pc:docMk/>
            <pc:sldMk cId="1578795127" sldId="382"/>
            <ac:spMk id="6" creationId="{6D7F68FB-46FB-5621-B106-0992BCF08423}"/>
          </ac:spMkLst>
        </pc:spChg>
        <pc:picChg chg="add mod modCrop">
          <ac:chgData name="Alirah WEYORI" userId="1c7cbaa8-91f0-4806-8632-e4be5028c1b4" providerId="ADAL" clId="{4234EAD0-1A6B-4D4D-B284-5951B9AE36A9}" dt="2023-10-27T07:36:02.276" v="115" actId="14100"/>
          <ac:picMkLst>
            <pc:docMk/>
            <pc:sldMk cId="1578795127" sldId="382"/>
            <ac:picMk id="5" creationId="{324BB80A-5359-4C56-C09C-D65F93CDF17A}"/>
          </ac:picMkLst>
        </pc:picChg>
      </pc:sldChg>
      <pc:sldChg chg="addSp delSp modSp new mod">
        <pc:chgData name="Alirah WEYORI" userId="1c7cbaa8-91f0-4806-8632-e4be5028c1b4" providerId="ADAL" clId="{4234EAD0-1A6B-4D4D-B284-5951B9AE36A9}" dt="2023-10-27T07:44:11.384" v="195" actId="1036"/>
        <pc:sldMkLst>
          <pc:docMk/>
          <pc:sldMk cId="2459160272" sldId="383"/>
        </pc:sldMkLst>
        <pc:spChg chg="del">
          <ac:chgData name="Alirah WEYORI" userId="1c7cbaa8-91f0-4806-8632-e4be5028c1b4" providerId="ADAL" clId="{4234EAD0-1A6B-4D4D-B284-5951B9AE36A9}" dt="2023-10-27T07:40:52.260" v="163" actId="478"/>
          <ac:spMkLst>
            <pc:docMk/>
            <pc:sldMk cId="2459160272" sldId="383"/>
            <ac:spMk id="2" creationId="{5A768F38-6B70-2055-6535-A50261BC4E45}"/>
          </ac:spMkLst>
        </pc:spChg>
        <pc:spChg chg="del">
          <ac:chgData name="Alirah WEYORI" userId="1c7cbaa8-91f0-4806-8632-e4be5028c1b4" providerId="ADAL" clId="{4234EAD0-1A6B-4D4D-B284-5951B9AE36A9}" dt="2023-10-27T07:40:50.511" v="162" actId="478"/>
          <ac:spMkLst>
            <pc:docMk/>
            <pc:sldMk cId="2459160272" sldId="383"/>
            <ac:spMk id="3" creationId="{DF225B99-B7E7-0C53-832B-0D5A92C925E0}"/>
          </ac:spMkLst>
        </pc:spChg>
        <pc:spChg chg="add mod">
          <ac:chgData name="Alirah WEYORI" userId="1c7cbaa8-91f0-4806-8632-e4be5028c1b4" providerId="ADAL" clId="{4234EAD0-1A6B-4D4D-B284-5951B9AE36A9}" dt="2023-10-27T07:43:02.270" v="182" actId="164"/>
          <ac:spMkLst>
            <pc:docMk/>
            <pc:sldMk cId="2459160272" sldId="383"/>
            <ac:spMk id="6" creationId="{F5E795F9-4AB9-96A9-7323-B4C7362CBB9B}"/>
          </ac:spMkLst>
        </pc:spChg>
        <pc:spChg chg="add mod">
          <ac:chgData name="Alirah WEYORI" userId="1c7cbaa8-91f0-4806-8632-e4be5028c1b4" providerId="ADAL" clId="{4234EAD0-1A6B-4D4D-B284-5951B9AE36A9}" dt="2023-10-27T07:44:11.384" v="195" actId="1036"/>
          <ac:spMkLst>
            <pc:docMk/>
            <pc:sldMk cId="2459160272" sldId="383"/>
            <ac:spMk id="8" creationId="{B0E8793F-AB68-7EBA-09B7-C28486178146}"/>
          </ac:spMkLst>
        </pc:spChg>
        <pc:grpChg chg="add mod">
          <ac:chgData name="Alirah WEYORI" userId="1c7cbaa8-91f0-4806-8632-e4be5028c1b4" providerId="ADAL" clId="{4234EAD0-1A6B-4D4D-B284-5951B9AE36A9}" dt="2023-10-27T07:43:11.940" v="184" actId="1076"/>
          <ac:grpSpMkLst>
            <pc:docMk/>
            <pc:sldMk cId="2459160272" sldId="383"/>
            <ac:grpSpMk id="7" creationId="{C5C9097B-9E74-3348-E1AA-5848574DFC99}"/>
          </ac:grpSpMkLst>
        </pc:grpChg>
        <pc:picChg chg="add mod modCrop">
          <ac:chgData name="Alirah WEYORI" userId="1c7cbaa8-91f0-4806-8632-e4be5028c1b4" providerId="ADAL" clId="{4234EAD0-1A6B-4D4D-B284-5951B9AE36A9}" dt="2023-10-27T07:43:02.270" v="182" actId="164"/>
          <ac:picMkLst>
            <pc:docMk/>
            <pc:sldMk cId="2459160272" sldId="383"/>
            <ac:picMk id="5" creationId="{9676F9F9-05B6-B84A-B44E-630734E68F20}"/>
          </ac:picMkLst>
        </pc:picChg>
      </pc:sldChg>
      <pc:sldChg chg="addSp delSp modSp new mod modNotesTx">
        <pc:chgData name="Alirah WEYORI" userId="1c7cbaa8-91f0-4806-8632-e4be5028c1b4" providerId="ADAL" clId="{4234EAD0-1A6B-4D4D-B284-5951B9AE36A9}" dt="2023-10-27T12:54:47.318" v="2689" actId="14100"/>
        <pc:sldMkLst>
          <pc:docMk/>
          <pc:sldMk cId="3675558680" sldId="384"/>
        </pc:sldMkLst>
        <pc:spChg chg="del">
          <ac:chgData name="Alirah WEYORI" userId="1c7cbaa8-91f0-4806-8632-e4be5028c1b4" providerId="ADAL" clId="{4234EAD0-1A6B-4D4D-B284-5951B9AE36A9}" dt="2023-10-27T07:50:45.820" v="241" actId="478"/>
          <ac:spMkLst>
            <pc:docMk/>
            <pc:sldMk cId="3675558680" sldId="384"/>
            <ac:spMk id="2" creationId="{132FA38A-AFC3-A37E-70AF-57436ECA89F1}"/>
          </ac:spMkLst>
        </pc:spChg>
        <pc:spChg chg="del">
          <ac:chgData name="Alirah WEYORI" userId="1c7cbaa8-91f0-4806-8632-e4be5028c1b4" providerId="ADAL" clId="{4234EAD0-1A6B-4D4D-B284-5951B9AE36A9}" dt="2023-10-27T07:50:44.919" v="240" actId="478"/>
          <ac:spMkLst>
            <pc:docMk/>
            <pc:sldMk cId="3675558680" sldId="384"/>
            <ac:spMk id="3" creationId="{8C122A2B-3091-1B70-F8A6-F95010EF7293}"/>
          </ac:spMkLst>
        </pc:spChg>
        <pc:spChg chg="add mod">
          <ac:chgData name="Alirah WEYORI" userId="1c7cbaa8-91f0-4806-8632-e4be5028c1b4" providerId="ADAL" clId="{4234EAD0-1A6B-4D4D-B284-5951B9AE36A9}" dt="2023-10-27T07:52:50.654" v="262" actId="164"/>
          <ac:spMkLst>
            <pc:docMk/>
            <pc:sldMk cId="3675558680" sldId="384"/>
            <ac:spMk id="6" creationId="{3AD24892-C12B-9637-9ADF-A49D654C3963}"/>
          </ac:spMkLst>
        </pc:spChg>
        <pc:spChg chg="add mod">
          <ac:chgData name="Alirah WEYORI" userId="1c7cbaa8-91f0-4806-8632-e4be5028c1b4" providerId="ADAL" clId="{4234EAD0-1A6B-4D4D-B284-5951B9AE36A9}" dt="2023-10-27T07:55:09.176" v="274" actId="1036"/>
          <ac:spMkLst>
            <pc:docMk/>
            <pc:sldMk cId="3675558680" sldId="384"/>
            <ac:spMk id="8" creationId="{5000E79D-C9DC-1048-2A6D-632A9DE75437}"/>
          </ac:spMkLst>
        </pc:spChg>
        <pc:spChg chg="add mod">
          <ac:chgData name="Alirah WEYORI" userId="1c7cbaa8-91f0-4806-8632-e4be5028c1b4" providerId="ADAL" clId="{4234EAD0-1A6B-4D4D-B284-5951B9AE36A9}" dt="2023-10-27T09:29:51.304" v="613" actId="164"/>
          <ac:spMkLst>
            <pc:docMk/>
            <pc:sldMk cId="3675558680" sldId="384"/>
            <ac:spMk id="9" creationId="{B9337262-84B9-B439-0427-77EBABE9BA9D}"/>
          </ac:spMkLst>
        </pc:spChg>
        <pc:spChg chg="add mod">
          <ac:chgData name="Alirah WEYORI" userId="1c7cbaa8-91f0-4806-8632-e4be5028c1b4" providerId="ADAL" clId="{4234EAD0-1A6B-4D4D-B284-5951B9AE36A9}" dt="2023-10-27T12:54:47.318" v="2689" actId="14100"/>
          <ac:spMkLst>
            <pc:docMk/>
            <pc:sldMk cId="3675558680" sldId="384"/>
            <ac:spMk id="13" creationId="{0778324D-4AFF-2D95-8121-5681C3DD8B37}"/>
          </ac:spMkLst>
        </pc:spChg>
        <pc:grpChg chg="add mod">
          <ac:chgData name="Alirah WEYORI" userId="1c7cbaa8-91f0-4806-8632-e4be5028c1b4" providerId="ADAL" clId="{4234EAD0-1A6B-4D4D-B284-5951B9AE36A9}" dt="2023-10-27T07:52:54.550" v="263" actId="1076"/>
          <ac:grpSpMkLst>
            <pc:docMk/>
            <pc:sldMk cId="3675558680" sldId="384"/>
            <ac:grpSpMk id="7" creationId="{F6212ECE-FB59-8A38-6581-C7D4E09EF952}"/>
          </ac:grpSpMkLst>
        </pc:grpChg>
        <pc:grpChg chg="add mod">
          <ac:chgData name="Alirah WEYORI" userId="1c7cbaa8-91f0-4806-8632-e4be5028c1b4" providerId="ADAL" clId="{4234EAD0-1A6B-4D4D-B284-5951B9AE36A9}" dt="2023-10-27T09:29:51.304" v="613" actId="164"/>
          <ac:grpSpMkLst>
            <pc:docMk/>
            <pc:sldMk cId="3675558680" sldId="384"/>
            <ac:grpSpMk id="11" creationId="{A0A4F1CA-70FD-BB3D-40D7-CA1D12DB239E}"/>
          </ac:grpSpMkLst>
        </pc:grpChg>
        <pc:picChg chg="add mod modCrop">
          <ac:chgData name="Alirah WEYORI" userId="1c7cbaa8-91f0-4806-8632-e4be5028c1b4" providerId="ADAL" clId="{4234EAD0-1A6B-4D4D-B284-5951B9AE36A9}" dt="2023-10-27T07:52:50.654" v="262" actId="164"/>
          <ac:picMkLst>
            <pc:docMk/>
            <pc:sldMk cId="3675558680" sldId="384"/>
            <ac:picMk id="5" creationId="{85B62044-882D-29EE-9EAD-5528CB6325EE}"/>
          </ac:picMkLst>
        </pc:picChg>
        <pc:picChg chg="mod">
          <ac:chgData name="Alirah WEYORI" userId="1c7cbaa8-91f0-4806-8632-e4be5028c1b4" providerId="ADAL" clId="{4234EAD0-1A6B-4D4D-B284-5951B9AE36A9}" dt="2023-10-27T09:29:51.304" v="613" actId="164"/>
          <ac:picMkLst>
            <pc:docMk/>
            <pc:sldMk cId="3675558680" sldId="384"/>
            <ac:picMk id="12" creationId="{3BA019E7-7A1B-35E2-A7CD-773F8578907B}"/>
          </ac:picMkLst>
        </pc:picChg>
      </pc:sldChg>
      <pc:sldChg chg="addSp delSp modSp new mod">
        <pc:chgData name="Alirah WEYORI" userId="1c7cbaa8-91f0-4806-8632-e4be5028c1b4" providerId="ADAL" clId="{4234EAD0-1A6B-4D4D-B284-5951B9AE36A9}" dt="2023-11-02T11:33:02.482" v="7431" actId="1036"/>
        <pc:sldMkLst>
          <pc:docMk/>
          <pc:sldMk cId="1780220136" sldId="385"/>
        </pc:sldMkLst>
        <pc:spChg chg="del">
          <ac:chgData name="Alirah WEYORI" userId="1c7cbaa8-91f0-4806-8632-e4be5028c1b4" providerId="ADAL" clId="{4234EAD0-1A6B-4D4D-B284-5951B9AE36A9}" dt="2023-10-27T07:55:58.861" v="277" actId="478"/>
          <ac:spMkLst>
            <pc:docMk/>
            <pc:sldMk cId="1780220136" sldId="385"/>
            <ac:spMk id="2" creationId="{269EA0E2-6023-F618-53ED-3CFD305EFAD8}"/>
          </ac:spMkLst>
        </pc:spChg>
        <pc:spChg chg="del">
          <ac:chgData name="Alirah WEYORI" userId="1c7cbaa8-91f0-4806-8632-e4be5028c1b4" providerId="ADAL" clId="{4234EAD0-1A6B-4D4D-B284-5951B9AE36A9}" dt="2023-10-27T07:55:52.824" v="276" actId="478"/>
          <ac:spMkLst>
            <pc:docMk/>
            <pc:sldMk cId="1780220136" sldId="385"/>
            <ac:spMk id="3" creationId="{B855FBD8-3714-59CB-A3B6-64F2C9323F6D}"/>
          </ac:spMkLst>
        </pc:spChg>
        <pc:spChg chg="add mod">
          <ac:chgData name="Alirah WEYORI" userId="1c7cbaa8-91f0-4806-8632-e4be5028c1b4" providerId="ADAL" clId="{4234EAD0-1A6B-4D4D-B284-5951B9AE36A9}" dt="2023-10-27T07:57:15.001" v="296" actId="164"/>
          <ac:spMkLst>
            <pc:docMk/>
            <pc:sldMk cId="1780220136" sldId="385"/>
            <ac:spMk id="6" creationId="{35574B85-D08C-CC9C-1C4F-AFE8E4600F1D}"/>
          </ac:spMkLst>
        </pc:spChg>
        <pc:spChg chg="add mod">
          <ac:chgData name="Alirah WEYORI" userId="1c7cbaa8-91f0-4806-8632-e4be5028c1b4" providerId="ADAL" clId="{4234EAD0-1A6B-4D4D-B284-5951B9AE36A9}" dt="2023-10-27T07:58:15.774" v="317" actId="1036"/>
          <ac:spMkLst>
            <pc:docMk/>
            <pc:sldMk cId="1780220136" sldId="385"/>
            <ac:spMk id="8" creationId="{B2D4802B-7AA8-C71F-20E4-0E58122C0A45}"/>
          </ac:spMkLst>
        </pc:spChg>
        <pc:spChg chg="add mod">
          <ac:chgData name="Alirah WEYORI" userId="1c7cbaa8-91f0-4806-8632-e4be5028c1b4" providerId="ADAL" clId="{4234EAD0-1A6B-4D4D-B284-5951B9AE36A9}" dt="2023-10-27T09:30:10.294" v="621" actId="164"/>
          <ac:spMkLst>
            <pc:docMk/>
            <pc:sldMk cId="1780220136" sldId="385"/>
            <ac:spMk id="10" creationId="{D29A772A-83F1-26C1-57F4-BD3A86006D82}"/>
          </ac:spMkLst>
        </pc:spChg>
        <pc:spChg chg="add mod">
          <ac:chgData name="Alirah WEYORI" userId="1c7cbaa8-91f0-4806-8632-e4be5028c1b4" providerId="ADAL" clId="{4234EAD0-1A6B-4D4D-B284-5951B9AE36A9}" dt="2023-11-02T11:33:02.482" v="7431" actId="1036"/>
          <ac:spMkLst>
            <pc:docMk/>
            <pc:sldMk cId="1780220136" sldId="385"/>
            <ac:spMk id="12" creationId="{4B4C7552-9B0A-7163-C475-629CEC1E8905}"/>
          </ac:spMkLst>
        </pc:spChg>
        <pc:grpChg chg="add mod">
          <ac:chgData name="Alirah WEYORI" userId="1c7cbaa8-91f0-4806-8632-e4be5028c1b4" providerId="ADAL" clId="{4234EAD0-1A6B-4D4D-B284-5951B9AE36A9}" dt="2023-10-27T07:57:15.001" v="296" actId="164"/>
          <ac:grpSpMkLst>
            <pc:docMk/>
            <pc:sldMk cId="1780220136" sldId="385"/>
            <ac:grpSpMk id="7" creationId="{DF4B9B33-5159-0953-9815-5D7994F69CBE}"/>
          </ac:grpSpMkLst>
        </pc:grpChg>
        <pc:grpChg chg="add mod">
          <ac:chgData name="Alirah WEYORI" userId="1c7cbaa8-91f0-4806-8632-e4be5028c1b4" providerId="ADAL" clId="{4234EAD0-1A6B-4D4D-B284-5951B9AE36A9}" dt="2023-11-02T08:59:03.994" v="6253" actId="14100"/>
          <ac:grpSpMkLst>
            <pc:docMk/>
            <pc:sldMk cId="1780220136" sldId="385"/>
            <ac:grpSpMk id="11" creationId="{C5C9E074-5AE9-3C01-6D0D-D94FA0633CFA}"/>
          </ac:grpSpMkLst>
        </pc:grpChg>
        <pc:picChg chg="add mod modCrop">
          <ac:chgData name="Alirah WEYORI" userId="1c7cbaa8-91f0-4806-8632-e4be5028c1b4" providerId="ADAL" clId="{4234EAD0-1A6B-4D4D-B284-5951B9AE36A9}" dt="2023-10-27T07:57:15.001" v="296" actId="164"/>
          <ac:picMkLst>
            <pc:docMk/>
            <pc:sldMk cId="1780220136" sldId="385"/>
            <ac:picMk id="5" creationId="{A41438BE-F136-2558-6F64-DDB3CF0886D2}"/>
          </ac:picMkLst>
        </pc:picChg>
        <pc:picChg chg="mod">
          <ac:chgData name="Alirah WEYORI" userId="1c7cbaa8-91f0-4806-8632-e4be5028c1b4" providerId="ADAL" clId="{4234EAD0-1A6B-4D4D-B284-5951B9AE36A9}" dt="2023-10-27T09:30:10.294" v="621" actId="164"/>
          <ac:picMkLst>
            <pc:docMk/>
            <pc:sldMk cId="1780220136" sldId="385"/>
            <ac:picMk id="9" creationId="{9226A2D5-04F5-0E4F-405A-2565876FAB95}"/>
          </ac:picMkLst>
        </pc:picChg>
      </pc:sldChg>
      <pc:sldChg chg="addSp delSp modSp new mod">
        <pc:chgData name="Alirah WEYORI" userId="1c7cbaa8-91f0-4806-8632-e4be5028c1b4" providerId="ADAL" clId="{4234EAD0-1A6B-4D4D-B284-5951B9AE36A9}" dt="2023-12-06T13:04:34.585" v="9766" actId="1037"/>
        <pc:sldMkLst>
          <pc:docMk/>
          <pc:sldMk cId="3960639057" sldId="386"/>
        </pc:sldMkLst>
        <pc:spChg chg="del">
          <ac:chgData name="Alirah WEYORI" userId="1c7cbaa8-91f0-4806-8632-e4be5028c1b4" providerId="ADAL" clId="{4234EAD0-1A6B-4D4D-B284-5951B9AE36A9}" dt="2023-10-27T07:58:43.087" v="320" actId="478"/>
          <ac:spMkLst>
            <pc:docMk/>
            <pc:sldMk cId="3960639057" sldId="386"/>
            <ac:spMk id="2" creationId="{6FF4151B-4AA2-8DF4-DFCE-A9088A26390A}"/>
          </ac:spMkLst>
        </pc:spChg>
        <pc:spChg chg="del">
          <ac:chgData name="Alirah WEYORI" userId="1c7cbaa8-91f0-4806-8632-e4be5028c1b4" providerId="ADAL" clId="{4234EAD0-1A6B-4D4D-B284-5951B9AE36A9}" dt="2023-10-27T07:58:41.721" v="319" actId="478"/>
          <ac:spMkLst>
            <pc:docMk/>
            <pc:sldMk cId="3960639057" sldId="386"/>
            <ac:spMk id="3" creationId="{E31EC1E4-CD77-491B-3B4B-39650CBB9848}"/>
          </ac:spMkLst>
        </pc:spChg>
        <pc:spChg chg="add mod">
          <ac:chgData name="Alirah WEYORI" userId="1c7cbaa8-91f0-4806-8632-e4be5028c1b4" providerId="ADAL" clId="{4234EAD0-1A6B-4D4D-B284-5951B9AE36A9}" dt="2023-10-27T08:00:09.342" v="337" actId="164"/>
          <ac:spMkLst>
            <pc:docMk/>
            <pc:sldMk cId="3960639057" sldId="386"/>
            <ac:spMk id="6" creationId="{76D235AE-4B3D-AF73-2E9B-84DA034C34D2}"/>
          </ac:spMkLst>
        </pc:spChg>
        <pc:spChg chg="add del mod">
          <ac:chgData name="Alirah WEYORI" userId="1c7cbaa8-91f0-4806-8632-e4be5028c1b4" providerId="ADAL" clId="{4234EAD0-1A6B-4D4D-B284-5951B9AE36A9}" dt="2023-10-27T08:10:11.835" v="341" actId="478"/>
          <ac:spMkLst>
            <pc:docMk/>
            <pc:sldMk cId="3960639057" sldId="386"/>
            <ac:spMk id="8" creationId="{B0BD138B-1043-B2E0-51C8-1B3FB2CC088E}"/>
          </ac:spMkLst>
        </pc:spChg>
        <pc:spChg chg="add mod">
          <ac:chgData name="Alirah WEYORI" userId="1c7cbaa8-91f0-4806-8632-e4be5028c1b4" providerId="ADAL" clId="{4234EAD0-1A6B-4D4D-B284-5951B9AE36A9}" dt="2023-10-27T08:10:53.319" v="348" actId="1036"/>
          <ac:spMkLst>
            <pc:docMk/>
            <pc:sldMk cId="3960639057" sldId="386"/>
            <ac:spMk id="9" creationId="{20B7034D-8368-26EC-F3E1-98B20CB7C24A}"/>
          </ac:spMkLst>
        </pc:spChg>
        <pc:spChg chg="add mod">
          <ac:chgData name="Alirah WEYORI" userId="1c7cbaa8-91f0-4806-8632-e4be5028c1b4" providerId="ADAL" clId="{4234EAD0-1A6B-4D4D-B284-5951B9AE36A9}" dt="2023-10-27T09:30:32.672" v="632" actId="164"/>
          <ac:spMkLst>
            <pc:docMk/>
            <pc:sldMk cId="3960639057" sldId="386"/>
            <ac:spMk id="11" creationId="{116BA571-9284-E2C7-8DB8-EA83FEAC6AFA}"/>
          </ac:spMkLst>
        </pc:spChg>
        <pc:spChg chg="add mod">
          <ac:chgData name="Alirah WEYORI" userId="1c7cbaa8-91f0-4806-8632-e4be5028c1b4" providerId="ADAL" clId="{4234EAD0-1A6B-4D4D-B284-5951B9AE36A9}" dt="2023-11-02T10:55:40.219" v="7254" actId="14100"/>
          <ac:spMkLst>
            <pc:docMk/>
            <pc:sldMk cId="3960639057" sldId="386"/>
            <ac:spMk id="13" creationId="{32063F0D-D30C-13B3-E8C2-BC155A36D5FD}"/>
          </ac:spMkLst>
        </pc:spChg>
        <pc:grpChg chg="add mod">
          <ac:chgData name="Alirah WEYORI" userId="1c7cbaa8-91f0-4806-8632-e4be5028c1b4" providerId="ADAL" clId="{4234EAD0-1A6B-4D4D-B284-5951B9AE36A9}" dt="2023-10-27T08:09:13.121" v="338" actId="14100"/>
          <ac:grpSpMkLst>
            <pc:docMk/>
            <pc:sldMk cId="3960639057" sldId="386"/>
            <ac:grpSpMk id="7" creationId="{302720EA-0166-5CAC-8B46-4B62C0620FB5}"/>
          </ac:grpSpMkLst>
        </pc:grpChg>
        <pc:grpChg chg="add mod">
          <ac:chgData name="Alirah WEYORI" userId="1c7cbaa8-91f0-4806-8632-e4be5028c1b4" providerId="ADAL" clId="{4234EAD0-1A6B-4D4D-B284-5951B9AE36A9}" dt="2023-12-06T13:04:34.585" v="9766" actId="1037"/>
          <ac:grpSpMkLst>
            <pc:docMk/>
            <pc:sldMk cId="3960639057" sldId="386"/>
            <ac:grpSpMk id="12" creationId="{3218C94F-D4C2-149F-8B1A-A80BD568509A}"/>
          </ac:grpSpMkLst>
        </pc:grpChg>
        <pc:picChg chg="add mod modCrop">
          <ac:chgData name="Alirah WEYORI" userId="1c7cbaa8-91f0-4806-8632-e4be5028c1b4" providerId="ADAL" clId="{4234EAD0-1A6B-4D4D-B284-5951B9AE36A9}" dt="2023-10-27T08:00:09.342" v="337" actId="164"/>
          <ac:picMkLst>
            <pc:docMk/>
            <pc:sldMk cId="3960639057" sldId="386"/>
            <ac:picMk id="5" creationId="{B2E9E6E8-6DFA-DD26-B3C5-1A88B541AE49}"/>
          </ac:picMkLst>
        </pc:picChg>
        <pc:picChg chg="mod">
          <ac:chgData name="Alirah WEYORI" userId="1c7cbaa8-91f0-4806-8632-e4be5028c1b4" providerId="ADAL" clId="{4234EAD0-1A6B-4D4D-B284-5951B9AE36A9}" dt="2023-10-27T09:30:32.672" v="632" actId="164"/>
          <ac:picMkLst>
            <pc:docMk/>
            <pc:sldMk cId="3960639057" sldId="386"/>
            <ac:picMk id="10" creationId="{827CB1CA-D369-3929-1ED9-B41E600033E0}"/>
          </ac:picMkLst>
        </pc:picChg>
      </pc:sldChg>
      <pc:sldChg chg="addSp delSp modSp new mod modAnim">
        <pc:chgData name="Alirah WEYORI" userId="1c7cbaa8-91f0-4806-8632-e4be5028c1b4" providerId="ADAL" clId="{4234EAD0-1A6B-4D4D-B284-5951B9AE36A9}" dt="2023-11-02T10:18:30.279" v="7160" actId="14100"/>
        <pc:sldMkLst>
          <pc:docMk/>
          <pc:sldMk cId="227299753" sldId="387"/>
        </pc:sldMkLst>
        <pc:spChg chg="del">
          <ac:chgData name="Alirah WEYORI" userId="1c7cbaa8-91f0-4806-8632-e4be5028c1b4" providerId="ADAL" clId="{4234EAD0-1A6B-4D4D-B284-5951B9AE36A9}" dt="2023-10-27T08:11:53.622" v="351" actId="478"/>
          <ac:spMkLst>
            <pc:docMk/>
            <pc:sldMk cId="227299753" sldId="387"/>
            <ac:spMk id="2" creationId="{A60B17B0-BB48-FB8B-3537-7D02169BAAD7}"/>
          </ac:spMkLst>
        </pc:spChg>
        <pc:spChg chg="del">
          <ac:chgData name="Alirah WEYORI" userId="1c7cbaa8-91f0-4806-8632-e4be5028c1b4" providerId="ADAL" clId="{4234EAD0-1A6B-4D4D-B284-5951B9AE36A9}" dt="2023-10-27T08:11:52.324" v="350" actId="478"/>
          <ac:spMkLst>
            <pc:docMk/>
            <pc:sldMk cId="227299753" sldId="387"/>
            <ac:spMk id="3" creationId="{E7462AEB-3C9A-BA3D-3895-149A21900AAF}"/>
          </ac:spMkLst>
        </pc:spChg>
        <pc:spChg chg="add mod">
          <ac:chgData name="Alirah WEYORI" userId="1c7cbaa8-91f0-4806-8632-e4be5028c1b4" providerId="ADAL" clId="{4234EAD0-1A6B-4D4D-B284-5951B9AE36A9}" dt="2023-10-27T08:18:06.796" v="394" actId="1038"/>
          <ac:spMkLst>
            <pc:docMk/>
            <pc:sldMk cId="227299753" sldId="387"/>
            <ac:spMk id="6" creationId="{0A6DEB86-1261-F25C-846E-A1DF76AB1506}"/>
          </ac:spMkLst>
        </pc:spChg>
        <pc:spChg chg="add mod">
          <ac:chgData name="Alirah WEYORI" userId="1c7cbaa8-91f0-4806-8632-e4be5028c1b4" providerId="ADAL" clId="{4234EAD0-1A6B-4D4D-B284-5951B9AE36A9}" dt="2023-10-27T08:15:11.577" v="371" actId="1035"/>
          <ac:spMkLst>
            <pc:docMk/>
            <pc:sldMk cId="227299753" sldId="387"/>
            <ac:spMk id="8" creationId="{3260AE33-75C9-DB53-9528-C6E8F8E4C642}"/>
          </ac:spMkLst>
        </pc:spChg>
        <pc:spChg chg="add mod">
          <ac:chgData name="Alirah WEYORI" userId="1c7cbaa8-91f0-4806-8632-e4be5028c1b4" providerId="ADAL" clId="{4234EAD0-1A6B-4D4D-B284-5951B9AE36A9}" dt="2023-10-27T08:15:43.580" v="376" actId="1037"/>
          <ac:spMkLst>
            <pc:docMk/>
            <pc:sldMk cId="227299753" sldId="387"/>
            <ac:spMk id="9" creationId="{FD363D10-11D8-3543-9AD7-5FB5DD176099}"/>
          </ac:spMkLst>
        </pc:spChg>
        <pc:spChg chg="add mod">
          <ac:chgData name="Alirah WEYORI" userId="1c7cbaa8-91f0-4806-8632-e4be5028c1b4" providerId="ADAL" clId="{4234EAD0-1A6B-4D4D-B284-5951B9AE36A9}" dt="2023-10-27T09:31:03.931" v="643" actId="164"/>
          <ac:spMkLst>
            <pc:docMk/>
            <pc:sldMk cId="227299753" sldId="387"/>
            <ac:spMk id="11" creationId="{50E99692-0AF0-0DA1-DA59-724212DFDCA1}"/>
          </ac:spMkLst>
        </pc:spChg>
        <pc:spChg chg="add mod">
          <ac:chgData name="Alirah WEYORI" userId="1c7cbaa8-91f0-4806-8632-e4be5028c1b4" providerId="ADAL" clId="{4234EAD0-1A6B-4D4D-B284-5951B9AE36A9}" dt="2023-11-02T10:18:30.279" v="7160" actId="14100"/>
          <ac:spMkLst>
            <pc:docMk/>
            <pc:sldMk cId="227299753" sldId="387"/>
            <ac:spMk id="13" creationId="{72567DA0-05FC-CAF0-8777-7D97899A5AC7}"/>
          </ac:spMkLst>
        </pc:spChg>
        <pc:spChg chg="add mod">
          <ac:chgData name="Alirah WEYORI" userId="1c7cbaa8-91f0-4806-8632-e4be5028c1b4" providerId="ADAL" clId="{4234EAD0-1A6B-4D4D-B284-5951B9AE36A9}" dt="2023-10-27T12:05:18.182" v="1673" actId="14100"/>
          <ac:spMkLst>
            <pc:docMk/>
            <pc:sldMk cId="227299753" sldId="387"/>
            <ac:spMk id="14" creationId="{4EE1DEFF-BD2C-4CD1-6ECD-78D2E68C8515}"/>
          </ac:spMkLst>
        </pc:spChg>
        <pc:grpChg chg="add mod">
          <ac:chgData name="Alirah WEYORI" userId="1c7cbaa8-91f0-4806-8632-e4be5028c1b4" providerId="ADAL" clId="{4234EAD0-1A6B-4D4D-B284-5951B9AE36A9}" dt="2023-10-27T08:14:42.239" v="365" actId="1076"/>
          <ac:grpSpMkLst>
            <pc:docMk/>
            <pc:sldMk cId="227299753" sldId="387"/>
            <ac:grpSpMk id="7" creationId="{F7BEC73B-C387-45A7-8840-F015A3B3F8D2}"/>
          </ac:grpSpMkLst>
        </pc:grpChg>
        <pc:grpChg chg="add mod">
          <ac:chgData name="Alirah WEYORI" userId="1c7cbaa8-91f0-4806-8632-e4be5028c1b4" providerId="ADAL" clId="{4234EAD0-1A6B-4D4D-B284-5951B9AE36A9}" dt="2023-10-27T09:31:03.931" v="643" actId="164"/>
          <ac:grpSpMkLst>
            <pc:docMk/>
            <pc:sldMk cId="227299753" sldId="387"/>
            <ac:grpSpMk id="12" creationId="{427A3CB9-EC40-654F-EA33-068B51EEEEAD}"/>
          </ac:grpSpMkLst>
        </pc:grpChg>
        <pc:picChg chg="add mod modCrop">
          <ac:chgData name="Alirah WEYORI" userId="1c7cbaa8-91f0-4806-8632-e4be5028c1b4" providerId="ADAL" clId="{4234EAD0-1A6B-4D4D-B284-5951B9AE36A9}" dt="2023-10-27T08:13:35.593" v="363" actId="164"/>
          <ac:picMkLst>
            <pc:docMk/>
            <pc:sldMk cId="227299753" sldId="387"/>
            <ac:picMk id="5" creationId="{D2D861B4-30AD-F038-DDA9-A20BA788CC67}"/>
          </ac:picMkLst>
        </pc:picChg>
        <pc:picChg chg="mod">
          <ac:chgData name="Alirah WEYORI" userId="1c7cbaa8-91f0-4806-8632-e4be5028c1b4" providerId="ADAL" clId="{4234EAD0-1A6B-4D4D-B284-5951B9AE36A9}" dt="2023-10-27T09:31:03.931" v="643" actId="164"/>
          <ac:picMkLst>
            <pc:docMk/>
            <pc:sldMk cId="227299753" sldId="387"/>
            <ac:picMk id="10" creationId="{5775B3CC-8C97-8726-5BFA-B16FEA5532A3}"/>
          </ac:picMkLst>
        </pc:picChg>
      </pc:sldChg>
      <pc:sldChg chg="addSp delSp modSp new mod modAnim modNotesTx">
        <pc:chgData name="Alirah WEYORI" userId="1c7cbaa8-91f0-4806-8632-e4be5028c1b4" providerId="ADAL" clId="{4234EAD0-1A6B-4D4D-B284-5951B9AE36A9}" dt="2023-10-27T12:57:21.103" v="2781" actId="20577"/>
        <pc:sldMkLst>
          <pc:docMk/>
          <pc:sldMk cId="160048588" sldId="388"/>
        </pc:sldMkLst>
        <pc:spChg chg="del">
          <ac:chgData name="Alirah WEYORI" userId="1c7cbaa8-91f0-4806-8632-e4be5028c1b4" providerId="ADAL" clId="{4234EAD0-1A6B-4D4D-B284-5951B9AE36A9}" dt="2023-10-27T08:16:30.361" v="379" actId="478"/>
          <ac:spMkLst>
            <pc:docMk/>
            <pc:sldMk cId="160048588" sldId="388"/>
            <ac:spMk id="2" creationId="{27B3B6D3-A2EE-BF23-0B02-B5073649619A}"/>
          </ac:spMkLst>
        </pc:spChg>
        <pc:spChg chg="del">
          <ac:chgData name="Alirah WEYORI" userId="1c7cbaa8-91f0-4806-8632-e4be5028c1b4" providerId="ADAL" clId="{4234EAD0-1A6B-4D4D-B284-5951B9AE36A9}" dt="2023-10-27T08:16:28.996" v="378" actId="478"/>
          <ac:spMkLst>
            <pc:docMk/>
            <pc:sldMk cId="160048588" sldId="388"/>
            <ac:spMk id="3" creationId="{1FD28472-CBB9-F19F-C1EB-9AADCA49C898}"/>
          </ac:spMkLst>
        </pc:spChg>
        <pc:spChg chg="add mod">
          <ac:chgData name="Alirah WEYORI" userId="1c7cbaa8-91f0-4806-8632-e4be5028c1b4" providerId="ADAL" clId="{4234EAD0-1A6B-4D4D-B284-5951B9AE36A9}" dt="2023-10-27T08:18:28.002" v="397" actId="164"/>
          <ac:spMkLst>
            <pc:docMk/>
            <pc:sldMk cId="160048588" sldId="388"/>
            <ac:spMk id="6" creationId="{47A3BC9F-C546-F518-04E5-AB56605B2BCA}"/>
          </ac:spMkLst>
        </pc:spChg>
        <pc:spChg chg="add mod">
          <ac:chgData name="Alirah WEYORI" userId="1c7cbaa8-91f0-4806-8632-e4be5028c1b4" providerId="ADAL" clId="{4234EAD0-1A6B-4D4D-B284-5951B9AE36A9}" dt="2023-10-27T09:31:18.752" v="646" actId="164"/>
          <ac:spMkLst>
            <pc:docMk/>
            <pc:sldMk cId="160048588" sldId="388"/>
            <ac:spMk id="9" creationId="{78A01AB6-572B-446A-C9C2-5A914AC8E60B}"/>
          </ac:spMkLst>
        </pc:spChg>
        <pc:spChg chg="add mod">
          <ac:chgData name="Alirah WEYORI" userId="1c7cbaa8-91f0-4806-8632-e4be5028c1b4" providerId="ADAL" clId="{4234EAD0-1A6B-4D4D-B284-5951B9AE36A9}" dt="2023-10-27T12:21:42.043" v="2089" actId="1036"/>
          <ac:spMkLst>
            <pc:docMk/>
            <pc:sldMk cId="160048588" sldId="388"/>
            <ac:spMk id="12" creationId="{5445E28E-8A6C-2606-35BF-72D040193BB8}"/>
          </ac:spMkLst>
        </pc:spChg>
        <pc:grpChg chg="add mod">
          <ac:chgData name="Alirah WEYORI" userId="1c7cbaa8-91f0-4806-8632-e4be5028c1b4" providerId="ADAL" clId="{4234EAD0-1A6B-4D4D-B284-5951B9AE36A9}" dt="2023-10-27T08:18:51.877" v="399" actId="14100"/>
          <ac:grpSpMkLst>
            <pc:docMk/>
            <pc:sldMk cId="160048588" sldId="388"/>
            <ac:grpSpMk id="7" creationId="{42F1D743-A921-ECDC-AC81-3AF22114F983}"/>
          </ac:grpSpMkLst>
        </pc:grpChg>
        <pc:grpChg chg="add mod">
          <ac:chgData name="Alirah WEYORI" userId="1c7cbaa8-91f0-4806-8632-e4be5028c1b4" providerId="ADAL" clId="{4234EAD0-1A6B-4D4D-B284-5951B9AE36A9}" dt="2023-10-27T12:21:42.043" v="2089" actId="1036"/>
          <ac:grpSpMkLst>
            <pc:docMk/>
            <pc:sldMk cId="160048588" sldId="388"/>
            <ac:grpSpMk id="11" creationId="{F5BC6B9B-CF1A-46E4-DEF6-439AEEDFA92D}"/>
          </ac:grpSpMkLst>
        </pc:grpChg>
        <pc:picChg chg="add mod modCrop">
          <ac:chgData name="Alirah WEYORI" userId="1c7cbaa8-91f0-4806-8632-e4be5028c1b4" providerId="ADAL" clId="{4234EAD0-1A6B-4D4D-B284-5951B9AE36A9}" dt="2023-10-27T08:18:28.002" v="397" actId="164"/>
          <ac:picMkLst>
            <pc:docMk/>
            <pc:sldMk cId="160048588" sldId="388"/>
            <ac:picMk id="5" creationId="{75C28F38-37D4-D1CF-59D8-7E1A47332EA1}"/>
          </ac:picMkLst>
        </pc:picChg>
        <pc:picChg chg="mod">
          <ac:chgData name="Alirah WEYORI" userId="1c7cbaa8-91f0-4806-8632-e4be5028c1b4" providerId="ADAL" clId="{4234EAD0-1A6B-4D4D-B284-5951B9AE36A9}" dt="2023-10-27T09:22:32.719" v="597" actId="1076"/>
          <ac:picMkLst>
            <pc:docMk/>
            <pc:sldMk cId="160048588" sldId="388"/>
            <ac:picMk id="8" creationId="{DCDE93F6-AA88-43F5-E6C2-8B5B6265226E}"/>
          </ac:picMkLst>
        </pc:picChg>
        <pc:picChg chg="mod">
          <ac:chgData name="Alirah WEYORI" userId="1c7cbaa8-91f0-4806-8632-e4be5028c1b4" providerId="ADAL" clId="{4234EAD0-1A6B-4D4D-B284-5951B9AE36A9}" dt="2023-10-27T09:31:18.752" v="646" actId="164"/>
          <ac:picMkLst>
            <pc:docMk/>
            <pc:sldMk cId="160048588" sldId="388"/>
            <ac:picMk id="10" creationId="{2122E29C-CB87-EE6C-F66D-69A3FAF5B983}"/>
          </ac:picMkLst>
        </pc:picChg>
      </pc:sldChg>
      <pc:sldChg chg="modSp del mod">
        <pc:chgData name="Alirah WEYORI" userId="1c7cbaa8-91f0-4806-8632-e4be5028c1b4" providerId="ADAL" clId="{4234EAD0-1A6B-4D4D-B284-5951B9AE36A9}" dt="2023-11-01T17:18:12.330" v="6150" actId="47"/>
        <pc:sldMkLst>
          <pc:docMk/>
          <pc:sldMk cId="316445996" sldId="389"/>
        </pc:sldMkLst>
        <pc:spChg chg="mod">
          <ac:chgData name="Alirah WEYORI" userId="1c7cbaa8-91f0-4806-8632-e4be5028c1b4" providerId="ADAL" clId="{4234EAD0-1A6B-4D4D-B284-5951B9AE36A9}" dt="2023-11-01T17:03:30.054" v="6003" actId="20577"/>
          <ac:spMkLst>
            <pc:docMk/>
            <pc:sldMk cId="316445996" sldId="389"/>
            <ac:spMk id="4" creationId="{3ECF8963-4DED-C55E-B926-36AA487C8500}"/>
          </ac:spMkLst>
        </pc:spChg>
      </pc:sldChg>
      <pc:sldChg chg="mod modShow">
        <pc:chgData name="Alirah WEYORI" userId="1c7cbaa8-91f0-4806-8632-e4be5028c1b4" providerId="ADAL" clId="{4234EAD0-1A6B-4D4D-B284-5951B9AE36A9}" dt="2023-10-27T09:49:29.354" v="1368" actId="729"/>
        <pc:sldMkLst>
          <pc:docMk/>
          <pc:sldMk cId="1354639515" sldId="390"/>
        </pc:sldMkLst>
      </pc:sldChg>
      <pc:sldChg chg="addSp modSp mod modNotesTx">
        <pc:chgData name="Alirah WEYORI" userId="1c7cbaa8-91f0-4806-8632-e4be5028c1b4" providerId="ADAL" clId="{4234EAD0-1A6B-4D4D-B284-5951B9AE36A9}" dt="2023-10-27T12:20:15.862" v="2038"/>
        <pc:sldMkLst>
          <pc:docMk/>
          <pc:sldMk cId="3017764167" sldId="391"/>
        </pc:sldMkLst>
        <pc:spChg chg="add mod">
          <ac:chgData name="Alirah WEYORI" userId="1c7cbaa8-91f0-4806-8632-e4be5028c1b4" providerId="ADAL" clId="{4234EAD0-1A6B-4D4D-B284-5951B9AE36A9}" dt="2023-10-27T08:45:48.156" v="408" actId="164"/>
          <ac:spMkLst>
            <pc:docMk/>
            <pc:sldMk cId="3017764167" sldId="391"/>
            <ac:spMk id="2" creationId="{2A4E583B-0E4E-20F3-6B94-AD17501E11D9}"/>
          </ac:spMkLst>
        </pc:spChg>
        <pc:spChg chg="add mod">
          <ac:chgData name="Alirah WEYORI" userId="1c7cbaa8-91f0-4806-8632-e4be5028c1b4" providerId="ADAL" clId="{4234EAD0-1A6B-4D4D-B284-5951B9AE36A9}" dt="2023-10-27T09:29:25.501" v="602" actId="1076"/>
          <ac:spMkLst>
            <pc:docMk/>
            <pc:sldMk cId="3017764167" sldId="391"/>
            <ac:spMk id="7" creationId="{5BA2B4D6-8EDC-B785-5300-D29F6B6BBC4E}"/>
          </ac:spMkLst>
        </pc:spChg>
        <pc:grpChg chg="add mod">
          <ac:chgData name="Alirah WEYORI" userId="1c7cbaa8-91f0-4806-8632-e4be5028c1b4" providerId="ADAL" clId="{4234EAD0-1A6B-4D4D-B284-5951B9AE36A9}" dt="2023-10-27T08:45:48.156" v="408" actId="164"/>
          <ac:grpSpMkLst>
            <pc:docMk/>
            <pc:sldMk cId="3017764167" sldId="391"/>
            <ac:grpSpMk id="4" creationId="{62133979-28EF-2C96-3FDF-AE826CC8D979}"/>
          </ac:grpSpMkLst>
        </pc:grpChg>
        <pc:picChg chg="mod">
          <ac:chgData name="Alirah WEYORI" userId="1c7cbaa8-91f0-4806-8632-e4be5028c1b4" providerId="ADAL" clId="{4234EAD0-1A6B-4D4D-B284-5951B9AE36A9}" dt="2023-10-27T08:45:48.156" v="408" actId="164"/>
          <ac:picMkLst>
            <pc:docMk/>
            <pc:sldMk cId="3017764167" sldId="391"/>
            <ac:picMk id="5" creationId="{28476981-F4D5-F010-7169-01692EA7F0B7}"/>
          </ac:picMkLst>
        </pc:picChg>
      </pc:sldChg>
      <pc:sldChg chg="addSp modSp mod modShow">
        <pc:chgData name="Alirah WEYORI" userId="1c7cbaa8-91f0-4806-8632-e4be5028c1b4" providerId="ADAL" clId="{4234EAD0-1A6B-4D4D-B284-5951B9AE36A9}" dt="2023-10-27T09:38:10.799" v="806" actId="729"/>
        <pc:sldMkLst>
          <pc:docMk/>
          <pc:sldMk cId="3171943791" sldId="392"/>
        </pc:sldMkLst>
        <pc:spChg chg="mod">
          <ac:chgData name="Alirah WEYORI" userId="1c7cbaa8-91f0-4806-8632-e4be5028c1b4" providerId="ADAL" clId="{4234EAD0-1A6B-4D4D-B284-5951B9AE36A9}" dt="2023-10-27T09:29:36.850" v="603" actId="164"/>
          <ac:spMkLst>
            <pc:docMk/>
            <pc:sldMk cId="3171943791" sldId="392"/>
            <ac:spMk id="4" creationId="{D2419B9B-EEA4-75F6-2D58-81F8ACEFE22C}"/>
          </ac:spMkLst>
        </pc:spChg>
        <pc:grpChg chg="add mod">
          <ac:chgData name="Alirah WEYORI" userId="1c7cbaa8-91f0-4806-8632-e4be5028c1b4" providerId="ADAL" clId="{4234EAD0-1A6B-4D4D-B284-5951B9AE36A9}" dt="2023-10-27T08:46:17.914" v="417" actId="164"/>
          <ac:grpSpMkLst>
            <pc:docMk/>
            <pc:sldMk cId="3171943791" sldId="392"/>
            <ac:grpSpMk id="2" creationId="{925F2B59-77E3-70AE-C149-7A80FE89B7A0}"/>
          </ac:grpSpMkLst>
        </pc:grpChg>
        <pc:grpChg chg="add mod">
          <ac:chgData name="Alirah WEYORI" userId="1c7cbaa8-91f0-4806-8632-e4be5028c1b4" providerId="ADAL" clId="{4234EAD0-1A6B-4D4D-B284-5951B9AE36A9}" dt="2023-10-27T09:29:36.850" v="603" actId="164"/>
          <ac:grpSpMkLst>
            <pc:docMk/>
            <pc:sldMk cId="3171943791" sldId="392"/>
            <ac:grpSpMk id="9" creationId="{663458A3-7E67-18B6-D9B1-2856AA97856A}"/>
          </ac:grpSpMkLst>
        </pc:grpChg>
        <pc:picChg chg="mod">
          <ac:chgData name="Alirah WEYORI" userId="1c7cbaa8-91f0-4806-8632-e4be5028c1b4" providerId="ADAL" clId="{4234EAD0-1A6B-4D4D-B284-5951B9AE36A9}" dt="2023-10-27T09:29:36.850" v="603" actId="164"/>
          <ac:picMkLst>
            <pc:docMk/>
            <pc:sldMk cId="3171943791" sldId="392"/>
            <ac:picMk id="3" creationId="{BFA3492B-5D9E-BAE8-EA1E-6FAC61969AF4}"/>
          </ac:picMkLst>
        </pc:picChg>
      </pc:sldChg>
      <pc:sldChg chg="modSp add mod ord">
        <pc:chgData name="Alirah WEYORI" userId="1c7cbaa8-91f0-4806-8632-e4be5028c1b4" providerId="ADAL" clId="{4234EAD0-1A6B-4D4D-B284-5951B9AE36A9}" dt="2023-10-27T08:48:32.558" v="449" actId="20577"/>
        <pc:sldMkLst>
          <pc:docMk/>
          <pc:sldMk cId="4141941213" sldId="393"/>
        </pc:sldMkLst>
        <pc:spChg chg="mod">
          <ac:chgData name="Alirah WEYORI" userId="1c7cbaa8-91f0-4806-8632-e4be5028c1b4" providerId="ADAL" clId="{4234EAD0-1A6B-4D4D-B284-5951B9AE36A9}" dt="2023-10-27T08:48:32.558" v="449" actId="20577"/>
          <ac:spMkLst>
            <pc:docMk/>
            <pc:sldMk cId="4141941213" sldId="393"/>
            <ac:spMk id="4" creationId="{3ECF8963-4DED-C55E-B926-36AA487C8500}"/>
          </ac:spMkLst>
        </pc:spChg>
      </pc:sldChg>
      <pc:sldChg chg="modSp add mod ord">
        <pc:chgData name="Alirah WEYORI" userId="1c7cbaa8-91f0-4806-8632-e4be5028c1b4" providerId="ADAL" clId="{4234EAD0-1A6B-4D4D-B284-5951B9AE36A9}" dt="2023-10-27T08:49:15.981" v="482" actId="20577"/>
        <pc:sldMkLst>
          <pc:docMk/>
          <pc:sldMk cId="3068924781" sldId="394"/>
        </pc:sldMkLst>
        <pc:spChg chg="mod">
          <ac:chgData name="Alirah WEYORI" userId="1c7cbaa8-91f0-4806-8632-e4be5028c1b4" providerId="ADAL" clId="{4234EAD0-1A6B-4D4D-B284-5951B9AE36A9}" dt="2023-10-27T08:49:15.981" v="482" actId="20577"/>
          <ac:spMkLst>
            <pc:docMk/>
            <pc:sldMk cId="3068924781" sldId="394"/>
            <ac:spMk id="4" creationId="{3ECF8963-4DED-C55E-B926-36AA487C8500}"/>
          </ac:spMkLst>
        </pc:spChg>
      </pc:sldChg>
      <pc:sldChg chg="modSp mod ord">
        <pc:chgData name="Alirah WEYORI" userId="1c7cbaa8-91f0-4806-8632-e4be5028c1b4" providerId="ADAL" clId="{4234EAD0-1A6B-4D4D-B284-5951B9AE36A9}" dt="2023-11-02T13:16:44.622" v="8005" actId="20577"/>
        <pc:sldMkLst>
          <pc:docMk/>
          <pc:sldMk cId="277358334" sldId="395"/>
        </pc:sldMkLst>
        <pc:spChg chg="mod">
          <ac:chgData name="Alirah WEYORI" userId="1c7cbaa8-91f0-4806-8632-e4be5028c1b4" providerId="ADAL" clId="{4234EAD0-1A6B-4D4D-B284-5951B9AE36A9}" dt="2023-11-02T13:16:44.622" v="8005" actId="20577"/>
          <ac:spMkLst>
            <pc:docMk/>
            <pc:sldMk cId="277358334" sldId="395"/>
            <ac:spMk id="4" creationId="{3ECF8963-4DED-C55E-B926-36AA487C8500}"/>
          </ac:spMkLst>
        </pc:spChg>
      </pc:sldChg>
      <pc:sldChg chg="addSp modSp mod">
        <pc:chgData name="Alirah WEYORI" userId="1c7cbaa8-91f0-4806-8632-e4be5028c1b4" providerId="ADAL" clId="{4234EAD0-1A6B-4D4D-B284-5951B9AE36A9}" dt="2023-11-02T10:55:00.667" v="7251" actId="1035"/>
        <pc:sldMkLst>
          <pc:docMk/>
          <pc:sldMk cId="4057178894" sldId="396"/>
        </pc:sldMkLst>
        <pc:spChg chg="add mod">
          <ac:chgData name="Alirah WEYORI" userId="1c7cbaa8-91f0-4806-8632-e4be5028c1b4" providerId="ADAL" clId="{4234EAD0-1A6B-4D4D-B284-5951B9AE36A9}" dt="2023-10-27T09:30:48.877" v="640" actId="164"/>
          <ac:spMkLst>
            <pc:docMk/>
            <pc:sldMk cId="4057178894" sldId="396"/>
            <ac:spMk id="2" creationId="{C3666D94-491C-96FF-B9A0-3C99AFBCB6F4}"/>
          </ac:spMkLst>
        </pc:spChg>
        <pc:spChg chg="mod">
          <ac:chgData name="Alirah WEYORI" userId="1c7cbaa8-91f0-4806-8632-e4be5028c1b4" providerId="ADAL" clId="{4234EAD0-1A6B-4D4D-B284-5951B9AE36A9}" dt="2023-11-02T10:55:00.667" v="7251" actId="1035"/>
          <ac:spMkLst>
            <pc:docMk/>
            <pc:sldMk cId="4057178894" sldId="396"/>
            <ac:spMk id="8" creationId="{D7E16796-FB2E-F6C6-7C99-4167EAC27003}"/>
          </ac:spMkLst>
        </pc:spChg>
        <pc:grpChg chg="add mod">
          <ac:chgData name="Alirah WEYORI" userId="1c7cbaa8-91f0-4806-8632-e4be5028c1b4" providerId="ADAL" clId="{4234EAD0-1A6B-4D4D-B284-5951B9AE36A9}" dt="2023-11-02T10:37:04.753" v="7245" actId="1076"/>
          <ac:grpSpMkLst>
            <pc:docMk/>
            <pc:sldMk cId="4057178894" sldId="396"/>
            <ac:grpSpMk id="3" creationId="{8970A527-C5C8-4B31-3EC4-FB25A4EDFAEE}"/>
          </ac:grpSpMkLst>
        </pc:grpChg>
        <pc:picChg chg="mod">
          <ac:chgData name="Alirah WEYORI" userId="1c7cbaa8-91f0-4806-8632-e4be5028c1b4" providerId="ADAL" clId="{4234EAD0-1A6B-4D4D-B284-5951B9AE36A9}" dt="2023-10-27T09:30:48.877" v="640" actId="164"/>
          <ac:picMkLst>
            <pc:docMk/>
            <pc:sldMk cId="4057178894" sldId="396"/>
            <ac:picMk id="5" creationId="{9D7D094B-83D5-DF1A-5D5C-47517361A153}"/>
          </ac:picMkLst>
        </pc:picChg>
      </pc:sldChg>
      <pc:sldChg chg="addSp modSp mod modShow">
        <pc:chgData name="Alirah WEYORI" userId="1c7cbaa8-91f0-4806-8632-e4be5028c1b4" providerId="ADAL" clId="{4234EAD0-1A6B-4D4D-B284-5951B9AE36A9}" dt="2023-12-06T11:52:05.062" v="9756"/>
        <pc:sldMkLst>
          <pc:docMk/>
          <pc:sldMk cId="3753982485" sldId="399"/>
        </pc:sldMkLst>
        <pc:spChg chg="mod">
          <ac:chgData name="Alirah WEYORI" userId="1c7cbaa8-91f0-4806-8632-e4be5028c1b4" providerId="ADAL" clId="{4234EAD0-1A6B-4D4D-B284-5951B9AE36A9}" dt="2023-12-06T11:50:32.839" v="9744" actId="1035"/>
          <ac:spMkLst>
            <pc:docMk/>
            <pc:sldMk cId="3753982485" sldId="399"/>
            <ac:spMk id="7" creationId="{6653D16C-1B71-7FA4-7712-4C5FB7097EC2}"/>
          </ac:spMkLst>
        </pc:spChg>
        <pc:spChg chg="mod">
          <ac:chgData name="Alirah WEYORI" userId="1c7cbaa8-91f0-4806-8632-e4be5028c1b4" providerId="ADAL" clId="{4234EAD0-1A6B-4D4D-B284-5951B9AE36A9}" dt="2023-12-06T11:50:32.839" v="9744" actId="1035"/>
          <ac:spMkLst>
            <pc:docMk/>
            <pc:sldMk cId="3753982485" sldId="399"/>
            <ac:spMk id="8" creationId="{865629D5-8E0F-9CE2-B53C-F344958AC59F}"/>
          </ac:spMkLst>
        </pc:spChg>
        <pc:spChg chg="mod">
          <ac:chgData name="Alirah WEYORI" userId="1c7cbaa8-91f0-4806-8632-e4be5028c1b4" providerId="ADAL" clId="{4234EAD0-1A6B-4D4D-B284-5951B9AE36A9}" dt="2023-12-06T11:50:32.839" v="9744" actId="1035"/>
          <ac:spMkLst>
            <pc:docMk/>
            <pc:sldMk cId="3753982485" sldId="399"/>
            <ac:spMk id="9" creationId="{BB101F80-77AF-588D-6BD3-604F089FB56B}"/>
          </ac:spMkLst>
        </pc:spChg>
        <pc:grpChg chg="mod">
          <ac:chgData name="Alirah WEYORI" userId="1c7cbaa8-91f0-4806-8632-e4be5028c1b4" providerId="ADAL" clId="{4234EAD0-1A6B-4D4D-B284-5951B9AE36A9}" dt="2023-12-06T11:26:16.695" v="9623" actId="164"/>
          <ac:grpSpMkLst>
            <pc:docMk/>
            <pc:sldMk cId="3753982485" sldId="399"/>
            <ac:grpSpMk id="2" creationId="{50704FD2-7E0C-F8BA-AC38-CE4992FBFCC2}"/>
          </ac:grpSpMkLst>
        </pc:grpChg>
        <pc:grpChg chg="add mod">
          <ac:chgData name="Alirah WEYORI" userId="1c7cbaa8-91f0-4806-8632-e4be5028c1b4" providerId="ADAL" clId="{4234EAD0-1A6B-4D4D-B284-5951B9AE36A9}" dt="2023-12-06T11:26:16.695" v="9623" actId="164"/>
          <ac:grpSpMkLst>
            <pc:docMk/>
            <pc:sldMk cId="3753982485" sldId="399"/>
            <ac:grpSpMk id="4" creationId="{B5F41C29-6B90-E952-1E6E-BB1CE411886B}"/>
          </ac:grpSpMkLst>
        </pc:grpChg>
        <pc:graphicFrameChg chg="mod">
          <ac:chgData name="Alirah WEYORI" userId="1c7cbaa8-91f0-4806-8632-e4be5028c1b4" providerId="ADAL" clId="{4234EAD0-1A6B-4D4D-B284-5951B9AE36A9}" dt="2023-12-06T11:52:05.062" v="9756"/>
          <ac:graphicFrameMkLst>
            <pc:docMk/>
            <pc:sldMk cId="3753982485" sldId="399"/>
            <ac:graphicFrameMk id="3" creationId="{ED43CCAC-3BA2-4D3E-24CF-A700FACA39B3}"/>
          </ac:graphicFrameMkLst>
        </pc:graphicFrameChg>
      </pc:sldChg>
      <pc:sldChg chg="modSp mod">
        <pc:chgData name="Alirah WEYORI" userId="1c7cbaa8-91f0-4806-8632-e4be5028c1b4" providerId="ADAL" clId="{4234EAD0-1A6B-4D4D-B284-5951B9AE36A9}" dt="2023-11-01T09:08:15.433" v="4829" actId="14100"/>
        <pc:sldMkLst>
          <pc:docMk/>
          <pc:sldMk cId="1857233208" sldId="401"/>
        </pc:sldMkLst>
        <pc:picChg chg="mod">
          <ac:chgData name="Alirah WEYORI" userId="1c7cbaa8-91f0-4806-8632-e4be5028c1b4" providerId="ADAL" clId="{4234EAD0-1A6B-4D4D-B284-5951B9AE36A9}" dt="2023-11-01T09:08:15.433" v="4829" actId="14100"/>
          <ac:picMkLst>
            <pc:docMk/>
            <pc:sldMk cId="1857233208" sldId="401"/>
            <ac:picMk id="5" creationId="{F7115F5B-EDA8-178B-57B7-CBCF3ACBD1EF}"/>
          </ac:picMkLst>
        </pc:picChg>
      </pc:sldChg>
      <pc:sldChg chg="modSp add del mod">
        <pc:chgData name="Alirah WEYORI" userId="1c7cbaa8-91f0-4806-8632-e4be5028c1b4" providerId="ADAL" clId="{4234EAD0-1A6B-4D4D-B284-5951B9AE36A9}" dt="2023-10-31T10:24:28.395" v="3661" actId="47"/>
        <pc:sldMkLst>
          <pc:docMk/>
          <pc:sldMk cId="3227835654" sldId="402"/>
        </pc:sldMkLst>
        <pc:spChg chg="mod">
          <ac:chgData name="Alirah WEYORI" userId="1c7cbaa8-91f0-4806-8632-e4be5028c1b4" providerId="ADAL" clId="{4234EAD0-1A6B-4D4D-B284-5951B9AE36A9}" dt="2023-10-30T12:33:15.497" v="2833" actId="20577"/>
          <ac:spMkLst>
            <pc:docMk/>
            <pc:sldMk cId="3227835654" sldId="402"/>
            <ac:spMk id="2" creationId="{FCD16E23-B95D-E373-6EDB-2C8510CBEE16}"/>
          </ac:spMkLst>
        </pc:spChg>
        <pc:spChg chg="mod">
          <ac:chgData name="Alirah WEYORI" userId="1c7cbaa8-91f0-4806-8632-e4be5028c1b4" providerId="ADAL" clId="{4234EAD0-1A6B-4D4D-B284-5951B9AE36A9}" dt="2023-10-27T12:21:56.259" v="2090" actId="1076"/>
          <ac:spMkLst>
            <pc:docMk/>
            <pc:sldMk cId="3227835654" sldId="402"/>
            <ac:spMk id="3" creationId="{5F502638-203D-B2B7-27A3-1DE160F39D26}"/>
          </ac:spMkLst>
        </pc:spChg>
      </pc:sldChg>
      <pc:sldChg chg="modSp add mod ord modAnim">
        <pc:chgData name="Alirah WEYORI" userId="1c7cbaa8-91f0-4806-8632-e4be5028c1b4" providerId="ADAL" clId="{4234EAD0-1A6B-4D4D-B284-5951B9AE36A9}" dt="2023-11-16T14:20:24.935" v="8329" actId="33524"/>
        <pc:sldMkLst>
          <pc:docMk/>
          <pc:sldMk cId="1661061112" sldId="403"/>
        </pc:sldMkLst>
        <pc:spChg chg="mod">
          <ac:chgData name="Alirah WEYORI" userId="1c7cbaa8-91f0-4806-8632-e4be5028c1b4" providerId="ADAL" clId="{4234EAD0-1A6B-4D4D-B284-5951B9AE36A9}" dt="2023-11-02T09:21:25.175" v="6745" actId="5793"/>
          <ac:spMkLst>
            <pc:docMk/>
            <pc:sldMk cId="1661061112" sldId="403"/>
            <ac:spMk id="2" creationId="{FCD16E23-B95D-E373-6EDB-2C8510CBEE16}"/>
          </ac:spMkLst>
        </pc:spChg>
        <pc:spChg chg="mod">
          <ac:chgData name="Alirah WEYORI" userId="1c7cbaa8-91f0-4806-8632-e4be5028c1b4" providerId="ADAL" clId="{4234EAD0-1A6B-4D4D-B284-5951B9AE36A9}" dt="2023-11-16T14:20:24.935" v="8329" actId="33524"/>
          <ac:spMkLst>
            <pc:docMk/>
            <pc:sldMk cId="1661061112" sldId="403"/>
            <ac:spMk id="3" creationId="{5F502638-203D-B2B7-27A3-1DE160F39D26}"/>
          </ac:spMkLst>
        </pc:spChg>
      </pc:sldChg>
      <pc:sldChg chg="addSp delSp modSp add mod delAnim modAnim">
        <pc:chgData name="Alirah WEYORI" userId="1c7cbaa8-91f0-4806-8632-e4be5028c1b4" providerId="ADAL" clId="{4234EAD0-1A6B-4D4D-B284-5951B9AE36A9}" dt="2023-11-02T09:21:00.216" v="6737" actId="5793"/>
        <pc:sldMkLst>
          <pc:docMk/>
          <pc:sldMk cId="2977530060" sldId="404"/>
        </pc:sldMkLst>
        <pc:spChg chg="mod">
          <ac:chgData name="Alirah WEYORI" userId="1c7cbaa8-91f0-4806-8632-e4be5028c1b4" providerId="ADAL" clId="{4234EAD0-1A6B-4D4D-B284-5951B9AE36A9}" dt="2023-11-02T09:21:00.216" v="6737" actId="5793"/>
          <ac:spMkLst>
            <pc:docMk/>
            <pc:sldMk cId="2977530060" sldId="404"/>
            <ac:spMk id="2" creationId="{FCD16E23-B95D-E373-6EDB-2C8510CBEE16}"/>
          </ac:spMkLst>
        </pc:spChg>
        <pc:spChg chg="del">
          <ac:chgData name="Alirah WEYORI" userId="1c7cbaa8-91f0-4806-8632-e4be5028c1b4" providerId="ADAL" clId="{4234EAD0-1A6B-4D4D-B284-5951B9AE36A9}" dt="2023-11-01T08:52:01.950" v="4473" actId="478"/>
          <ac:spMkLst>
            <pc:docMk/>
            <pc:sldMk cId="2977530060" sldId="404"/>
            <ac:spMk id="3" creationId="{5F502638-203D-B2B7-27A3-1DE160F39D26}"/>
          </ac:spMkLst>
        </pc:spChg>
        <pc:spChg chg="add del mod">
          <ac:chgData name="Alirah WEYORI" userId="1c7cbaa8-91f0-4806-8632-e4be5028c1b4" providerId="ADAL" clId="{4234EAD0-1A6B-4D4D-B284-5951B9AE36A9}" dt="2023-11-01T09:05:18.151" v="4715" actId="478"/>
          <ac:spMkLst>
            <pc:docMk/>
            <pc:sldMk cId="2977530060" sldId="404"/>
            <ac:spMk id="6" creationId="{DF45784A-1C0B-E978-2040-BC051EF144D6}"/>
          </ac:spMkLst>
        </pc:spChg>
        <pc:spChg chg="add mod">
          <ac:chgData name="Alirah WEYORI" userId="1c7cbaa8-91f0-4806-8632-e4be5028c1b4" providerId="ADAL" clId="{4234EAD0-1A6B-4D4D-B284-5951B9AE36A9}" dt="2023-11-01T09:05:29.168" v="4718"/>
          <ac:spMkLst>
            <pc:docMk/>
            <pc:sldMk cId="2977530060" sldId="404"/>
            <ac:spMk id="7" creationId="{5498A428-ABC0-B85E-0983-8297FF245257}"/>
          </ac:spMkLst>
        </pc:spChg>
        <pc:graphicFrameChg chg="add del mod">
          <ac:chgData name="Alirah WEYORI" userId="1c7cbaa8-91f0-4806-8632-e4be5028c1b4" providerId="ADAL" clId="{4234EAD0-1A6B-4D4D-B284-5951B9AE36A9}" dt="2023-11-01T08:52:33.838" v="4477"/>
          <ac:graphicFrameMkLst>
            <pc:docMk/>
            <pc:sldMk cId="2977530060" sldId="404"/>
            <ac:graphicFrameMk id="4" creationId="{F683D88A-49FD-9E7F-C6AA-CE708EC88F93}"/>
          </ac:graphicFrameMkLst>
        </pc:graphicFrameChg>
        <pc:graphicFrameChg chg="add del mod modGraphic">
          <ac:chgData name="Alirah WEYORI" userId="1c7cbaa8-91f0-4806-8632-e4be5028c1b4" providerId="ADAL" clId="{4234EAD0-1A6B-4D4D-B284-5951B9AE36A9}" dt="2023-11-01T09:05:14.818" v="4714" actId="478"/>
          <ac:graphicFrameMkLst>
            <pc:docMk/>
            <pc:sldMk cId="2977530060" sldId="404"/>
            <ac:graphicFrameMk id="5" creationId="{58754F2C-FFD2-D4CB-8F8D-3B182C4AC975}"/>
          </ac:graphicFrameMkLst>
        </pc:graphicFrameChg>
      </pc:sldChg>
      <pc:sldChg chg="addSp delSp modSp add del mod ord">
        <pc:chgData name="Alirah WEYORI" userId="1c7cbaa8-91f0-4806-8632-e4be5028c1b4" providerId="ADAL" clId="{4234EAD0-1A6B-4D4D-B284-5951B9AE36A9}" dt="2023-11-01T09:05:31.743" v="4719" actId="47"/>
        <pc:sldMkLst>
          <pc:docMk/>
          <pc:sldMk cId="1196431364" sldId="405"/>
        </pc:sldMkLst>
        <pc:spChg chg="mod">
          <ac:chgData name="Alirah WEYORI" userId="1c7cbaa8-91f0-4806-8632-e4be5028c1b4" providerId="ADAL" clId="{4234EAD0-1A6B-4D4D-B284-5951B9AE36A9}" dt="2023-11-01T09:04:56.123" v="4712" actId="1038"/>
          <ac:spMkLst>
            <pc:docMk/>
            <pc:sldMk cId="1196431364" sldId="405"/>
            <ac:spMk id="2" creationId="{FCD16E23-B95D-E373-6EDB-2C8510CBEE16}"/>
          </ac:spMkLst>
        </pc:spChg>
        <pc:spChg chg="del">
          <ac:chgData name="Alirah WEYORI" userId="1c7cbaa8-91f0-4806-8632-e4be5028c1b4" providerId="ADAL" clId="{4234EAD0-1A6B-4D4D-B284-5951B9AE36A9}" dt="2023-11-01T09:00:38.799" v="4570" actId="478"/>
          <ac:spMkLst>
            <pc:docMk/>
            <pc:sldMk cId="1196431364" sldId="405"/>
            <ac:spMk id="3" creationId="{5F502638-203D-B2B7-27A3-1DE160F39D26}"/>
          </ac:spMkLst>
        </pc:spChg>
        <pc:spChg chg="add mod">
          <ac:chgData name="Alirah WEYORI" userId="1c7cbaa8-91f0-4806-8632-e4be5028c1b4" providerId="ADAL" clId="{4234EAD0-1A6B-4D4D-B284-5951B9AE36A9}" dt="2023-11-01T09:01:43.909" v="4648" actId="20577"/>
          <ac:spMkLst>
            <pc:docMk/>
            <pc:sldMk cId="1196431364" sldId="405"/>
            <ac:spMk id="4" creationId="{5CFEB3DC-2889-55FD-ED1C-3596EB3198B7}"/>
          </ac:spMkLst>
        </pc:spChg>
      </pc:sldChg>
      <pc:sldChg chg="modSp add mod modAnim modNotesTx">
        <pc:chgData name="Alirah WEYORI" userId="1c7cbaa8-91f0-4806-8632-e4be5028c1b4" providerId="ADAL" clId="{4234EAD0-1A6B-4D4D-B284-5951B9AE36A9}" dt="2023-11-02T09:21:04.838" v="6741" actId="5793"/>
        <pc:sldMkLst>
          <pc:docMk/>
          <pc:sldMk cId="3197183718" sldId="406"/>
        </pc:sldMkLst>
        <pc:spChg chg="mod">
          <ac:chgData name="Alirah WEYORI" userId="1c7cbaa8-91f0-4806-8632-e4be5028c1b4" providerId="ADAL" clId="{4234EAD0-1A6B-4D4D-B284-5951B9AE36A9}" dt="2023-11-02T09:21:04.838" v="6741" actId="5793"/>
          <ac:spMkLst>
            <pc:docMk/>
            <pc:sldMk cId="3197183718" sldId="406"/>
            <ac:spMk id="2" creationId="{FCD16E23-B95D-E373-6EDB-2C8510CBEE16}"/>
          </ac:spMkLst>
        </pc:spChg>
        <pc:spChg chg="mod">
          <ac:chgData name="Alirah WEYORI" userId="1c7cbaa8-91f0-4806-8632-e4be5028c1b4" providerId="ADAL" clId="{4234EAD0-1A6B-4D4D-B284-5951B9AE36A9}" dt="2023-11-01T17:01:21.180" v="5957" actId="1036"/>
          <ac:spMkLst>
            <pc:docMk/>
            <pc:sldMk cId="3197183718" sldId="406"/>
            <ac:spMk id="6" creationId="{DF45784A-1C0B-E978-2040-BC051EF144D6}"/>
          </ac:spMkLst>
        </pc:spChg>
        <pc:graphicFrameChg chg="mod modGraphic">
          <ac:chgData name="Alirah WEYORI" userId="1c7cbaa8-91f0-4806-8632-e4be5028c1b4" providerId="ADAL" clId="{4234EAD0-1A6B-4D4D-B284-5951B9AE36A9}" dt="2023-11-02T09:17:51.833" v="6549" actId="207"/>
          <ac:graphicFrameMkLst>
            <pc:docMk/>
            <pc:sldMk cId="3197183718" sldId="406"/>
            <ac:graphicFrameMk id="5" creationId="{58754F2C-FFD2-D4CB-8F8D-3B182C4AC975}"/>
          </ac:graphicFrameMkLst>
        </pc:graphicFrameChg>
      </pc:sldChg>
      <pc:sldChg chg="del">
        <pc:chgData name="Alirah WEYORI" userId="1c7cbaa8-91f0-4806-8632-e4be5028c1b4" providerId="ADAL" clId="{4234EAD0-1A6B-4D4D-B284-5951B9AE36A9}" dt="2023-11-02T09:01:46.113" v="6356" actId="47"/>
        <pc:sldMkLst>
          <pc:docMk/>
          <pc:sldMk cId="1948686404" sldId="407"/>
        </pc:sldMkLst>
      </pc:sldChg>
      <pc:sldChg chg="addSp delSp modSp add mod ord delAnim modAnim">
        <pc:chgData name="Alirah WEYORI" userId="1c7cbaa8-91f0-4806-8632-e4be5028c1b4" providerId="ADAL" clId="{4234EAD0-1A6B-4D4D-B284-5951B9AE36A9}" dt="2023-11-02T13:18:21.751" v="8051" actId="20577"/>
        <pc:sldMkLst>
          <pc:docMk/>
          <pc:sldMk cId="3453604601" sldId="408"/>
        </pc:sldMkLst>
        <pc:spChg chg="add mod">
          <ac:chgData name="Alirah WEYORI" userId="1c7cbaa8-91f0-4806-8632-e4be5028c1b4" providerId="ADAL" clId="{4234EAD0-1A6B-4D4D-B284-5951B9AE36A9}" dt="2023-11-02T11:56:14.142" v="7794" actId="1035"/>
          <ac:spMkLst>
            <pc:docMk/>
            <pc:sldMk cId="3453604601" sldId="408"/>
            <ac:spMk id="3" creationId="{221E7C27-0E56-9287-E78F-E752CA7EC760}"/>
          </ac:spMkLst>
        </pc:spChg>
        <pc:spChg chg="del mod">
          <ac:chgData name="Alirah WEYORI" userId="1c7cbaa8-91f0-4806-8632-e4be5028c1b4" providerId="ADAL" clId="{4234EAD0-1A6B-4D4D-B284-5951B9AE36A9}" dt="2023-11-02T11:55:50.410" v="7724" actId="478"/>
          <ac:spMkLst>
            <pc:docMk/>
            <pc:sldMk cId="3453604601" sldId="408"/>
            <ac:spMk id="4" creationId="{75A77ED1-5BEC-95BD-E876-FF96B3716765}"/>
          </ac:spMkLst>
        </pc:spChg>
        <pc:spChg chg="add del mod">
          <ac:chgData name="Alirah WEYORI" userId="1c7cbaa8-91f0-4806-8632-e4be5028c1b4" providerId="ADAL" clId="{4234EAD0-1A6B-4D4D-B284-5951B9AE36A9}" dt="2023-11-02T11:55:54.563" v="7726" actId="478"/>
          <ac:spMkLst>
            <pc:docMk/>
            <pc:sldMk cId="3453604601" sldId="408"/>
            <ac:spMk id="6" creationId="{241A7470-3553-7559-5D56-5FF76288F93C}"/>
          </ac:spMkLst>
        </pc:spChg>
        <pc:spChg chg="add mod">
          <ac:chgData name="Alirah WEYORI" userId="1c7cbaa8-91f0-4806-8632-e4be5028c1b4" providerId="ADAL" clId="{4234EAD0-1A6B-4D4D-B284-5951B9AE36A9}" dt="2023-11-02T11:55:55.593" v="7727"/>
          <ac:spMkLst>
            <pc:docMk/>
            <pc:sldMk cId="3453604601" sldId="408"/>
            <ac:spMk id="7" creationId="{8E5A1956-1449-CDAD-873F-62EA19A6928E}"/>
          </ac:spMkLst>
        </pc:spChg>
        <pc:spChg chg="del">
          <ac:chgData name="Alirah WEYORI" userId="1c7cbaa8-91f0-4806-8632-e4be5028c1b4" providerId="ADAL" clId="{4234EAD0-1A6B-4D4D-B284-5951B9AE36A9}" dt="2023-11-01T16:05:27.708" v="5537" actId="478"/>
          <ac:spMkLst>
            <pc:docMk/>
            <pc:sldMk cId="3453604601" sldId="408"/>
            <ac:spMk id="8" creationId="{F6408080-6780-95D1-DE2E-434D7DF66BC7}"/>
          </ac:spMkLst>
        </pc:spChg>
        <pc:spChg chg="del">
          <ac:chgData name="Alirah WEYORI" userId="1c7cbaa8-91f0-4806-8632-e4be5028c1b4" providerId="ADAL" clId="{4234EAD0-1A6B-4D4D-B284-5951B9AE36A9}" dt="2023-11-01T16:05:30.509" v="5538" actId="478"/>
          <ac:spMkLst>
            <pc:docMk/>
            <pc:sldMk cId="3453604601" sldId="408"/>
            <ac:spMk id="10" creationId="{3518D382-AA17-0FB3-A266-C2A593AE5492}"/>
          </ac:spMkLst>
        </pc:spChg>
        <pc:spChg chg="del">
          <ac:chgData name="Alirah WEYORI" userId="1c7cbaa8-91f0-4806-8632-e4be5028c1b4" providerId="ADAL" clId="{4234EAD0-1A6B-4D4D-B284-5951B9AE36A9}" dt="2023-11-01T16:08:32.330" v="5779" actId="478"/>
          <ac:spMkLst>
            <pc:docMk/>
            <pc:sldMk cId="3453604601" sldId="408"/>
            <ac:spMk id="11" creationId="{7500551A-C85F-30FE-D328-A51322C72D50}"/>
          </ac:spMkLst>
        </pc:spChg>
        <pc:spChg chg="mod">
          <ac:chgData name="Alirah WEYORI" userId="1c7cbaa8-91f0-4806-8632-e4be5028c1b4" providerId="ADAL" clId="{4234EAD0-1A6B-4D4D-B284-5951B9AE36A9}" dt="2023-11-02T13:18:21.751" v="8051" actId="20577"/>
          <ac:spMkLst>
            <pc:docMk/>
            <pc:sldMk cId="3453604601" sldId="408"/>
            <ac:spMk id="16" creationId="{DE215E3B-A317-2B96-8370-007D27E127CC}"/>
          </ac:spMkLst>
        </pc:spChg>
      </pc:sldChg>
      <pc:sldChg chg="add del">
        <pc:chgData name="Alirah WEYORI" userId="1c7cbaa8-91f0-4806-8632-e4be5028c1b4" providerId="ADAL" clId="{4234EAD0-1A6B-4D4D-B284-5951B9AE36A9}" dt="2023-11-01T17:18:09.906" v="6149" actId="47"/>
        <pc:sldMkLst>
          <pc:docMk/>
          <pc:sldMk cId="2507634732" sldId="409"/>
        </pc:sldMkLst>
      </pc:sldChg>
      <pc:sldChg chg="addSp delSp modSp add mod delAnim modAnim">
        <pc:chgData name="Alirah WEYORI" userId="1c7cbaa8-91f0-4806-8632-e4be5028c1b4" providerId="ADAL" clId="{4234EAD0-1A6B-4D4D-B284-5951B9AE36A9}" dt="2023-11-02T10:17:00.158" v="7153" actId="1036"/>
        <pc:sldMkLst>
          <pc:docMk/>
          <pc:sldMk cId="785386786" sldId="410"/>
        </pc:sldMkLst>
        <pc:spChg chg="mod">
          <ac:chgData name="Alirah WEYORI" userId="1c7cbaa8-91f0-4806-8632-e4be5028c1b4" providerId="ADAL" clId="{4234EAD0-1A6B-4D4D-B284-5951B9AE36A9}" dt="2023-11-02T10:12:12.423" v="7095" actId="20577"/>
          <ac:spMkLst>
            <pc:docMk/>
            <pc:sldMk cId="785386786" sldId="410"/>
            <ac:spMk id="2" creationId="{6017B690-A393-DE97-D3E9-BCEACD71A40C}"/>
          </ac:spMkLst>
        </pc:spChg>
        <pc:spChg chg="mod">
          <ac:chgData name="Alirah WEYORI" userId="1c7cbaa8-91f0-4806-8632-e4be5028c1b4" providerId="ADAL" clId="{4234EAD0-1A6B-4D4D-B284-5951B9AE36A9}" dt="2023-11-02T10:10:02.374" v="6988" actId="1037"/>
          <ac:spMkLst>
            <pc:docMk/>
            <pc:sldMk cId="785386786" sldId="410"/>
            <ac:spMk id="3" creationId="{6453BAFF-89EE-A33D-5A8F-72A055942189}"/>
          </ac:spMkLst>
        </pc:spChg>
        <pc:spChg chg="mod">
          <ac:chgData name="Alirah WEYORI" userId="1c7cbaa8-91f0-4806-8632-e4be5028c1b4" providerId="ADAL" clId="{4234EAD0-1A6B-4D4D-B284-5951B9AE36A9}" dt="2023-11-02T10:17:00.158" v="7153" actId="1036"/>
          <ac:spMkLst>
            <pc:docMk/>
            <pc:sldMk cId="785386786" sldId="410"/>
            <ac:spMk id="5" creationId="{78F16BC6-4EB0-D038-A32F-D9023BF114F8}"/>
          </ac:spMkLst>
        </pc:spChg>
        <pc:spChg chg="add del mod">
          <ac:chgData name="Alirah WEYORI" userId="1c7cbaa8-91f0-4806-8632-e4be5028c1b4" providerId="ADAL" clId="{4234EAD0-1A6B-4D4D-B284-5951B9AE36A9}" dt="2023-11-02T10:09:09.073" v="6936" actId="478"/>
          <ac:spMkLst>
            <pc:docMk/>
            <pc:sldMk cId="785386786" sldId="410"/>
            <ac:spMk id="7" creationId="{F800A965-CD9C-E968-7DDB-34055EC930BA}"/>
          </ac:spMkLst>
        </pc:spChg>
        <pc:graphicFrameChg chg="mod modGraphic">
          <ac:chgData name="Alirah WEYORI" userId="1c7cbaa8-91f0-4806-8632-e4be5028c1b4" providerId="ADAL" clId="{4234EAD0-1A6B-4D4D-B284-5951B9AE36A9}" dt="2023-11-02T10:15:42.690" v="7101" actId="108"/>
          <ac:graphicFrameMkLst>
            <pc:docMk/>
            <pc:sldMk cId="785386786" sldId="410"/>
            <ac:graphicFrameMk id="4" creationId="{403D1D6D-6292-E639-D4AF-073B49922A77}"/>
          </ac:graphicFrameMkLst>
        </pc:graphicFrameChg>
        <pc:graphicFrameChg chg="add del mod">
          <ac:chgData name="Alirah WEYORI" userId="1c7cbaa8-91f0-4806-8632-e4be5028c1b4" providerId="ADAL" clId="{4234EAD0-1A6B-4D4D-B284-5951B9AE36A9}" dt="2023-11-02T10:09:09.073" v="6936" actId="478"/>
          <ac:graphicFrameMkLst>
            <pc:docMk/>
            <pc:sldMk cId="785386786" sldId="410"/>
            <ac:graphicFrameMk id="6" creationId="{10FB3B51-928B-08DC-B4EF-4C39714339E8}"/>
          </ac:graphicFrameMkLst>
        </pc:graphicFrameChg>
      </pc:sldChg>
      <pc:sldChg chg="add">
        <pc:chgData name="Alirah WEYORI" userId="1c7cbaa8-91f0-4806-8632-e4be5028c1b4" providerId="ADAL" clId="{4234EAD0-1A6B-4D4D-B284-5951B9AE36A9}" dt="2023-11-01T17:18:01.818" v="6148" actId="2890"/>
        <pc:sldMkLst>
          <pc:docMk/>
          <pc:sldMk cId="2355752126" sldId="411"/>
        </pc:sldMkLst>
      </pc:sldChg>
      <pc:sldChg chg="addSp delSp modSp add mod delAnim">
        <pc:chgData name="Alirah WEYORI" userId="1c7cbaa8-91f0-4806-8632-e4be5028c1b4" providerId="ADAL" clId="{4234EAD0-1A6B-4D4D-B284-5951B9AE36A9}" dt="2023-11-02T12:05:14.819" v="7900" actId="20577"/>
        <pc:sldMkLst>
          <pc:docMk/>
          <pc:sldMk cId="3803842916" sldId="412"/>
        </pc:sldMkLst>
        <pc:spChg chg="del">
          <ac:chgData name="Alirah WEYORI" userId="1c7cbaa8-91f0-4806-8632-e4be5028c1b4" providerId="ADAL" clId="{4234EAD0-1A6B-4D4D-B284-5951B9AE36A9}" dt="2023-11-02T09:03:20.098" v="6362" actId="478"/>
          <ac:spMkLst>
            <pc:docMk/>
            <pc:sldMk cId="3803842916" sldId="412"/>
            <ac:spMk id="2" creationId="{FCD16E23-B95D-E373-6EDB-2C8510CBEE16}"/>
          </ac:spMkLst>
        </pc:spChg>
        <pc:spChg chg="del">
          <ac:chgData name="Alirah WEYORI" userId="1c7cbaa8-91f0-4806-8632-e4be5028c1b4" providerId="ADAL" clId="{4234EAD0-1A6B-4D4D-B284-5951B9AE36A9}" dt="2023-11-02T09:03:16.036" v="6361" actId="478"/>
          <ac:spMkLst>
            <pc:docMk/>
            <pc:sldMk cId="3803842916" sldId="412"/>
            <ac:spMk id="3" creationId="{DE7C056F-9D7F-4B72-99AA-CBF424D71D1A}"/>
          </ac:spMkLst>
        </pc:spChg>
        <pc:spChg chg="add del mod">
          <ac:chgData name="Alirah WEYORI" userId="1c7cbaa8-91f0-4806-8632-e4be5028c1b4" providerId="ADAL" clId="{4234EAD0-1A6B-4D4D-B284-5951B9AE36A9}" dt="2023-11-02T09:03:22.767" v="6363" actId="478"/>
          <ac:spMkLst>
            <pc:docMk/>
            <pc:sldMk cId="3803842916" sldId="412"/>
            <ac:spMk id="5" creationId="{7C0526E6-7CD0-9E4D-8814-C7D3BCE94376}"/>
          </ac:spMkLst>
        </pc:spChg>
        <pc:spChg chg="add mod">
          <ac:chgData name="Alirah WEYORI" userId="1c7cbaa8-91f0-4806-8632-e4be5028c1b4" providerId="ADAL" clId="{4234EAD0-1A6B-4D4D-B284-5951B9AE36A9}" dt="2023-11-02T12:05:14.819" v="7900" actId="20577"/>
          <ac:spMkLst>
            <pc:docMk/>
            <pc:sldMk cId="3803842916" sldId="412"/>
            <ac:spMk id="6" creationId="{FE274F24-262D-4CB5-C013-10335B7274CD}"/>
          </ac:spMkLst>
        </pc:spChg>
      </pc:sldChg>
      <pc:sldChg chg="addSp delSp modSp add mod ord addAnim delAnim modAnim">
        <pc:chgData name="Alirah WEYORI" userId="1c7cbaa8-91f0-4806-8632-e4be5028c1b4" providerId="ADAL" clId="{4234EAD0-1A6B-4D4D-B284-5951B9AE36A9}" dt="2023-11-02T13:27:52.343" v="8095"/>
        <pc:sldMkLst>
          <pc:docMk/>
          <pc:sldMk cId="2868869461" sldId="413"/>
        </pc:sldMkLst>
        <pc:spChg chg="mod">
          <ac:chgData name="Alirah WEYORI" userId="1c7cbaa8-91f0-4806-8632-e4be5028c1b4" providerId="ADAL" clId="{4234EAD0-1A6B-4D4D-B284-5951B9AE36A9}" dt="2023-11-02T13:20:35.804" v="8053" actId="1076"/>
          <ac:spMkLst>
            <pc:docMk/>
            <pc:sldMk cId="2868869461" sldId="413"/>
            <ac:spMk id="3" creationId="{2EA871E0-F985-1862-2E96-44A4628DBEA0}"/>
          </ac:spMkLst>
        </pc:spChg>
        <pc:spChg chg="del mod topLvl">
          <ac:chgData name="Alirah WEYORI" userId="1c7cbaa8-91f0-4806-8632-e4be5028c1b4" providerId="ADAL" clId="{4234EAD0-1A6B-4D4D-B284-5951B9AE36A9}" dt="2023-11-02T11:37:45.559" v="7454" actId="478"/>
          <ac:spMkLst>
            <pc:docMk/>
            <pc:sldMk cId="2868869461" sldId="413"/>
            <ac:spMk id="5" creationId="{974D01CA-E7C1-205C-7EDF-BEF60690F3B2}"/>
          </ac:spMkLst>
        </pc:spChg>
        <pc:spChg chg="del mod topLvl">
          <ac:chgData name="Alirah WEYORI" userId="1c7cbaa8-91f0-4806-8632-e4be5028c1b4" providerId="ADAL" clId="{4234EAD0-1A6B-4D4D-B284-5951B9AE36A9}" dt="2023-11-02T11:36:59.513" v="7448" actId="478"/>
          <ac:spMkLst>
            <pc:docMk/>
            <pc:sldMk cId="2868869461" sldId="413"/>
            <ac:spMk id="6" creationId="{5C28ED0F-3DF9-473D-5DD5-50D48ED082FA}"/>
          </ac:spMkLst>
        </pc:spChg>
        <pc:spChg chg="mod topLvl">
          <ac:chgData name="Alirah WEYORI" userId="1c7cbaa8-91f0-4806-8632-e4be5028c1b4" providerId="ADAL" clId="{4234EAD0-1A6B-4D4D-B284-5951B9AE36A9}" dt="2023-11-02T11:39:04.423" v="7486" actId="20577"/>
          <ac:spMkLst>
            <pc:docMk/>
            <pc:sldMk cId="2868869461" sldId="413"/>
            <ac:spMk id="7" creationId="{93750393-C4E8-2A3B-967F-A064AE94C8AB}"/>
          </ac:spMkLst>
        </pc:spChg>
        <pc:spChg chg="mod topLvl">
          <ac:chgData name="Alirah WEYORI" userId="1c7cbaa8-91f0-4806-8632-e4be5028c1b4" providerId="ADAL" clId="{4234EAD0-1A6B-4D4D-B284-5951B9AE36A9}" dt="2023-11-02T13:27:35.068" v="8093" actId="165"/>
          <ac:spMkLst>
            <pc:docMk/>
            <pc:sldMk cId="2868869461" sldId="413"/>
            <ac:spMk id="9" creationId="{5C2CACA0-144C-1FA4-3B93-3821251A134B}"/>
          </ac:spMkLst>
        </pc:spChg>
        <pc:spChg chg="add del mod topLvl">
          <ac:chgData name="Alirah WEYORI" userId="1c7cbaa8-91f0-4806-8632-e4be5028c1b4" providerId="ADAL" clId="{4234EAD0-1A6B-4D4D-B284-5951B9AE36A9}" dt="2023-11-02T11:36:41.219" v="7445" actId="478"/>
          <ac:spMkLst>
            <pc:docMk/>
            <pc:sldMk cId="2868869461" sldId="413"/>
            <ac:spMk id="17" creationId="{EBE5976E-B8EE-C91A-61C7-41EE920339DA}"/>
          </ac:spMkLst>
        </pc:spChg>
        <pc:spChg chg="add del mod topLvl">
          <ac:chgData name="Alirah WEYORI" userId="1c7cbaa8-91f0-4806-8632-e4be5028c1b4" providerId="ADAL" clId="{4234EAD0-1A6B-4D4D-B284-5951B9AE36A9}" dt="2023-11-02T11:36:48.681" v="7446" actId="478"/>
          <ac:spMkLst>
            <pc:docMk/>
            <pc:sldMk cId="2868869461" sldId="413"/>
            <ac:spMk id="18" creationId="{D18ED16F-1385-C386-3999-5DBC532DC256}"/>
          </ac:spMkLst>
        </pc:spChg>
        <pc:spChg chg="add del mod topLvl">
          <ac:chgData name="Alirah WEYORI" userId="1c7cbaa8-91f0-4806-8632-e4be5028c1b4" providerId="ADAL" clId="{4234EAD0-1A6B-4D4D-B284-5951B9AE36A9}" dt="2023-11-02T13:27:35.068" v="8093" actId="165"/>
          <ac:spMkLst>
            <pc:docMk/>
            <pc:sldMk cId="2868869461" sldId="413"/>
            <ac:spMk id="25" creationId="{D4F18B0C-7E08-2DFA-2D85-1A2DF7C9DBE4}"/>
          </ac:spMkLst>
        </pc:spChg>
        <pc:spChg chg="mod topLvl">
          <ac:chgData name="Alirah WEYORI" userId="1c7cbaa8-91f0-4806-8632-e4be5028c1b4" providerId="ADAL" clId="{4234EAD0-1A6B-4D4D-B284-5951B9AE36A9}" dt="2023-11-02T13:27:15.795" v="8091" actId="165"/>
          <ac:spMkLst>
            <pc:docMk/>
            <pc:sldMk cId="2868869461" sldId="413"/>
            <ac:spMk id="26" creationId="{6E95D51D-A3C2-CD0F-31BA-36DE4A850411}"/>
          </ac:spMkLst>
        </pc:spChg>
        <pc:spChg chg="add mod">
          <ac:chgData name="Alirah WEYORI" userId="1c7cbaa8-91f0-4806-8632-e4be5028c1b4" providerId="ADAL" clId="{4234EAD0-1A6B-4D4D-B284-5951B9AE36A9}" dt="2023-11-02T11:47:04.495" v="7628" actId="571"/>
          <ac:spMkLst>
            <pc:docMk/>
            <pc:sldMk cId="2868869461" sldId="413"/>
            <ac:spMk id="32" creationId="{7AD8CA07-08EE-B9C4-1902-91C0A9017E98}"/>
          </ac:spMkLst>
        </pc:spChg>
        <pc:spChg chg="mod">
          <ac:chgData name="Alirah WEYORI" userId="1c7cbaa8-91f0-4806-8632-e4be5028c1b4" providerId="ADAL" clId="{4234EAD0-1A6B-4D4D-B284-5951B9AE36A9}" dt="2023-11-02T11:40:33.706" v="7607" actId="404"/>
          <ac:spMkLst>
            <pc:docMk/>
            <pc:sldMk cId="2868869461" sldId="413"/>
            <ac:spMk id="34" creationId="{CC10B166-C624-C74D-55EB-337080D15D3D}"/>
          </ac:spMkLst>
        </pc:spChg>
        <pc:spChg chg="del">
          <ac:chgData name="Alirah WEYORI" userId="1c7cbaa8-91f0-4806-8632-e4be5028c1b4" providerId="ADAL" clId="{4234EAD0-1A6B-4D4D-B284-5951B9AE36A9}" dt="2023-11-02T11:40:02.231" v="7555" actId="478"/>
          <ac:spMkLst>
            <pc:docMk/>
            <pc:sldMk cId="2868869461" sldId="413"/>
            <ac:spMk id="35" creationId="{B97E7E15-B4A1-E60F-1DC3-8A4905028DD8}"/>
          </ac:spMkLst>
        </pc:spChg>
        <pc:spChg chg="add mod">
          <ac:chgData name="Alirah WEYORI" userId="1c7cbaa8-91f0-4806-8632-e4be5028c1b4" providerId="ADAL" clId="{4234EAD0-1A6B-4D4D-B284-5951B9AE36A9}" dt="2023-11-02T11:47:04.495" v="7628" actId="571"/>
          <ac:spMkLst>
            <pc:docMk/>
            <pc:sldMk cId="2868869461" sldId="413"/>
            <ac:spMk id="36" creationId="{67DE23F4-C15F-CAC2-0505-38D218A1BB0C}"/>
          </ac:spMkLst>
        </pc:spChg>
        <pc:spChg chg="add mod">
          <ac:chgData name="Alirah WEYORI" userId="1c7cbaa8-91f0-4806-8632-e4be5028c1b4" providerId="ADAL" clId="{4234EAD0-1A6B-4D4D-B284-5951B9AE36A9}" dt="2023-11-02T11:47:04.495" v="7628" actId="571"/>
          <ac:spMkLst>
            <pc:docMk/>
            <pc:sldMk cId="2868869461" sldId="413"/>
            <ac:spMk id="37" creationId="{59D6473D-9EB1-04A6-842B-3D5B7283E94C}"/>
          </ac:spMkLst>
        </pc:spChg>
        <pc:spChg chg="add mod">
          <ac:chgData name="Alirah WEYORI" userId="1c7cbaa8-91f0-4806-8632-e4be5028c1b4" providerId="ADAL" clId="{4234EAD0-1A6B-4D4D-B284-5951B9AE36A9}" dt="2023-11-02T13:27:23.476" v="8092" actId="1076"/>
          <ac:spMkLst>
            <pc:docMk/>
            <pc:sldMk cId="2868869461" sldId="413"/>
            <ac:spMk id="44" creationId="{750DF84A-DC1E-B25F-0276-9641ECD06FAB}"/>
          </ac:spMkLst>
        </pc:spChg>
        <pc:grpChg chg="del mod topLvl">
          <ac:chgData name="Alirah WEYORI" userId="1c7cbaa8-91f0-4806-8632-e4be5028c1b4" providerId="ADAL" clId="{4234EAD0-1A6B-4D4D-B284-5951B9AE36A9}" dt="2023-11-02T11:36:55.602" v="7447" actId="165"/>
          <ac:grpSpMkLst>
            <pc:docMk/>
            <pc:sldMk cId="2868869461" sldId="413"/>
            <ac:grpSpMk id="12" creationId="{85E2DAA7-5DBC-B96B-EF30-53E608FAC5A7}"/>
          </ac:grpSpMkLst>
        </pc:grpChg>
        <pc:grpChg chg="del mod topLvl">
          <ac:chgData name="Alirah WEYORI" userId="1c7cbaa8-91f0-4806-8632-e4be5028c1b4" providerId="ADAL" clId="{4234EAD0-1A6B-4D4D-B284-5951B9AE36A9}" dt="2023-11-02T11:36:27.063" v="7442" actId="165"/>
          <ac:grpSpMkLst>
            <pc:docMk/>
            <pc:sldMk cId="2868869461" sldId="413"/>
            <ac:grpSpMk id="14" creationId="{059EBAA2-DCB2-1066-C49D-16416B1BE106}"/>
          </ac:grpSpMkLst>
        </pc:grpChg>
        <pc:grpChg chg="del mod topLvl">
          <ac:chgData name="Alirah WEYORI" userId="1c7cbaa8-91f0-4806-8632-e4be5028c1b4" providerId="ADAL" clId="{4234EAD0-1A6B-4D4D-B284-5951B9AE36A9}" dt="2023-11-02T11:36:17.968" v="7440" actId="165"/>
          <ac:grpSpMkLst>
            <pc:docMk/>
            <pc:sldMk cId="2868869461" sldId="413"/>
            <ac:grpSpMk id="15" creationId="{0BEE7676-0C97-5601-EDF9-F44557AC3417}"/>
          </ac:grpSpMkLst>
        </pc:grpChg>
        <pc:grpChg chg="add del mod">
          <ac:chgData name="Alirah WEYORI" userId="1c7cbaa8-91f0-4806-8632-e4be5028c1b4" providerId="ADAL" clId="{4234EAD0-1A6B-4D4D-B284-5951B9AE36A9}" dt="2023-11-02T11:37:24.419" v="7450" actId="165"/>
          <ac:grpSpMkLst>
            <pc:docMk/>
            <pc:sldMk cId="2868869461" sldId="413"/>
            <ac:grpSpMk id="16" creationId="{05FA5F88-ECF9-BA0F-6695-09AA4043908E}"/>
          </ac:grpSpMkLst>
        </pc:grpChg>
        <pc:grpChg chg="del">
          <ac:chgData name="Alirah WEYORI" userId="1c7cbaa8-91f0-4806-8632-e4be5028c1b4" providerId="ADAL" clId="{4234EAD0-1A6B-4D4D-B284-5951B9AE36A9}" dt="2023-11-02T11:36:01.607" v="7438" actId="165"/>
          <ac:grpSpMkLst>
            <pc:docMk/>
            <pc:sldMk cId="2868869461" sldId="413"/>
            <ac:grpSpMk id="33" creationId="{2C2DF42A-ABC6-49D7-6506-2A399396AF3F}"/>
          </ac:grpSpMkLst>
        </pc:grpChg>
        <pc:grpChg chg="del mod topLvl">
          <ac:chgData name="Alirah WEYORI" userId="1c7cbaa8-91f0-4806-8632-e4be5028c1b4" providerId="ADAL" clId="{4234EAD0-1A6B-4D4D-B284-5951B9AE36A9}" dt="2023-11-02T13:27:35.068" v="8093" actId="165"/>
          <ac:grpSpMkLst>
            <pc:docMk/>
            <pc:sldMk cId="2868869461" sldId="413"/>
            <ac:grpSpMk id="50" creationId="{19E8359D-DFCD-97EB-B785-0157036C75E4}"/>
          </ac:grpSpMkLst>
        </pc:grpChg>
        <pc:grpChg chg="add del mod">
          <ac:chgData name="Alirah WEYORI" userId="1c7cbaa8-91f0-4806-8632-e4be5028c1b4" providerId="ADAL" clId="{4234EAD0-1A6B-4D4D-B284-5951B9AE36A9}" dt="2023-11-02T13:26:58.860" v="8089" actId="165"/>
          <ac:grpSpMkLst>
            <pc:docMk/>
            <pc:sldMk cId="2868869461" sldId="413"/>
            <ac:grpSpMk id="51" creationId="{36A52482-16BC-EBC8-B5A8-7572CFD92873}"/>
          </ac:grpSpMkLst>
        </pc:grpChg>
        <pc:grpChg chg="add del mod">
          <ac:chgData name="Alirah WEYORI" userId="1c7cbaa8-91f0-4806-8632-e4be5028c1b4" providerId="ADAL" clId="{4234EAD0-1A6B-4D4D-B284-5951B9AE36A9}" dt="2023-11-02T13:27:15.795" v="8091" actId="165"/>
          <ac:grpSpMkLst>
            <pc:docMk/>
            <pc:sldMk cId="2868869461" sldId="413"/>
            <ac:grpSpMk id="52" creationId="{7DED796B-5954-3BE9-2B48-E5146D0A9919}"/>
          </ac:grpSpMkLst>
        </pc:grpChg>
        <pc:cxnChg chg="mod topLvl">
          <ac:chgData name="Alirah WEYORI" userId="1c7cbaa8-91f0-4806-8632-e4be5028c1b4" providerId="ADAL" clId="{4234EAD0-1A6B-4D4D-B284-5951B9AE36A9}" dt="2023-11-02T13:27:35.068" v="8093" actId="165"/>
          <ac:cxnSpMkLst>
            <pc:docMk/>
            <pc:sldMk cId="2868869461" sldId="413"/>
            <ac:cxnSpMk id="20" creationId="{4BD0F997-4148-528C-D6B2-9C613B3C7706}"/>
          </ac:cxnSpMkLst>
        </pc:cxnChg>
        <pc:cxnChg chg="mod topLvl">
          <ac:chgData name="Alirah WEYORI" userId="1c7cbaa8-91f0-4806-8632-e4be5028c1b4" providerId="ADAL" clId="{4234EAD0-1A6B-4D4D-B284-5951B9AE36A9}" dt="2023-11-02T13:27:15.795" v="8091" actId="165"/>
          <ac:cxnSpMkLst>
            <pc:docMk/>
            <pc:sldMk cId="2868869461" sldId="413"/>
            <ac:cxnSpMk id="27" creationId="{068FBBD6-EA21-932E-06E7-072E72A9DAB2}"/>
          </ac:cxnSpMkLst>
        </pc:cxnChg>
        <pc:cxnChg chg="add mod">
          <ac:chgData name="Alirah WEYORI" userId="1c7cbaa8-91f0-4806-8632-e4be5028c1b4" providerId="ADAL" clId="{4234EAD0-1A6B-4D4D-B284-5951B9AE36A9}" dt="2023-11-02T11:47:04.495" v="7628" actId="571"/>
          <ac:cxnSpMkLst>
            <pc:docMk/>
            <pc:sldMk cId="2868869461" sldId="413"/>
            <ac:cxnSpMk id="31" creationId="{72B58FF9-498A-C378-B22C-4D4E93062975}"/>
          </ac:cxnSpMkLst>
        </pc:cxnChg>
        <pc:cxnChg chg="add mod">
          <ac:chgData name="Alirah WEYORI" userId="1c7cbaa8-91f0-4806-8632-e4be5028c1b4" providerId="ADAL" clId="{4234EAD0-1A6B-4D4D-B284-5951B9AE36A9}" dt="2023-11-02T11:47:04.495" v="7628" actId="571"/>
          <ac:cxnSpMkLst>
            <pc:docMk/>
            <pc:sldMk cId="2868869461" sldId="413"/>
            <ac:cxnSpMk id="38" creationId="{F2E9F91F-0FB4-5F64-A9C1-61E5B1F48AE7}"/>
          </ac:cxnSpMkLst>
        </pc:cxnChg>
        <pc:cxnChg chg="add mod">
          <ac:chgData name="Alirah WEYORI" userId="1c7cbaa8-91f0-4806-8632-e4be5028c1b4" providerId="ADAL" clId="{4234EAD0-1A6B-4D4D-B284-5951B9AE36A9}" dt="2023-11-02T11:47:04.495" v="7628" actId="571"/>
          <ac:cxnSpMkLst>
            <pc:docMk/>
            <pc:sldMk cId="2868869461" sldId="413"/>
            <ac:cxnSpMk id="39" creationId="{E1D5D011-6C72-0520-3C8B-8FEBF77BCCB5}"/>
          </ac:cxnSpMkLst>
        </pc:cxnChg>
        <pc:cxnChg chg="add mod">
          <ac:chgData name="Alirah WEYORI" userId="1c7cbaa8-91f0-4806-8632-e4be5028c1b4" providerId="ADAL" clId="{4234EAD0-1A6B-4D4D-B284-5951B9AE36A9}" dt="2023-11-02T13:20:57.743" v="8056" actId="571"/>
          <ac:cxnSpMkLst>
            <pc:docMk/>
            <pc:sldMk cId="2868869461" sldId="413"/>
            <ac:cxnSpMk id="45" creationId="{2E4D725E-B518-11F5-4901-309E15B4D691}"/>
          </ac:cxnSpMkLst>
        </pc:cxnChg>
        <pc:cxnChg chg="mod topLvl">
          <ac:chgData name="Alirah WEYORI" userId="1c7cbaa8-91f0-4806-8632-e4be5028c1b4" providerId="ADAL" clId="{4234EAD0-1A6B-4D4D-B284-5951B9AE36A9}" dt="2023-11-02T13:27:35.068" v="8093" actId="165"/>
          <ac:cxnSpMkLst>
            <pc:docMk/>
            <pc:sldMk cId="2868869461" sldId="413"/>
            <ac:cxnSpMk id="58" creationId="{B60F1896-1466-4105-B802-82071799A00B}"/>
          </ac:cxnSpMkLst>
        </pc:cxnChg>
      </pc:sldChg>
      <pc:sldChg chg="addSp delSp modSp add mod ord">
        <pc:chgData name="Alirah WEYORI" userId="1c7cbaa8-91f0-4806-8632-e4be5028c1b4" providerId="ADAL" clId="{4234EAD0-1A6B-4D4D-B284-5951B9AE36A9}" dt="2023-11-02T13:21:57.258" v="8065" actId="1036"/>
        <pc:sldMkLst>
          <pc:docMk/>
          <pc:sldMk cId="3597677852" sldId="414"/>
        </pc:sldMkLst>
        <pc:spChg chg="add mod">
          <ac:chgData name="Alirah WEYORI" userId="1c7cbaa8-91f0-4806-8632-e4be5028c1b4" providerId="ADAL" clId="{4234EAD0-1A6B-4D4D-B284-5951B9AE36A9}" dt="2023-11-02T11:47:37.324" v="7641" actId="6549"/>
          <ac:spMkLst>
            <pc:docMk/>
            <pc:sldMk cId="3597677852" sldId="414"/>
            <ac:spMk id="8" creationId="{500C7F1C-2DBD-4AF2-50A6-C98C919AB7FC}"/>
          </ac:spMkLst>
        </pc:spChg>
        <pc:spChg chg="add del">
          <ac:chgData name="Alirah WEYORI" userId="1c7cbaa8-91f0-4806-8632-e4be5028c1b4" providerId="ADAL" clId="{4234EAD0-1A6B-4D4D-B284-5951B9AE36A9}" dt="2023-11-02T11:47:08.698" v="7630" actId="478"/>
          <ac:spMkLst>
            <pc:docMk/>
            <pc:sldMk cId="3597677852" sldId="414"/>
            <ac:spMk id="34" creationId="{CC10B166-C624-C74D-55EB-337080D15D3D}"/>
          </ac:spMkLst>
        </pc:spChg>
        <pc:spChg chg="del">
          <ac:chgData name="Alirah WEYORI" userId="1c7cbaa8-91f0-4806-8632-e4be5028c1b4" providerId="ADAL" clId="{4234EAD0-1A6B-4D4D-B284-5951B9AE36A9}" dt="2023-11-02T11:47:26.224" v="7631" actId="478"/>
          <ac:spMkLst>
            <pc:docMk/>
            <pc:sldMk cId="3597677852" sldId="414"/>
            <ac:spMk id="35" creationId="{B97E7E15-B4A1-E60F-1DC3-8A4905028DD8}"/>
          </ac:spMkLst>
        </pc:spChg>
        <pc:grpChg chg="mod">
          <ac:chgData name="Alirah WEYORI" userId="1c7cbaa8-91f0-4806-8632-e4be5028c1b4" providerId="ADAL" clId="{4234EAD0-1A6B-4D4D-B284-5951B9AE36A9}" dt="2023-11-02T13:21:57.258" v="8065" actId="1036"/>
          <ac:grpSpMkLst>
            <pc:docMk/>
            <pc:sldMk cId="3597677852" sldId="414"/>
            <ac:grpSpMk id="33" creationId="{2C2DF42A-ABC6-49D7-6506-2A399396AF3F}"/>
          </ac:grpSpMkLst>
        </pc:grpChg>
      </pc:sldChg>
      <pc:sldChg chg="addSp delSp modSp del mod">
        <pc:chgData name="Alirah WEYORI" userId="1c7cbaa8-91f0-4806-8632-e4be5028c1b4" providerId="ADAL" clId="{4234EAD0-1A6B-4D4D-B284-5951B9AE36A9}" dt="2023-11-27T16:47:12.888" v="9617" actId="47"/>
        <pc:sldMkLst>
          <pc:docMk/>
          <pc:sldMk cId="1271164445" sldId="415"/>
        </pc:sldMkLst>
        <pc:spChg chg="mod">
          <ac:chgData name="Alirah WEYORI" userId="1c7cbaa8-91f0-4806-8632-e4be5028c1b4" providerId="ADAL" clId="{4234EAD0-1A6B-4D4D-B284-5951B9AE36A9}" dt="2023-11-22T09:11:49.464" v="8530" actId="20577"/>
          <ac:spMkLst>
            <pc:docMk/>
            <pc:sldMk cId="1271164445" sldId="415"/>
            <ac:spMk id="5" creationId="{737C9D44-A49D-A9B0-795F-4A69F518F8D7}"/>
          </ac:spMkLst>
        </pc:spChg>
        <pc:spChg chg="mod">
          <ac:chgData name="Alirah WEYORI" userId="1c7cbaa8-91f0-4806-8632-e4be5028c1b4" providerId="ADAL" clId="{4234EAD0-1A6B-4D4D-B284-5951B9AE36A9}" dt="2023-11-22T09:28:17.364" v="8556" actId="20577"/>
          <ac:spMkLst>
            <pc:docMk/>
            <pc:sldMk cId="1271164445" sldId="415"/>
            <ac:spMk id="6" creationId="{0CD8D586-DCEA-38DE-9DB9-53AF960C8548}"/>
          </ac:spMkLst>
        </pc:spChg>
        <pc:spChg chg="mod">
          <ac:chgData name="Alirah WEYORI" userId="1c7cbaa8-91f0-4806-8632-e4be5028c1b4" providerId="ADAL" clId="{4234EAD0-1A6B-4D4D-B284-5951B9AE36A9}" dt="2023-11-22T09:28:51.763" v="8590" actId="20577"/>
          <ac:spMkLst>
            <pc:docMk/>
            <pc:sldMk cId="1271164445" sldId="415"/>
            <ac:spMk id="9" creationId="{B39131E2-1680-C040-BB2E-EFF3EF8DCA79}"/>
          </ac:spMkLst>
        </pc:spChg>
        <pc:spChg chg="mod">
          <ac:chgData name="Alirah WEYORI" userId="1c7cbaa8-91f0-4806-8632-e4be5028c1b4" providerId="ADAL" clId="{4234EAD0-1A6B-4D4D-B284-5951B9AE36A9}" dt="2023-11-22T09:28:39.228" v="8572" actId="20577"/>
          <ac:spMkLst>
            <pc:docMk/>
            <pc:sldMk cId="1271164445" sldId="415"/>
            <ac:spMk id="11" creationId="{7CBD16F1-1AF8-5DB8-D035-4491C52E0BBD}"/>
          </ac:spMkLst>
        </pc:spChg>
        <pc:spChg chg="mod">
          <ac:chgData name="Alirah WEYORI" userId="1c7cbaa8-91f0-4806-8632-e4be5028c1b4" providerId="ADAL" clId="{4234EAD0-1A6B-4D4D-B284-5951B9AE36A9}" dt="2023-11-22T09:29:01.528" v="8592" actId="20577"/>
          <ac:spMkLst>
            <pc:docMk/>
            <pc:sldMk cId="1271164445" sldId="415"/>
            <ac:spMk id="12" creationId="{E6FB7428-94C4-A6D9-386D-79FA8AE624B9}"/>
          </ac:spMkLst>
        </pc:spChg>
        <pc:spChg chg="mod">
          <ac:chgData name="Alirah WEYORI" userId="1c7cbaa8-91f0-4806-8632-e4be5028c1b4" providerId="ADAL" clId="{4234EAD0-1A6B-4D4D-B284-5951B9AE36A9}" dt="2023-11-22T09:03:40.233" v="8516" actId="14100"/>
          <ac:spMkLst>
            <pc:docMk/>
            <pc:sldMk cId="1271164445" sldId="415"/>
            <ac:spMk id="21" creationId="{B3B76EB0-5246-0D8C-ABA4-2CFB6587BAA7}"/>
          </ac:spMkLst>
        </pc:spChg>
        <pc:spChg chg="mod">
          <ac:chgData name="Alirah WEYORI" userId="1c7cbaa8-91f0-4806-8632-e4be5028c1b4" providerId="ADAL" clId="{4234EAD0-1A6B-4D4D-B284-5951B9AE36A9}" dt="2023-11-22T09:03:45.377" v="8517" actId="14100"/>
          <ac:spMkLst>
            <pc:docMk/>
            <pc:sldMk cId="1271164445" sldId="415"/>
            <ac:spMk id="22" creationId="{1306DAD5-74B8-1B39-3114-55DE3DFA1D97}"/>
          </ac:spMkLst>
        </pc:spChg>
        <pc:spChg chg="mod">
          <ac:chgData name="Alirah WEYORI" userId="1c7cbaa8-91f0-4806-8632-e4be5028c1b4" providerId="ADAL" clId="{4234EAD0-1A6B-4D4D-B284-5951B9AE36A9}" dt="2023-11-22T09:04:52.424" v="8520" actId="164"/>
          <ac:spMkLst>
            <pc:docMk/>
            <pc:sldMk cId="1271164445" sldId="415"/>
            <ac:spMk id="26" creationId="{1553BE82-0C66-4473-1EAB-5F18DAD5AE8B}"/>
          </ac:spMkLst>
        </pc:spChg>
        <pc:spChg chg="mod">
          <ac:chgData name="Alirah WEYORI" userId="1c7cbaa8-91f0-4806-8632-e4be5028c1b4" providerId="ADAL" clId="{4234EAD0-1A6B-4D4D-B284-5951B9AE36A9}" dt="2023-11-22T09:04:52.424" v="8520" actId="164"/>
          <ac:spMkLst>
            <pc:docMk/>
            <pc:sldMk cId="1271164445" sldId="415"/>
            <ac:spMk id="27" creationId="{AAEB4F83-3604-40F3-ADB4-CBC8F32F3FBF}"/>
          </ac:spMkLst>
        </pc:spChg>
        <pc:spChg chg="mod">
          <ac:chgData name="Alirah WEYORI" userId="1c7cbaa8-91f0-4806-8632-e4be5028c1b4" providerId="ADAL" clId="{4234EAD0-1A6B-4D4D-B284-5951B9AE36A9}" dt="2023-11-22T09:04:52.424" v="8520" actId="164"/>
          <ac:spMkLst>
            <pc:docMk/>
            <pc:sldMk cId="1271164445" sldId="415"/>
            <ac:spMk id="28" creationId="{0FD8F560-BCAF-1BAD-1264-691D4D83ABC3}"/>
          </ac:spMkLst>
        </pc:spChg>
        <pc:spChg chg="mod">
          <ac:chgData name="Alirah WEYORI" userId="1c7cbaa8-91f0-4806-8632-e4be5028c1b4" providerId="ADAL" clId="{4234EAD0-1A6B-4D4D-B284-5951B9AE36A9}" dt="2023-11-22T09:04:52.424" v="8520" actId="164"/>
          <ac:spMkLst>
            <pc:docMk/>
            <pc:sldMk cId="1271164445" sldId="415"/>
            <ac:spMk id="29" creationId="{4741B068-03D8-7C75-F516-792B47D5BC62}"/>
          </ac:spMkLst>
        </pc:spChg>
        <pc:spChg chg="add del mod topLvl">
          <ac:chgData name="Alirah WEYORI" userId="1c7cbaa8-91f0-4806-8632-e4be5028c1b4" providerId="ADAL" clId="{4234EAD0-1A6B-4D4D-B284-5951B9AE36A9}" dt="2023-11-22T09:04:43.088" v="8519" actId="2085"/>
          <ac:spMkLst>
            <pc:docMk/>
            <pc:sldMk cId="1271164445" sldId="415"/>
            <ac:spMk id="34" creationId="{1B3FED5A-0B56-8F6F-8CBE-18BD75052816}"/>
          </ac:spMkLst>
        </pc:spChg>
        <pc:spChg chg="add del mod topLvl">
          <ac:chgData name="Alirah WEYORI" userId="1c7cbaa8-91f0-4806-8632-e4be5028c1b4" providerId="ADAL" clId="{4234EAD0-1A6B-4D4D-B284-5951B9AE36A9}" dt="2023-11-22T09:04:43.088" v="8519" actId="2085"/>
          <ac:spMkLst>
            <pc:docMk/>
            <pc:sldMk cId="1271164445" sldId="415"/>
            <ac:spMk id="35" creationId="{D2BBCC4B-6D45-BB2D-4C11-2A94FBF84B57}"/>
          </ac:spMkLst>
        </pc:spChg>
        <pc:grpChg chg="add mod">
          <ac:chgData name="Alirah WEYORI" userId="1c7cbaa8-91f0-4806-8632-e4be5028c1b4" providerId="ADAL" clId="{4234EAD0-1A6B-4D4D-B284-5951B9AE36A9}" dt="2023-11-22T16:33:02.969" v="9616" actId="14100"/>
          <ac:grpSpMkLst>
            <pc:docMk/>
            <pc:sldMk cId="1271164445" sldId="415"/>
            <ac:grpSpMk id="2" creationId="{3CF48920-A4E4-0E79-D891-29C3F6A19C99}"/>
          </ac:grpSpMkLst>
        </pc:grpChg>
        <pc:grpChg chg="mod">
          <ac:chgData name="Alirah WEYORI" userId="1c7cbaa8-91f0-4806-8632-e4be5028c1b4" providerId="ADAL" clId="{4234EAD0-1A6B-4D4D-B284-5951B9AE36A9}" dt="2023-11-22T09:04:52.424" v="8520" actId="164"/>
          <ac:grpSpMkLst>
            <pc:docMk/>
            <pc:sldMk cId="1271164445" sldId="415"/>
            <ac:grpSpMk id="24" creationId="{2EF35892-2378-D494-50FA-77FAF1AE8F71}"/>
          </ac:grpSpMkLst>
        </pc:grpChg>
        <pc:grpChg chg="add del mod">
          <ac:chgData name="Alirah WEYORI" userId="1c7cbaa8-91f0-4806-8632-e4be5028c1b4" providerId="ADAL" clId="{4234EAD0-1A6B-4D4D-B284-5951B9AE36A9}" dt="2023-11-22T09:04:52.424" v="8520" actId="164"/>
          <ac:grpSpMkLst>
            <pc:docMk/>
            <pc:sldMk cId="1271164445" sldId="415"/>
            <ac:grpSpMk id="36" creationId="{F9E60DCB-22BA-929A-8911-F38DE66F88FE}"/>
          </ac:grpSpMkLst>
        </pc:grpChg>
      </pc:sldChg>
      <pc:sldChg chg="add">
        <pc:chgData name="Alirah WEYORI" userId="1c7cbaa8-91f0-4806-8632-e4be5028c1b4" providerId="ADAL" clId="{4234EAD0-1A6B-4D4D-B284-5951B9AE36A9}" dt="2023-11-22T11:26:30.768" v="9257" actId="2890"/>
        <pc:sldMkLst>
          <pc:docMk/>
          <pc:sldMk cId="3116758423" sldId="416"/>
        </pc:sldMkLst>
      </pc:sldChg>
      <pc:sldChg chg="modSp add del mod">
        <pc:chgData name="Alirah WEYORI" userId="1c7cbaa8-91f0-4806-8632-e4be5028c1b4" providerId="ADAL" clId="{4234EAD0-1A6B-4D4D-B284-5951B9AE36A9}" dt="2023-11-22T16:32:11.057" v="9614" actId="47"/>
        <pc:sldMkLst>
          <pc:docMk/>
          <pc:sldMk cId="2192043971" sldId="417"/>
        </pc:sldMkLst>
        <pc:spChg chg="mod">
          <ac:chgData name="Alirah WEYORI" userId="1c7cbaa8-91f0-4806-8632-e4be5028c1b4" providerId="ADAL" clId="{4234EAD0-1A6B-4D4D-B284-5951B9AE36A9}" dt="2023-11-22T11:32:53.262" v="9557" actId="20577"/>
          <ac:spMkLst>
            <pc:docMk/>
            <pc:sldMk cId="2192043971" sldId="417"/>
            <ac:spMk id="5" creationId="{7E44B879-13DF-B1BE-7393-04AE90432AD3}"/>
          </ac:spMkLst>
        </pc:spChg>
      </pc:sldChg>
      <pc:sldChg chg="modSp add del mod">
        <pc:chgData name="Alirah WEYORI" userId="1c7cbaa8-91f0-4806-8632-e4be5028c1b4" providerId="ADAL" clId="{4234EAD0-1A6B-4D4D-B284-5951B9AE36A9}" dt="2023-11-22T16:32:12.949" v="9615" actId="47"/>
        <pc:sldMkLst>
          <pc:docMk/>
          <pc:sldMk cId="3909209158" sldId="418"/>
        </pc:sldMkLst>
        <pc:spChg chg="mod">
          <ac:chgData name="Alirah WEYORI" userId="1c7cbaa8-91f0-4806-8632-e4be5028c1b4" providerId="ADAL" clId="{4234EAD0-1A6B-4D4D-B284-5951B9AE36A9}" dt="2023-11-22T11:33:16.110" v="9598" actId="20577"/>
          <ac:spMkLst>
            <pc:docMk/>
            <pc:sldMk cId="3909209158" sldId="418"/>
            <ac:spMk id="5" creationId="{7E44B879-13DF-B1BE-7393-04AE90432AD3}"/>
          </ac:spMkLst>
        </pc:spChg>
      </pc:sldChg>
      <pc:sldChg chg="modSp add del mod">
        <pc:chgData name="Alirah WEYORI" userId="1c7cbaa8-91f0-4806-8632-e4be5028c1b4" providerId="ADAL" clId="{4234EAD0-1A6B-4D4D-B284-5951B9AE36A9}" dt="2023-11-22T16:32:08.636" v="9612" actId="47"/>
        <pc:sldMkLst>
          <pc:docMk/>
          <pc:sldMk cId="1968629840" sldId="419"/>
        </pc:sldMkLst>
        <pc:spChg chg="mod">
          <ac:chgData name="Alirah WEYORI" userId="1c7cbaa8-91f0-4806-8632-e4be5028c1b4" providerId="ADAL" clId="{4234EAD0-1A6B-4D4D-B284-5951B9AE36A9}" dt="2023-11-22T11:33:24.107" v="9611" actId="20577"/>
          <ac:spMkLst>
            <pc:docMk/>
            <pc:sldMk cId="1968629840" sldId="419"/>
            <ac:spMk id="5" creationId="{7E44B879-13DF-B1BE-7393-04AE90432AD3}"/>
          </ac:spMkLst>
        </pc:spChg>
      </pc:sldChg>
    </pc:docChg>
  </pc:docChgLst>
  <pc:docChgLst>
    <pc:chgData name="Mohamed SALEM" userId="S::mohamed.salem@wfp.org::13f12703-f1ce-4b8b-924c-fe401988a08b" providerId="AD" clId="Web-{3F19E5AA-4D88-ADE7-BE30-3015B22FFC2E}"/>
    <pc:docChg chg="modSld">
      <pc:chgData name="Mohamed SALEM" userId="S::mohamed.salem@wfp.org::13f12703-f1ce-4b8b-924c-fe401988a08b" providerId="AD" clId="Web-{3F19E5AA-4D88-ADE7-BE30-3015B22FFC2E}" dt="2023-10-27T12:50:10.349" v="0"/>
      <pc:docMkLst>
        <pc:docMk/>
      </pc:docMkLst>
      <pc:sldChg chg="mod modShow">
        <pc:chgData name="Mohamed SALEM" userId="S::mohamed.salem@wfp.org::13f12703-f1ce-4b8b-924c-fe401988a08b" providerId="AD" clId="Web-{3F19E5AA-4D88-ADE7-BE30-3015B22FFC2E}" dt="2023-10-27T12:50:10.349" v="0"/>
        <pc:sldMkLst>
          <pc:docMk/>
          <pc:sldMk cId="3753982485" sldId="399"/>
        </pc:sldMkLst>
      </pc:sldChg>
    </pc:docChg>
  </pc:docChgLst>
  <pc:docChgLst>
    <pc:chgData name="Mohamed SALEM" userId="13f12703-f1ce-4b8b-924c-fe401988a08b" providerId="ADAL" clId="{CB7C4602-B203-494A-9669-EE6FEB63AD99}"/>
    <pc:docChg chg="undo custSel modSld">
      <pc:chgData name="Mohamed SALEM" userId="13f12703-f1ce-4b8b-924c-fe401988a08b" providerId="ADAL" clId="{CB7C4602-B203-494A-9669-EE6FEB63AD99}" dt="2023-10-31T15:07:09.697" v="19" actId="20577"/>
      <pc:docMkLst>
        <pc:docMk/>
      </pc:docMkLst>
      <pc:sldChg chg="modSp mod">
        <pc:chgData name="Mohamed SALEM" userId="13f12703-f1ce-4b8b-924c-fe401988a08b" providerId="ADAL" clId="{CB7C4602-B203-494A-9669-EE6FEB63AD99}" dt="2023-10-31T15:07:09.697" v="19" actId="20577"/>
        <pc:sldMkLst>
          <pc:docMk/>
          <pc:sldMk cId="1269601775" sldId="348"/>
        </pc:sldMkLst>
        <pc:spChg chg="mod">
          <ac:chgData name="Mohamed SALEM" userId="13f12703-f1ce-4b8b-924c-fe401988a08b" providerId="ADAL" clId="{CB7C4602-B203-494A-9669-EE6FEB63AD99}" dt="2023-10-27T12:58:00.001" v="4" actId="20577"/>
          <ac:spMkLst>
            <pc:docMk/>
            <pc:sldMk cId="1269601775" sldId="348"/>
            <ac:spMk id="3" creationId="{5F502638-203D-B2B7-27A3-1DE160F39D26}"/>
          </ac:spMkLst>
        </pc:spChg>
        <pc:graphicFrameChg chg="modGraphic">
          <ac:chgData name="Mohamed SALEM" userId="13f12703-f1ce-4b8b-924c-fe401988a08b" providerId="ADAL" clId="{CB7C4602-B203-494A-9669-EE6FEB63AD99}" dt="2023-10-31T15:07:09.697" v="19" actId="20577"/>
          <ac:graphicFrameMkLst>
            <pc:docMk/>
            <pc:sldMk cId="1269601775" sldId="348"/>
            <ac:graphicFrameMk id="4" creationId="{BFE484AB-1028-DA68-5D7D-73920FD20833}"/>
          </ac:graphicFrameMkLst>
        </pc:graphicFrameChg>
      </pc:sldChg>
      <pc:sldChg chg="modSp mod">
        <pc:chgData name="Mohamed SALEM" userId="13f12703-f1ce-4b8b-924c-fe401988a08b" providerId="ADAL" clId="{CB7C4602-B203-494A-9669-EE6FEB63AD99}" dt="2023-10-29T06:57:53.411" v="7" actId="1035"/>
        <pc:sldMkLst>
          <pc:docMk/>
          <pc:sldMk cId="3853999179" sldId="350"/>
        </pc:sldMkLst>
        <pc:graphicFrameChg chg="mod">
          <ac:chgData name="Mohamed SALEM" userId="13f12703-f1ce-4b8b-924c-fe401988a08b" providerId="ADAL" clId="{CB7C4602-B203-494A-9669-EE6FEB63AD99}" dt="2023-10-29T06:57:53.411" v="7" actId="1035"/>
          <ac:graphicFrameMkLst>
            <pc:docMk/>
            <pc:sldMk cId="3853999179" sldId="350"/>
            <ac:graphicFrameMk id="5" creationId="{5A53646E-6FED-CFF5-990E-258CD0670F6F}"/>
          </ac:graphicFrameMkLst>
        </pc:graphicFrameChg>
      </pc:sldChg>
      <pc:sldChg chg="addSp delSp modSp mod">
        <pc:chgData name="Mohamed SALEM" userId="13f12703-f1ce-4b8b-924c-fe401988a08b" providerId="ADAL" clId="{CB7C4602-B203-494A-9669-EE6FEB63AD99}" dt="2023-10-31T15:02:53.360" v="17"/>
        <pc:sldMkLst>
          <pc:docMk/>
          <pc:sldMk cId="1354639515" sldId="390"/>
        </pc:sldMkLst>
        <pc:spChg chg="add mod">
          <ac:chgData name="Mohamed SALEM" userId="13f12703-f1ce-4b8b-924c-fe401988a08b" providerId="ADAL" clId="{CB7C4602-B203-494A-9669-EE6FEB63AD99}" dt="2023-10-31T15:02:15.812" v="11" actId="1582"/>
          <ac:spMkLst>
            <pc:docMk/>
            <pc:sldMk cId="1354639515" sldId="390"/>
            <ac:spMk id="2" creationId="{3CB3FD73-973C-30B8-2873-876169A87FD8}"/>
          </ac:spMkLst>
        </pc:spChg>
        <pc:spChg chg="add del mod">
          <ac:chgData name="Mohamed SALEM" userId="13f12703-f1ce-4b8b-924c-fe401988a08b" providerId="ADAL" clId="{CB7C4602-B203-494A-9669-EE6FEB63AD99}" dt="2023-10-31T15:02:53.360" v="17"/>
          <ac:spMkLst>
            <pc:docMk/>
            <pc:sldMk cId="1354639515" sldId="390"/>
            <ac:spMk id="4" creationId="{19590407-1F2C-0AC8-6658-A8098EE2D8C9}"/>
          </ac:spMkLst>
        </pc:spChg>
        <pc:picChg chg="add del mod">
          <ac:chgData name="Mohamed SALEM" userId="13f12703-f1ce-4b8b-924c-fe401988a08b" providerId="ADAL" clId="{CB7C4602-B203-494A-9669-EE6FEB63AD99}" dt="2023-10-31T15:02:37.668" v="13"/>
          <ac:picMkLst>
            <pc:docMk/>
            <pc:sldMk cId="1354639515" sldId="390"/>
            <ac:picMk id="3" creationId="{73986618-B917-C88B-E8F2-14A83A37D2C1}"/>
          </ac:picMkLst>
        </pc:picChg>
        <pc:picChg chg="mod">
          <ac:chgData name="Mohamed SALEM" userId="13f12703-f1ce-4b8b-924c-fe401988a08b" providerId="ADAL" clId="{CB7C4602-B203-494A-9669-EE6FEB63AD99}" dt="2023-10-31T15:02:48.941" v="16" actId="1076"/>
          <ac:picMkLst>
            <pc:docMk/>
            <pc:sldMk cId="1354639515" sldId="390"/>
            <ac:picMk id="5" creationId="{5C32C761-3041-D6DC-FD5F-46E1F7538605}"/>
          </ac:picMkLst>
        </pc:picChg>
      </pc:sldChg>
      <pc:sldChg chg="mod modShow">
        <pc:chgData name="Mohamed SALEM" userId="13f12703-f1ce-4b8b-924c-fe401988a08b" providerId="ADAL" clId="{CB7C4602-B203-494A-9669-EE6FEB63AD99}" dt="2023-10-27T12:57:07.890" v="0" actId="729"/>
        <pc:sldMkLst>
          <pc:docMk/>
          <pc:sldMk cId="4057178894" sldId="396"/>
        </pc:sldMkLst>
      </pc:sldChg>
      <pc:sldChg chg="modSp mod">
        <pc:chgData name="Mohamed SALEM" userId="13f12703-f1ce-4b8b-924c-fe401988a08b" providerId="ADAL" clId="{CB7C4602-B203-494A-9669-EE6FEB63AD99}" dt="2023-10-27T14:25:19.784" v="6" actId="1076"/>
        <pc:sldMkLst>
          <pc:docMk/>
          <pc:sldMk cId="4272251624" sldId="400"/>
        </pc:sldMkLst>
        <pc:picChg chg="mod">
          <ac:chgData name="Mohamed SALEM" userId="13f12703-f1ce-4b8b-924c-fe401988a08b" providerId="ADAL" clId="{CB7C4602-B203-494A-9669-EE6FEB63AD99}" dt="2023-10-27T14:25:19.784" v="6" actId="1076"/>
          <ac:picMkLst>
            <pc:docMk/>
            <pc:sldMk cId="4272251624" sldId="400"/>
            <ac:picMk id="6" creationId="{E4C1EB79-EEA1-E801-D38C-5625E39A010E}"/>
          </ac:picMkLst>
        </pc:picChg>
      </pc:sldChg>
      <pc:sldChg chg="modSp mod">
        <pc:chgData name="Mohamed SALEM" userId="13f12703-f1ce-4b8b-924c-fe401988a08b" providerId="ADAL" clId="{CB7C4602-B203-494A-9669-EE6FEB63AD99}" dt="2023-10-27T12:58:11.418" v="5" actId="20577"/>
        <pc:sldMkLst>
          <pc:docMk/>
          <pc:sldMk cId="3227835654" sldId="402"/>
        </pc:sldMkLst>
        <pc:spChg chg="mod">
          <ac:chgData name="Mohamed SALEM" userId="13f12703-f1ce-4b8b-924c-fe401988a08b" providerId="ADAL" clId="{CB7C4602-B203-494A-9669-EE6FEB63AD99}" dt="2023-10-27T12:58:11.418" v="5" actId="20577"/>
          <ac:spMkLst>
            <pc:docMk/>
            <pc:sldMk cId="3227835654" sldId="402"/>
            <ac:spMk id="3" creationId="{5F502638-203D-B2B7-27A3-1DE160F39D26}"/>
          </ac:spMkLst>
        </pc:spChg>
      </pc:sldChg>
    </pc:docChg>
  </pc:docChgLst>
  <pc:docChgLst>
    <pc:chgData name="Nicole WU" userId="S::nicole.wu@wfp.org::4cf90142-5117-41df-a92b-6216d87bdf3c" providerId="AD" clId="Web-{A7B71443-B21B-EB41-4122-92F72D0BAA61}"/>
    <pc:docChg chg="modSld">
      <pc:chgData name="Nicole WU" userId="S::nicole.wu@wfp.org::4cf90142-5117-41df-a92b-6216d87bdf3c" providerId="AD" clId="Web-{A7B71443-B21B-EB41-4122-92F72D0BAA61}" dt="2023-10-27T13:32:57.086" v="27"/>
      <pc:docMkLst>
        <pc:docMk/>
      </pc:docMkLst>
      <pc:sldChg chg="modSp">
        <pc:chgData name="Nicole WU" userId="S::nicole.wu@wfp.org::4cf90142-5117-41df-a92b-6216d87bdf3c" providerId="AD" clId="Web-{A7B71443-B21B-EB41-4122-92F72D0BAA61}" dt="2023-10-27T13:32:57.086" v="27"/>
        <pc:sldMkLst>
          <pc:docMk/>
          <pc:sldMk cId="1031546385" sldId="374"/>
        </pc:sldMkLst>
        <pc:graphicFrameChg chg="mod modGraphic">
          <ac:chgData name="Nicole WU" userId="S::nicole.wu@wfp.org::4cf90142-5117-41df-a92b-6216d87bdf3c" providerId="AD" clId="Web-{A7B71443-B21B-EB41-4122-92F72D0BAA61}" dt="2023-10-27T13:32:57.086" v="27"/>
          <ac:graphicFrameMkLst>
            <pc:docMk/>
            <pc:sldMk cId="1031546385" sldId="374"/>
            <ac:graphicFrameMk id="4" creationId="{403D1D6D-6292-E639-D4AF-073B49922A77}"/>
          </ac:graphicFrameMkLst>
        </pc:graphicFrameChg>
      </pc:sldChg>
    </pc:docChg>
  </pc:docChgLst>
  <pc:docChgLst>
    <pc:chgData name="Nicole WU" userId="S::nicole.wu@wfp.org::4cf90142-5117-41df-a92b-6216d87bdf3c" providerId="AD" clId="Web-{573056D1-BFAE-863A-8147-2CE8DBAC7E9F}"/>
    <pc:docChg chg="modSld">
      <pc:chgData name="Nicole WU" userId="S::nicole.wu@wfp.org::4cf90142-5117-41df-a92b-6216d87bdf3c" providerId="AD" clId="Web-{573056D1-BFAE-863A-8147-2CE8DBAC7E9F}" dt="2023-10-27T13:24:40.325" v="1" actId="1076"/>
      <pc:docMkLst>
        <pc:docMk/>
      </pc:docMkLst>
      <pc:sldChg chg="modSp">
        <pc:chgData name="Nicole WU" userId="S::nicole.wu@wfp.org::4cf90142-5117-41df-a92b-6216d87bdf3c" providerId="AD" clId="Web-{573056D1-BFAE-863A-8147-2CE8DBAC7E9F}" dt="2023-10-27T13:24:40.325" v="1" actId="1076"/>
        <pc:sldMkLst>
          <pc:docMk/>
          <pc:sldMk cId="160048588" sldId="388"/>
        </pc:sldMkLst>
        <pc:spChg chg="mod">
          <ac:chgData name="Nicole WU" userId="S::nicole.wu@wfp.org::4cf90142-5117-41df-a92b-6216d87bdf3c" providerId="AD" clId="Web-{573056D1-BFAE-863A-8147-2CE8DBAC7E9F}" dt="2023-10-27T13:24:40.325" v="1" actId="1076"/>
          <ac:spMkLst>
            <pc:docMk/>
            <pc:sldMk cId="160048588" sldId="388"/>
            <ac:spMk id="12" creationId="{5445E28E-8A6C-2606-35BF-72D040193BB8}"/>
          </ac:spMkLst>
        </pc:spChg>
        <pc:grpChg chg="mod">
          <ac:chgData name="Nicole WU" userId="S::nicole.wu@wfp.org::4cf90142-5117-41df-a92b-6216d87bdf3c" providerId="AD" clId="Web-{573056D1-BFAE-863A-8147-2CE8DBAC7E9F}" dt="2023-10-27T13:24:36.060" v="0" actId="14100"/>
          <ac:grpSpMkLst>
            <pc:docMk/>
            <pc:sldMk cId="160048588" sldId="388"/>
            <ac:grpSpMk id="11" creationId="{F5BC6B9B-CF1A-46E4-DEF6-439AEEDFA92D}"/>
          </ac:grpSpMkLst>
        </pc:grpChg>
      </pc:sldChg>
    </pc:docChg>
  </pc:docChgLst>
  <pc:docChgLst>
    <pc:chgData name="Simon HERTELEER" userId="S::simon.herteleer@wfp.org::39f2767a-be7d-4679-a90a-3fd01f67e8a8" providerId="AD" clId="Web-{338916EA-36EE-8528-A27B-863A6E29E8B9}"/>
    <pc:docChg chg="modSld">
      <pc:chgData name="Simon HERTELEER" userId="S::simon.herteleer@wfp.org::39f2767a-be7d-4679-a90a-3fd01f67e8a8" providerId="AD" clId="Web-{338916EA-36EE-8528-A27B-863A6E29E8B9}" dt="2023-11-29T14:34:37.440" v="1"/>
      <pc:docMkLst>
        <pc:docMk/>
      </pc:docMkLst>
      <pc:sldChg chg="addSp delSp">
        <pc:chgData name="Simon HERTELEER" userId="S::simon.herteleer@wfp.org::39f2767a-be7d-4679-a90a-3fd01f67e8a8" providerId="AD" clId="Web-{338916EA-36EE-8528-A27B-863A6E29E8B9}" dt="2023-11-29T14:34:37.440" v="1"/>
        <pc:sldMkLst>
          <pc:docMk/>
          <pc:sldMk cId="1780220136" sldId="385"/>
        </pc:sldMkLst>
        <pc:grpChg chg="add del">
          <ac:chgData name="Simon HERTELEER" userId="S::simon.herteleer@wfp.org::39f2767a-be7d-4679-a90a-3fd01f67e8a8" providerId="AD" clId="Web-{338916EA-36EE-8528-A27B-863A6E29E8B9}" dt="2023-11-29T14:34:37.440" v="1"/>
          <ac:grpSpMkLst>
            <pc:docMk/>
            <pc:sldMk cId="1780220136" sldId="385"/>
            <ac:grpSpMk id="2" creationId="{4D659F88-BA81-1824-51F8-7E677EBC4D1E}"/>
          </ac:grpSpMkLst>
        </pc:gr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D3DAF1-1853-453B-A247-4A0672CE94D0}"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GB"/>
        </a:p>
      </dgm:t>
    </dgm:pt>
    <dgm:pt modelId="{C541F3A5-9A62-4A97-9398-E942FA87B461}">
      <dgm:prSet phldrT="[Text]" custT="1"/>
      <dgm:spPr/>
      <dgm:t>
        <a:bodyPr/>
        <a:lstStyle/>
        <a:p>
          <a:r>
            <a:rPr lang="en-GB" sz="1200">
              <a:latin typeface="+mn-lt"/>
              <a:cs typeface="Times New Roman" panose="02020603050405020304" pitchFamily="18" charset="0"/>
            </a:rPr>
            <a:t>1547 (1489)</a:t>
          </a:r>
        </a:p>
        <a:p>
          <a:r>
            <a:rPr lang="en-GB" sz="1200">
              <a:latin typeface="+mn-lt"/>
              <a:cs typeface="Times New Roman" panose="02020603050405020304" pitchFamily="18" charset="0"/>
            </a:rPr>
            <a:t>HHs</a:t>
          </a:r>
        </a:p>
      </dgm:t>
    </dgm:pt>
    <dgm:pt modelId="{DF05C0BA-A958-43E5-A7BE-292A2363F187}" type="parTrans" cxnId="{9AAB960F-EA40-4C4C-A643-A94ACE1885E5}">
      <dgm:prSet/>
      <dgm:spPr/>
      <dgm:t>
        <a:bodyPr/>
        <a:lstStyle/>
        <a:p>
          <a:endParaRPr lang="en-GB">
            <a:latin typeface="+mn-lt"/>
            <a:cs typeface="Times New Roman" panose="02020603050405020304" pitchFamily="18" charset="0"/>
          </a:endParaRPr>
        </a:p>
      </dgm:t>
    </dgm:pt>
    <dgm:pt modelId="{65E56EAD-396C-4A01-A220-0F138AA19F94}" type="sibTrans" cxnId="{9AAB960F-EA40-4C4C-A643-A94ACE1885E5}">
      <dgm:prSet/>
      <dgm:spPr/>
      <dgm:t>
        <a:bodyPr/>
        <a:lstStyle/>
        <a:p>
          <a:endParaRPr lang="en-GB">
            <a:latin typeface="+mn-lt"/>
            <a:cs typeface="Times New Roman" panose="02020603050405020304" pitchFamily="18" charset="0"/>
          </a:endParaRPr>
        </a:p>
      </dgm:t>
    </dgm:pt>
    <dgm:pt modelId="{350CD714-E03F-4935-AB1B-98500A4CBD12}">
      <dgm:prSet phldrT="[Text]" custT="1"/>
      <dgm:spPr>
        <a:solidFill>
          <a:schemeClr val="accent6">
            <a:lumMod val="60000"/>
            <a:lumOff val="40000"/>
          </a:schemeClr>
        </a:solidFill>
        <a:ln>
          <a:noFill/>
        </a:ln>
      </dgm:spPr>
      <dgm:t>
        <a:bodyPr/>
        <a:lstStyle/>
        <a:p>
          <a:r>
            <a:rPr lang="en-GB" sz="1200">
              <a:latin typeface="+mn-lt"/>
              <a:cs typeface="Times New Roman" panose="02020603050405020304" pitchFamily="18" charset="0"/>
            </a:rPr>
            <a:t>Remote</a:t>
          </a:r>
        </a:p>
        <a:p>
          <a:r>
            <a:rPr lang="en-GB" sz="1200">
              <a:latin typeface="+mn-lt"/>
              <a:cs typeface="Times New Roman" panose="02020603050405020304" pitchFamily="18" charset="0"/>
            </a:rPr>
            <a:t>741 HHs</a:t>
          </a:r>
        </a:p>
      </dgm:t>
    </dgm:pt>
    <dgm:pt modelId="{9BE35986-5EA8-449E-BE51-FAE058927819}" type="parTrans" cxnId="{8F9CBC25-1EC9-4AE7-B7EE-B814DAE32B42}">
      <dgm:prSet/>
      <dgm:spPr/>
      <dgm:t>
        <a:bodyPr/>
        <a:lstStyle/>
        <a:p>
          <a:endParaRPr lang="en-GB">
            <a:latin typeface="+mn-lt"/>
            <a:cs typeface="Times New Roman" panose="02020603050405020304" pitchFamily="18" charset="0"/>
          </a:endParaRPr>
        </a:p>
      </dgm:t>
    </dgm:pt>
    <dgm:pt modelId="{5738D8E0-115E-46E0-9FAB-CA9D4DBFBCD3}" type="sibTrans" cxnId="{8F9CBC25-1EC9-4AE7-B7EE-B814DAE32B42}">
      <dgm:prSet/>
      <dgm:spPr/>
      <dgm:t>
        <a:bodyPr/>
        <a:lstStyle/>
        <a:p>
          <a:endParaRPr lang="en-GB">
            <a:latin typeface="+mn-lt"/>
            <a:cs typeface="Times New Roman" panose="02020603050405020304" pitchFamily="18" charset="0"/>
          </a:endParaRPr>
        </a:p>
      </dgm:t>
    </dgm:pt>
    <dgm:pt modelId="{01E7A8C1-3F41-4537-8958-8379DBD61ABD}">
      <dgm:prSet phldrT="[Text]" custT="1"/>
      <dgm:spPr>
        <a:solidFill>
          <a:schemeClr val="accent2">
            <a:lumMod val="60000"/>
            <a:lumOff val="40000"/>
          </a:schemeClr>
        </a:solidFill>
        <a:ln>
          <a:noFill/>
        </a:ln>
      </dgm:spPr>
      <dgm:t>
        <a:bodyPr/>
        <a:lstStyle/>
        <a:p>
          <a:r>
            <a:rPr lang="en-GB" sz="1200">
              <a:latin typeface="+mn-lt"/>
              <a:cs typeface="Times New Roman" panose="02020603050405020304" pitchFamily="18" charset="0"/>
            </a:rPr>
            <a:t>F2F</a:t>
          </a:r>
        </a:p>
        <a:p>
          <a:r>
            <a:rPr lang="en-GB" sz="1200">
              <a:latin typeface="+mn-lt"/>
              <a:cs typeface="Times New Roman" panose="02020603050405020304" pitchFamily="18" charset="0"/>
            </a:rPr>
            <a:t>748 HHs</a:t>
          </a:r>
        </a:p>
      </dgm:t>
    </dgm:pt>
    <dgm:pt modelId="{317B4C3B-6E8B-440A-B37D-488DF7AB43A8}" type="parTrans" cxnId="{4E92E16A-BF36-4BD8-AE67-93111B636C89}">
      <dgm:prSet/>
      <dgm:spPr/>
      <dgm:t>
        <a:bodyPr/>
        <a:lstStyle/>
        <a:p>
          <a:endParaRPr lang="en-GB">
            <a:latin typeface="+mn-lt"/>
            <a:cs typeface="Times New Roman" panose="02020603050405020304" pitchFamily="18" charset="0"/>
          </a:endParaRPr>
        </a:p>
      </dgm:t>
    </dgm:pt>
    <dgm:pt modelId="{A7B5B201-3981-4F28-85B3-34C76DDC703D}" type="sibTrans" cxnId="{4E92E16A-BF36-4BD8-AE67-93111B636C89}">
      <dgm:prSet/>
      <dgm:spPr/>
      <dgm:t>
        <a:bodyPr/>
        <a:lstStyle/>
        <a:p>
          <a:endParaRPr lang="en-GB">
            <a:latin typeface="+mn-lt"/>
            <a:cs typeface="Times New Roman" panose="02020603050405020304" pitchFamily="18" charset="0"/>
          </a:endParaRPr>
        </a:p>
      </dgm:t>
    </dgm:pt>
    <dgm:pt modelId="{009D5157-69B9-45D1-9D80-B139D2CC2F92}">
      <dgm:prSet phldrT="[Text]" custT="1"/>
      <dgm:spPr>
        <a:solidFill>
          <a:schemeClr val="accent5">
            <a:lumMod val="75000"/>
          </a:schemeClr>
        </a:solidFill>
        <a:ln>
          <a:noFill/>
        </a:ln>
      </dgm:spPr>
      <dgm:t>
        <a:bodyPr/>
        <a:lstStyle/>
        <a:p>
          <a:r>
            <a:rPr lang="en-GB" sz="1200">
              <a:latin typeface="+mn-lt"/>
              <a:cs typeface="Times New Roman" panose="02020603050405020304" pitchFamily="18" charset="0"/>
            </a:rPr>
            <a:t>1673 (884)</a:t>
          </a:r>
        </a:p>
        <a:p>
          <a:r>
            <a:rPr lang="en-GB" sz="1200">
              <a:latin typeface="+mn-lt"/>
              <a:cs typeface="Times New Roman" panose="02020603050405020304" pitchFamily="18" charset="0"/>
            </a:rPr>
            <a:t>HHs</a:t>
          </a:r>
        </a:p>
      </dgm:t>
    </dgm:pt>
    <dgm:pt modelId="{6663FF5E-E2D2-468D-B436-76026F9BC5C4}" type="parTrans" cxnId="{3C52C563-196B-4D8B-9E29-04BCBE5A6283}">
      <dgm:prSet/>
      <dgm:spPr/>
      <dgm:t>
        <a:bodyPr/>
        <a:lstStyle/>
        <a:p>
          <a:endParaRPr lang="en-GB">
            <a:latin typeface="+mn-lt"/>
            <a:cs typeface="Times New Roman" panose="02020603050405020304" pitchFamily="18" charset="0"/>
          </a:endParaRPr>
        </a:p>
      </dgm:t>
    </dgm:pt>
    <dgm:pt modelId="{005E103F-EFAF-4CF4-8B14-A1EBD5E0B4D8}" type="sibTrans" cxnId="{3C52C563-196B-4D8B-9E29-04BCBE5A6283}">
      <dgm:prSet/>
      <dgm:spPr/>
      <dgm:t>
        <a:bodyPr/>
        <a:lstStyle/>
        <a:p>
          <a:endParaRPr lang="en-GB">
            <a:latin typeface="+mn-lt"/>
            <a:cs typeface="Times New Roman" panose="02020603050405020304" pitchFamily="18" charset="0"/>
          </a:endParaRPr>
        </a:p>
      </dgm:t>
    </dgm:pt>
    <dgm:pt modelId="{3B5B4E3C-59A6-4161-A614-9EE20806A147}">
      <dgm:prSet phldrT="[Text]" custT="1"/>
      <dgm:spPr/>
      <dgm:t>
        <a:bodyPr/>
        <a:lstStyle/>
        <a:p>
          <a:pPr algn="l"/>
          <a:r>
            <a:rPr lang="en-GB" sz="1200" b="1">
              <a:solidFill>
                <a:srgbClr val="002060"/>
              </a:solidFill>
              <a:latin typeface="+mn-lt"/>
              <a:cs typeface="Times New Roman" panose="02020603050405020304" pitchFamily="18" charset="0"/>
            </a:rPr>
            <a:t>First Phase Listing (No. HHs after cleaning)</a:t>
          </a:r>
        </a:p>
      </dgm:t>
    </dgm:pt>
    <dgm:pt modelId="{621B2E15-971B-4612-B0E1-01C0DFE62790}" type="parTrans" cxnId="{DCA3D31D-052B-4E9A-B730-7D3EE940DE07}">
      <dgm:prSet/>
      <dgm:spPr/>
      <dgm:t>
        <a:bodyPr/>
        <a:lstStyle/>
        <a:p>
          <a:endParaRPr lang="en-GB">
            <a:latin typeface="+mn-lt"/>
            <a:cs typeface="Times New Roman" panose="02020603050405020304" pitchFamily="18" charset="0"/>
          </a:endParaRPr>
        </a:p>
      </dgm:t>
    </dgm:pt>
    <dgm:pt modelId="{28ED3598-3C72-4F62-852A-E80D56843E4D}" type="sibTrans" cxnId="{DCA3D31D-052B-4E9A-B730-7D3EE940DE07}">
      <dgm:prSet/>
      <dgm:spPr/>
      <dgm:t>
        <a:bodyPr/>
        <a:lstStyle/>
        <a:p>
          <a:endParaRPr lang="en-GB">
            <a:latin typeface="+mn-lt"/>
            <a:cs typeface="Times New Roman" panose="02020603050405020304" pitchFamily="18" charset="0"/>
          </a:endParaRPr>
        </a:p>
      </dgm:t>
    </dgm:pt>
    <dgm:pt modelId="{4F59B81C-22E1-4BB8-86DA-05F5D9C87F1A}">
      <dgm:prSet phldrT="[Text]" custT="1"/>
      <dgm:spPr/>
      <dgm:t>
        <a:bodyPr/>
        <a:lstStyle/>
        <a:p>
          <a:pPr algn="l"/>
          <a:r>
            <a:rPr lang="en-GB" sz="1200" b="1">
              <a:solidFill>
                <a:srgbClr val="002060"/>
              </a:solidFill>
              <a:latin typeface="+mn-lt"/>
              <a:cs typeface="Times New Roman" panose="02020603050405020304" pitchFamily="18" charset="0"/>
            </a:rPr>
            <a:t>1st Randomization</a:t>
          </a:r>
        </a:p>
      </dgm:t>
    </dgm:pt>
    <dgm:pt modelId="{F0B4A7AE-70C4-4B3A-9232-C75C1498100D}" type="parTrans" cxnId="{679A57F1-CD0A-42A6-949F-CD2E06410C67}">
      <dgm:prSet/>
      <dgm:spPr/>
      <dgm:t>
        <a:bodyPr/>
        <a:lstStyle/>
        <a:p>
          <a:endParaRPr lang="en-GB">
            <a:latin typeface="+mn-lt"/>
            <a:cs typeface="Times New Roman" panose="02020603050405020304" pitchFamily="18" charset="0"/>
          </a:endParaRPr>
        </a:p>
      </dgm:t>
    </dgm:pt>
    <dgm:pt modelId="{8FB0F177-80D5-4EA7-885F-DD3C4453ADE4}" type="sibTrans" cxnId="{679A57F1-CD0A-42A6-949F-CD2E06410C67}">
      <dgm:prSet/>
      <dgm:spPr/>
      <dgm:t>
        <a:bodyPr/>
        <a:lstStyle/>
        <a:p>
          <a:endParaRPr lang="en-GB">
            <a:latin typeface="+mn-lt"/>
            <a:cs typeface="Times New Roman" panose="02020603050405020304" pitchFamily="18" charset="0"/>
          </a:endParaRPr>
        </a:p>
      </dgm:t>
    </dgm:pt>
    <dgm:pt modelId="{A5EFD503-BCAF-4C7C-A59E-CF29F730F754}">
      <dgm:prSet phldrT="[Text]" custT="1"/>
      <dgm:spPr/>
      <dgm:t>
        <a:bodyPr/>
        <a:lstStyle/>
        <a:p>
          <a:pPr algn="l"/>
          <a:r>
            <a:rPr lang="en-GB" sz="1200" b="1">
              <a:solidFill>
                <a:srgbClr val="002060"/>
              </a:solidFill>
              <a:latin typeface="+mn-lt"/>
              <a:cs typeface="Times New Roman" panose="02020603050405020304" pitchFamily="18" charset="0"/>
            </a:rPr>
            <a:t>Second Phase Listing (No. HHs after cleaning)</a:t>
          </a:r>
        </a:p>
      </dgm:t>
    </dgm:pt>
    <dgm:pt modelId="{4AC65A6B-1C55-4C0A-AF08-E3545FB404FD}" type="parTrans" cxnId="{810D5289-B064-44D2-8D0B-2023B168FE42}">
      <dgm:prSet/>
      <dgm:spPr/>
      <dgm:t>
        <a:bodyPr/>
        <a:lstStyle/>
        <a:p>
          <a:endParaRPr lang="en-GB">
            <a:latin typeface="+mn-lt"/>
            <a:cs typeface="Times New Roman" panose="02020603050405020304" pitchFamily="18" charset="0"/>
          </a:endParaRPr>
        </a:p>
      </dgm:t>
    </dgm:pt>
    <dgm:pt modelId="{D1E26F65-0271-4D2A-AC43-80C0BFE12B3D}" type="sibTrans" cxnId="{810D5289-B064-44D2-8D0B-2023B168FE42}">
      <dgm:prSet/>
      <dgm:spPr/>
      <dgm:t>
        <a:bodyPr/>
        <a:lstStyle/>
        <a:p>
          <a:endParaRPr lang="en-GB">
            <a:latin typeface="+mn-lt"/>
            <a:cs typeface="Times New Roman" panose="02020603050405020304" pitchFamily="18" charset="0"/>
          </a:endParaRPr>
        </a:p>
      </dgm:t>
    </dgm:pt>
    <dgm:pt modelId="{36A22D2C-7BFE-439D-9E7F-F596D6194A0C}">
      <dgm:prSet custT="1"/>
      <dgm:spPr>
        <a:solidFill>
          <a:schemeClr val="accent2">
            <a:lumMod val="60000"/>
            <a:lumOff val="40000"/>
          </a:schemeClr>
        </a:solidFill>
        <a:ln>
          <a:noFill/>
        </a:ln>
      </dgm:spPr>
      <dgm:t>
        <a:bodyPr/>
        <a:lstStyle/>
        <a:p>
          <a:r>
            <a:rPr lang="en-GB" sz="1200" b="1">
              <a:latin typeface="+mn-lt"/>
              <a:cs typeface="Times New Roman" panose="02020603050405020304" pitchFamily="18" charset="0"/>
            </a:rPr>
            <a:t>F2F</a:t>
          </a:r>
        </a:p>
        <a:p>
          <a:r>
            <a:rPr lang="en-GB" sz="1200">
              <a:latin typeface="+mn-lt"/>
              <a:cs typeface="Times New Roman" panose="02020603050405020304" pitchFamily="18" charset="0"/>
            </a:rPr>
            <a:t>425</a:t>
          </a:r>
          <a:r>
            <a:rPr lang="zh-CN" altLang="en-US" sz="1200">
              <a:latin typeface="+mn-lt"/>
              <a:cs typeface="Times New Roman" panose="02020603050405020304" pitchFamily="18" charset="0"/>
            </a:rPr>
            <a:t> </a:t>
          </a:r>
          <a:r>
            <a:rPr lang="en-GB" sz="1200">
              <a:latin typeface="+mn-lt"/>
              <a:cs typeface="Times New Roman" panose="02020603050405020304" pitchFamily="18" charset="0"/>
            </a:rPr>
            <a:t>HHs</a:t>
          </a:r>
        </a:p>
      </dgm:t>
    </dgm:pt>
    <dgm:pt modelId="{92E01237-7D23-44B2-81F1-65425F0E2817}" type="parTrans" cxnId="{B6483D11-DA57-4729-809D-7F891B526845}">
      <dgm:prSet/>
      <dgm:spPr/>
      <dgm:t>
        <a:bodyPr/>
        <a:lstStyle/>
        <a:p>
          <a:endParaRPr lang="en-GB">
            <a:latin typeface="+mn-lt"/>
            <a:cs typeface="Times New Roman" panose="02020603050405020304" pitchFamily="18" charset="0"/>
          </a:endParaRPr>
        </a:p>
      </dgm:t>
    </dgm:pt>
    <dgm:pt modelId="{6D9009BD-EF69-4F51-994C-4F9D25E0F092}" type="sibTrans" cxnId="{B6483D11-DA57-4729-809D-7F891B526845}">
      <dgm:prSet/>
      <dgm:spPr/>
      <dgm:t>
        <a:bodyPr/>
        <a:lstStyle/>
        <a:p>
          <a:endParaRPr lang="en-GB">
            <a:latin typeface="+mn-lt"/>
            <a:cs typeface="Times New Roman" panose="02020603050405020304" pitchFamily="18" charset="0"/>
          </a:endParaRPr>
        </a:p>
      </dgm:t>
    </dgm:pt>
    <dgm:pt modelId="{FD82D5D4-CBAA-45B5-853F-FCD45C7C131A}">
      <dgm:prSet custT="1"/>
      <dgm:spPr>
        <a:solidFill>
          <a:schemeClr val="accent6">
            <a:lumMod val="60000"/>
            <a:lumOff val="40000"/>
          </a:schemeClr>
        </a:solidFill>
        <a:ln>
          <a:noFill/>
        </a:ln>
      </dgm:spPr>
      <dgm:t>
        <a:bodyPr/>
        <a:lstStyle/>
        <a:p>
          <a:r>
            <a:rPr lang="en-GB" sz="1200" b="1">
              <a:latin typeface="+mn-lt"/>
              <a:cs typeface="Times New Roman" panose="02020603050405020304" pitchFamily="18" charset="0"/>
            </a:rPr>
            <a:t>Remote</a:t>
          </a:r>
        </a:p>
        <a:p>
          <a:r>
            <a:rPr lang="en-GB" sz="1200">
              <a:latin typeface="+mn-lt"/>
              <a:cs typeface="Times New Roman" panose="02020603050405020304" pitchFamily="18" charset="0"/>
            </a:rPr>
            <a:t>458 HHs</a:t>
          </a:r>
        </a:p>
      </dgm:t>
    </dgm:pt>
    <dgm:pt modelId="{711C5B5E-ADFD-48F5-8776-F0DE9A6F85A6}" type="parTrans" cxnId="{0E03E5BD-5C9E-49BC-8255-8DF4BE2CD0E3}">
      <dgm:prSet/>
      <dgm:spPr/>
      <dgm:t>
        <a:bodyPr/>
        <a:lstStyle/>
        <a:p>
          <a:endParaRPr lang="en-GB">
            <a:latin typeface="+mn-lt"/>
            <a:cs typeface="Times New Roman" panose="02020603050405020304" pitchFamily="18" charset="0"/>
          </a:endParaRPr>
        </a:p>
      </dgm:t>
    </dgm:pt>
    <dgm:pt modelId="{CE94445A-E893-4C39-93DD-87AD76133422}" type="sibTrans" cxnId="{0E03E5BD-5C9E-49BC-8255-8DF4BE2CD0E3}">
      <dgm:prSet/>
      <dgm:spPr/>
      <dgm:t>
        <a:bodyPr/>
        <a:lstStyle/>
        <a:p>
          <a:endParaRPr lang="en-GB">
            <a:latin typeface="+mn-lt"/>
            <a:cs typeface="Times New Roman" panose="02020603050405020304" pitchFamily="18" charset="0"/>
          </a:endParaRPr>
        </a:p>
      </dgm:t>
    </dgm:pt>
    <dgm:pt modelId="{55BCD935-53AA-4EA4-B2B7-B2D78AB255FD}">
      <dgm:prSet phldrT="[Text]" custT="1"/>
      <dgm:spPr/>
      <dgm:t>
        <a:bodyPr/>
        <a:lstStyle/>
        <a:p>
          <a:pPr algn="l"/>
          <a:r>
            <a:rPr lang="en-GB" sz="1200" b="1">
              <a:solidFill>
                <a:srgbClr val="002060"/>
              </a:solidFill>
              <a:latin typeface="+mn-lt"/>
              <a:cs typeface="Times New Roman" panose="02020603050405020304" pitchFamily="18" charset="0"/>
            </a:rPr>
            <a:t>2nd Randomization</a:t>
          </a:r>
        </a:p>
      </dgm:t>
    </dgm:pt>
    <dgm:pt modelId="{38EF42DD-675D-46E5-831D-4954FB8CF1B6}" type="parTrans" cxnId="{CFD45A0F-D0C0-4705-9826-AC8B58329302}">
      <dgm:prSet/>
      <dgm:spPr/>
      <dgm:t>
        <a:bodyPr/>
        <a:lstStyle/>
        <a:p>
          <a:endParaRPr lang="en-GB">
            <a:latin typeface="+mn-lt"/>
            <a:cs typeface="Times New Roman" panose="02020603050405020304" pitchFamily="18" charset="0"/>
          </a:endParaRPr>
        </a:p>
      </dgm:t>
    </dgm:pt>
    <dgm:pt modelId="{BF1F79EF-FA02-4A7B-B61C-2800FC81C142}" type="sibTrans" cxnId="{CFD45A0F-D0C0-4705-9826-AC8B58329302}">
      <dgm:prSet/>
      <dgm:spPr/>
      <dgm:t>
        <a:bodyPr/>
        <a:lstStyle/>
        <a:p>
          <a:endParaRPr lang="en-GB">
            <a:latin typeface="+mn-lt"/>
            <a:cs typeface="Times New Roman" panose="02020603050405020304" pitchFamily="18" charset="0"/>
          </a:endParaRPr>
        </a:p>
      </dgm:t>
    </dgm:pt>
    <dgm:pt modelId="{4042B9D7-CD31-45C5-A31D-6D27D7895D9E}" type="pres">
      <dgm:prSet presAssocID="{ACD3DAF1-1853-453B-A247-4A0672CE94D0}" presName="mainComposite" presStyleCnt="0">
        <dgm:presLayoutVars>
          <dgm:chPref val="1"/>
          <dgm:dir/>
          <dgm:animOne val="branch"/>
          <dgm:animLvl val="lvl"/>
          <dgm:resizeHandles val="exact"/>
        </dgm:presLayoutVars>
      </dgm:prSet>
      <dgm:spPr/>
    </dgm:pt>
    <dgm:pt modelId="{91E394F9-4239-4088-B08D-E89AF9E397FB}" type="pres">
      <dgm:prSet presAssocID="{ACD3DAF1-1853-453B-A247-4A0672CE94D0}" presName="hierFlow" presStyleCnt="0"/>
      <dgm:spPr/>
    </dgm:pt>
    <dgm:pt modelId="{98972710-D48E-4D37-A223-4AA46FC4B8A2}" type="pres">
      <dgm:prSet presAssocID="{ACD3DAF1-1853-453B-A247-4A0672CE94D0}" presName="firstBuf" presStyleCnt="0"/>
      <dgm:spPr/>
    </dgm:pt>
    <dgm:pt modelId="{3888722B-58DA-4C3C-A529-0046582C3633}" type="pres">
      <dgm:prSet presAssocID="{ACD3DAF1-1853-453B-A247-4A0672CE94D0}" presName="hierChild1" presStyleCnt="0">
        <dgm:presLayoutVars>
          <dgm:chPref val="1"/>
          <dgm:animOne val="branch"/>
          <dgm:animLvl val="lvl"/>
        </dgm:presLayoutVars>
      </dgm:prSet>
      <dgm:spPr/>
    </dgm:pt>
    <dgm:pt modelId="{DA6D30DE-FEDF-48ED-87F4-9E52AE1E19A1}" type="pres">
      <dgm:prSet presAssocID="{C541F3A5-9A62-4A97-9398-E942FA87B461}" presName="Name14" presStyleCnt="0"/>
      <dgm:spPr/>
    </dgm:pt>
    <dgm:pt modelId="{C9BF36A2-BA33-42F1-BB65-D5474C8BE549}" type="pres">
      <dgm:prSet presAssocID="{C541F3A5-9A62-4A97-9398-E942FA87B461}" presName="level1Shape" presStyleLbl="node0" presStyleIdx="0" presStyleCnt="1" custScaleX="99962" custScaleY="74719" custLinFactY="-36373" custLinFactNeighborX="11141" custLinFactNeighborY="-100000">
        <dgm:presLayoutVars>
          <dgm:chPref val="3"/>
        </dgm:presLayoutVars>
      </dgm:prSet>
      <dgm:spPr/>
    </dgm:pt>
    <dgm:pt modelId="{7059547E-919D-4791-A5B9-B115E27308CC}" type="pres">
      <dgm:prSet presAssocID="{C541F3A5-9A62-4A97-9398-E942FA87B461}" presName="hierChild2" presStyleCnt="0"/>
      <dgm:spPr/>
    </dgm:pt>
    <dgm:pt modelId="{A61F5E13-1AB4-4D19-A95E-F9FDCA8CF034}" type="pres">
      <dgm:prSet presAssocID="{9BE35986-5EA8-449E-BE51-FAE058927819}" presName="Name19" presStyleLbl="parChTrans1D2" presStyleIdx="0" presStyleCnt="3"/>
      <dgm:spPr/>
    </dgm:pt>
    <dgm:pt modelId="{805C0A9A-75FC-48BF-A77B-A58F9D1FEE9F}" type="pres">
      <dgm:prSet presAssocID="{350CD714-E03F-4935-AB1B-98500A4CBD12}" presName="Name21" presStyleCnt="0"/>
      <dgm:spPr/>
    </dgm:pt>
    <dgm:pt modelId="{42654622-7CCC-4406-8F28-D91C8969B8E2}" type="pres">
      <dgm:prSet presAssocID="{350CD714-E03F-4935-AB1B-98500A4CBD12}" presName="level2Shape" presStyleLbl="node2" presStyleIdx="0" presStyleCnt="3" custScaleY="71982" custLinFactNeighborX="5889" custLinFactNeighborY="-83357"/>
      <dgm:spPr/>
    </dgm:pt>
    <dgm:pt modelId="{8D23FAE5-7F4E-49AF-984F-57DE605235F9}" type="pres">
      <dgm:prSet presAssocID="{350CD714-E03F-4935-AB1B-98500A4CBD12}" presName="hierChild3" presStyleCnt="0"/>
      <dgm:spPr/>
    </dgm:pt>
    <dgm:pt modelId="{102F004B-87CF-4ACC-A158-1A5EF7619715}" type="pres">
      <dgm:prSet presAssocID="{317B4C3B-6E8B-440A-B37D-488DF7AB43A8}" presName="Name19" presStyleLbl="parChTrans1D2" presStyleIdx="1" presStyleCnt="3"/>
      <dgm:spPr/>
    </dgm:pt>
    <dgm:pt modelId="{2EFAB4FF-6354-4EBE-92D3-E5239D1634E7}" type="pres">
      <dgm:prSet presAssocID="{01E7A8C1-3F41-4537-8958-8379DBD61ABD}" presName="Name21" presStyleCnt="0"/>
      <dgm:spPr/>
    </dgm:pt>
    <dgm:pt modelId="{C6650C9B-BE05-4180-967F-07A44957F5B4}" type="pres">
      <dgm:prSet presAssocID="{01E7A8C1-3F41-4537-8958-8379DBD61ABD}" presName="level2Shape" presStyleLbl="node2" presStyleIdx="1" presStyleCnt="3" custScaleY="73163" custLinFactX="31028" custLinFactNeighborX="100000" custLinFactNeighborY="-84132"/>
      <dgm:spPr/>
    </dgm:pt>
    <dgm:pt modelId="{5DEFE297-E819-40CD-ADB9-78BCBD15A166}" type="pres">
      <dgm:prSet presAssocID="{01E7A8C1-3F41-4537-8958-8379DBD61ABD}" presName="hierChild3" presStyleCnt="0"/>
      <dgm:spPr/>
    </dgm:pt>
    <dgm:pt modelId="{D196AD69-0611-4051-B735-CBB178ACBA63}" type="pres">
      <dgm:prSet presAssocID="{6663FF5E-E2D2-468D-B436-76026F9BC5C4}" presName="Name19" presStyleLbl="parChTrans1D2" presStyleIdx="2" presStyleCnt="3"/>
      <dgm:spPr/>
    </dgm:pt>
    <dgm:pt modelId="{4D2E1AFD-5CCE-44B2-9D39-DDEDA5BC4D42}" type="pres">
      <dgm:prSet presAssocID="{009D5157-69B9-45D1-9D80-B139D2CC2F92}" presName="Name21" presStyleCnt="0"/>
      <dgm:spPr/>
    </dgm:pt>
    <dgm:pt modelId="{B5FF206F-78E0-406C-93EE-04857E35F99F}" type="pres">
      <dgm:prSet presAssocID="{009D5157-69B9-45D1-9D80-B139D2CC2F92}" presName="level2Shape" presStyleLbl="node2" presStyleIdx="2" presStyleCnt="3" custScaleX="114793" custScaleY="84634" custLinFactX="-18877" custLinFactNeighborX="-100000" custLinFactNeighborY="26718"/>
      <dgm:spPr/>
    </dgm:pt>
    <dgm:pt modelId="{151B9A2B-5E99-44DB-A3A3-19E747CA3B32}" type="pres">
      <dgm:prSet presAssocID="{009D5157-69B9-45D1-9D80-B139D2CC2F92}" presName="hierChild3" presStyleCnt="0"/>
      <dgm:spPr/>
    </dgm:pt>
    <dgm:pt modelId="{7ED730E7-89C1-4805-A390-6F92F2DA36F4}" type="pres">
      <dgm:prSet presAssocID="{92E01237-7D23-44B2-81F1-65425F0E2817}" presName="Name19" presStyleLbl="parChTrans1D3" presStyleIdx="0" presStyleCnt="2"/>
      <dgm:spPr/>
    </dgm:pt>
    <dgm:pt modelId="{6D2E9067-20C9-498C-B9B9-CFBFCC027EBF}" type="pres">
      <dgm:prSet presAssocID="{36A22D2C-7BFE-439D-9E7F-F596D6194A0C}" presName="Name21" presStyleCnt="0"/>
      <dgm:spPr/>
    </dgm:pt>
    <dgm:pt modelId="{A6CF34BD-B49C-4127-8BA3-1418F7ED705C}" type="pres">
      <dgm:prSet presAssocID="{36A22D2C-7BFE-439D-9E7F-F596D6194A0C}" presName="level2Shape" presStyleLbl="node3" presStyleIdx="0" presStyleCnt="2" custScaleY="73985" custLinFactNeighborX="54278" custLinFactNeighborY="50988"/>
      <dgm:spPr/>
    </dgm:pt>
    <dgm:pt modelId="{648A15DC-85F3-4AC0-8BC7-3EC3F996E5FC}" type="pres">
      <dgm:prSet presAssocID="{36A22D2C-7BFE-439D-9E7F-F596D6194A0C}" presName="hierChild3" presStyleCnt="0"/>
      <dgm:spPr/>
    </dgm:pt>
    <dgm:pt modelId="{56B02756-8ED8-42D2-8325-CC346B637462}" type="pres">
      <dgm:prSet presAssocID="{711C5B5E-ADFD-48F5-8776-F0DE9A6F85A6}" presName="Name19" presStyleLbl="parChTrans1D3" presStyleIdx="1" presStyleCnt="2"/>
      <dgm:spPr/>
    </dgm:pt>
    <dgm:pt modelId="{210395B8-9D2C-4144-9979-4E6E57B96ABC}" type="pres">
      <dgm:prSet presAssocID="{FD82D5D4-CBAA-45B5-853F-FCD45C7C131A}" presName="Name21" presStyleCnt="0"/>
      <dgm:spPr/>
    </dgm:pt>
    <dgm:pt modelId="{ACC099F6-A792-4508-9492-97393051DA8B}" type="pres">
      <dgm:prSet presAssocID="{FD82D5D4-CBAA-45B5-853F-FCD45C7C131A}" presName="level2Shape" presStyleLbl="node3" presStyleIdx="1" presStyleCnt="2" custScaleY="74001" custLinFactX="-100367" custLinFactNeighborX="-200000" custLinFactNeighborY="50972"/>
      <dgm:spPr/>
    </dgm:pt>
    <dgm:pt modelId="{E04ACAB2-9B2D-4659-BDCD-93138AF51A94}" type="pres">
      <dgm:prSet presAssocID="{FD82D5D4-CBAA-45B5-853F-FCD45C7C131A}" presName="hierChild3" presStyleCnt="0"/>
      <dgm:spPr/>
    </dgm:pt>
    <dgm:pt modelId="{F895905D-E2A2-42E2-A487-84C57554C2EF}" type="pres">
      <dgm:prSet presAssocID="{ACD3DAF1-1853-453B-A247-4A0672CE94D0}" presName="bgShapesFlow" presStyleCnt="0"/>
      <dgm:spPr/>
    </dgm:pt>
    <dgm:pt modelId="{A6748B91-1B85-4434-8DF0-52D452430AE7}" type="pres">
      <dgm:prSet presAssocID="{3B5B4E3C-59A6-4161-A614-9EE20806A147}" presName="rectComp" presStyleCnt="0"/>
      <dgm:spPr/>
    </dgm:pt>
    <dgm:pt modelId="{7CFEB3FD-5CD1-46BA-9E5D-B7E820CF6179}" type="pres">
      <dgm:prSet presAssocID="{3B5B4E3C-59A6-4161-A614-9EE20806A147}" presName="bgRect" presStyleLbl="bgShp" presStyleIdx="0" presStyleCnt="4" custScaleX="65938" custScaleY="61612" custLinFactY="-4330" custLinFactNeighborX="-14314" custLinFactNeighborY="-100000"/>
      <dgm:spPr/>
    </dgm:pt>
    <dgm:pt modelId="{8CA6AEB8-2B56-4920-8C42-03525367CD02}" type="pres">
      <dgm:prSet presAssocID="{3B5B4E3C-59A6-4161-A614-9EE20806A147}" presName="bgRectTx" presStyleLbl="bgShp" presStyleIdx="0" presStyleCnt="4">
        <dgm:presLayoutVars>
          <dgm:bulletEnabled val="1"/>
        </dgm:presLayoutVars>
      </dgm:prSet>
      <dgm:spPr/>
    </dgm:pt>
    <dgm:pt modelId="{80C30215-C88E-48AA-BE69-5D3629B2E084}" type="pres">
      <dgm:prSet presAssocID="{3B5B4E3C-59A6-4161-A614-9EE20806A147}" presName="spComp" presStyleCnt="0"/>
      <dgm:spPr/>
    </dgm:pt>
    <dgm:pt modelId="{CE588737-ABCC-4B80-B5A1-0097093EF4A0}" type="pres">
      <dgm:prSet presAssocID="{3B5B4E3C-59A6-4161-A614-9EE20806A147}" presName="vSp" presStyleCnt="0"/>
      <dgm:spPr/>
    </dgm:pt>
    <dgm:pt modelId="{A4C9A023-50D6-47B8-912B-467D26B60577}" type="pres">
      <dgm:prSet presAssocID="{4F59B81C-22E1-4BB8-86DA-05F5D9C87F1A}" presName="rectComp" presStyleCnt="0"/>
      <dgm:spPr/>
    </dgm:pt>
    <dgm:pt modelId="{39A33A39-1A0E-4B7B-BA49-B80D4FEBC227}" type="pres">
      <dgm:prSet presAssocID="{4F59B81C-22E1-4BB8-86DA-05F5D9C87F1A}" presName="bgRect" presStyleLbl="bgShp" presStyleIdx="1" presStyleCnt="4" custScaleX="83796" custScaleY="59238" custLinFactNeighborX="-5055" custLinFactNeighborY="-43515"/>
      <dgm:spPr/>
    </dgm:pt>
    <dgm:pt modelId="{7CBDA4FB-F88D-453A-B51A-BC6B1A87F852}" type="pres">
      <dgm:prSet presAssocID="{4F59B81C-22E1-4BB8-86DA-05F5D9C87F1A}" presName="bgRectTx" presStyleLbl="bgShp" presStyleIdx="1" presStyleCnt="4">
        <dgm:presLayoutVars>
          <dgm:bulletEnabled val="1"/>
        </dgm:presLayoutVars>
      </dgm:prSet>
      <dgm:spPr/>
    </dgm:pt>
    <dgm:pt modelId="{E3878506-9DD3-4A25-9006-B0D0CAED388E}" type="pres">
      <dgm:prSet presAssocID="{4F59B81C-22E1-4BB8-86DA-05F5D9C87F1A}" presName="spComp" presStyleCnt="0"/>
      <dgm:spPr/>
    </dgm:pt>
    <dgm:pt modelId="{9531A5C4-4949-4FFB-9F05-70B894B847A0}" type="pres">
      <dgm:prSet presAssocID="{4F59B81C-22E1-4BB8-86DA-05F5D9C87F1A}" presName="vSp" presStyleCnt="0"/>
      <dgm:spPr/>
    </dgm:pt>
    <dgm:pt modelId="{92C0DF8D-FCCC-464D-B362-026096F69F30}" type="pres">
      <dgm:prSet presAssocID="{A5EFD503-BCAF-4C7C-A59E-CF29F730F754}" presName="rectComp" presStyleCnt="0"/>
      <dgm:spPr/>
    </dgm:pt>
    <dgm:pt modelId="{3573DB0C-6D10-459D-A54A-8F9CEADFAED3}" type="pres">
      <dgm:prSet presAssocID="{A5EFD503-BCAF-4C7C-A59E-CF29F730F754}" presName="bgRect" presStyleLbl="bgShp" presStyleIdx="2" presStyleCnt="4" custScaleX="65047" custScaleY="65583" custLinFactNeighborX="-14429" custLinFactNeighborY="-24700"/>
      <dgm:spPr/>
    </dgm:pt>
    <dgm:pt modelId="{E83054E8-69BB-4EA9-AE6F-D357B86EA960}" type="pres">
      <dgm:prSet presAssocID="{A5EFD503-BCAF-4C7C-A59E-CF29F730F754}" presName="bgRectTx" presStyleLbl="bgShp" presStyleIdx="2" presStyleCnt="4">
        <dgm:presLayoutVars>
          <dgm:bulletEnabled val="1"/>
        </dgm:presLayoutVars>
      </dgm:prSet>
      <dgm:spPr/>
    </dgm:pt>
    <dgm:pt modelId="{EC473DBA-1494-432A-870E-9EFAD222B55A}" type="pres">
      <dgm:prSet presAssocID="{A5EFD503-BCAF-4C7C-A59E-CF29F730F754}" presName="spComp" presStyleCnt="0"/>
      <dgm:spPr/>
    </dgm:pt>
    <dgm:pt modelId="{6590EFDE-6511-44AB-9D7F-4B740EF4C7A3}" type="pres">
      <dgm:prSet presAssocID="{A5EFD503-BCAF-4C7C-A59E-CF29F730F754}" presName="vSp" presStyleCnt="0"/>
      <dgm:spPr/>
    </dgm:pt>
    <dgm:pt modelId="{62379171-67A4-43E7-9F70-AD46152040C6}" type="pres">
      <dgm:prSet presAssocID="{55BCD935-53AA-4EA4-B2B7-B2D78AB255FD}" presName="rectComp" presStyleCnt="0"/>
      <dgm:spPr/>
    </dgm:pt>
    <dgm:pt modelId="{17A2BE7E-6F34-4D37-A25E-1F338B4B65E1}" type="pres">
      <dgm:prSet presAssocID="{55BCD935-53AA-4EA4-B2B7-B2D78AB255FD}" presName="bgRect" presStyleLbl="bgShp" presStyleIdx="3" presStyleCnt="4" custScaleX="78241" custScaleY="60040" custLinFactNeighborX="-7832" custLinFactNeighborY="13976"/>
      <dgm:spPr/>
    </dgm:pt>
    <dgm:pt modelId="{B44EE5BE-FDE2-4955-97F7-3133245FC289}" type="pres">
      <dgm:prSet presAssocID="{55BCD935-53AA-4EA4-B2B7-B2D78AB255FD}" presName="bgRectTx" presStyleLbl="bgShp" presStyleIdx="3" presStyleCnt="4">
        <dgm:presLayoutVars>
          <dgm:bulletEnabled val="1"/>
        </dgm:presLayoutVars>
      </dgm:prSet>
      <dgm:spPr/>
    </dgm:pt>
  </dgm:ptLst>
  <dgm:cxnLst>
    <dgm:cxn modelId="{77E59C05-2D38-4A83-954D-E3D2CA675FF1}" type="presOf" srcId="{FD82D5D4-CBAA-45B5-853F-FCD45C7C131A}" destId="{ACC099F6-A792-4508-9492-97393051DA8B}" srcOrd="0" destOrd="0" presId="urn:microsoft.com/office/officeart/2005/8/layout/hierarchy6"/>
    <dgm:cxn modelId="{81F8C706-4A83-43CB-BC0A-55CB3E666516}" type="presOf" srcId="{317B4C3B-6E8B-440A-B37D-488DF7AB43A8}" destId="{102F004B-87CF-4ACC-A158-1A5EF7619715}" srcOrd="0" destOrd="0" presId="urn:microsoft.com/office/officeart/2005/8/layout/hierarchy6"/>
    <dgm:cxn modelId="{B826300F-52A0-4D51-856D-50ECDD582DF6}" type="presOf" srcId="{55BCD935-53AA-4EA4-B2B7-B2D78AB255FD}" destId="{B44EE5BE-FDE2-4955-97F7-3133245FC289}" srcOrd="1" destOrd="0" presId="urn:microsoft.com/office/officeart/2005/8/layout/hierarchy6"/>
    <dgm:cxn modelId="{CFD45A0F-D0C0-4705-9826-AC8B58329302}" srcId="{ACD3DAF1-1853-453B-A247-4A0672CE94D0}" destId="{55BCD935-53AA-4EA4-B2B7-B2D78AB255FD}" srcOrd="4" destOrd="0" parTransId="{38EF42DD-675D-46E5-831D-4954FB8CF1B6}" sibTransId="{BF1F79EF-FA02-4A7B-B61C-2800FC81C142}"/>
    <dgm:cxn modelId="{9AAB960F-EA40-4C4C-A643-A94ACE1885E5}" srcId="{ACD3DAF1-1853-453B-A247-4A0672CE94D0}" destId="{C541F3A5-9A62-4A97-9398-E942FA87B461}" srcOrd="0" destOrd="0" parTransId="{DF05C0BA-A958-43E5-A7BE-292A2363F187}" sibTransId="{65E56EAD-396C-4A01-A220-0F138AA19F94}"/>
    <dgm:cxn modelId="{B6483D11-DA57-4729-809D-7F891B526845}" srcId="{009D5157-69B9-45D1-9D80-B139D2CC2F92}" destId="{36A22D2C-7BFE-439D-9E7F-F596D6194A0C}" srcOrd="0" destOrd="0" parTransId="{92E01237-7D23-44B2-81F1-65425F0E2817}" sibTransId="{6D9009BD-EF69-4F51-994C-4F9D25E0F092}"/>
    <dgm:cxn modelId="{DCA3D31D-052B-4E9A-B730-7D3EE940DE07}" srcId="{ACD3DAF1-1853-453B-A247-4A0672CE94D0}" destId="{3B5B4E3C-59A6-4161-A614-9EE20806A147}" srcOrd="1" destOrd="0" parTransId="{621B2E15-971B-4612-B0E1-01C0DFE62790}" sibTransId="{28ED3598-3C72-4F62-852A-E80D56843E4D}"/>
    <dgm:cxn modelId="{8F9CBC25-1EC9-4AE7-B7EE-B814DAE32B42}" srcId="{C541F3A5-9A62-4A97-9398-E942FA87B461}" destId="{350CD714-E03F-4935-AB1B-98500A4CBD12}" srcOrd="0" destOrd="0" parTransId="{9BE35986-5EA8-449E-BE51-FAE058927819}" sibTransId="{5738D8E0-115E-46E0-9FAB-CA9D4DBFBCD3}"/>
    <dgm:cxn modelId="{59268A2B-4235-49D8-BBF4-217D53686EC1}" type="presOf" srcId="{711C5B5E-ADFD-48F5-8776-F0DE9A6F85A6}" destId="{56B02756-8ED8-42D2-8325-CC346B637462}" srcOrd="0" destOrd="0" presId="urn:microsoft.com/office/officeart/2005/8/layout/hierarchy6"/>
    <dgm:cxn modelId="{2EB1DB33-7B6A-4492-8103-4808866E7A59}" type="presOf" srcId="{36A22D2C-7BFE-439D-9E7F-F596D6194A0C}" destId="{A6CF34BD-B49C-4127-8BA3-1418F7ED705C}" srcOrd="0" destOrd="0" presId="urn:microsoft.com/office/officeart/2005/8/layout/hierarchy6"/>
    <dgm:cxn modelId="{C8E7DA38-3C43-4527-89C2-6750305B1319}" type="presOf" srcId="{009D5157-69B9-45D1-9D80-B139D2CC2F92}" destId="{B5FF206F-78E0-406C-93EE-04857E35F99F}" srcOrd="0" destOrd="0" presId="urn:microsoft.com/office/officeart/2005/8/layout/hierarchy6"/>
    <dgm:cxn modelId="{319FC53E-D49F-4B3F-ACC4-ECF145C3DA7E}" type="presOf" srcId="{9BE35986-5EA8-449E-BE51-FAE058927819}" destId="{A61F5E13-1AB4-4D19-A95E-F9FDCA8CF034}" srcOrd="0" destOrd="0" presId="urn:microsoft.com/office/officeart/2005/8/layout/hierarchy6"/>
    <dgm:cxn modelId="{3C52C563-196B-4D8B-9E29-04BCBE5A6283}" srcId="{C541F3A5-9A62-4A97-9398-E942FA87B461}" destId="{009D5157-69B9-45D1-9D80-B139D2CC2F92}" srcOrd="2" destOrd="0" parTransId="{6663FF5E-E2D2-468D-B436-76026F9BC5C4}" sibTransId="{005E103F-EFAF-4CF4-8B14-A1EBD5E0B4D8}"/>
    <dgm:cxn modelId="{63A68749-4071-4EB9-85AA-F40D3B7FC2B0}" type="presOf" srcId="{ACD3DAF1-1853-453B-A247-4A0672CE94D0}" destId="{4042B9D7-CD31-45C5-A31D-6D27D7895D9E}" srcOrd="0" destOrd="0" presId="urn:microsoft.com/office/officeart/2005/8/layout/hierarchy6"/>
    <dgm:cxn modelId="{4E92E16A-BF36-4BD8-AE67-93111B636C89}" srcId="{C541F3A5-9A62-4A97-9398-E942FA87B461}" destId="{01E7A8C1-3F41-4537-8958-8379DBD61ABD}" srcOrd="1" destOrd="0" parTransId="{317B4C3B-6E8B-440A-B37D-488DF7AB43A8}" sibTransId="{A7B5B201-3981-4F28-85B3-34C76DDC703D}"/>
    <dgm:cxn modelId="{DB75E06D-FD9A-4BDF-A864-406A88F80CCB}" type="presOf" srcId="{3B5B4E3C-59A6-4161-A614-9EE20806A147}" destId="{8CA6AEB8-2B56-4920-8C42-03525367CD02}" srcOrd="1" destOrd="0" presId="urn:microsoft.com/office/officeart/2005/8/layout/hierarchy6"/>
    <dgm:cxn modelId="{255D2956-E854-4A72-BFBF-A9E1C6057BC6}" type="presOf" srcId="{4F59B81C-22E1-4BB8-86DA-05F5D9C87F1A}" destId="{7CBDA4FB-F88D-453A-B51A-BC6B1A87F852}" srcOrd="1" destOrd="0" presId="urn:microsoft.com/office/officeart/2005/8/layout/hierarchy6"/>
    <dgm:cxn modelId="{FE928959-B3A2-4845-8616-4EA1800D9956}" type="presOf" srcId="{92E01237-7D23-44B2-81F1-65425F0E2817}" destId="{7ED730E7-89C1-4805-A390-6F92F2DA36F4}" srcOrd="0" destOrd="0" presId="urn:microsoft.com/office/officeart/2005/8/layout/hierarchy6"/>
    <dgm:cxn modelId="{B09F6F7D-0E9E-40D1-9FFA-CA3B52A6D2BF}" type="presOf" srcId="{C541F3A5-9A62-4A97-9398-E942FA87B461}" destId="{C9BF36A2-BA33-42F1-BB65-D5474C8BE549}" srcOrd="0" destOrd="0" presId="urn:microsoft.com/office/officeart/2005/8/layout/hierarchy6"/>
    <dgm:cxn modelId="{810D5289-B064-44D2-8D0B-2023B168FE42}" srcId="{ACD3DAF1-1853-453B-A247-4A0672CE94D0}" destId="{A5EFD503-BCAF-4C7C-A59E-CF29F730F754}" srcOrd="3" destOrd="0" parTransId="{4AC65A6B-1C55-4C0A-AF08-E3545FB404FD}" sibTransId="{D1E26F65-0271-4D2A-AC43-80C0BFE12B3D}"/>
    <dgm:cxn modelId="{28884A8C-E8D3-43EB-B2A2-6D7A2F9A41D1}" type="presOf" srcId="{3B5B4E3C-59A6-4161-A614-9EE20806A147}" destId="{7CFEB3FD-5CD1-46BA-9E5D-B7E820CF6179}" srcOrd="0" destOrd="0" presId="urn:microsoft.com/office/officeart/2005/8/layout/hierarchy6"/>
    <dgm:cxn modelId="{F183C9A2-FD2D-4D0C-8111-9777927B4693}" type="presOf" srcId="{55BCD935-53AA-4EA4-B2B7-B2D78AB255FD}" destId="{17A2BE7E-6F34-4D37-A25E-1F338B4B65E1}" srcOrd="0" destOrd="0" presId="urn:microsoft.com/office/officeart/2005/8/layout/hierarchy6"/>
    <dgm:cxn modelId="{C5C343AE-7CFA-4A00-AB78-CAC9841F83EB}" type="presOf" srcId="{01E7A8C1-3F41-4537-8958-8379DBD61ABD}" destId="{C6650C9B-BE05-4180-967F-07A44957F5B4}" srcOrd="0" destOrd="0" presId="urn:microsoft.com/office/officeart/2005/8/layout/hierarchy6"/>
    <dgm:cxn modelId="{0E03E5BD-5C9E-49BC-8255-8DF4BE2CD0E3}" srcId="{009D5157-69B9-45D1-9D80-B139D2CC2F92}" destId="{FD82D5D4-CBAA-45B5-853F-FCD45C7C131A}" srcOrd="1" destOrd="0" parTransId="{711C5B5E-ADFD-48F5-8776-F0DE9A6F85A6}" sibTransId="{CE94445A-E893-4C39-93DD-87AD76133422}"/>
    <dgm:cxn modelId="{64AE87C9-A860-48ED-9526-7C8FDA867B3D}" type="presOf" srcId="{A5EFD503-BCAF-4C7C-A59E-CF29F730F754}" destId="{E83054E8-69BB-4EA9-AE6F-D357B86EA960}" srcOrd="1" destOrd="0" presId="urn:microsoft.com/office/officeart/2005/8/layout/hierarchy6"/>
    <dgm:cxn modelId="{3744AFE3-6C9A-4836-9C73-FC7970A1484D}" type="presOf" srcId="{4F59B81C-22E1-4BB8-86DA-05F5D9C87F1A}" destId="{39A33A39-1A0E-4B7B-BA49-B80D4FEBC227}" srcOrd="0" destOrd="0" presId="urn:microsoft.com/office/officeart/2005/8/layout/hierarchy6"/>
    <dgm:cxn modelId="{6660C9EA-AF1D-4D81-A171-8546CADE0EA9}" type="presOf" srcId="{6663FF5E-E2D2-468D-B436-76026F9BC5C4}" destId="{D196AD69-0611-4051-B735-CBB178ACBA63}" srcOrd="0" destOrd="0" presId="urn:microsoft.com/office/officeart/2005/8/layout/hierarchy6"/>
    <dgm:cxn modelId="{149F0FEC-4460-4065-9339-E9365DD0BD96}" type="presOf" srcId="{350CD714-E03F-4935-AB1B-98500A4CBD12}" destId="{42654622-7CCC-4406-8F28-D91C8969B8E2}" srcOrd="0" destOrd="0" presId="urn:microsoft.com/office/officeart/2005/8/layout/hierarchy6"/>
    <dgm:cxn modelId="{679A57F1-CD0A-42A6-949F-CD2E06410C67}" srcId="{ACD3DAF1-1853-453B-A247-4A0672CE94D0}" destId="{4F59B81C-22E1-4BB8-86DA-05F5D9C87F1A}" srcOrd="2" destOrd="0" parTransId="{F0B4A7AE-70C4-4B3A-9232-C75C1498100D}" sibTransId="{8FB0F177-80D5-4EA7-885F-DD3C4453ADE4}"/>
    <dgm:cxn modelId="{B546DAF4-2EF0-4341-BD5E-8534555578DC}" type="presOf" srcId="{A5EFD503-BCAF-4C7C-A59E-CF29F730F754}" destId="{3573DB0C-6D10-459D-A54A-8F9CEADFAED3}" srcOrd="0" destOrd="0" presId="urn:microsoft.com/office/officeart/2005/8/layout/hierarchy6"/>
    <dgm:cxn modelId="{9ACF746A-BFF6-4CBD-945E-84077CDB51B4}" type="presParOf" srcId="{4042B9D7-CD31-45C5-A31D-6D27D7895D9E}" destId="{91E394F9-4239-4088-B08D-E89AF9E397FB}" srcOrd="0" destOrd="0" presId="urn:microsoft.com/office/officeart/2005/8/layout/hierarchy6"/>
    <dgm:cxn modelId="{53E7ED0B-70C6-400B-A898-B2D94DCD3BB6}" type="presParOf" srcId="{91E394F9-4239-4088-B08D-E89AF9E397FB}" destId="{98972710-D48E-4D37-A223-4AA46FC4B8A2}" srcOrd="0" destOrd="0" presId="urn:microsoft.com/office/officeart/2005/8/layout/hierarchy6"/>
    <dgm:cxn modelId="{4D273297-0311-4BC3-B659-9C430445D246}" type="presParOf" srcId="{91E394F9-4239-4088-B08D-E89AF9E397FB}" destId="{3888722B-58DA-4C3C-A529-0046582C3633}" srcOrd="1" destOrd="0" presId="urn:microsoft.com/office/officeart/2005/8/layout/hierarchy6"/>
    <dgm:cxn modelId="{6847CA9C-A307-4DEE-B635-EA319896410A}" type="presParOf" srcId="{3888722B-58DA-4C3C-A529-0046582C3633}" destId="{DA6D30DE-FEDF-48ED-87F4-9E52AE1E19A1}" srcOrd="0" destOrd="0" presId="urn:microsoft.com/office/officeart/2005/8/layout/hierarchy6"/>
    <dgm:cxn modelId="{8FC9553F-B019-4D1F-944F-6061A7A2A4B8}" type="presParOf" srcId="{DA6D30DE-FEDF-48ED-87F4-9E52AE1E19A1}" destId="{C9BF36A2-BA33-42F1-BB65-D5474C8BE549}" srcOrd="0" destOrd="0" presId="urn:microsoft.com/office/officeart/2005/8/layout/hierarchy6"/>
    <dgm:cxn modelId="{2B1449AD-8FC3-483B-B4AF-30A540A57130}" type="presParOf" srcId="{DA6D30DE-FEDF-48ED-87F4-9E52AE1E19A1}" destId="{7059547E-919D-4791-A5B9-B115E27308CC}" srcOrd="1" destOrd="0" presId="urn:microsoft.com/office/officeart/2005/8/layout/hierarchy6"/>
    <dgm:cxn modelId="{C16D90E5-1C68-40C7-85FF-7EF0DE522CB1}" type="presParOf" srcId="{7059547E-919D-4791-A5B9-B115E27308CC}" destId="{A61F5E13-1AB4-4D19-A95E-F9FDCA8CF034}" srcOrd="0" destOrd="0" presId="urn:microsoft.com/office/officeart/2005/8/layout/hierarchy6"/>
    <dgm:cxn modelId="{145F3D42-128C-4EB4-BC8D-05A4DF786522}" type="presParOf" srcId="{7059547E-919D-4791-A5B9-B115E27308CC}" destId="{805C0A9A-75FC-48BF-A77B-A58F9D1FEE9F}" srcOrd="1" destOrd="0" presId="urn:microsoft.com/office/officeart/2005/8/layout/hierarchy6"/>
    <dgm:cxn modelId="{EEFB5FC1-35C6-4F53-8073-5739C026CB4B}" type="presParOf" srcId="{805C0A9A-75FC-48BF-A77B-A58F9D1FEE9F}" destId="{42654622-7CCC-4406-8F28-D91C8969B8E2}" srcOrd="0" destOrd="0" presId="urn:microsoft.com/office/officeart/2005/8/layout/hierarchy6"/>
    <dgm:cxn modelId="{2AEF4341-25A2-4270-8654-F6FFCD2619F1}" type="presParOf" srcId="{805C0A9A-75FC-48BF-A77B-A58F9D1FEE9F}" destId="{8D23FAE5-7F4E-49AF-984F-57DE605235F9}" srcOrd="1" destOrd="0" presId="urn:microsoft.com/office/officeart/2005/8/layout/hierarchy6"/>
    <dgm:cxn modelId="{AD983BB2-C407-42B9-B7C5-548AF9EBDD69}" type="presParOf" srcId="{7059547E-919D-4791-A5B9-B115E27308CC}" destId="{102F004B-87CF-4ACC-A158-1A5EF7619715}" srcOrd="2" destOrd="0" presId="urn:microsoft.com/office/officeart/2005/8/layout/hierarchy6"/>
    <dgm:cxn modelId="{5BE43161-677F-4B0D-B59C-7800E64EC1D8}" type="presParOf" srcId="{7059547E-919D-4791-A5B9-B115E27308CC}" destId="{2EFAB4FF-6354-4EBE-92D3-E5239D1634E7}" srcOrd="3" destOrd="0" presId="urn:microsoft.com/office/officeart/2005/8/layout/hierarchy6"/>
    <dgm:cxn modelId="{9768745B-17E6-4620-B55D-CD4ED86AB3E4}" type="presParOf" srcId="{2EFAB4FF-6354-4EBE-92D3-E5239D1634E7}" destId="{C6650C9B-BE05-4180-967F-07A44957F5B4}" srcOrd="0" destOrd="0" presId="urn:microsoft.com/office/officeart/2005/8/layout/hierarchy6"/>
    <dgm:cxn modelId="{4E2EF070-F511-4F80-9C02-3B7A472F7200}" type="presParOf" srcId="{2EFAB4FF-6354-4EBE-92D3-E5239D1634E7}" destId="{5DEFE297-E819-40CD-ADB9-78BCBD15A166}" srcOrd="1" destOrd="0" presId="urn:microsoft.com/office/officeart/2005/8/layout/hierarchy6"/>
    <dgm:cxn modelId="{5097A489-E8FC-411C-BD4B-6D1A8A1AF1D3}" type="presParOf" srcId="{7059547E-919D-4791-A5B9-B115E27308CC}" destId="{D196AD69-0611-4051-B735-CBB178ACBA63}" srcOrd="4" destOrd="0" presId="urn:microsoft.com/office/officeart/2005/8/layout/hierarchy6"/>
    <dgm:cxn modelId="{BB9390C0-900D-4749-AE06-4DEA2A1E367A}" type="presParOf" srcId="{7059547E-919D-4791-A5B9-B115E27308CC}" destId="{4D2E1AFD-5CCE-44B2-9D39-DDEDA5BC4D42}" srcOrd="5" destOrd="0" presId="urn:microsoft.com/office/officeart/2005/8/layout/hierarchy6"/>
    <dgm:cxn modelId="{D9B9255D-F2DE-4DBC-8BC6-169EB352D478}" type="presParOf" srcId="{4D2E1AFD-5CCE-44B2-9D39-DDEDA5BC4D42}" destId="{B5FF206F-78E0-406C-93EE-04857E35F99F}" srcOrd="0" destOrd="0" presId="urn:microsoft.com/office/officeart/2005/8/layout/hierarchy6"/>
    <dgm:cxn modelId="{FB050FE1-7853-4A48-A7ED-D54432A7E63E}" type="presParOf" srcId="{4D2E1AFD-5CCE-44B2-9D39-DDEDA5BC4D42}" destId="{151B9A2B-5E99-44DB-A3A3-19E747CA3B32}" srcOrd="1" destOrd="0" presId="urn:microsoft.com/office/officeart/2005/8/layout/hierarchy6"/>
    <dgm:cxn modelId="{BB509F12-39F8-4B71-A361-6EC9B1A6FE9B}" type="presParOf" srcId="{151B9A2B-5E99-44DB-A3A3-19E747CA3B32}" destId="{7ED730E7-89C1-4805-A390-6F92F2DA36F4}" srcOrd="0" destOrd="0" presId="urn:microsoft.com/office/officeart/2005/8/layout/hierarchy6"/>
    <dgm:cxn modelId="{5ECB772F-D71A-45DC-858B-2611DBBAA616}" type="presParOf" srcId="{151B9A2B-5E99-44DB-A3A3-19E747CA3B32}" destId="{6D2E9067-20C9-498C-B9B9-CFBFCC027EBF}" srcOrd="1" destOrd="0" presId="urn:microsoft.com/office/officeart/2005/8/layout/hierarchy6"/>
    <dgm:cxn modelId="{940148CB-64C2-4CD3-ADD5-10E5304DB99A}" type="presParOf" srcId="{6D2E9067-20C9-498C-B9B9-CFBFCC027EBF}" destId="{A6CF34BD-B49C-4127-8BA3-1418F7ED705C}" srcOrd="0" destOrd="0" presId="urn:microsoft.com/office/officeart/2005/8/layout/hierarchy6"/>
    <dgm:cxn modelId="{4315D68D-12EA-47F4-BD82-180A71786665}" type="presParOf" srcId="{6D2E9067-20C9-498C-B9B9-CFBFCC027EBF}" destId="{648A15DC-85F3-4AC0-8BC7-3EC3F996E5FC}" srcOrd="1" destOrd="0" presId="urn:microsoft.com/office/officeart/2005/8/layout/hierarchy6"/>
    <dgm:cxn modelId="{27DC416D-AB02-440E-9752-D0084D2607E6}" type="presParOf" srcId="{151B9A2B-5E99-44DB-A3A3-19E747CA3B32}" destId="{56B02756-8ED8-42D2-8325-CC346B637462}" srcOrd="2" destOrd="0" presId="urn:microsoft.com/office/officeart/2005/8/layout/hierarchy6"/>
    <dgm:cxn modelId="{FA7B8E51-130E-466D-B7D0-6D18731079DE}" type="presParOf" srcId="{151B9A2B-5E99-44DB-A3A3-19E747CA3B32}" destId="{210395B8-9D2C-4144-9979-4E6E57B96ABC}" srcOrd="3" destOrd="0" presId="urn:microsoft.com/office/officeart/2005/8/layout/hierarchy6"/>
    <dgm:cxn modelId="{35F31905-01FC-4887-890C-ABB43A347E57}" type="presParOf" srcId="{210395B8-9D2C-4144-9979-4E6E57B96ABC}" destId="{ACC099F6-A792-4508-9492-97393051DA8B}" srcOrd="0" destOrd="0" presId="urn:microsoft.com/office/officeart/2005/8/layout/hierarchy6"/>
    <dgm:cxn modelId="{2923F06F-D7AE-4BF9-8FB7-2D59379AACC7}" type="presParOf" srcId="{210395B8-9D2C-4144-9979-4E6E57B96ABC}" destId="{E04ACAB2-9B2D-4659-BDCD-93138AF51A94}" srcOrd="1" destOrd="0" presId="urn:microsoft.com/office/officeart/2005/8/layout/hierarchy6"/>
    <dgm:cxn modelId="{CBDF79C5-9B1B-435E-B459-A3A1C5233D79}" type="presParOf" srcId="{4042B9D7-CD31-45C5-A31D-6D27D7895D9E}" destId="{F895905D-E2A2-42E2-A487-84C57554C2EF}" srcOrd="1" destOrd="0" presId="urn:microsoft.com/office/officeart/2005/8/layout/hierarchy6"/>
    <dgm:cxn modelId="{69C956DA-F9F5-4FF7-A919-51606EFC347C}" type="presParOf" srcId="{F895905D-E2A2-42E2-A487-84C57554C2EF}" destId="{A6748B91-1B85-4434-8DF0-52D452430AE7}" srcOrd="0" destOrd="0" presId="urn:microsoft.com/office/officeart/2005/8/layout/hierarchy6"/>
    <dgm:cxn modelId="{522EA263-042D-4EF0-935C-721C97F8CE63}" type="presParOf" srcId="{A6748B91-1B85-4434-8DF0-52D452430AE7}" destId="{7CFEB3FD-5CD1-46BA-9E5D-B7E820CF6179}" srcOrd="0" destOrd="0" presId="urn:microsoft.com/office/officeart/2005/8/layout/hierarchy6"/>
    <dgm:cxn modelId="{DC2C935C-EAAB-403B-80DF-2C7B88297206}" type="presParOf" srcId="{A6748B91-1B85-4434-8DF0-52D452430AE7}" destId="{8CA6AEB8-2B56-4920-8C42-03525367CD02}" srcOrd="1" destOrd="0" presId="urn:microsoft.com/office/officeart/2005/8/layout/hierarchy6"/>
    <dgm:cxn modelId="{94C1285E-360E-419B-B54D-4463581E343C}" type="presParOf" srcId="{F895905D-E2A2-42E2-A487-84C57554C2EF}" destId="{80C30215-C88E-48AA-BE69-5D3629B2E084}" srcOrd="1" destOrd="0" presId="urn:microsoft.com/office/officeart/2005/8/layout/hierarchy6"/>
    <dgm:cxn modelId="{5599B461-9F31-4D8F-AE99-A4881F1A5BF5}" type="presParOf" srcId="{80C30215-C88E-48AA-BE69-5D3629B2E084}" destId="{CE588737-ABCC-4B80-B5A1-0097093EF4A0}" srcOrd="0" destOrd="0" presId="urn:microsoft.com/office/officeart/2005/8/layout/hierarchy6"/>
    <dgm:cxn modelId="{9BA4C3A6-EC42-454E-8944-EAE739D323AD}" type="presParOf" srcId="{F895905D-E2A2-42E2-A487-84C57554C2EF}" destId="{A4C9A023-50D6-47B8-912B-467D26B60577}" srcOrd="2" destOrd="0" presId="urn:microsoft.com/office/officeart/2005/8/layout/hierarchy6"/>
    <dgm:cxn modelId="{72282077-B905-411E-879A-C10ABD20CD2A}" type="presParOf" srcId="{A4C9A023-50D6-47B8-912B-467D26B60577}" destId="{39A33A39-1A0E-4B7B-BA49-B80D4FEBC227}" srcOrd="0" destOrd="0" presId="urn:microsoft.com/office/officeart/2005/8/layout/hierarchy6"/>
    <dgm:cxn modelId="{3FD3D84F-EB3C-48C7-9470-D981094426B9}" type="presParOf" srcId="{A4C9A023-50D6-47B8-912B-467D26B60577}" destId="{7CBDA4FB-F88D-453A-B51A-BC6B1A87F852}" srcOrd="1" destOrd="0" presId="urn:microsoft.com/office/officeart/2005/8/layout/hierarchy6"/>
    <dgm:cxn modelId="{16104CC1-5B7E-44FC-A6AB-9D7996BDA5AE}" type="presParOf" srcId="{F895905D-E2A2-42E2-A487-84C57554C2EF}" destId="{E3878506-9DD3-4A25-9006-B0D0CAED388E}" srcOrd="3" destOrd="0" presId="urn:microsoft.com/office/officeart/2005/8/layout/hierarchy6"/>
    <dgm:cxn modelId="{5463AC1E-3006-406B-B5B0-C28DACBED2D1}" type="presParOf" srcId="{E3878506-9DD3-4A25-9006-B0D0CAED388E}" destId="{9531A5C4-4949-4FFB-9F05-70B894B847A0}" srcOrd="0" destOrd="0" presId="urn:microsoft.com/office/officeart/2005/8/layout/hierarchy6"/>
    <dgm:cxn modelId="{AC5931BB-B2A7-4712-8354-C577AAA8F814}" type="presParOf" srcId="{F895905D-E2A2-42E2-A487-84C57554C2EF}" destId="{92C0DF8D-FCCC-464D-B362-026096F69F30}" srcOrd="4" destOrd="0" presId="urn:microsoft.com/office/officeart/2005/8/layout/hierarchy6"/>
    <dgm:cxn modelId="{787CD0F3-6460-487A-A46A-D000972C83A9}" type="presParOf" srcId="{92C0DF8D-FCCC-464D-B362-026096F69F30}" destId="{3573DB0C-6D10-459D-A54A-8F9CEADFAED3}" srcOrd="0" destOrd="0" presId="urn:microsoft.com/office/officeart/2005/8/layout/hierarchy6"/>
    <dgm:cxn modelId="{B8F70BBC-F473-40F6-9432-EAD0396C6E94}" type="presParOf" srcId="{92C0DF8D-FCCC-464D-B362-026096F69F30}" destId="{E83054E8-69BB-4EA9-AE6F-D357B86EA960}" srcOrd="1" destOrd="0" presId="urn:microsoft.com/office/officeart/2005/8/layout/hierarchy6"/>
    <dgm:cxn modelId="{71AB0320-C0A3-445A-85F7-079618E92F65}" type="presParOf" srcId="{F895905D-E2A2-42E2-A487-84C57554C2EF}" destId="{EC473DBA-1494-432A-870E-9EFAD222B55A}" srcOrd="5" destOrd="0" presId="urn:microsoft.com/office/officeart/2005/8/layout/hierarchy6"/>
    <dgm:cxn modelId="{A6A31A2B-508E-4C48-8B1E-78F385C2CBD5}" type="presParOf" srcId="{EC473DBA-1494-432A-870E-9EFAD222B55A}" destId="{6590EFDE-6511-44AB-9D7F-4B740EF4C7A3}" srcOrd="0" destOrd="0" presId="urn:microsoft.com/office/officeart/2005/8/layout/hierarchy6"/>
    <dgm:cxn modelId="{7DBC5CC7-4BCB-494C-84E7-5DF7D9A70BE4}" type="presParOf" srcId="{F895905D-E2A2-42E2-A487-84C57554C2EF}" destId="{62379171-67A4-43E7-9F70-AD46152040C6}" srcOrd="6" destOrd="0" presId="urn:microsoft.com/office/officeart/2005/8/layout/hierarchy6"/>
    <dgm:cxn modelId="{D9135513-0065-4B62-B252-21EC466E04B5}" type="presParOf" srcId="{62379171-67A4-43E7-9F70-AD46152040C6}" destId="{17A2BE7E-6F34-4D37-A25E-1F338B4B65E1}" srcOrd="0" destOrd="0" presId="urn:microsoft.com/office/officeart/2005/8/layout/hierarchy6"/>
    <dgm:cxn modelId="{8FDD1D93-F164-4AEB-B0E6-2D207BE333CA}" type="presParOf" srcId="{62379171-67A4-43E7-9F70-AD46152040C6}" destId="{B44EE5BE-FDE2-4955-97F7-3133245FC289}" srcOrd="1" destOrd="0" presId="urn:microsoft.com/office/officeart/2005/8/layout/hierarchy6"/>
  </dgm:cxnLst>
  <dgm:bg/>
  <dgm:whole>
    <a:ln>
      <a:no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FE7FE6A4-8117-43B9-90D1-0B85AAC753BB}" type="doc">
      <dgm:prSet loTypeId="urn:microsoft.com/office/officeart/2005/8/layout/hierarchy6" loCatId="hierarchy" qsTypeId="urn:microsoft.com/office/officeart/2005/8/quickstyle/simple1" qsCatId="simple" csTypeId="urn:microsoft.com/office/officeart/2005/8/colors/accent1_1" csCatId="accent1" phldr="1"/>
      <dgm:spPr/>
      <dgm:t>
        <a:bodyPr/>
        <a:lstStyle/>
        <a:p>
          <a:endParaRPr lang="en-GB"/>
        </a:p>
      </dgm:t>
    </dgm:pt>
    <dgm:pt modelId="{0C67B769-21FC-41AF-AB02-DD1A7162C883}">
      <dgm:prSet phldrT="[Text]" custT="1"/>
      <dgm:spPr>
        <a:xfrm>
          <a:off x="3719636" y="59643"/>
          <a:ext cx="629263" cy="419509"/>
        </a:xfrm>
        <a:solidFill>
          <a:sysClr val="window" lastClr="FFFFFF"/>
        </a:solidFill>
        <a:ln w="12700" cap="flat" cmpd="sng" algn="ctr">
          <a:solidFill>
            <a:srgbClr val="4472C4">
              <a:shade val="80000"/>
              <a:hueOff val="0"/>
              <a:satOff val="0"/>
              <a:lumOff val="0"/>
              <a:alphaOff val="0"/>
            </a:srgbClr>
          </a:solidFill>
          <a:prstDash val="solid"/>
          <a:miter lim="800000"/>
        </a:ln>
        <a:effectLst/>
      </dgm:spPr>
      <dgm:t>
        <a:bodyPr/>
        <a:lstStyle/>
        <a:p>
          <a:pPr>
            <a:buNone/>
          </a:pPr>
          <a:r>
            <a:rPr lang="en-GB" sz="1400" b="1">
              <a:solidFill>
                <a:sysClr val="windowText" lastClr="000000">
                  <a:hueOff val="0"/>
                  <a:satOff val="0"/>
                  <a:lumOff val="0"/>
                  <a:alphaOff val="0"/>
                </a:sysClr>
              </a:solidFill>
              <a:latin typeface="+mn-lt"/>
              <a:ea typeface="+mn-ea"/>
              <a:cs typeface="Times New Roman" panose="02020603050405020304" pitchFamily="18" charset="0"/>
            </a:rPr>
            <a:t>2500 HHs</a:t>
          </a:r>
        </a:p>
      </dgm:t>
    </dgm:pt>
    <dgm:pt modelId="{3663E0D0-282B-425C-A620-08467FF3B0F5}" type="parTrans" cxnId="{A4D66E2D-28F5-49AC-923A-9FC35546F6AA}">
      <dgm:prSet/>
      <dgm:spPr/>
      <dgm:t>
        <a:bodyPr/>
        <a:lstStyle/>
        <a:p>
          <a:endParaRPr lang="en-GB" sz="1800" b="1">
            <a:latin typeface="+mn-lt"/>
            <a:cs typeface="Times New Roman" panose="02020603050405020304" pitchFamily="18" charset="0"/>
          </a:endParaRPr>
        </a:p>
      </dgm:t>
    </dgm:pt>
    <dgm:pt modelId="{DE83CD5C-6A94-4452-B0CB-D1174F184192}" type="sibTrans" cxnId="{A4D66E2D-28F5-49AC-923A-9FC35546F6AA}">
      <dgm:prSet/>
      <dgm:spPr/>
      <dgm:t>
        <a:bodyPr/>
        <a:lstStyle/>
        <a:p>
          <a:endParaRPr lang="en-GB" sz="1800" b="1">
            <a:latin typeface="+mn-lt"/>
            <a:cs typeface="Times New Roman" panose="02020603050405020304" pitchFamily="18" charset="0"/>
          </a:endParaRPr>
        </a:p>
      </dgm:t>
    </dgm:pt>
    <dgm:pt modelId="{9542541A-7C6C-4F9E-B50A-3C444DA191A7}">
      <dgm:prSet phldrT="[Text]" custT="1"/>
      <dgm:spPr>
        <a:xfrm>
          <a:off x="2681948" y="725480"/>
          <a:ext cx="629263" cy="419509"/>
        </a:xfrm>
        <a:solidFill>
          <a:srgbClr val="70AD47">
            <a:lumMod val="75000"/>
          </a:srgbClr>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Yes (25%)</a:t>
          </a:r>
        </a:p>
        <a:p>
          <a:pPr>
            <a:buNone/>
          </a:pPr>
          <a:r>
            <a:rPr lang="en-GB" sz="1200" b="1">
              <a:solidFill>
                <a:sysClr val="window" lastClr="FFFFFF"/>
              </a:solidFill>
              <a:latin typeface="+mn-lt"/>
              <a:ea typeface="+mn-ea"/>
              <a:cs typeface="Times New Roman" panose="02020603050405020304" pitchFamily="18" charset="0"/>
            </a:rPr>
            <a:t>6</a:t>
          </a:r>
          <a:r>
            <a:rPr lang="en-US" altLang="zh-CN" sz="1200" b="1">
              <a:solidFill>
                <a:sysClr val="window" lastClr="FFFFFF"/>
              </a:solidFill>
              <a:latin typeface="+mn-lt"/>
              <a:ea typeface="等线" panose="02010600030101010101" pitchFamily="2" charset="-122"/>
              <a:cs typeface="Times New Roman" panose="02020603050405020304" pitchFamily="18" charset="0"/>
            </a:rPr>
            <a:t>28</a:t>
          </a:r>
          <a:r>
            <a:rPr lang="en-GB" sz="1200" b="1">
              <a:solidFill>
                <a:sysClr val="window" lastClr="FFFFFF"/>
              </a:solidFill>
              <a:latin typeface="+mn-lt"/>
              <a:ea typeface="+mn-ea"/>
              <a:cs typeface="Times New Roman" panose="02020603050405020304" pitchFamily="18" charset="0"/>
            </a:rPr>
            <a:t> HHs</a:t>
          </a:r>
        </a:p>
      </dgm:t>
    </dgm:pt>
    <dgm:pt modelId="{76DCCAB3-EF1D-41CB-BB83-BC5E55A4C10E}" type="parTrans" cxnId="{54A15DA3-958E-4680-8C77-CD0D16AFBB08}">
      <dgm:prSet/>
      <dgm:spPr>
        <a:xfrm>
          <a:off x="2996580" y="479152"/>
          <a:ext cx="1037687" cy="246327"/>
        </a:xfrm>
        <a:noFill/>
        <a:ln w="12700" cap="flat" cmpd="sng" algn="ctr">
          <a:solidFill>
            <a:srgbClr val="4472C4">
              <a:shade val="6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14F59463-1A7B-4196-92B3-93DF6B999E6B}" type="sibTrans" cxnId="{54A15DA3-958E-4680-8C77-CD0D16AFBB08}">
      <dgm:prSet/>
      <dgm:spPr/>
      <dgm:t>
        <a:bodyPr/>
        <a:lstStyle/>
        <a:p>
          <a:endParaRPr lang="en-GB" sz="1800" b="1">
            <a:latin typeface="+mn-lt"/>
            <a:cs typeface="Times New Roman" panose="02020603050405020304" pitchFamily="18" charset="0"/>
          </a:endParaRPr>
        </a:p>
      </dgm:t>
    </dgm:pt>
    <dgm:pt modelId="{64DEEF0E-2F92-4AE5-910C-1F76C7C867E3}">
      <dgm:prSet phldrT="[Text]" custT="1"/>
      <dgm:spPr>
        <a:xfrm>
          <a:off x="1800689" y="1386199"/>
          <a:ext cx="629263" cy="404633"/>
        </a:xfrm>
        <a:solidFill>
          <a:srgbClr val="4472C4">
            <a:lumMod val="60000"/>
            <a:lumOff val="40000"/>
          </a:srgbClr>
        </a:solidFill>
        <a:ln w="12700" cap="flat" cmpd="sng" algn="ctr">
          <a:solidFill>
            <a:srgbClr val="4472C4">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Remote</a:t>
          </a:r>
        </a:p>
        <a:p>
          <a:pPr>
            <a:buNone/>
          </a:pPr>
          <a:r>
            <a:rPr lang="en-GB" sz="1200" b="1">
              <a:solidFill>
                <a:sysClr val="window" lastClr="FFFFFF"/>
              </a:solidFill>
              <a:latin typeface="+mn-lt"/>
              <a:ea typeface="+mn-ea"/>
              <a:cs typeface="Times New Roman" panose="02020603050405020304" pitchFamily="18" charset="0"/>
            </a:rPr>
            <a:t>3</a:t>
          </a:r>
          <a:r>
            <a:rPr lang="en-US" altLang="zh-CN" sz="1200" b="1">
              <a:solidFill>
                <a:sysClr val="window" lastClr="FFFFFF"/>
              </a:solidFill>
              <a:latin typeface="+mn-lt"/>
              <a:ea typeface="等线" panose="02010600030101010101" pitchFamily="2" charset="-122"/>
              <a:cs typeface="Times New Roman" panose="02020603050405020304" pitchFamily="18" charset="0"/>
            </a:rPr>
            <a:t>08</a:t>
          </a:r>
          <a:r>
            <a:rPr lang="en-GB" sz="1200" b="1">
              <a:solidFill>
                <a:sysClr val="window" lastClr="FFFFFF"/>
              </a:solidFill>
              <a:latin typeface="+mn-lt"/>
              <a:ea typeface="+mn-ea"/>
              <a:cs typeface="Times New Roman" panose="02020603050405020304" pitchFamily="18" charset="0"/>
            </a:rPr>
            <a:t> HHs</a:t>
          </a:r>
        </a:p>
      </dgm:t>
    </dgm:pt>
    <dgm:pt modelId="{6CFEA9BB-F3EE-4BE6-ABC1-82B9CFC7EB90}" type="parTrans" cxnId="{CF86D671-0F0C-4396-B0D7-99F1270CABFD}">
      <dgm:prSet/>
      <dgm:spPr>
        <a:xfrm>
          <a:off x="2115321" y="1144989"/>
          <a:ext cx="881259" cy="241209"/>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71873F5F-4ED9-49BE-B7B4-7F37BD725C40}" type="sibTrans" cxnId="{CF86D671-0F0C-4396-B0D7-99F1270CABFD}">
      <dgm:prSet/>
      <dgm:spPr/>
      <dgm:t>
        <a:bodyPr/>
        <a:lstStyle/>
        <a:p>
          <a:endParaRPr lang="en-GB" sz="1800" b="1">
            <a:latin typeface="+mn-lt"/>
            <a:cs typeface="Times New Roman" panose="02020603050405020304" pitchFamily="18" charset="0"/>
          </a:endParaRPr>
        </a:p>
      </dgm:t>
    </dgm:pt>
    <dgm:pt modelId="{58D2AFE7-5806-45F9-83AC-540191092D15}">
      <dgm:prSet phldrT="[Text]" custT="1"/>
      <dgm:spPr>
        <a:xfrm>
          <a:off x="3202620" y="1387793"/>
          <a:ext cx="629263" cy="419509"/>
        </a:xfrm>
        <a:solidFill>
          <a:srgbClr val="C00000"/>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F2F</a:t>
          </a:r>
        </a:p>
        <a:p>
          <a:pPr>
            <a:buNone/>
          </a:pPr>
          <a:r>
            <a:rPr lang="en-GB" sz="1200" b="1">
              <a:solidFill>
                <a:sysClr val="window" lastClr="FFFFFF"/>
              </a:solidFill>
              <a:latin typeface="+mn-lt"/>
              <a:ea typeface="+mn-ea"/>
              <a:cs typeface="Times New Roman" panose="02020603050405020304" pitchFamily="18" charset="0"/>
            </a:rPr>
            <a:t>3</a:t>
          </a:r>
          <a:r>
            <a:rPr lang="en-US" altLang="zh-CN" sz="1200" b="1">
              <a:solidFill>
                <a:sysClr val="window" lastClr="FFFFFF"/>
              </a:solidFill>
              <a:latin typeface="+mn-lt"/>
              <a:ea typeface="等线" panose="02010600030101010101" pitchFamily="2" charset="-122"/>
              <a:cs typeface="Times New Roman" panose="02020603050405020304" pitchFamily="18" charset="0"/>
            </a:rPr>
            <a:t>20</a:t>
          </a:r>
          <a:r>
            <a:rPr lang="en-GB" sz="1200" b="1">
              <a:solidFill>
                <a:sysClr val="window" lastClr="FFFFFF"/>
              </a:solidFill>
              <a:latin typeface="+mn-lt"/>
              <a:ea typeface="+mn-ea"/>
              <a:cs typeface="Times New Roman" panose="02020603050405020304" pitchFamily="18" charset="0"/>
            </a:rPr>
            <a:t> HHs</a:t>
          </a:r>
        </a:p>
      </dgm:t>
    </dgm:pt>
    <dgm:pt modelId="{AD7D8B67-D2E4-4C38-B914-D9D607E25F07}" type="parTrans" cxnId="{DDB443FF-3362-46E9-8ECA-F37F935E9B82}">
      <dgm:prSet/>
      <dgm:spPr>
        <a:xfrm>
          <a:off x="2996580" y="1144989"/>
          <a:ext cx="520671" cy="242803"/>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BB6FF275-A90C-4196-806E-D080C69E6C66}" type="sibTrans" cxnId="{DDB443FF-3362-46E9-8ECA-F37F935E9B82}">
      <dgm:prSet/>
      <dgm:spPr/>
      <dgm:t>
        <a:bodyPr/>
        <a:lstStyle/>
        <a:p>
          <a:endParaRPr lang="en-GB" sz="1800" b="1">
            <a:latin typeface="+mn-lt"/>
            <a:cs typeface="Times New Roman" panose="02020603050405020304" pitchFamily="18" charset="0"/>
          </a:endParaRPr>
        </a:p>
      </dgm:t>
    </dgm:pt>
    <dgm:pt modelId="{74256BAD-266A-4CC8-AB2C-91AB461545DA}">
      <dgm:prSet phldrT="[Text]" custT="1"/>
      <dgm:spPr>
        <a:xfrm>
          <a:off x="4839191" y="725480"/>
          <a:ext cx="629263" cy="419509"/>
        </a:xfrm>
        <a:solidFill>
          <a:srgbClr val="ED7D31"/>
        </a:solidFill>
        <a:ln w="12700" cap="flat" cmpd="sng" algn="ctr">
          <a:solidFill>
            <a:srgbClr val="ED7D31"/>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No (75%)</a:t>
          </a:r>
        </a:p>
        <a:p>
          <a:pPr>
            <a:buNone/>
          </a:pPr>
          <a:r>
            <a:rPr lang="en-GB" sz="1200" b="1">
              <a:solidFill>
                <a:sysClr val="window" lastClr="FFFFFF"/>
              </a:solidFill>
              <a:latin typeface="+mn-lt"/>
              <a:ea typeface="+mn-ea"/>
              <a:cs typeface="Times New Roman" panose="02020603050405020304" pitchFamily="18" charset="0"/>
            </a:rPr>
            <a:t>18</a:t>
          </a:r>
          <a:r>
            <a:rPr lang="en-US" altLang="zh-CN" sz="1200" b="1">
              <a:solidFill>
                <a:sysClr val="window" lastClr="FFFFFF"/>
              </a:solidFill>
              <a:latin typeface="+mn-lt"/>
              <a:ea typeface="等线" panose="02010600030101010101" pitchFamily="2" charset="-122"/>
              <a:cs typeface="Times New Roman" panose="02020603050405020304" pitchFamily="18" charset="0"/>
            </a:rPr>
            <a:t>72</a:t>
          </a:r>
          <a:r>
            <a:rPr lang="en-GB" sz="1200" b="1">
              <a:solidFill>
                <a:sysClr val="window" lastClr="FFFFFF"/>
              </a:solidFill>
              <a:latin typeface="+mn-lt"/>
              <a:ea typeface="+mn-ea"/>
              <a:cs typeface="Times New Roman" panose="02020603050405020304" pitchFamily="18" charset="0"/>
            </a:rPr>
            <a:t> HHs</a:t>
          </a:r>
        </a:p>
      </dgm:t>
    </dgm:pt>
    <dgm:pt modelId="{A855079C-B880-4C42-BA28-4BD558B32882}" type="parTrans" cxnId="{62CA9FE1-5F1F-4116-B9B2-F3CF6EF54224}">
      <dgm:prSet/>
      <dgm:spPr>
        <a:xfrm>
          <a:off x="4034268" y="479152"/>
          <a:ext cx="1119555" cy="246327"/>
        </a:xfrm>
        <a:noFill/>
        <a:ln w="12700" cap="flat" cmpd="sng" algn="ctr">
          <a:solidFill>
            <a:srgbClr val="4472C4">
              <a:shade val="6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59A12C06-72BD-48DA-A1C9-8D66D55E5A88}" type="sibTrans" cxnId="{62CA9FE1-5F1F-4116-B9B2-F3CF6EF54224}">
      <dgm:prSet/>
      <dgm:spPr/>
      <dgm:t>
        <a:bodyPr/>
        <a:lstStyle/>
        <a:p>
          <a:endParaRPr lang="en-GB" sz="1800" b="1">
            <a:latin typeface="+mn-lt"/>
            <a:cs typeface="Times New Roman" panose="02020603050405020304" pitchFamily="18" charset="0"/>
          </a:endParaRPr>
        </a:p>
      </dgm:t>
    </dgm:pt>
    <dgm:pt modelId="{01445E5D-C1FF-4826-B36F-702B11120BE9}">
      <dgm:prSet phldrT="[Text]" custT="1"/>
      <dgm:spPr>
        <a:xfrm>
          <a:off x="4251094" y="1961228"/>
          <a:ext cx="629263" cy="419509"/>
        </a:xfrm>
        <a:solidFill>
          <a:srgbClr val="70AD47">
            <a:lumMod val="75000"/>
          </a:srgbClr>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Yes (7</a:t>
          </a:r>
          <a:r>
            <a:rPr lang="en-US" altLang="zh-CN" sz="1200" b="1">
              <a:solidFill>
                <a:sysClr val="window" lastClr="FFFFFF"/>
              </a:solidFill>
              <a:latin typeface="+mn-lt"/>
              <a:ea typeface="等线" panose="02010600030101010101" pitchFamily="2" charset="-122"/>
              <a:cs typeface="Times New Roman" panose="02020603050405020304" pitchFamily="18" charset="0"/>
            </a:rPr>
            <a:t>8</a:t>
          </a:r>
          <a:r>
            <a:rPr lang="en-GB" sz="1200" b="1">
              <a:solidFill>
                <a:sysClr val="window" lastClr="FFFFFF"/>
              </a:solidFill>
              <a:latin typeface="+mn-lt"/>
              <a:ea typeface="+mn-ea"/>
              <a:cs typeface="Times New Roman" panose="02020603050405020304" pitchFamily="18" charset="0"/>
            </a:rPr>
            <a:t>%)</a:t>
          </a:r>
        </a:p>
        <a:p>
          <a:pPr>
            <a:buNone/>
          </a:pPr>
          <a:r>
            <a:rPr lang="en-GB" sz="1200" b="1">
              <a:solidFill>
                <a:sysClr val="window" lastClr="FFFFFF"/>
              </a:solidFill>
              <a:latin typeface="+mn-lt"/>
              <a:ea typeface="+mn-ea"/>
              <a:cs typeface="Times New Roman" panose="02020603050405020304" pitchFamily="18" charset="0"/>
            </a:rPr>
            <a:t>14</a:t>
          </a:r>
          <a:r>
            <a:rPr lang="en-US" altLang="zh-CN" sz="1200" b="1">
              <a:solidFill>
                <a:sysClr val="window" lastClr="FFFFFF"/>
              </a:solidFill>
              <a:latin typeface="+mn-lt"/>
              <a:ea typeface="等线" panose="02010600030101010101" pitchFamily="2" charset="-122"/>
              <a:cs typeface="Times New Roman" panose="02020603050405020304" pitchFamily="18" charset="0"/>
            </a:rPr>
            <a:t>5</a:t>
          </a:r>
          <a:r>
            <a:rPr lang="en-GB" sz="1200" b="1">
              <a:solidFill>
                <a:sysClr val="window" lastClr="FFFFFF"/>
              </a:solidFill>
              <a:latin typeface="+mn-lt"/>
              <a:ea typeface="+mn-ea"/>
              <a:cs typeface="Times New Roman" panose="02020603050405020304" pitchFamily="18" charset="0"/>
            </a:rPr>
            <a:t>2 HHs</a:t>
          </a:r>
        </a:p>
      </dgm:t>
    </dgm:pt>
    <dgm:pt modelId="{8E27D422-14B9-4327-970B-ABB2F6FF5814}" type="parTrans" cxnId="{B1761B4B-1873-4A30-A7AF-DDC5E978CCE2}">
      <dgm:prSet/>
      <dgm:spPr>
        <a:xfrm>
          <a:off x="4565726" y="1144989"/>
          <a:ext cx="588097" cy="816239"/>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E420230D-24AC-4C04-B0BF-E421021ADFAC}" type="sibTrans" cxnId="{B1761B4B-1873-4A30-A7AF-DDC5E978CCE2}">
      <dgm:prSet/>
      <dgm:spPr/>
      <dgm:t>
        <a:bodyPr/>
        <a:lstStyle/>
        <a:p>
          <a:endParaRPr lang="en-GB" sz="1800" b="1">
            <a:latin typeface="+mn-lt"/>
            <a:cs typeface="Times New Roman" panose="02020603050405020304" pitchFamily="18" charset="0"/>
          </a:endParaRPr>
        </a:p>
      </dgm:t>
    </dgm:pt>
    <dgm:pt modelId="{04973FD9-214F-40AC-851E-26DA5F98F15B}">
      <dgm:prSet phldrT="[Text]" custT="1"/>
      <dgm:spPr>
        <a:xfrm>
          <a:off x="13627" y="61433"/>
          <a:ext cx="4320532" cy="404787"/>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Listed HHs - [Sample frame after cleaning]</a:t>
          </a:r>
        </a:p>
      </dgm:t>
    </dgm:pt>
    <dgm:pt modelId="{1DB7E9A5-42ED-4EFE-B59A-BE9AB5445392}" type="parTrans" cxnId="{31C4A663-90E0-4EC8-BF38-8EE6F5799287}">
      <dgm:prSet/>
      <dgm:spPr/>
      <dgm:t>
        <a:bodyPr/>
        <a:lstStyle/>
        <a:p>
          <a:endParaRPr lang="en-GB" sz="1800" b="1">
            <a:latin typeface="+mn-lt"/>
            <a:cs typeface="Times New Roman" panose="02020603050405020304" pitchFamily="18" charset="0"/>
          </a:endParaRPr>
        </a:p>
      </dgm:t>
    </dgm:pt>
    <dgm:pt modelId="{15D29F06-DB74-42F4-948A-8FB4CD003C61}" type="sibTrans" cxnId="{31C4A663-90E0-4EC8-BF38-8EE6F5799287}">
      <dgm:prSet/>
      <dgm:spPr/>
      <dgm:t>
        <a:bodyPr/>
        <a:lstStyle/>
        <a:p>
          <a:endParaRPr lang="en-GB" sz="1800" b="1">
            <a:latin typeface="+mn-lt"/>
            <a:cs typeface="Times New Roman" panose="02020603050405020304" pitchFamily="18" charset="0"/>
          </a:endParaRPr>
        </a:p>
      </dgm:t>
    </dgm:pt>
    <dgm:pt modelId="{7C221074-8432-4495-9265-D4081B985FF4}">
      <dgm:prSet phldrT="[Text]" custT="1"/>
      <dgm:spPr>
        <a:xfrm>
          <a:off x="0" y="726634"/>
          <a:ext cx="5324324" cy="401530"/>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Step 1: ID Phone ownership</a:t>
          </a:r>
        </a:p>
      </dgm:t>
    </dgm:pt>
    <dgm:pt modelId="{9809763D-625C-4092-BC08-FF959B878294}" type="parTrans" cxnId="{A372B608-2301-4A15-8CC2-8D607C950D6F}">
      <dgm:prSet/>
      <dgm:spPr/>
      <dgm:t>
        <a:bodyPr/>
        <a:lstStyle/>
        <a:p>
          <a:endParaRPr lang="en-GB" sz="1800" b="1">
            <a:latin typeface="+mn-lt"/>
            <a:cs typeface="Times New Roman" panose="02020603050405020304" pitchFamily="18" charset="0"/>
          </a:endParaRPr>
        </a:p>
      </dgm:t>
    </dgm:pt>
    <dgm:pt modelId="{4FC10E7E-A4B8-4DE2-8ABB-8AFDC0227B5E}" type="sibTrans" cxnId="{A372B608-2301-4A15-8CC2-8D607C950D6F}">
      <dgm:prSet/>
      <dgm:spPr/>
      <dgm:t>
        <a:bodyPr/>
        <a:lstStyle/>
        <a:p>
          <a:endParaRPr lang="en-GB" sz="1800" b="1">
            <a:latin typeface="+mn-lt"/>
            <a:cs typeface="Times New Roman" panose="02020603050405020304" pitchFamily="18" charset="0"/>
          </a:endParaRPr>
        </a:p>
      </dgm:t>
    </dgm:pt>
    <dgm:pt modelId="{8D866D95-34AC-4176-859E-E36C00CD1333}">
      <dgm:prSet phldrT="[Text]" custT="1"/>
      <dgm:spPr>
        <a:xfrm>
          <a:off x="4532" y="1381133"/>
          <a:ext cx="3792046" cy="408936"/>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1st Stage Randomization</a:t>
          </a:r>
        </a:p>
      </dgm:t>
    </dgm:pt>
    <dgm:pt modelId="{3BC99DE9-AA29-4946-85D0-EC26940F1B36}" type="parTrans" cxnId="{F9BEFAF5-BAA0-4F43-966A-9DE45D74BD57}">
      <dgm:prSet/>
      <dgm:spPr/>
      <dgm:t>
        <a:bodyPr/>
        <a:lstStyle/>
        <a:p>
          <a:endParaRPr lang="en-GB" sz="1800" b="1">
            <a:latin typeface="+mn-lt"/>
            <a:cs typeface="Times New Roman" panose="02020603050405020304" pitchFamily="18" charset="0"/>
          </a:endParaRPr>
        </a:p>
      </dgm:t>
    </dgm:pt>
    <dgm:pt modelId="{1BCCD251-2CA4-4788-894B-C015DECF7FEF}" type="sibTrans" cxnId="{F9BEFAF5-BAA0-4F43-966A-9DE45D74BD57}">
      <dgm:prSet/>
      <dgm:spPr/>
      <dgm:t>
        <a:bodyPr/>
        <a:lstStyle/>
        <a:p>
          <a:endParaRPr lang="en-GB" sz="1800" b="1">
            <a:latin typeface="+mn-lt"/>
            <a:cs typeface="Times New Roman" panose="02020603050405020304" pitchFamily="18" charset="0"/>
          </a:endParaRPr>
        </a:p>
      </dgm:t>
    </dgm:pt>
    <dgm:pt modelId="{01BDF081-8E67-4107-890C-A7E5FE77EC6A}">
      <dgm:prSet custT="1"/>
      <dgm:spPr>
        <a:xfrm>
          <a:off x="3577259" y="2634709"/>
          <a:ext cx="629263" cy="419509"/>
        </a:xfrm>
        <a:solidFill>
          <a:srgbClr val="4472C4">
            <a:lumMod val="60000"/>
            <a:lumOff val="40000"/>
          </a:srgbClr>
        </a:solidFill>
        <a:ln w="12700" cap="flat" cmpd="sng" algn="ctr">
          <a:solidFill>
            <a:srgbClr val="4472C4">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Remote</a:t>
          </a:r>
        </a:p>
        <a:p>
          <a:pPr>
            <a:buNone/>
          </a:pPr>
          <a:r>
            <a:rPr lang="en-GB" sz="1200" b="1">
              <a:solidFill>
                <a:sysClr val="window" lastClr="FFFFFF"/>
              </a:solidFill>
              <a:latin typeface="+mn-lt"/>
              <a:ea typeface="+mn-ea"/>
              <a:cs typeface="Times New Roman" panose="02020603050405020304" pitchFamily="18" charset="0"/>
            </a:rPr>
            <a:t>715 HHs</a:t>
          </a:r>
        </a:p>
      </dgm:t>
    </dgm:pt>
    <dgm:pt modelId="{7EA47F47-089C-48D4-98D2-F4BA4D655F8D}" type="parTrans" cxnId="{3C7CBA86-BBC9-4505-8A7B-F4102E93B330}">
      <dgm:prSet/>
      <dgm:spPr>
        <a:xfrm>
          <a:off x="3891891" y="2380738"/>
          <a:ext cx="673834" cy="253970"/>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23160456-8526-4602-B83B-66A09B3DB1C8}" type="sibTrans" cxnId="{3C7CBA86-BBC9-4505-8A7B-F4102E93B330}">
      <dgm:prSet/>
      <dgm:spPr/>
      <dgm:t>
        <a:bodyPr/>
        <a:lstStyle/>
        <a:p>
          <a:endParaRPr lang="en-GB" sz="1800" b="1">
            <a:latin typeface="+mn-lt"/>
            <a:cs typeface="Times New Roman" panose="02020603050405020304" pitchFamily="18" charset="0"/>
          </a:endParaRPr>
        </a:p>
      </dgm:t>
    </dgm:pt>
    <dgm:pt modelId="{59820ADF-6E46-4B79-AF34-13382880D400}">
      <dgm:prSet custT="1"/>
      <dgm:spPr>
        <a:xfrm>
          <a:off x="5377294" y="1962076"/>
          <a:ext cx="629263" cy="419509"/>
        </a:xfrm>
        <a:solidFill>
          <a:srgbClr val="ED7D31">
            <a:lumMod val="60000"/>
            <a:lumOff val="40000"/>
          </a:srgbClr>
        </a:solidFill>
        <a:ln w="12700" cap="flat" cmpd="sng" algn="ctr">
          <a:solidFill>
            <a:srgbClr val="ED7D31">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No (2</a:t>
          </a:r>
          <a:r>
            <a:rPr lang="en-US" altLang="zh-CN" sz="1200" b="1">
              <a:solidFill>
                <a:sysClr val="window" lastClr="FFFFFF"/>
              </a:solidFill>
              <a:latin typeface="+mn-lt"/>
              <a:ea typeface="等线" panose="02010600030101010101" pitchFamily="2" charset="-122"/>
              <a:cs typeface="Times New Roman" panose="02020603050405020304" pitchFamily="18" charset="0"/>
            </a:rPr>
            <a:t>2</a:t>
          </a:r>
          <a:r>
            <a:rPr lang="en-GB" sz="1200" b="1">
              <a:solidFill>
                <a:sysClr val="window" lastClr="FFFFFF"/>
              </a:solidFill>
              <a:latin typeface="+mn-lt"/>
              <a:ea typeface="+mn-ea"/>
              <a:cs typeface="Times New Roman" panose="02020603050405020304" pitchFamily="18" charset="0"/>
            </a:rPr>
            <a:t>%)</a:t>
          </a:r>
        </a:p>
        <a:p>
          <a:pPr>
            <a:buNone/>
          </a:pPr>
          <a:r>
            <a:rPr lang="en-GB" sz="1200" b="1">
              <a:solidFill>
                <a:sysClr val="window" lastClr="FFFFFF"/>
              </a:solidFill>
              <a:latin typeface="+mn-lt"/>
              <a:ea typeface="+mn-ea"/>
              <a:cs typeface="Times New Roman" panose="02020603050405020304" pitchFamily="18" charset="0"/>
            </a:rPr>
            <a:t>42</a:t>
          </a:r>
          <a:r>
            <a:rPr lang="en-US" altLang="zh-CN" sz="1200" b="1">
              <a:solidFill>
                <a:sysClr val="window" lastClr="FFFFFF"/>
              </a:solidFill>
              <a:latin typeface="+mn-lt"/>
              <a:ea typeface="等线" panose="02010600030101010101" pitchFamily="2" charset="-122"/>
              <a:cs typeface="Times New Roman" panose="02020603050405020304" pitchFamily="18" charset="0"/>
            </a:rPr>
            <a:t>0</a:t>
          </a:r>
          <a:r>
            <a:rPr lang="en-GB" sz="1200" b="1">
              <a:solidFill>
                <a:sysClr val="window" lastClr="FFFFFF"/>
              </a:solidFill>
              <a:latin typeface="+mn-lt"/>
              <a:ea typeface="+mn-ea"/>
              <a:cs typeface="Times New Roman" panose="02020603050405020304" pitchFamily="18" charset="0"/>
            </a:rPr>
            <a:t> HHs</a:t>
          </a:r>
        </a:p>
      </dgm:t>
    </dgm:pt>
    <dgm:pt modelId="{92AB0AB2-5FF1-464F-BEBC-2A75A0E33C5A}" type="parTrans" cxnId="{6A357259-15DE-423A-9AE0-1585720E5A19}">
      <dgm:prSet/>
      <dgm:spPr>
        <a:xfrm>
          <a:off x="5153823" y="1144989"/>
          <a:ext cx="538102" cy="817086"/>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9A0375D9-5451-4FB8-B699-FB08F572B593}" type="sibTrans" cxnId="{6A357259-15DE-423A-9AE0-1585720E5A19}">
      <dgm:prSet/>
      <dgm:spPr/>
      <dgm:t>
        <a:bodyPr/>
        <a:lstStyle/>
        <a:p>
          <a:endParaRPr lang="en-GB" sz="1800" b="1">
            <a:latin typeface="+mn-lt"/>
            <a:cs typeface="Times New Roman" panose="02020603050405020304" pitchFamily="18" charset="0"/>
          </a:endParaRPr>
        </a:p>
      </dgm:t>
    </dgm:pt>
    <dgm:pt modelId="{FFEF0BD1-DE03-46A7-BCD7-F342D814618C}">
      <dgm:prSet custT="1"/>
      <dgm:spPr>
        <a:xfrm>
          <a:off x="5136695" y="2639567"/>
          <a:ext cx="629263" cy="419509"/>
        </a:xfrm>
        <a:solidFill>
          <a:srgbClr val="C00000"/>
        </a:solidFill>
        <a:ln w="12700" cap="flat" cmpd="sng" algn="ctr">
          <a:no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F2F</a:t>
          </a:r>
        </a:p>
        <a:p>
          <a:pPr>
            <a:buNone/>
          </a:pPr>
          <a:r>
            <a:rPr lang="en-GB" sz="1200" b="1">
              <a:solidFill>
                <a:sysClr val="window" lastClr="FFFFFF"/>
              </a:solidFill>
              <a:latin typeface="+mn-lt"/>
              <a:ea typeface="+mn-ea"/>
              <a:cs typeface="Times New Roman" panose="02020603050405020304" pitchFamily="18" charset="0"/>
            </a:rPr>
            <a:t>737 HHs</a:t>
          </a:r>
        </a:p>
      </dgm:t>
    </dgm:pt>
    <dgm:pt modelId="{99D770DA-02B4-47CD-8BE9-C7E088544B3B}" type="parTrans" cxnId="{1816633D-7353-4197-B973-12FE91B3DF6C}">
      <dgm:prSet/>
      <dgm:spPr>
        <a:xfrm>
          <a:off x="4565726" y="2380738"/>
          <a:ext cx="885600" cy="258828"/>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76CB08BF-DBDA-4E56-8EE6-D5FEA9ACB642}" type="sibTrans" cxnId="{1816633D-7353-4197-B973-12FE91B3DF6C}">
      <dgm:prSet/>
      <dgm:spPr/>
      <dgm:t>
        <a:bodyPr/>
        <a:lstStyle/>
        <a:p>
          <a:endParaRPr lang="en-GB" sz="1800" b="1">
            <a:latin typeface="+mn-lt"/>
            <a:cs typeface="Times New Roman" panose="02020603050405020304" pitchFamily="18" charset="0"/>
          </a:endParaRPr>
        </a:p>
      </dgm:t>
    </dgm:pt>
    <dgm:pt modelId="{07228677-CBAC-4E0A-85AB-949C0613B646}">
      <dgm:prSet phldrT="[Text]" custT="1"/>
      <dgm:spPr>
        <a:xfrm>
          <a:off x="0" y="1977064"/>
          <a:ext cx="6009815" cy="403081"/>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Network coverage at the HH</a:t>
          </a:r>
        </a:p>
      </dgm:t>
    </dgm:pt>
    <dgm:pt modelId="{7F7AABC5-0B26-41FE-B7C8-8520A6A9E74D}" type="parTrans" cxnId="{42912848-D270-42A7-B33B-39ED49B5EFE4}">
      <dgm:prSet/>
      <dgm:spPr/>
      <dgm:t>
        <a:bodyPr/>
        <a:lstStyle/>
        <a:p>
          <a:endParaRPr lang="en-GB" sz="1800" b="1">
            <a:latin typeface="+mn-lt"/>
            <a:cs typeface="Times New Roman" panose="02020603050405020304" pitchFamily="18" charset="0"/>
          </a:endParaRPr>
        </a:p>
      </dgm:t>
    </dgm:pt>
    <dgm:pt modelId="{EFABE055-D8DD-416F-B9EE-024502E0F143}" type="sibTrans" cxnId="{42912848-D270-42A7-B33B-39ED49B5EFE4}">
      <dgm:prSet/>
      <dgm:spPr/>
      <dgm:t>
        <a:bodyPr/>
        <a:lstStyle/>
        <a:p>
          <a:endParaRPr lang="en-GB" sz="1800" b="1">
            <a:latin typeface="+mn-lt"/>
            <a:cs typeface="Times New Roman" panose="02020603050405020304" pitchFamily="18" charset="0"/>
          </a:endParaRPr>
        </a:p>
      </dgm:t>
    </dgm:pt>
    <dgm:pt modelId="{1BB5944B-594A-4F91-9DCB-D5F6CAB178BB}">
      <dgm:prSet phldrT="[Text]" custT="1"/>
      <dgm:spPr>
        <a:xfrm>
          <a:off x="8067" y="2652484"/>
          <a:ext cx="5554936" cy="399547"/>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2nd Stage Randomization</a:t>
          </a:r>
        </a:p>
      </dgm:t>
    </dgm:pt>
    <dgm:pt modelId="{04FC86D2-30B0-4324-BBBB-9044F28A1471}" type="parTrans" cxnId="{B05C6BB4-2266-43A3-A2A5-AC6DA85F5326}">
      <dgm:prSet/>
      <dgm:spPr/>
      <dgm:t>
        <a:bodyPr/>
        <a:lstStyle/>
        <a:p>
          <a:endParaRPr lang="en-GB" sz="1800" b="1">
            <a:latin typeface="+mn-lt"/>
            <a:cs typeface="Times New Roman" panose="02020603050405020304" pitchFamily="18" charset="0"/>
          </a:endParaRPr>
        </a:p>
      </dgm:t>
    </dgm:pt>
    <dgm:pt modelId="{52FD02DB-BFC7-4B75-BA80-EACA6AFE4B1F}" type="sibTrans" cxnId="{B05C6BB4-2266-43A3-A2A5-AC6DA85F5326}">
      <dgm:prSet/>
      <dgm:spPr/>
      <dgm:t>
        <a:bodyPr/>
        <a:lstStyle/>
        <a:p>
          <a:endParaRPr lang="en-GB" sz="1800" b="1">
            <a:latin typeface="+mn-lt"/>
            <a:cs typeface="Times New Roman" panose="02020603050405020304" pitchFamily="18" charset="0"/>
          </a:endParaRPr>
        </a:p>
      </dgm:t>
    </dgm:pt>
    <dgm:pt modelId="{9119EAE5-33C1-4D76-A0B1-E22823E26883}">
      <dgm:prSet custT="1"/>
      <dgm:spPr>
        <a:xfrm>
          <a:off x="2519718" y="3377848"/>
          <a:ext cx="629263" cy="419509"/>
        </a:xfrm>
        <a:solidFill>
          <a:srgbClr val="70AD47">
            <a:lumMod val="40000"/>
            <a:lumOff val="60000"/>
          </a:srgbClr>
        </a:solidFill>
        <a:ln w="12700" cap="flat" cmpd="sng" algn="ctr">
          <a:solidFill>
            <a:srgbClr val="70AD47">
              <a:lumMod val="40000"/>
              <a:lumOff val="60000"/>
            </a:srgbClr>
          </a:solidFill>
          <a:prstDash val="solid"/>
          <a:miter lim="800000"/>
        </a:ln>
        <a:effectLst/>
      </dgm:spPr>
      <dgm:t>
        <a:bodyPr/>
        <a:lstStyle/>
        <a:p>
          <a:pPr>
            <a:buNone/>
          </a:pPr>
          <a:r>
            <a:rPr lang="en-GB" sz="1200" b="1">
              <a:solidFill>
                <a:sysClr val="windowText" lastClr="000000"/>
              </a:solidFill>
              <a:latin typeface="+mn-lt"/>
              <a:ea typeface="+mn-ea"/>
              <a:cs typeface="Times New Roman" panose="02020603050405020304" pitchFamily="18" charset="0"/>
            </a:rPr>
            <a:t>Yes</a:t>
          </a:r>
        </a:p>
        <a:p>
          <a:pPr>
            <a:buNone/>
          </a:pPr>
          <a:r>
            <a:rPr lang="en-GB" sz="1200" b="1">
              <a:solidFill>
                <a:sysClr val="windowText" lastClr="000000"/>
              </a:solidFill>
              <a:latin typeface="+mn-lt"/>
              <a:ea typeface="+mn-ea"/>
              <a:cs typeface="Times New Roman" panose="02020603050405020304" pitchFamily="18" charset="0"/>
            </a:rPr>
            <a:t>300 HHs</a:t>
          </a:r>
        </a:p>
      </dgm:t>
    </dgm:pt>
    <dgm:pt modelId="{50CB0577-EB1B-4487-8025-CB8E20D395FA}" type="parTrans" cxnId="{FBC3309B-2361-4DCB-8F14-036943470860}">
      <dgm:prSet/>
      <dgm:spPr>
        <a:xfrm>
          <a:off x="2834350" y="3054218"/>
          <a:ext cx="1057541" cy="323630"/>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61B0F3AC-D6D3-4696-AFDA-4CD23F3EB160}" type="sibTrans" cxnId="{FBC3309B-2361-4DCB-8F14-036943470860}">
      <dgm:prSet/>
      <dgm:spPr/>
      <dgm:t>
        <a:bodyPr/>
        <a:lstStyle/>
        <a:p>
          <a:endParaRPr lang="en-GB" sz="1800" b="1">
            <a:latin typeface="+mn-lt"/>
            <a:cs typeface="Times New Roman" panose="02020603050405020304" pitchFamily="18" charset="0"/>
          </a:endParaRPr>
        </a:p>
      </dgm:t>
    </dgm:pt>
    <dgm:pt modelId="{8222CD75-B8DE-4FF4-83D9-659A303EB3FD}">
      <dgm:prSet custT="1"/>
      <dgm:spPr>
        <a:xfrm>
          <a:off x="4189218" y="3380844"/>
          <a:ext cx="629263" cy="419509"/>
        </a:xfrm>
        <a:solidFill>
          <a:srgbClr val="ED7D31">
            <a:lumMod val="60000"/>
            <a:lumOff val="40000"/>
          </a:srgbClr>
        </a:solidFill>
        <a:ln w="12700" cap="flat" cmpd="sng" algn="ctr">
          <a:solidFill>
            <a:srgbClr val="ED7D31">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No</a:t>
          </a:r>
        </a:p>
        <a:p>
          <a:pPr>
            <a:buNone/>
          </a:pPr>
          <a:r>
            <a:rPr lang="en-GB" sz="1200" b="1">
              <a:solidFill>
                <a:sysClr val="window" lastClr="FFFFFF"/>
              </a:solidFill>
              <a:latin typeface="+mn-lt"/>
              <a:ea typeface="+mn-ea"/>
              <a:cs typeface="Times New Roman" panose="02020603050405020304" pitchFamily="18" charset="0"/>
            </a:rPr>
            <a:t>415 HHs</a:t>
          </a:r>
        </a:p>
      </dgm:t>
    </dgm:pt>
    <dgm:pt modelId="{93A9395F-6431-4255-95E5-E14E97649BEA}" type="parTrans" cxnId="{5D4260E5-D044-456D-95B8-56FF168D72A8}">
      <dgm:prSet/>
      <dgm:spPr>
        <a:xfrm>
          <a:off x="3891891" y="3054218"/>
          <a:ext cx="611959" cy="326625"/>
        </a:xfrm>
        <a:noFill/>
        <a:ln w="12700" cap="flat" cmpd="sng" algn="ctr">
          <a:solidFill>
            <a:srgbClr val="4472C4">
              <a:shade val="80000"/>
              <a:hueOff val="0"/>
              <a:satOff val="0"/>
              <a:lumOff val="0"/>
              <a:alphaOff val="0"/>
            </a:srgbClr>
          </a:solidFill>
          <a:prstDash val="solid"/>
          <a:miter lim="800000"/>
        </a:ln>
        <a:effectLst/>
      </dgm:spPr>
      <dgm:t>
        <a:bodyPr/>
        <a:lstStyle/>
        <a:p>
          <a:endParaRPr lang="en-GB" sz="1800" b="1">
            <a:latin typeface="+mn-lt"/>
            <a:cs typeface="Times New Roman" panose="02020603050405020304" pitchFamily="18" charset="0"/>
          </a:endParaRPr>
        </a:p>
      </dgm:t>
    </dgm:pt>
    <dgm:pt modelId="{5F3F0332-B505-4005-9C46-9D147D13422B}" type="sibTrans" cxnId="{5D4260E5-D044-456D-95B8-56FF168D72A8}">
      <dgm:prSet/>
      <dgm:spPr/>
      <dgm:t>
        <a:bodyPr/>
        <a:lstStyle/>
        <a:p>
          <a:endParaRPr lang="en-GB" sz="1800" b="1">
            <a:latin typeface="+mn-lt"/>
            <a:cs typeface="Times New Roman" panose="02020603050405020304" pitchFamily="18" charset="0"/>
          </a:endParaRPr>
        </a:p>
      </dgm:t>
    </dgm:pt>
    <dgm:pt modelId="{B80F084E-D124-4826-A0C6-258D89AAE631}">
      <dgm:prSet phldrT="[Text]" custT="1"/>
      <dgm:spPr>
        <a:xfrm>
          <a:off x="7312" y="3379182"/>
          <a:ext cx="4822549" cy="420509"/>
        </a:xfrm>
        <a:solidFill>
          <a:srgbClr val="4472C4">
            <a:tint val="40000"/>
            <a:hueOff val="0"/>
            <a:satOff val="0"/>
            <a:lumOff val="0"/>
            <a:alphaOff val="0"/>
          </a:srgbClr>
        </a:solidFill>
        <a:ln>
          <a:noFill/>
        </a:ln>
        <a:effectLst/>
      </dgm:spPr>
      <dgm:t>
        <a:bodyPr/>
        <a:lstStyle/>
        <a:p>
          <a:pPr algn="l">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3rd Stage Randomization-Phone assignment</a:t>
          </a:r>
        </a:p>
      </dgm:t>
    </dgm:pt>
    <dgm:pt modelId="{86ED274D-28D4-4C42-B97E-C0A6B471165F}" type="parTrans" cxnId="{67B70153-1C52-4F29-B0B0-75D933F52A2F}">
      <dgm:prSet/>
      <dgm:spPr/>
      <dgm:t>
        <a:bodyPr/>
        <a:lstStyle/>
        <a:p>
          <a:endParaRPr lang="en-GB" sz="1800" b="1">
            <a:latin typeface="+mn-lt"/>
            <a:cs typeface="Times New Roman" panose="02020603050405020304" pitchFamily="18" charset="0"/>
          </a:endParaRPr>
        </a:p>
      </dgm:t>
    </dgm:pt>
    <dgm:pt modelId="{04C194A7-F5F3-40C2-8FFE-CFB3D07AD5B0}" type="sibTrans" cxnId="{67B70153-1C52-4F29-B0B0-75D933F52A2F}">
      <dgm:prSet/>
      <dgm:spPr/>
      <dgm:t>
        <a:bodyPr/>
        <a:lstStyle/>
        <a:p>
          <a:endParaRPr lang="en-GB" sz="1800" b="1">
            <a:latin typeface="+mn-lt"/>
            <a:cs typeface="Times New Roman" panose="02020603050405020304" pitchFamily="18" charset="0"/>
          </a:endParaRPr>
        </a:p>
      </dgm:t>
    </dgm:pt>
    <dgm:pt modelId="{FDBED823-8EA8-4C6E-82BD-60EB46979322}">
      <dgm:prSet phldrT="[Text]" custT="1"/>
      <dgm:spPr>
        <a:xfrm>
          <a:off x="0" y="4093070"/>
          <a:ext cx="5736174" cy="420509"/>
        </a:xfrm>
        <a:solidFill>
          <a:srgbClr val="E7E6E6"/>
        </a:solidFill>
        <a:ln>
          <a:noFill/>
        </a:ln>
        <a:effectLst/>
      </dgm:spPr>
      <dgm:t>
        <a:bodyPr/>
        <a:lstStyle/>
        <a:p>
          <a:pPr algn="l">
            <a:buNone/>
          </a:pPr>
          <a:r>
            <a:rPr lang="en-GB" sz="1400" b="1">
              <a:solidFill>
                <a:srgbClr val="002060"/>
              </a:solidFill>
              <a:latin typeface="+mn-lt"/>
              <a:ea typeface="+mn-ea"/>
              <a:cs typeface="Times New Roman" panose="02020603050405020304" pitchFamily="18" charset="0"/>
            </a:rPr>
            <a:t>Completed interviews</a:t>
          </a:r>
        </a:p>
      </dgm:t>
    </dgm:pt>
    <dgm:pt modelId="{A74B6153-70A2-4491-9C12-95274C649219}" type="parTrans" cxnId="{CE760227-3C5C-4BCD-886A-B5B0B599C97D}">
      <dgm:prSet/>
      <dgm:spPr/>
      <dgm:t>
        <a:bodyPr/>
        <a:lstStyle/>
        <a:p>
          <a:endParaRPr lang="en-GB" sz="1800" b="1">
            <a:latin typeface="+mn-lt"/>
            <a:cs typeface="Times New Roman" panose="02020603050405020304" pitchFamily="18" charset="0"/>
          </a:endParaRPr>
        </a:p>
      </dgm:t>
    </dgm:pt>
    <dgm:pt modelId="{C375C334-A12D-47C8-BAE9-F419DF910CCD}" type="sibTrans" cxnId="{CE760227-3C5C-4BCD-886A-B5B0B599C97D}">
      <dgm:prSet/>
      <dgm:spPr/>
      <dgm:t>
        <a:bodyPr/>
        <a:lstStyle/>
        <a:p>
          <a:endParaRPr lang="en-GB" sz="1800" b="1">
            <a:latin typeface="+mn-lt"/>
            <a:cs typeface="Times New Roman" panose="02020603050405020304" pitchFamily="18" charset="0"/>
          </a:endParaRPr>
        </a:p>
      </dgm:t>
    </dgm:pt>
    <dgm:pt modelId="{5E41D4FB-E772-4DAD-A765-C997AAE0B272}">
      <dgm:prSet custT="1"/>
      <dgm:spPr>
        <a:xfrm>
          <a:off x="1855523" y="4094001"/>
          <a:ext cx="519419" cy="419509"/>
        </a:xfrm>
        <a:solidFill>
          <a:srgbClr val="4472C4">
            <a:lumMod val="60000"/>
            <a:lumOff val="40000"/>
          </a:srgbClr>
        </a:solidFill>
        <a:ln w="12700" cap="flat" cmpd="sng" algn="ctr">
          <a:solidFill>
            <a:srgbClr val="4472C4">
              <a:lumMod val="60000"/>
              <a:lumOff val="40000"/>
            </a:srgbClr>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157 HHs</a:t>
          </a:r>
        </a:p>
      </dgm:t>
    </dgm:pt>
    <dgm:pt modelId="{4D50F03D-49F3-4A8E-AAFD-8B412DC06677}" type="parTrans" cxnId="{0676C963-9187-4136-90B4-A5EB9153FE1B}">
      <dgm:prSet>
        <dgm:style>
          <a:lnRef idx="0">
            <a:scrgbClr r="0" g="0" b="0"/>
          </a:lnRef>
          <a:fillRef idx="0">
            <a:scrgbClr r="0" g="0" b="0"/>
          </a:fillRef>
          <a:effectRef idx="0">
            <a:scrgbClr r="0" g="0" b="0"/>
          </a:effectRef>
          <a:fontRef idx="minor">
            <a:schemeClr val="tx1"/>
          </a:fontRef>
        </dgm:style>
      </dgm:prSet>
      <dgm:spPr>
        <a:xfrm>
          <a:off x="2069513" y="1790832"/>
          <a:ext cx="91440" cy="2303169"/>
        </a:xfrm>
        <a:noFill/>
        <a:ln w="9525" cap="flat" cmpd="sng" algn="ctr">
          <a:solidFill>
            <a:srgbClr val="5B9BD5"/>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2A430B2C-3955-4132-856C-EC280BB75610}" type="sibTrans" cxnId="{0676C963-9187-4136-90B4-A5EB9153FE1B}">
      <dgm:prSet/>
      <dgm:spPr/>
      <dgm:t>
        <a:bodyPr/>
        <a:lstStyle/>
        <a:p>
          <a:endParaRPr lang="en-GB" sz="1800" b="1">
            <a:latin typeface="+mn-lt"/>
            <a:cs typeface="Times New Roman" panose="02020603050405020304" pitchFamily="18" charset="0"/>
          </a:endParaRPr>
        </a:p>
      </dgm:t>
    </dgm:pt>
    <dgm:pt modelId="{B328C12B-F47B-4775-8AFA-081ABC4B9D7E}">
      <dgm:prSet custT="1"/>
      <dgm:spPr>
        <a:xfrm>
          <a:off x="2578233" y="4094001"/>
          <a:ext cx="506884" cy="419509"/>
        </a:xfrm>
        <a:solidFill>
          <a:srgbClr val="70AD47">
            <a:lumMod val="40000"/>
            <a:lumOff val="60000"/>
          </a:srgbClr>
        </a:solidFill>
        <a:ln w="12700" cap="flat" cmpd="sng" algn="ctr">
          <a:solidFill>
            <a:srgbClr val="70AD47">
              <a:lumMod val="40000"/>
              <a:lumOff val="60000"/>
            </a:srgbClr>
          </a:solidFill>
          <a:prstDash val="solid"/>
          <a:miter lim="800000"/>
        </a:ln>
        <a:effectLst/>
      </dgm:spPr>
      <dgm:t>
        <a:bodyPr/>
        <a:lstStyle/>
        <a:p>
          <a:pPr>
            <a:buNone/>
          </a:pPr>
          <a:r>
            <a:rPr lang="en-GB" sz="1200" b="1">
              <a:solidFill>
                <a:sysClr val="windowText" lastClr="000000">
                  <a:hueOff val="0"/>
                  <a:satOff val="0"/>
                  <a:lumOff val="0"/>
                  <a:alphaOff val="0"/>
                </a:sysClr>
              </a:solidFill>
              <a:latin typeface="+mn-lt"/>
              <a:ea typeface="+mn-ea"/>
              <a:cs typeface="Times New Roman" panose="02020603050405020304" pitchFamily="18" charset="0"/>
            </a:rPr>
            <a:t>119 HHs</a:t>
          </a:r>
        </a:p>
      </dgm:t>
    </dgm:pt>
    <dgm:pt modelId="{54A1AEFF-FBDF-459A-955A-7426EA35E67F}" type="parTrans" cxnId="{72CDBDC7-698C-45E0-A1E2-E65963092FC9}">
      <dgm:prSet>
        <dgm:style>
          <a:lnRef idx="0">
            <a:scrgbClr r="0" g="0" b="0"/>
          </a:lnRef>
          <a:fillRef idx="0">
            <a:scrgbClr r="0" g="0" b="0"/>
          </a:fillRef>
          <a:effectRef idx="0">
            <a:scrgbClr r="0" g="0" b="0"/>
          </a:effectRef>
          <a:fontRef idx="minor">
            <a:schemeClr val="tx1"/>
          </a:fontRef>
        </dgm:style>
      </dgm:prSet>
      <dgm:spPr>
        <a:xfrm>
          <a:off x="2785955" y="3797358"/>
          <a:ext cx="91440" cy="296643"/>
        </a:xfrm>
        <a:noFill/>
        <a:ln w="9525" cap="flat" cmpd="sng" algn="ctr">
          <a:solidFill>
            <a:srgbClr val="70AD47"/>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B269DCEF-9FCC-42D1-99FE-E4EF08B54E52}" type="sibTrans" cxnId="{72CDBDC7-698C-45E0-A1E2-E65963092FC9}">
      <dgm:prSet/>
      <dgm:spPr/>
      <dgm:t>
        <a:bodyPr/>
        <a:lstStyle/>
        <a:p>
          <a:endParaRPr lang="en-GB" sz="1800" b="1">
            <a:latin typeface="+mn-lt"/>
            <a:cs typeface="Times New Roman" panose="02020603050405020304" pitchFamily="18" charset="0"/>
          </a:endParaRPr>
        </a:p>
      </dgm:t>
    </dgm:pt>
    <dgm:pt modelId="{3D00DAA7-0925-4B6C-8328-8DF08D8EEF08}">
      <dgm:prSet custT="1"/>
      <dgm:spPr>
        <a:xfrm>
          <a:off x="3203759" y="4094070"/>
          <a:ext cx="629263" cy="419509"/>
        </a:xfrm>
        <a:solidFill>
          <a:srgbClr val="C00000"/>
        </a:solidFill>
        <a:ln w="12700" cap="flat" cmpd="sng" algn="ctr">
          <a:solidFill>
            <a:srgbClr val="C00000"/>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294 HHs</a:t>
          </a:r>
        </a:p>
      </dgm:t>
    </dgm:pt>
    <dgm:pt modelId="{4D2EEDF6-D3ED-4268-B706-D76452134056}" type="parTrans" cxnId="{45141A62-487A-4C0D-8477-65A564CC179D}">
      <dgm:prSet>
        <dgm:style>
          <a:lnRef idx="0">
            <a:scrgbClr r="0" g="0" b="0"/>
          </a:lnRef>
          <a:fillRef idx="0">
            <a:scrgbClr r="0" g="0" b="0"/>
          </a:fillRef>
          <a:effectRef idx="0">
            <a:scrgbClr r="0" g="0" b="0"/>
          </a:effectRef>
          <a:fontRef idx="minor">
            <a:schemeClr val="tx1"/>
          </a:fontRef>
        </dgm:style>
      </dgm:prSet>
      <dgm:spPr>
        <a:xfrm>
          <a:off x="3471532" y="1807302"/>
          <a:ext cx="91440" cy="2286768"/>
        </a:xfrm>
        <a:noFill/>
        <a:ln w="9525" cap="flat" cmpd="sng" algn="ctr">
          <a:solidFill>
            <a:srgbClr val="C00000"/>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30646829-9F0F-42A0-B3BF-35525CED9AD9}" type="sibTrans" cxnId="{45141A62-487A-4C0D-8477-65A564CC179D}">
      <dgm:prSet/>
      <dgm:spPr/>
      <dgm:t>
        <a:bodyPr/>
        <a:lstStyle/>
        <a:p>
          <a:endParaRPr lang="en-GB" sz="1800" b="1">
            <a:latin typeface="+mn-lt"/>
            <a:cs typeface="Times New Roman" panose="02020603050405020304" pitchFamily="18" charset="0"/>
          </a:endParaRPr>
        </a:p>
      </dgm:t>
    </dgm:pt>
    <dgm:pt modelId="{2D4DCCBE-9620-4F30-8A8B-BB79274B8865}">
      <dgm:prSet custT="1"/>
      <dgm:spPr>
        <a:xfrm>
          <a:off x="5133624" y="4094070"/>
          <a:ext cx="629263" cy="419509"/>
        </a:xfrm>
        <a:solidFill>
          <a:srgbClr val="C00000"/>
        </a:solidFill>
        <a:ln w="12700" cap="flat" cmpd="sng" algn="ctr">
          <a:solidFill>
            <a:srgbClr val="C00000"/>
          </a:solidFill>
          <a:prstDash val="solid"/>
          <a:miter lim="800000"/>
        </a:ln>
        <a:effectLst/>
      </dgm:spPr>
      <dgm:t>
        <a:bodyPr/>
        <a:lstStyle/>
        <a:p>
          <a:pPr>
            <a:buNone/>
          </a:pPr>
          <a:r>
            <a:rPr lang="en-GB" sz="1200" b="1">
              <a:solidFill>
                <a:sysClr val="window" lastClr="FFFFFF"/>
              </a:solidFill>
              <a:latin typeface="+mn-lt"/>
              <a:ea typeface="+mn-ea"/>
              <a:cs typeface="Times New Roman" panose="02020603050405020304" pitchFamily="18" charset="0"/>
            </a:rPr>
            <a:t>675 HHs</a:t>
          </a:r>
        </a:p>
      </dgm:t>
    </dgm:pt>
    <dgm:pt modelId="{F9805257-0022-4A1B-AF62-A76E0B91BCF8}" type="parTrans" cxnId="{133636ED-5AF0-48E9-9AAA-4FE373CBB12D}">
      <dgm:prSet>
        <dgm:style>
          <a:lnRef idx="0">
            <a:scrgbClr r="0" g="0" b="0"/>
          </a:lnRef>
          <a:fillRef idx="0">
            <a:scrgbClr r="0" g="0" b="0"/>
          </a:fillRef>
          <a:effectRef idx="0">
            <a:scrgbClr r="0" g="0" b="0"/>
          </a:effectRef>
          <a:fontRef idx="minor">
            <a:schemeClr val="tx1"/>
          </a:fontRef>
        </dgm:style>
      </dgm:prSet>
      <dgm:spPr>
        <a:xfrm>
          <a:off x="5402536" y="3059076"/>
          <a:ext cx="91440" cy="1034994"/>
        </a:xfrm>
        <a:noFill/>
        <a:ln w="9525" cap="flat" cmpd="sng" algn="ctr">
          <a:solidFill>
            <a:srgbClr val="C00000"/>
          </a:solidFill>
          <a:prstDash val="solid"/>
          <a:round/>
          <a:headEnd type="none" w="med" len="med"/>
          <a:tailEnd type="arrow" w="med" len="med"/>
        </a:ln>
        <a:effectLst/>
      </dgm:spPr>
      <dgm:t>
        <a:bodyPr/>
        <a:lstStyle/>
        <a:p>
          <a:endParaRPr lang="en-GB" sz="1800" b="1">
            <a:latin typeface="+mn-lt"/>
            <a:cs typeface="Times New Roman" panose="02020603050405020304" pitchFamily="18" charset="0"/>
          </a:endParaRPr>
        </a:p>
      </dgm:t>
    </dgm:pt>
    <dgm:pt modelId="{C032BFCC-8566-4AF1-A8D7-300B40799AAF}" type="sibTrans" cxnId="{133636ED-5AF0-48E9-9AAA-4FE373CBB12D}">
      <dgm:prSet/>
      <dgm:spPr/>
      <dgm:t>
        <a:bodyPr/>
        <a:lstStyle/>
        <a:p>
          <a:endParaRPr lang="en-GB" sz="1800" b="1">
            <a:latin typeface="+mn-lt"/>
            <a:cs typeface="Times New Roman" panose="02020603050405020304" pitchFamily="18" charset="0"/>
          </a:endParaRPr>
        </a:p>
      </dgm:t>
    </dgm:pt>
    <dgm:pt modelId="{D99D9035-DD24-4034-887A-0FF0235DB550}">
      <dgm:prSet phldrT="[Text]" custT="1"/>
      <dgm:spPr>
        <a:solidFill>
          <a:srgbClr val="ED7D31">
            <a:lumMod val="60000"/>
            <a:lumOff val="40000"/>
          </a:srgbClr>
        </a:solidFill>
        <a:ln w="12700" cap="flat" cmpd="sng" algn="ctr">
          <a:solidFill>
            <a:srgbClr val="ED7D31">
              <a:lumMod val="60000"/>
              <a:lumOff val="40000"/>
            </a:srgbClr>
          </a:solidFill>
          <a:prstDash val="solid"/>
          <a:miter lim="800000"/>
        </a:ln>
        <a:effectLst/>
      </dgm:spPr>
      <dgm:t>
        <a:bodyPr spcFirstLastPara="0" vert="horz" wrap="square" lIns="45720" tIns="45720" rIns="45720" bIns="45720" numCol="1" spcCol="1270" anchor="ctr" anchorCtr="0"/>
        <a:lstStyle/>
        <a:p>
          <a:pPr marL="0" lvl="0" indent="0" algn="l" defTabSz="533400">
            <a:lnSpc>
              <a:spcPct val="90000"/>
            </a:lnSpc>
            <a:spcBef>
              <a:spcPct val="0"/>
            </a:spcBef>
            <a:spcAft>
              <a:spcPct val="35000"/>
            </a:spcAft>
            <a:buNone/>
          </a:pPr>
          <a:r>
            <a:rPr lang="en-GB" sz="1200" b="1" kern="1200">
              <a:solidFill>
                <a:schemeClr val="accent1">
                  <a:lumMod val="50000"/>
                </a:schemeClr>
              </a:solidFill>
              <a:latin typeface="Calibri" panose="020F0502020204030204"/>
              <a:ea typeface="+mn-ea"/>
              <a:cs typeface="Times New Roman" panose="02020603050405020304" pitchFamily="18" charset="0"/>
            </a:rPr>
            <a:t>Households dropped from Randomization</a:t>
          </a:r>
        </a:p>
      </dgm:t>
    </dgm:pt>
    <dgm:pt modelId="{6EAA421E-9FDE-4526-9351-50E25FCD4A7A}" type="parTrans" cxnId="{0B81DCEA-A973-4681-BE90-9D441C35627B}">
      <dgm:prSet/>
      <dgm:spPr/>
      <dgm:t>
        <a:bodyPr/>
        <a:lstStyle/>
        <a:p>
          <a:endParaRPr lang="en-GB"/>
        </a:p>
      </dgm:t>
    </dgm:pt>
    <dgm:pt modelId="{A1FEE22E-EE0E-4FB2-B601-6D1999C7C129}" type="sibTrans" cxnId="{0B81DCEA-A973-4681-BE90-9D441C35627B}">
      <dgm:prSet/>
      <dgm:spPr/>
      <dgm:t>
        <a:bodyPr/>
        <a:lstStyle/>
        <a:p>
          <a:endParaRPr lang="en-GB"/>
        </a:p>
      </dgm:t>
    </dgm:pt>
    <dgm:pt modelId="{D72A1452-2A87-9442-B461-9A65F4EF749F}" type="pres">
      <dgm:prSet presAssocID="{FE7FE6A4-8117-43B9-90D1-0B85AAC753BB}" presName="mainComposite" presStyleCnt="0">
        <dgm:presLayoutVars>
          <dgm:chPref val="1"/>
          <dgm:dir/>
          <dgm:animOne val="branch"/>
          <dgm:animLvl val="lvl"/>
          <dgm:resizeHandles val="exact"/>
        </dgm:presLayoutVars>
      </dgm:prSet>
      <dgm:spPr/>
    </dgm:pt>
    <dgm:pt modelId="{D0366C48-4B8B-BF4D-A8F7-E9536C6C3C5F}" type="pres">
      <dgm:prSet presAssocID="{FE7FE6A4-8117-43B9-90D1-0B85AAC753BB}" presName="hierFlow" presStyleCnt="0"/>
      <dgm:spPr/>
    </dgm:pt>
    <dgm:pt modelId="{4D4EF9F8-BBFD-FD42-B271-CAED4E7351D1}" type="pres">
      <dgm:prSet presAssocID="{FE7FE6A4-8117-43B9-90D1-0B85AAC753BB}" presName="firstBuf" presStyleCnt="0"/>
      <dgm:spPr/>
    </dgm:pt>
    <dgm:pt modelId="{8DD4DF53-9229-8D4A-BB68-BEFDBD204778}" type="pres">
      <dgm:prSet presAssocID="{FE7FE6A4-8117-43B9-90D1-0B85AAC753BB}" presName="hierChild1" presStyleCnt="0">
        <dgm:presLayoutVars>
          <dgm:chPref val="1"/>
          <dgm:animOne val="branch"/>
          <dgm:animLvl val="lvl"/>
        </dgm:presLayoutVars>
      </dgm:prSet>
      <dgm:spPr/>
    </dgm:pt>
    <dgm:pt modelId="{9278525D-919A-B044-8C19-F356F7FED18E}" type="pres">
      <dgm:prSet presAssocID="{0C67B769-21FC-41AF-AB02-DD1A7162C883}" presName="Name14" presStyleCnt="0"/>
      <dgm:spPr/>
    </dgm:pt>
    <dgm:pt modelId="{66118A70-7E1F-844B-8AA0-5BAD29FB3511}" type="pres">
      <dgm:prSet presAssocID="{0C67B769-21FC-41AF-AB02-DD1A7162C883}" presName="level1Shape" presStyleLbl="node0" presStyleIdx="0" presStyleCnt="1" custScaleX="124514" custScaleY="75830" custLinFactY="-4989" custLinFactNeighborY="-100000">
        <dgm:presLayoutVars>
          <dgm:chPref val="3"/>
        </dgm:presLayoutVars>
      </dgm:prSet>
      <dgm:spPr/>
    </dgm:pt>
    <dgm:pt modelId="{E61864CE-8249-8942-B913-A7B3F4EACFF8}" type="pres">
      <dgm:prSet presAssocID="{0C67B769-21FC-41AF-AB02-DD1A7162C883}" presName="hierChild2" presStyleCnt="0"/>
      <dgm:spPr/>
    </dgm:pt>
    <dgm:pt modelId="{A9DA2E46-DF14-4942-8D53-1692CC1F9BB1}" type="pres">
      <dgm:prSet presAssocID="{76DCCAB3-EF1D-41CB-BB83-BC5E55A4C10E}" presName="Name19" presStyleLbl="parChTrans1D2" presStyleIdx="0" presStyleCnt="2"/>
      <dgm:spPr/>
    </dgm:pt>
    <dgm:pt modelId="{4CB04753-0ADE-EF4E-9600-5660F4284C64}" type="pres">
      <dgm:prSet presAssocID="{9542541A-7C6C-4F9E-B50A-3C444DA191A7}" presName="Name21" presStyleCnt="0"/>
      <dgm:spPr/>
    </dgm:pt>
    <dgm:pt modelId="{E4244125-0965-6B44-936C-E7726B8AEBA6}" type="pres">
      <dgm:prSet presAssocID="{9542541A-7C6C-4F9E-B50A-3C444DA191A7}" presName="level2Shape" presStyleLbl="node2" presStyleIdx="0" presStyleCnt="2" custLinFactNeighborY="-92568"/>
      <dgm:spPr/>
    </dgm:pt>
    <dgm:pt modelId="{179BB1C6-84DF-2A47-9341-6468BDCCB2E0}" type="pres">
      <dgm:prSet presAssocID="{9542541A-7C6C-4F9E-B50A-3C444DA191A7}" presName="hierChild3" presStyleCnt="0"/>
      <dgm:spPr/>
    </dgm:pt>
    <dgm:pt modelId="{B8792C6B-5948-1B46-AED1-388137CBAB9D}" type="pres">
      <dgm:prSet presAssocID="{6CFEA9BB-F3EE-4BE6-ABC1-82B9CFC7EB90}" presName="Name19" presStyleLbl="parChTrans1D3" presStyleIdx="0" presStyleCnt="4"/>
      <dgm:spPr/>
    </dgm:pt>
    <dgm:pt modelId="{0BBC3547-228E-D244-A36C-A3A6D2403D04}" type="pres">
      <dgm:prSet presAssocID="{64DEEF0E-2F92-4AE5-910C-1F76C7C867E3}" presName="Name21" presStyleCnt="0"/>
      <dgm:spPr/>
    </dgm:pt>
    <dgm:pt modelId="{DEB8C316-7C99-F549-9FB7-4967EA6B9133}" type="pres">
      <dgm:prSet presAssocID="{64DEEF0E-2F92-4AE5-910C-1F76C7C867E3}" presName="level2Shape" presStyleLbl="node3" presStyleIdx="0" presStyleCnt="4" custLinFactNeighborY="-84448"/>
      <dgm:spPr/>
    </dgm:pt>
    <dgm:pt modelId="{086212E5-0A93-5242-A868-13D52FFB2969}" type="pres">
      <dgm:prSet presAssocID="{64DEEF0E-2F92-4AE5-910C-1F76C7C867E3}" presName="hierChild3" presStyleCnt="0"/>
      <dgm:spPr/>
    </dgm:pt>
    <dgm:pt modelId="{59219501-6D62-E444-8DB1-74B5469E76BC}" type="pres">
      <dgm:prSet presAssocID="{4D50F03D-49F3-4A8E-AAFD-8B412DC06677}" presName="Name19" presStyleLbl="parChTrans1D4" presStyleIdx="0" presStyleCnt="8"/>
      <dgm:spPr/>
    </dgm:pt>
    <dgm:pt modelId="{A5F89936-0913-2B44-805E-501AF309C55A}" type="pres">
      <dgm:prSet presAssocID="{5E41D4FB-E772-4DAD-A765-C997AAE0B272}" presName="Name21" presStyleCnt="0"/>
      <dgm:spPr/>
    </dgm:pt>
    <dgm:pt modelId="{8EC6D243-6865-554C-A0F6-3B091F58C26D}" type="pres">
      <dgm:prSet presAssocID="{5E41D4FB-E772-4DAD-A765-C997AAE0B272}" presName="level2Shape" presStyleLbl="node4" presStyleIdx="0" presStyleCnt="8" custLinFactY="159176" custLinFactNeighborY="200000"/>
      <dgm:spPr/>
    </dgm:pt>
    <dgm:pt modelId="{590AC332-8EAE-2E43-818F-2FDF242992EB}" type="pres">
      <dgm:prSet presAssocID="{5E41D4FB-E772-4DAD-A765-C997AAE0B272}" presName="hierChild3" presStyleCnt="0"/>
      <dgm:spPr/>
    </dgm:pt>
    <dgm:pt modelId="{5D9A02F5-B7C5-3B40-AF22-340227155FAB}" type="pres">
      <dgm:prSet presAssocID="{AD7D8B67-D2E4-4C38-B914-D9D607E25F07}" presName="Name19" presStyleLbl="parChTrans1D3" presStyleIdx="1" presStyleCnt="4"/>
      <dgm:spPr/>
    </dgm:pt>
    <dgm:pt modelId="{48E1B15B-4356-D745-9633-F63B43C757C8}" type="pres">
      <dgm:prSet presAssocID="{58D2AFE7-5806-45F9-83AC-540191092D15}" presName="Name21" presStyleCnt="0"/>
      <dgm:spPr/>
    </dgm:pt>
    <dgm:pt modelId="{444237DD-A2CA-A643-AA00-7D453F30B07A}" type="pres">
      <dgm:prSet presAssocID="{58D2AFE7-5806-45F9-83AC-540191092D15}" presName="level2Shape" presStyleLbl="node3" presStyleIdx="1" presStyleCnt="4" custLinFactNeighborY="-84448"/>
      <dgm:spPr/>
    </dgm:pt>
    <dgm:pt modelId="{71018DEA-E5C7-4949-A75E-5711ADE4352B}" type="pres">
      <dgm:prSet presAssocID="{58D2AFE7-5806-45F9-83AC-540191092D15}" presName="hierChild3" presStyleCnt="0"/>
      <dgm:spPr/>
    </dgm:pt>
    <dgm:pt modelId="{D9825199-E5AE-7B4A-9BBE-C2424E18ED9B}" type="pres">
      <dgm:prSet presAssocID="{4D2EEDF6-D3ED-4268-B706-D76452134056}" presName="Name19" presStyleLbl="parChTrans1D4" presStyleIdx="1" presStyleCnt="8"/>
      <dgm:spPr/>
    </dgm:pt>
    <dgm:pt modelId="{599EBFF5-A00B-154E-9A18-20F99680C2B5}" type="pres">
      <dgm:prSet presAssocID="{3D00DAA7-0925-4B6C-8328-8DF08D8EEF08}" presName="Name21" presStyleCnt="0"/>
      <dgm:spPr/>
    </dgm:pt>
    <dgm:pt modelId="{50CB9FF4-2247-EB4F-B86E-81F69FBBC69F}" type="pres">
      <dgm:prSet presAssocID="{3D00DAA7-0925-4B6C-8328-8DF08D8EEF08}" presName="level2Shape" presStyleLbl="node4" presStyleIdx="1" presStyleCnt="8" custLinFactY="159176" custLinFactNeighborX="-1" custLinFactNeighborY="200000"/>
      <dgm:spPr/>
    </dgm:pt>
    <dgm:pt modelId="{793A30C1-2AC0-6C4E-85ED-DD09200A69F7}" type="pres">
      <dgm:prSet presAssocID="{3D00DAA7-0925-4B6C-8328-8DF08D8EEF08}" presName="hierChild3" presStyleCnt="0"/>
      <dgm:spPr/>
    </dgm:pt>
    <dgm:pt modelId="{28B8A157-8F39-D743-B1F3-3643E3C86BD5}" type="pres">
      <dgm:prSet presAssocID="{A855079C-B880-4C42-BA28-4BD558B32882}" presName="Name19" presStyleLbl="parChTrans1D2" presStyleIdx="1" presStyleCnt="2"/>
      <dgm:spPr/>
    </dgm:pt>
    <dgm:pt modelId="{A72012CA-EAC7-AA43-818B-A858CD61CC09}" type="pres">
      <dgm:prSet presAssocID="{74256BAD-266A-4CC8-AB2C-91AB461545DA}" presName="Name21" presStyleCnt="0"/>
      <dgm:spPr/>
    </dgm:pt>
    <dgm:pt modelId="{FCA9E794-F7F8-6D44-8016-45E373ADB084}" type="pres">
      <dgm:prSet presAssocID="{74256BAD-266A-4CC8-AB2C-91AB461545DA}" presName="level2Shape" presStyleLbl="node2" presStyleIdx="1" presStyleCnt="2" custLinFactNeighborY="-92568"/>
      <dgm:spPr/>
    </dgm:pt>
    <dgm:pt modelId="{F0FDC3E4-A993-094D-88CD-87B9251AF345}" type="pres">
      <dgm:prSet presAssocID="{74256BAD-266A-4CC8-AB2C-91AB461545DA}" presName="hierChild3" presStyleCnt="0"/>
      <dgm:spPr/>
    </dgm:pt>
    <dgm:pt modelId="{BF40C53A-AB3E-0D46-92A9-9A2DDD68D35E}" type="pres">
      <dgm:prSet presAssocID="{8E27D422-14B9-4327-970B-ABB2F6FF5814}" presName="Name19" presStyleLbl="parChTrans1D3" presStyleIdx="2" presStyleCnt="4"/>
      <dgm:spPr/>
    </dgm:pt>
    <dgm:pt modelId="{B8C07758-1184-8041-BC78-4C7560535772}" type="pres">
      <dgm:prSet presAssocID="{01445E5D-C1FF-4826-B36F-702B11120BE9}" presName="Name21" presStyleCnt="0"/>
      <dgm:spPr/>
    </dgm:pt>
    <dgm:pt modelId="{946A0C3C-CE0A-6D43-A465-3AA43B78AAED}" type="pres">
      <dgm:prSet presAssocID="{01445E5D-C1FF-4826-B36F-702B11120BE9}" presName="level2Shape" presStyleLbl="node3" presStyleIdx="2" presStyleCnt="4" custLinFactNeighborX="-8384" custLinFactNeighborY="41621"/>
      <dgm:spPr/>
    </dgm:pt>
    <dgm:pt modelId="{D0689F0B-3A7B-A64E-A4E1-95C0C455178D}" type="pres">
      <dgm:prSet presAssocID="{01445E5D-C1FF-4826-B36F-702B11120BE9}" presName="hierChild3" presStyleCnt="0"/>
      <dgm:spPr/>
    </dgm:pt>
    <dgm:pt modelId="{3D9D0A8B-2265-694A-ACF7-8FC0898E2811}" type="pres">
      <dgm:prSet presAssocID="{7EA47F47-089C-48D4-98D2-F4BA4D655F8D}" presName="Name19" presStyleLbl="parChTrans1D4" presStyleIdx="2" presStyleCnt="8"/>
      <dgm:spPr/>
    </dgm:pt>
    <dgm:pt modelId="{ED247415-44A3-7841-8DF4-5FBA314D890E}" type="pres">
      <dgm:prSet presAssocID="{01BDF081-8E67-4107-890C-A7E5FE77EC6A}" presName="Name21" presStyleCnt="0"/>
      <dgm:spPr/>
    </dgm:pt>
    <dgm:pt modelId="{9EFB175B-605B-4140-9C26-4E564AD0CC52}" type="pres">
      <dgm:prSet presAssocID="{01BDF081-8E67-4107-890C-A7E5FE77EC6A}" presName="level2Shape" presStyleLbl="node4" presStyleIdx="2" presStyleCnt="8" custLinFactNeighborY="63626"/>
      <dgm:spPr/>
    </dgm:pt>
    <dgm:pt modelId="{02881B55-6960-B14D-B47C-BFFB69B7C77F}" type="pres">
      <dgm:prSet presAssocID="{01BDF081-8E67-4107-890C-A7E5FE77EC6A}" presName="hierChild3" presStyleCnt="0"/>
      <dgm:spPr/>
    </dgm:pt>
    <dgm:pt modelId="{F4314E0C-3E79-9F47-8952-C976AD7E51C4}" type="pres">
      <dgm:prSet presAssocID="{50CB0577-EB1B-4487-8025-CB8E20D395FA}" presName="Name19" presStyleLbl="parChTrans1D4" presStyleIdx="3" presStyleCnt="8"/>
      <dgm:spPr/>
    </dgm:pt>
    <dgm:pt modelId="{D448CE52-7F55-EE48-B963-FD97C472D55A}" type="pres">
      <dgm:prSet presAssocID="{9119EAE5-33C1-4D76-A0B1-E22823E26883}" presName="Name21" presStyleCnt="0"/>
      <dgm:spPr/>
    </dgm:pt>
    <dgm:pt modelId="{F10D4D6F-2A08-4E42-9E68-7F18AE582191}" type="pres">
      <dgm:prSet presAssocID="{9119EAE5-33C1-4D76-A0B1-E22823E26883}" presName="level2Shape" presStyleLbl="node4" presStyleIdx="3" presStyleCnt="8" custScaleY="91883" custLinFactNeighborX="-4192" custLinFactNeighborY="98419"/>
      <dgm:spPr/>
    </dgm:pt>
    <dgm:pt modelId="{6E867691-61A2-C942-9191-C63F635B8839}" type="pres">
      <dgm:prSet presAssocID="{9119EAE5-33C1-4D76-A0B1-E22823E26883}" presName="hierChild3" presStyleCnt="0"/>
      <dgm:spPr/>
    </dgm:pt>
    <dgm:pt modelId="{0A71CDD4-D3F2-0842-A8F9-DE98973F8587}" type="pres">
      <dgm:prSet presAssocID="{54A1AEFF-FBDF-459A-955A-7426EA35E67F}" presName="Name19" presStyleLbl="parChTrans1D4" presStyleIdx="4" presStyleCnt="8"/>
      <dgm:spPr/>
    </dgm:pt>
    <dgm:pt modelId="{0A82264A-4092-DF40-91A1-2C966F00F415}" type="pres">
      <dgm:prSet presAssocID="{B328C12B-F47B-4775-8AFA-081ABC4B9D7E}" presName="Name21" presStyleCnt="0"/>
      <dgm:spPr/>
    </dgm:pt>
    <dgm:pt modelId="{C11F24E0-54C3-3743-B42A-DECFCB26DCA2}" type="pres">
      <dgm:prSet presAssocID="{B328C12B-F47B-4775-8AFA-081ABC4B9D7E}" presName="level2Shape" presStyleLbl="node4" presStyleIdx="4" presStyleCnt="8" custLinFactNeighborX="-4192" custLinFactNeighborY="87293"/>
      <dgm:spPr/>
    </dgm:pt>
    <dgm:pt modelId="{DB09277B-66BE-9D42-8D57-64BBC8592327}" type="pres">
      <dgm:prSet presAssocID="{B328C12B-F47B-4775-8AFA-081ABC4B9D7E}" presName="hierChild3" presStyleCnt="0"/>
      <dgm:spPr/>
    </dgm:pt>
    <dgm:pt modelId="{8B13274A-8121-D545-B2A2-79E6DAE88A96}" type="pres">
      <dgm:prSet presAssocID="{93A9395F-6431-4255-95E5-E14E97649BEA}" presName="Name19" presStyleLbl="parChTrans1D4" presStyleIdx="5" presStyleCnt="8"/>
      <dgm:spPr/>
    </dgm:pt>
    <dgm:pt modelId="{6C6553AB-A206-654A-AEC8-3817B1DEF7DA}" type="pres">
      <dgm:prSet presAssocID="{8222CD75-B8DE-4FF4-83D9-659A303EB3FD}" presName="Name21" presStyleCnt="0"/>
      <dgm:spPr/>
    </dgm:pt>
    <dgm:pt modelId="{99A8F828-3D2A-BE4D-9BF4-C56274166C3E}" type="pres">
      <dgm:prSet presAssocID="{8222CD75-B8DE-4FF4-83D9-659A303EB3FD}" presName="level2Shape" presStyleLbl="node4" presStyleIdx="5" presStyleCnt="8" custScaleY="88807" custLinFactNeighborX="-1397" custLinFactNeighborY="98145"/>
      <dgm:spPr/>
    </dgm:pt>
    <dgm:pt modelId="{E348787F-5796-9A41-ADBE-EA3039ED4D82}" type="pres">
      <dgm:prSet presAssocID="{8222CD75-B8DE-4FF4-83D9-659A303EB3FD}" presName="hierChild3" presStyleCnt="0"/>
      <dgm:spPr/>
    </dgm:pt>
    <dgm:pt modelId="{63102310-0CC5-1C4A-A1F2-EB13FBB0BA3A}" type="pres">
      <dgm:prSet presAssocID="{99D770DA-02B4-47CD-8BE9-C7E088544B3B}" presName="Name19" presStyleLbl="parChTrans1D4" presStyleIdx="6" presStyleCnt="8"/>
      <dgm:spPr/>
    </dgm:pt>
    <dgm:pt modelId="{41670C36-1CCE-924E-98B6-44321E20509A}" type="pres">
      <dgm:prSet presAssocID="{FFEF0BD1-DE03-46A7-BCD7-F342D814618C}" presName="Name21" presStyleCnt="0"/>
      <dgm:spPr/>
    </dgm:pt>
    <dgm:pt modelId="{EB31C227-A8C2-6A42-92DA-2B6CFD95EE9F}" type="pres">
      <dgm:prSet presAssocID="{FFEF0BD1-DE03-46A7-BCD7-F342D814618C}" presName="level2Shape" presStyleLbl="node4" presStyleIdx="6" presStyleCnt="8" custLinFactNeighborX="-5589" custLinFactNeighborY="63899"/>
      <dgm:spPr/>
    </dgm:pt>
    <dgm:pt modelId="{AB5B737C-30EC-3A4F-96EF-7E11C4ED2F51}" type="pres">
      <dgm:prSet presAssocID="{FFEF0BD1-DE03-46A7-BCD7-F342D814618C}" presName="hierChild3" presStyleCnt="0"/>
      <dgm:spPr/>
    </dgm:pt>
    <dgm:pt modelId="{7A335672-2B23-264E-A799-6299A78416B4}" type="pres">
      <dgm:prSet presAssocID="{F9805257-0022-4A1B-AF62-A76E0B91BCF8}" presName="Name19" presStyleLbl="parChTrans1D4" presStyleIdx="7" presStyleCnt="8"/>
      <dgm:spPr/>
    </dgm:pt>
    <dgm:pt modelId="{03FE9F1A-5088-F941-B98E-8D3F61C32702}" type="pres">
      <dgm:prSet presAssocID="{2D4DCCBE-9620-4F30-8A8B-BB79274B8865}" presName="Name21" presStyleCnt="0"/>
      <dgm:spPr/>
    </dgm:pt>
    <dgm:pt modelId="{1829989C-09C6-344E-932B-787BD1A0D358}" type="pres">
      <dgm:prSet presAssocID="{2D4DCCBE-9620-4F30-8A8B-BB79274B8865}" presName="level2Shape" presStyleLbl="node4" presStyleIdx="7" presStyleCnt="8" custLinFactY="100000" custLinFactNeighborX="-5589" custLinFactNeighborY="119176"/>
      <dgm:spPr/>
    </dgm:pt>
    <dgm:pt modelId="{757A8EA8-4E36-BF4B-BCEC-D985D7B019FD}" type="pres">
      <dgm:prSet presAssocID="{2D4DCCBE-9620-4F30-8A8B-BB79274B8865}" presName="hierChild3" presStyleCnt="0"/>
      <dgm:spPr/>
    </dgm:pt>
    <dgm:pt modelId="{8586D06B-759F-7144-B8FA-4DBA1D1BAFC9}" type="pres">
      <dgm:prSet presAssocID="{92AB0AB2-5FF1-464F-BEBC-2A75A0E33C5A}" presName="Name19" presStyleLbl="parChTrans1D3" presStyleIdx="3" presStyleCnt="4"/>
      <dgm:spPr/>
    </dgm:pt>
    <dgm:pt modelId="{0A2F2BA4-EE77-6B4C-9A2C-59C77B482433}" type="pres">
      <dgm:prSet presAssocID="{59820ADF-6E46-4B79-AF34-13382880D400}" presName="Name21" presStyleCnt="0"/>
      <dgm:spPr/>
    </dgm:pt>
    <dgm:pt modelId="{2CBE9CBF-D66F-7445-A358-EA4D9621F592}" type="pres">
      <dgm:prSet presAssocID="{59820ADF-6E46-4B79-AF34-13382880D400}" presName="level2Shape" presStyleLbl="node3" presStyleIdx="3" presStyleCnt="4" custScaleY="87623" custLinFactNeighborX="-1397" custLinFactNeighborY="41613"/>
      <dgm:spPr/>
    </dgm:pt>
    <dgm:pt modelId="{B17633EC-A79E-434A-B9A3-E1BB0E1ADB36}" type="pres">
      <dgm:prSet presAssocID="{59820ADF-6E46-4B79-AF34-13382880D400}" presName="hierChild3" presStyleCnt="0"/>
      <dgm:spPr/>
    </dgm:pt>
    <dgm:pt modelId="{563DC765-8F95-4F48-93CA-AE6BC041130D}" type="pres">
      <dgm:prSet presAssocID="{FE7FE6A4-8117-43B9-90D1-0B85AAC753BB}" presName="bgShapesFlow" presStyleCnt="0"/>
      <dgm:spPr/>
    </dgm:pt>
    <dgm:pt modelId="{BF1E9D6C-C68E-3A42-973E-1FCDC325E5E6}" type="pres">
      <dgm:prSet presAssocID="{04973FD9-214F-40AC-851E-26DA5F98F15B}" presName="rectComp" presStyleCnt="0"/>
      <dgm:spPr/>
    </dgm:pt>
    <dgm:pt modelId="{171CA606-7CA6-964D-9504-A42DCF01D8B8}" type="pres">
      <dgm:prSet presAssocID="{04973FD9-214F-40AC-851E-26DA5F98F15B}" presName="bgRect" presStyleLbl="bgShp" presStyleIdx="0" presStyleCnt="8" custScaleX="68483" custScaleY="55929" custLinFactNeighborX="-15687" custLinFactNeighborY="-74864"/>
      <dgm:spPr/>
    </dgm:pt>
    <dgm:pt modelId="{6784C3BC-B77F-1948-96E6-0B22085FA406}" type="pres">
      <dgm:prSet presAssocID="{04973FD9-214F-40AC-851E-26DA5F98F15B}" presName="bgRectTx" presStyleLbl="bgShp" presStyleIdx="0" presStyleCnt="8">
        <dgm:presLayoutVars>
          <dgm:bulletEnabled val="1"/>
        </dgm:presLayoutVars>
      </dgm:prSet>
      <dgm:spPr/>
    </dgm:pt>
    <dgm:pt modelId="{72188DF2-A214-4A4D-9B07-AB61C2DA8A86}" type="pres">
      <dgm:prSet presAssocID="{04973FD9-214F-40AC-851E-26DA5F98F15B}" presName="spComp" presStyleCnt="0"/>
      <dgm:spPr/>
    </dgm:pt>
    <dgm:pt modelId="{8565AD0A-F663-1141-ABCC-7BCA201BD6EB}" type="pres">
      <dgm:prSet presAssocID="{04973FD9-214F-40AC-851E-26DA5F98F15B}" presName="vSp" presStyleCnt="0"/>
      <dgm:spPr/>
    </dgm:pt>
    <dgm:pt modelId="{F224DBCF-052D-F14C-8F7E-F6A65086B4EE}" type="pres">
      <dgm:prSet presAssocID="{7C221074-8432-4495-9265-D4081B985FF4}" presName="rectComp" presStyleCnt="0"/>
      <dgm:spPr/>
    </dgm:pt>
    <dgm:pt modelId="{3BE79F93-B4C4-F74D-B0BE-53C9D46F49E3}" type="pres">
      <dgm:prSet presAssocID="{7C221074-8432-4495-9265-D4081B985FF4}" presName="bgRect" presStyleLbl="bgShp" presStyleIdx="1" presStyleCnt="8" custScaleX="90709" custScaleY="72965" custLinFactNeighborX="-4645" custLinFactNeighborY="-37308"/>
      <dgm:spPr/>
    </dgm:pt>
    <dgm:pt modelId="{0B7D68F3-1162-A348-A721-0AB7B574E462}" type="pres">
      <dgm:prSet presAssocID="{7C221074-8432-4495-9265-D4081B985FF4}" presName="bgRectTx" presStyleLbl="bgShp" presStyleIdx="1" presStyleCnt="8">
        <dgm:presLayoutVars>
          <dgm:bulletEnabled val="1"/>
        </dgm:presLayoutVars>
      </dgm:prSet>
      <dgm:spPr/>
    </dgm:pt>
    <dgm:pt modelId="{1915558B-C030-E344-8469-FF352470693E}" type="pres">
      <dgm:prSet presAssocID="{7C221074-8432-4495-9265-D4081B985FF4}" presName="spComp" presStyleCnt="0"/>
      <dgm:spPr/>
    </dgm:pt>
    <dgm:pt modelId="{B6E51854-E68C-AF40-B9CE-720221E4587D}" type="pres">
      <dgm:prSet presAssocID="{7C221074-8432-4495-9265-D4081B985FF4}" presName="vSp" presStyleCnt="0"/>
      <dgm:spPr/>
    </dgm:pt>
    <dgm:pt modelId="{05F278D2-B0E7-B042-A079-C7F46A225635}" type="pres">
      <dgm:prSet presAssocID="{8D866D95-34AC-4176-859E-E36C00CD1333}" presName="rectComp" presStyleCnt="0"/>
      <dgm:spPr/>
    </dgm:pt>
    <dgm:pt modelId="{34510B1F-C476-4946-ADCC-5B7F453F54A5}" type="pres">
      <dgm:prSet presAssocID="{8D866D95-34AC-4176-859E-E36C00CD1333}" presName="bgRect" presStyleLbl="bgShp" presStyleIdx="2" presStyleCnt="8" custScaleX="53730" custScaleY="77363" custLinFactNeighborX="-22989" custLinFactNeighborY="-4561"/>
      <dgm:spPr/>
    </dgm:pt>
    <dgm:pt modelId="{F5635429-CD7B-634C-B1D2-48A5673DC987}" type="pres">
      <dgm:prSet presAssocID="{8D866D95-34AC-4176-859E-E36C00CD1333}" presName="bgRectTx" presStyleLbl="bgShp" presStyleIdx="2" presStyleCnt="8">
        <dgm:presLayoutVars>
          <dgm:bulletEnabled val="1"/>
        </dgm:presLayoutVars>
      </dgm:prSet>
      <dgm:spPr/>
    </dgm:pt>
    <dgm:pt modelId="{CA990B62-35B6-DC4F-96F1-C63416747633}" type="pres">
      <dgm:prSet presAssocID="{8D866D95-34AC-4176-859E-E36C00CD1333}" presName="spComp" presStyleCnt="0"/>
      <dgm:spPr/>
    </dgm:pt>
    <dgm:pt modelId="{6E676C2B-8C05-2F4C-8B2B-63D8A078B3F1}" type="pres">
      <dgm:prSet presAssocID="{8D866D95-34AC-4176-859E-E36C00CD1333}" presName="vSp" presStyleCnt="0"/>
      <dgm:spPr/>
    </dgm:pt>
    <dgm:pt modelId="{347F6920-E6A4-8443-B672-E276932BF712}" type="pres">
      <dgm:prSet presAssocID="{07228677-CBAC-4E0A-85AB-949C0613B646}" presName="rectComp" presStyleCnt="0"/>
      <dgm:spPr/>
    </dgm:pt>
    <dgm:pt modelId="{D7ADFA9C-3DD7-9244-BDB6-CF604683FCBE}" type="pres">
      <dgm:prSet presAssocID="{07228677-CBAC-4E0A-85AB-949C0613B646}" presName="bgRect" presStyleLbl="bgShp" presStyleIdx="3" presStyleCnt="8" custScaleX="97875" custScaleY="73815" custLinFactNeighborX="-1062" custLinFactNeighborY="2826"/>
      <dgm:spPr/>
    </dgm:pt>
    <dgm:pt modelId="{CFA1AD99-8FE5-B74F-95FC-59536B23E47F}" type="pres">
      <dgm:prSet presAssocID="{07228677-CBAC-4E0A-85AB-949C0613B646}" presName="bgRectTx" presStyleLbl="bgShp" presStyleIdx="3" presStyleCnt="8">
        <dgm:presLayoutVars>
          <dgm:bulletEnabled val="1"/>
        </dgm:presLayoutVars>
      </dgm:prSet>
      <dgm:spPr/>
    </dgm:pt>
    <dgm:pt modelId="{2CA7A5DE-DF80-654E-B50C-D6BBA0C16530}" type="pres">
      <dgm:prSet presAssocID="{07228677-CBAC-4E0A-85AB-949C0613B646}" presName="spComp" presStyleCnt="0"/>
      <dgm:spPr/>
    </dgm:pt>
    <dgm:pt modelId="{EC53F7C6-1505-D54F-9D28-F2A6AE49DCEA}" type="pres">
      <dgm:prSet presAssocID="{07228677-CBAC-4E0A-85AB-949C0613B646}" presName="vSp" presStyleCnt="0"/>
      <dgm:spPr/>
    </dgm:pt>
    <dgm:pt modelId="{7A43CCD0-82A9-BF41-9AFC-092443FEC5B2}" type="pres">
      <dgm:prSet presAssocID="{1BB5944B-594A-4F91-9DCB-D5F6CAB178BB}" presName="rectComp" presStyleCnt="0"/>
      <dgm:spPr/>
    </dgm:pt>
    <dgm:pt modelId="{34D2DAE1-30C8-954B-B4DE-D352D824D6FB}" type="pres">
      <dgm:prSet presAssocID="{1BB5944B-594A-4F91-9DCB-D5F6CAB178BB}" presName="bgRect" presStyleLbl="bgShp" presStyleIdx="4" presStyleCnt="8" custScaleX="93219" custScaleY="83086" custLinFactNeighborX="-3192" custLinFactNeighborY="45559"/>
      <dgm:spPr/>
    </dgm:pt>
    <dgm:pt modelId="{9E0F01F8-646D-ED45-BE3A-FFF89136F1BD}" type="pres">
      <dgm:prSet presAssocID="{1BB5944B-594A-4F91-9DCB-D5F6CAB178BB}" presName="bgRectTx" presStyleLbl="bgShp" presStyleIdx="4" presStyleCnt="8">
        <dgm:presLayoutVars>
          <dgm:bulletEnabled val="1"/>
        </dgm:presLayoutVars>
      </dgm:prSet>
      <dgm:spPr/>
    </dgm:pt>
    <dgm:pt modelId="{4296A472-7F0C-F14B-BC96-8B9BD9A4AA51}" type="pres">
      <dgm:prSet presAssocID="{1BB5944B-594A-4F91-9DCB-D5F6CAB178BB}" presName="spComp" presStyleCnt="0"/>
      <dgm:spPr/>
    </dgm:pt>
    <dgm:pt modelId="{BD1A0648-0F07-854D-B0E1-4BA066083743}" type="pres">
      <dgm:prSet presAssocID="{1BB5944B-594A-4F91-9DCB-D5F6CAB178BB}" presName="vSp" presStyleCnt="0"/>
      <dgm:spPr/>
    </dgm:pt>
    <dgm:pt modelId="{3B494682-4C70-4C4A-9D46-437FC9EC3608}" type="pres">
      <dgm:prSet presAssocID="{B80F084E-D124-4826-A0C6-258D89AAE631}" presName="rectComp" presStyleCnt="0"/>
      <dgm:spPr/>
    </dgm:pt>
    <dgm:pt modelId="{092A06C9-F4FF-3546-9136-9A604353F65A}" type="pres">
      <dgm:prSet presAssocID="{B80F084E-D124-4826-A0C6-258D89AAE631}" presName="bgRect" presStyleLbl="bgShp" presStyleIdx="5" presStyleCnt="8" custScaleX="80190" custScaleY="78441" custLinFactNeighborX="-9846" custLinFactNeighborY="88383"/>
      <dgm:spPr/>
    </dgm:pt>
    <dgm:pt modelId="{B18F4095-1C6C-1749-B3B7-1A62680C9AE2}" type="pres">
      <dgm:prSet presAssocID="{B80F084E-D124-4826-A0C6-258D89AAE631}" presName="bgRectTx" presStyleLbl="bgShp" presStyleIdx="5" presStyleCnt="8">
        <dgm:presLayoutVars>
          <dgm:bulletEnabled val="1"/>
        </dgm:presLayoutVars>
      </dgm:prSet>
      <dgm:spPr/>
    </dgm:pt>
    <dgm:pt modelId="{882B2ED5-525A-374F-9ED0-17AD019D9D41}" type="pres">
      <dgm:prSet presAssocID="{B80F084E-D124-4826-A0C6-258D89AAE631}" presName="spComp" presStyleCnt="0"/>
      <dgm:spPr/>
    </dgm:pt>
    <dgm:pt modelId="{4E6EF626-D401-0645-A3AD-8F2869A3D7BE}" type="pres">
      <dgm:prSet presAssocID="{B80F084E-D124-4826-A0C6-258D89AAE631}" presName="vSp" presStyleCnt="0"/>
      <dgm:spPr/>
    </dgm:pt>
    <dgm:pt modelId="{8D9C8D27-2F14-C34A-9FA3-92ACD087A319}" type="pres">
      <dgm:prSet presAssocID="{FDBED823-8EA8-4C6E-82BD-60EB46979322}" presName="rectComp" presStyleCnt="0"/>
      <dgm:spPr/>
    </dgm:pt>
    <dgm:pt modelId="{D966A87B-5500-E24B-A0DA-07E3AB9EBD73}" type="pres">
      <dgm:prSet presAssocID="{FDBED823-8EA8-4C6E-82BD-60EB46979322}" presName="bgRect" presStyleLbl="bgShp" presStyleIdx="6" presStyleCnt="8" custScaleX="93294" custScaleY="74759" custLinFactY="1765" custLinFactNeighborX="-3388" custLinFactNeighborY="100000"/>
      <dgm:spPr/>
    </dgm:pt>
    <dgm:pt modelId="{2D7032DB-BBF6-9D4A-A830-220F066DE1ED}" type="pres">
      <dgm:prSet presAssocID="{FDBED823-8EA8-4C6E-82BD-60EB46979322}" presName="bgRectTx" presStyleLbl="bgShp" presStyleIdx="6" presStyleCnt="8">
        <dgm:presLayoutVars>
          <dgm:bulletEnabled val="1"/>
        </dgm:presLayoutVars>
      </dgm:prSet>
      <dgm:spPr/>
    </dgm:pt>
    <dgm:pt modelId="{DEC95A79-D882-4A17-8250-802D22076E54}" type="pres">
      <dgm:prSet presAssocID="{FDBED823-8EA8-4C6E-82BD-60EB46979322}" presName="spComp" presStyleCnt="0"/>
      <dgm:spPr/>
    </dgm:pt>
    <dgm:pt modelId="{6D9B2C42-CD1D-4A8F-9592-3889B2FEFB21}" type="pres">
      <dgm:prSet presAssocID="{FDBED823-8EA8-4C6E-82BD-60EB46979322}" presName="vSp" presStyleCnt="0"/>
      <dgm:spPr/>
    </dgm:pt>
    <dgm:pt modelId="{61BD3A88-7170-482E-A9BC-1042214FCE6E}" type="pres">
      <dgm:prSet presAssocID="{D99D9035-DD24-4034-887A-0FF0235DB550}" presName="rectComp" presStyleCnt="0"/>
      <dgm:spPr/>
    </dgm:pt>
    <dgm:pt modelId="{1D93FEE2-AAF7-49CB-AAFD-18C68A84D77A}" type="pres">
      <dgm:prSet presAssocID="{D99D9035-DD24-4034-887A-0FF0235DB550}" presName="bgRect" presStyleLbl="bgShp" presStyleIdx="7" presStyleCnt="8" custScaleX="100000" custScaleY="49780" custLinFactY="10663" custLinFactNeighborY="100000"/>
      <dgm:spPr>
        <a:xfrm>
          <a:off x="0" y="6295582"/>
          <a:ext cx="8814109" cy="365495"/>
        </a:xfrm>
        <a:prstGeom prst="roundRect">
          <a:avLst>
            <a:gd name="adj" fmla="val 10000"/>
          </a:avLst>
        </a:prstGeom>
      </dgm:spPr>
    </dgm:pt>
    <dgm:pt modelId="{D9ADE3D0-F09C-415F-A621-F63671ADE622}" type="pres">
      <dgm:prSet presAssocID="{D99D9035-DD24-4034-887A-0FF0235DB550}" presName="bgRectTx" presStyleLbl="bgShp" presStyleIdx="7" presStyleCnt="8">
        <dgm:presLayoutVars>
          <dgm:bulletEnabled val="1"/>
        </dgm:presLayoutVars>
      </dgm:prSet>
      <dgm:spPr/>
    </dgm:pt>
  </dgm:ptLst>
  <dgm:cxnLst>
    <dgm:cxn modelId="{0A431304-15ED-7047-BA19-85DD5D7685AC}" type="presOf" srcId="{04973FD9-214F-40AC-851E-26DA5F98F15B}" destId="{171CA606-7CA6-964D-9504-A42DCF01D8B8}" srcOrd="0" destOrd="0" presId="urn:microsoft.com/office/officeart/2005/8/layout/hierarchy6"/>
    <dgm:cxn modelId="{A372B608-2301-4A15-8CC2-8D607C950D6F}" srcId="{FE7FE6A4-8117-43B9-90D1-0B85AAC753BB}" destId="{7C221074-8432-4495-9265-D4081B985FF4}" srcOrd="2" destOrd="0" parTransId="{9809763D-625C-4092-BC08-FF959B878294}" sibTransId="{4FC10E7E-A4B8-4DE2-8ABB-8AFDC0227B5E}"/>
    <dgm:cxn modelId="{C2C66819-1274-9F48-B6AA-71B97B782F02}" type="presOf" srcId="{B80F084E-D124-4826-A0C6-258D89AAE631}" destId="{B18F4095-1C6C-1749-B3B7-1A62680C9AE2}" srcOrd="1" destOrd="0" presId="urn:microsoft.com/office/officeart/2005/8/layout/hierarchy6"/>
    <dgm:cxn modelId="{4C4B6D1A-222E-6A42-BE3A-A4B761A3BC0C}" type="presOf" srcId="{01445E5D-C1FF-4826-B36F-702B11120BE9}" destId="{946A0C3C-CE0A-6D43-A465-3AA43B78AAED}" srcOrd="0" destOrd="0" presId="urn:microsoft.com/office/officeart/2005/8/layout/hierarchy6"/>
    <dgm:cxn modelId="{98E76F1E-68A9-9249-9E98-DA7E6A5F87EC}" type="presOf" srcId="{0C67B769-21FC-41AF-AB02-DD1A7162C883}" destId="{66118A70-7E1F-844B-8AA0-5BAD29FB3511}" srcOrd="0" destOrd="0" presId="urn:microsoft.com/office/officeart/2005/8/layout/hierarchy6"/>
    <dgm:cxn modelId="{02466920-400E-C84A-8314-56ABB5BBE5DB}" type="presOf" srcId="{58D2AFE7-5806-45F9-83AC-540191092D15}" destId="{444237DD-A2CA-A643-AA00-7D453F30B07A}" srcOrd="0" destOrd="0" presId="urn:microsoft.com/office/officeart/2005/8/layout/hierarchy6"/>
    <dgm:cxn modelId="{E28ED023-67BF-C143-A097-0A7D0891258F}" type="presOf" srcId="{FE7FE6A4-8117-43B9-90D1-0B85AAC753BB}" destId="{D72A1452-2A87-9442-B461-9A65F4EF749F}" srcOrd="0" destOrd="0" presId="urn:microsoft.com/office/officeart/2005/8/layout/hierarchy6"/>
    <dgm:cxn modelId="{E3FBD124-2347-6648-8D2B-929E0E8A10DB}" type="presOf" srcId="{7C221074-8432-4495-9265-D4081B985FF4}" destId="{0B7D68F3-1162-A348-A721-0AB7B574E462}" srcOrd="1" destOrd="0" presId="urn:microsoft.com/office/officeart/2005/8/layout/hierarchy6"/>
    <dgm:cxn modelId="{722AB625-1BA6-6045-83E5-BA19018B255B}" type="presOf" srcId="{92AB0AB2-5FF1-464F-BEBC-2A75A0E33C5A}" destId="{8586D06B-759F-7144-B8FA-4DBA1D1BAFC9}" srcOrd="0" destOrd="0" presId="urn:microsoft.com/office/officeart/2005/8/layout/hierarchy6"/>
    <dgm:cxn modelId="{CE760227-3C5C-4BCD-886A-B5B0B599C97D}" srcId="{FE7FE6A4-8117-43B9-90D1-0B85AAC753BB}" destId="{FDBED823-8EA8-4C6E-82BD-60EB46979322}" srcOrd="7" destOrd="0" parTransId="{A74B6153-70A2-4491-9C12-95274C649219}" sibTransId="{C375C334-A12D-47C8-BAE9-F419DF910CCD}"/>
    <dgm:cxn modelId="{A4D66E2D-28F5-49AC-923A-9FC35546F6AA}" srcId="{FE7FE6A4-8117-43B9-90D1-0B85AAC753BB}" destId="{0C67B769-21FC-41AF-AB02-DD1A7162C883}" srcOrd="0" destOrd="0" parTransId="{3663E0D0-282B-425C-A620-08467FF3B0F5}" sibTransId="{DE83CD5C-6A94-4452-B0CB-D1174F184192}"/>
    <dgm:cxn modelId="{658A8A35-3AF5-C64A-8AE4-A651C331B2AD}" type="presOf" srcId="{8D866D95-34AC-4176-859E-E36C00CD1333}" destId="{34510B1F-C476-4946-ADCC-5B7F453F54A5}" srcOrd="0" destOrd="0" presId="urn:microsoft.com/office/officeart/2005/8/layout/hierarchy6"/>
    <dgm:cxn modelId="{4B11CD36-ED85-BA49-AD69-0F201D4087B8}" type="presOf" srcId="{8D866D95-34AC-4176-859E-E36C00CD1333}" destId="{F5635429-CD7B-634C-B1D2-48A5673DC987}" srcOrd="1" destOrd="0" presId="urn:microsoft.com/office/officeart/2005/8/layout/hierarchy6"/>
    <dgm:cxn modelId="{1816633D-7353-4197-B973-12FE91B3DF6C}" srcId="{01445E5D-C1FF-4826-B36F-702B11120BE9}" destId="{FFEF0BD1-DE03-46A7-BCD7-F342D814618C}" srcOrd="1" destOrd="0" parTransId="{99D770DA-02B4-47CD-8BE9-C7E088544B3B}" sibTransId="{76CB08BF-DBDA-4E56-8EE6-D5FEA9ACB642}"/>
    <dgm:cxn modelId="{01FA4B3D-5D62-E04C-83B1-D709D3C3EAA8}" type="presOf" srcId="{76DCCAB3-EF1D-41CB-BB83-BC5E55A4C10E}" destId="{A9DA2E46-DF14-4942-8D53-1692CC1F9BB1}" srcOrd="0" destOrd="0" presId="urn:microsoft.com/office/officeart/2005/8/layout/hierarchy6"/>
    <dgm:cxn modelId="{1376D140-E1D0-234D-949D-79322F669298}" type="presOf" srcId="{5E41D4FB-E772-4DAD-A765-C997AAE0B272}" destId="{8EC6D243-6865-554C-A0F6-3B091F58C26D}" srcOrd="0" destOrd="0" presId="urn:microsoft.com/office/officeart/2005/8/layout/hierarchy6"/>
    <dgm:cxn modelId="{6BDB4D5B-F101-574F-B491-10707B7A12B8}" type="presOf" srcId="{07228677-CBAC-4E0A-85AB-949C0613B646}" destId="{CFA1AD99-8FE5-B74F-95FC-59536B23E47F}" srcOrd="1" destOrd="0" presId="urn:microsoft.com/office/officeart/2005/8/layout/hierarchy6"/>
    <dgm:cxn modelId="{45141A62-487A-4C0D-8477-65A564CC179D}" srcId="{58D2AFE7-5806-45F9-83AC-540191092D15}" destId="{3D00DAA7-0925-4B6C-8328-8DF08D8EEF08}" srcOrd="0" destOrd="0" parTransId="{4D2EEDF6-D3ED-4268-B706-D76452134056}" sibTransId="{30646829-9F0F-42A0-B3BF-35525CED9AD9}"/>
    <dgm:cxn modelId="{AD8E0363-CF64-A747-90DD-D7042837480F}" type="presOf" srcId="{04973FD9-214F-40AC-851E-26DA5F98F15B}" destId="{6784C3BC-B77F-1948-96E6-0B22085FA406}" srcOrd="1" destOrd="0" presId="urn:microsoft.com/office/officeart/2005/8/layout/hierarchy6"/>
    <dgm:cxn modelId="{C66A0A43-AE2D-2942-9C48-946A5B9AB5D1}" type="presOf" srcId="{93A9395F-6431-4255-95E5-E14E97649BEA}" destId="{8B13274A-8121-D545-B2A2-79E6DAE88A96}" srcOrd="0" destOrd="0" presId="urn:microsoft.com/office/officeart/2005/8/layout/hierarchy6"/>
    <dgm:cxn modelId="{F6941743-6B8B-544B-8400-4D0F0220E530}" type="presOf" srcId="{9542541A-7C6C-4F9E-B50A-3C444DA191A7}" destId="{E4244125-0965-6B44-936C-E7726B8AEBA6}" srcOrd="0" destOrd="0" presId="urn:microsoft.com/office/officeart/2005/8/layout/hierarchy6"/>
    <dgm:cxn modelId="{31C4A663-90E0-4EC8-BF38-8EE6F5799287}" srcId="{FE7FE6A4-8117-43B9-90D1-0B85AAC753BB}" destId="{04973FD9-214F-40AC-851E-26DA5F98F15B}" srcOrd="1" destOrd="0" parTransId="{1DB7E9A5-42ED-4EFE-B59A-BE9AB5445392}" sibTransId="{15D29F06-DB74-42F4-948A-8FB4CD003C61}"/>
    <dgm:cxn modelId="{0676C963-9187-4136-90B4-A5EB9153FE1B}" srcId="{64DEEF0E-2F92-4AE5-910C-1F76C7C867E3}" destId="{5E41D4FB-E772-4DAD-A765-C997AAE0B272}" srcOrd="0" destOrd="0" parTransId="{4D50F03D-49F3-4A8E-AAFD-8B412DC06677}" sibTransId="{2A430B2C-3955-4132-856C-EC280BB75610}"/>
    <dgm:cxn modelId="{45410F67-31D6-BD4A-A6DA-CD910E233615}" type="presOf" srcId="{9119EAE5-33C1-4D76-A0B1-E22823E26883}" destId="{F10D4D6F-2A08-4E42-9E68-7F18AE582191}" srcOrd="0" destOrd="0" presId="urn:microsoft.com/office/officeart/2005/8/layout/hierarchy6"/>
    <dgm:cxn modelId="{42912848-D270-42A7-B33B-39ED49B5EFE4}" srcId="{FE7FE6A4-8117-43B9-90D1-0B85AAC753BB}" destId="{07228677-CBAC-4E0A-85AB-949C0613B646}" srcOrd="4" destOrd="0" parTransId="{7F7AABC5-0B26-41FE-B7C8-8520A6A9E74D}" sibTransId="{EFABE055-D8DD-416F-B9EE-024502E0F143}"/>
    <dgm:cxn modelId="{038DA749-23AF-CF44-9046-A1832C34465A}" type="presOf" srcId="{A855079C-B880-4C42-BA28-4BD558B32882}" destId="{28B8A157-8F39-D743-B1F3-3643E3C86BD5}" srcOrd="0" destOrd="0" presId="urn:microsoft.com/office/officeart/2005/8/layout/hierarchy6"/>
    <dgm:cxn modelId="{B1761B4B-1873-4A30-A7AF-DDC5E978CCE2}" srcId="{74256BAD-266A-4CC8-AB2C-91AB461545DA}" destId="{01445E5D-C1FF-4826-B36F-702B11120BE9}" srcOrd="0" destOrd="0" parTransId="{8E27D422-14B9-4327-970B-ABB2F6FF5814}" sibTransId="{E420230D-24AC-4C04-B0BF-E421021ADFAC}"/>
    <dgm:cxn modelId="{0B336151-A13F-1149-A741-A776A33B5CDB}" type="presOf" srcId="{01BDF081-8E67-4107-890C-A7E5FE77EC6A}" destId="{9EFB175B-605B-4140-9C26-4E564AD0CC52}" srcOrd="0" destOrd="0" presId="urn:microsoft.com/office/officeart/2005/8/layout/hierarchy6"/>
    <dgm:cxn modelId="{88A0C871-C1EB-8C49-87BF-81897059C00E}" type="presOf" srcId="{B80F084E-D124-4826-A0C6-258D89AAE631}" destId="{092A06C9-F4FF-3546-9136-9A604353F65A}" srcOrd="0" destOrd="0" presId="urn:microsoft.com/office/officeart/2005/8/layout/hierarchy6"/>
    <dgm:cxn modelId="{CF86D671-0F0C-4396-B0D7-99F1270CABFD}" srcId="{9542541A-7C6C-4F9E-B50A-3C444DA191A7}" destId="{64DEEF0E-2F92-4AE5-910C-1F76C7C867E3}" srcOrd="0" destOrd="0" parTransId="{6CFEA9BB-F3EE-4BE6-ABC1-82B9CFC7EB90}" sibTransId="{71873F5F-4ED9-49BE-B7B4-7F37BD725C40}"/>
    <dgm:cxn modelId="{DB837452-5AC5-554A-8093-B9A7F08EA24E}" type="presOf" srcId="{F9805257-0022-4A1B-AF62-A76E0B91BCF8}" destId="{7A335672-2B23-264E-A799-6299A78416B4}" srcOrd="0" destOrd="0" presId="urn:microsoft.com/office/officeart/2005/8/layout/hierarchy6"/>
    <dgm:cxn modelId="{67B70153-1C52-4F29-B0B0-75D933F52A2F}" srcId="{FE7FE6A4-8117-43B9-90D1-0B85AAC753BB}" destId="{B80F084E-D124-4826-A0C6-258D89AAE631}" srcOrd="6" destOrd="0" parTransId="{86ED274D-28D4-4C42-B97E-C0A6B471165F}" sibTransId="{04C194A7-F5F3-40C2-8FFE-CFB3D07AD5B0}"/>
    <dgm:cxn modelId="{A786C573-90EE-3343-B523-F6B039D02622}" type="presOf" srcId="{4D2EEDF6-D3ED-4268-B706-D76452134056}" destId="{D9825199-E5AE-7B4A-9BBE-C2424E18ED9B}" srcOrd="0" destOrd="0" presId="urn:microsoft.com/office/officeart/2005/8/layout/hierarchy6"/>
    <dgm:cxn modelId="{6A357259-15DE-423A-9AE0-1585720E5A19}" srcId="{74256BAD-266A-4CC8-AB2C-91AB461545DA}" destId="{59820ADF-6E46-4B79-AF34-13382880D400}" srcOrd="1" destOrd="0" parTransId="{92AB0AB2-5FF1-464F-BEBC-2A75A0E33C5A}" sibTransId="{9A0375D9-5451-4FB8-B699-FB08F572B593}"/>
    <dgm:cxn modelId="{6A429C79-D9C3-714C-8EBF-61FC556151BD}" type="presOf" srcId="{FDBED823-8EA8-4C6E-82BD-60EB46979322}" destId="{D966A87B-5500-E24B-A0DA-07E3AB9EBD73}" srcOrd="0" destOrd="0" presId="urn:microsoft.com/office/officeart/2005/8/layout/hierarchy6"/>
    <dgm:cxn modelId="{641BA47A-B119-4C1C-8449-D9C5E6C2447C}" type="presOf" srcId="{D99D9035-DD24-4034-887A-0FF0235DB550}" destId="{1D93FEE2-AAF7-49CB-AAFD-18C68A84D77A}" srcOrd="0" destOrd="0" presId="urn:microsoft.com/office/officeart/2005/8/layout/hierarchy6"/>
    <dgm:cxn modelId="{1623AE7B-3BF5-094B-992A-7516C843931D}" type="presOf" srcId="{AD7D8B67-D2E4-4C38-B914-D9D607E25F07}" destId="{5D9A02F5-B7C5-3B40-AF22-340227155FAB}" srcOrd="0" destOrd="0" presId="urn:microsoft.com/office/officeart/2005/8/layout/hierarchy6"/>
    <dgm:cxn modelId="{3C7CBA86-BBC9-4505-8A7B-F4102E93B330}" srcId="{01445E5D-C1FF-4826-B36F-702B11120BE9}" destId="{01BDF081-8E67-4107-890C-A7E5FE77EC6A}" srcOrd="0" destOrd="0" parTransId="{7EA47F47-089C-48D4-98D2-F4BA4D655F8D}" sibTransId="{23160456-8526-4602-B83B-66A09B3DB1C8}"/>
    <dgm:cxn modelId="{6753DC8D-FE5A-4B48-B631-696F14D55B0D}" type="presOf" srcId="{54A1AEFF-FBDF-459A-955A-7426EA35E67F}" destId="{0A71CDD4-D3F2-0842-A8F9-DE98973F8587}" srcOrd="0" destOrd="0" presId="urn:microsoft.com/office/officeart/2005/8/layout/hierarchy6"/>
    <dgm:cxn modelId="{F70CDC8E-8640-3944-A8E5-39A23BC2868F}" type="presOf" srcId="{7C221074-8432-4495-9265-D4081B985FF4}" destId="{3BE79F93-B4C4-F74D-B0BE-53C9D46F49E3}" srcOrd="0" destOrd="0" presId="urn:microsoft.com/office/officeart/2005/8/layout/hierarchy6"/>
    <dgm:cxn modelId="{0900D88F-ADFA-3742-8EAD-2D965E888CBC}" type="presOf" srcId="{8E27D422-14B9-4327-970B-ABB2F6FF5814}" destId="{BF40C53A-AB3E-0D46-92A9-9A2DDD68D35E}" srcOrd="0" destOrd="0" presId="urn:microsoft.com/office/officeart/2005/8/layout/hierarchy6"/>
    <dgm:cxn modelId="{8B23AE92-0FF0-DC4B-9B81-F56E247FB3B3}" type="presOf" srcId="{50CB0577-EB1B-4487-8025-CB8E20D395FA}" destId="{F4314E0C-3E79-9F47-8952-C976AD7E51C4}" srcOrd="0" destOrd="0" presId="urn:microsoft.com/office/officeart/2005/8/layout/hierarchy6"/>
    <dgm:cxn modelId="{E2290297-C05F-2B49-B5A6-2A8E1BFFFBF8}" type="presOf" srcId="{7EA47F47-089C-48D4-98D2-F4BA4D655F8D}" destId="{3D9D0A8B-2265-694A-ACF7-8FC0898E2811}" srcOrd="0" destOrd="0" presId="urn:microsoft.com/office/officeart/2005/8/layout/hierarchy6"/>
    <dgm:cxn modelId="{4A254197-CD9B-434F-917C-6DA04EB5FED8}" type="presOf" srcId="{2D4DCCBE-9620-4F30-8A8B-BB79274B8865}" destId="{1829989C-09C6-344E-932B-787BD1A0D358}" srcOrd="0" destOrd="0" presId="urn:microsoft.com/office/officeart/2005/8/layout/hierarchy6"/>
    <dgm:cxn modelId="{FBC3309B-2361-4DCB-8F14-036943470860}" srcId="{01BDF081-8E67-4107-890C-A7E5FE77EC6A}" destId="{9119EAE5-33C1-4D76-A0B1-E22823E26883}" srcOrd="0" destOrd="0" parTransId="{50CB0577-EB1B-4487-8025-CB8E20D395FA}" sibTransId="{61B0F3AC-D6D3-4696-AFDA-4CD23F3EB160}"/>
    <dgm:cxn modelId="{54A15DA3-958E-4680-8C77-CD0D16AFBB08}" srcId="{0C67B769-21FC-41AF-AB02-DD1A7162C883}" destId="{9542541A-7C6C-4F9E-B50A-3C444DA191A7}" srcOrd="0" destOrd="0" parTransId="{76DCCAB3-EF1D-41CB-BB83-BC5E55A4C10E}" sibTransId="{14F59463-1A7B-4196-92B3-93DF6B999E6B}"/>
    <dgm:cxn modelId="{B3B3E5A6-7715-B242-9E6E-2992DC0A9B92}" type="presOf" srcId="{B328C12B-F47B-4775-8AFA-081ABC4B9D7E}" destId="{C11F24E0-54C3-3743-B42A-DECFCB26DCA2}" srcOrd="0" destOrd="0" presId="urn:microsoft.com/office/officeart/2005/8/layout/hierarchy6"/>
    <dgm:cxn modelId="{1A1FC0AA-4ABB-1C4F-B589-61817594D94A}" type="presOf" srcId="{3D00DAA7-0925-4B6C-8328-8DF08D8EEF08}" destId="{50CB9FF4-2247-EB4F-B86E-81F69FBBC69F}" srcOrd="0" destOrd="0" presId="urn:microsoft.com/office/officeart/2005/8/layout/hierarchy6"/>
    <dgm:cxn modelId="{1950F5AC-2BE8-FF4A-BE15-FFFF3A164581}" type="presOf" srcId="{07228677-CBAC-4E0A-85AB-949C0613B646}" destId="{D7ADFA9C-3DD7-9244-BDB6-CF604683FCBE}" srcOrd="0" destOrd="0" presId="urn:microsoft.com/office/officeart/2005/8/layout/hierarchy6"/>
    <dgm:cxn modelId="{B05C6BB4-2266-43A3-A2A5-AC6DA85F5326}" srcId="{FE7FE6A4-8117-43B9-90D1-0B85AAC753BB}" destId="{1BB5944B-594A-4F91-9DCB-D5F6CAB178BB}" srcOrd="5" destOrd="0" parTransId="{04FC86D2-30B0-4324-BBBB-9044F28A1471}" sibTransId="{52FD02DB-BFC7-4B75-BA80-EACA6AFE4B1F}"/>
    <dgm:cxn modelId="{C337ECB5-2D04-1541-9EDC-5A5246CC5EC2}" type="presOf" srcId="{FDBED823-8EA8-4C6E-82BD-60EB46979322}" destId="{2D7032DB-BBF6-9D4A-A830-220F066DE1ED}" srcOrd="1" destOrd="0" presId="urn:microsoft.com/office/officeart/2005/8/layout/hierarchy6"/>
    <dgm:cxn modelId="{D2EFEFB8-6432-7E45-91CF-D19926811A6F}" type="presOf" srcId="{1BB5944B-594A-4F91-9DCB-D5F6CAB178BB}" destId="{34D2DAE1-30C8-954B-B4DE-D352D824D6FB}" srcOrd="0" destOrd="0" presId="urn:microsoft.com/office/officeart/2005/8/layout/hierarchy6"/>
    <dgm:cxn modelId="{72CDBDC7-698C-45E0-A1E2-E65963092FC9}" srcId="{9119EAE5-33C1-4D76-A0B1-E22823E26883}" destId="{B328C12B-F47B-4775-8AFA-081ABC4B9D7E}" srcOrd="0" destOrd="0" parTransId="{54A1AEFF-FBDF-459A-955A-7426EA35E67F}" sibTransId="{B269DCEF-9FCC-42D1-99FE-E4EF08B54E52}"/>
    <dgm:cxn modelId="{49B3DCC8-2648-4224-8621-95C0B9FEEE39}" type="presOf" srcId="{D99D9035-DD24-4034-887A-0FF0235DB550}" destId="{D9ADE3D0-F09C-415F-A621-F63671ADE622}" srcOrd="1" destOrd="0" presId="urn:microsoft.com/office/officeart/2005/8/layout/hierarchy6"/>
    <dgm:cxn modelId="{7A6172CC-FE39-8544-9DE9-9822777E53F4}" type="presOf" srcId="{FFEF0BD1-DE03-46A7-BCD7-F342D814618C}" destId="{EB31C227-A8C2-6A42-92DA-2B6CFD95EE9F}" srcOrd="0" destOrd="0" presId="urn:microsoft.com/office/officeart/2005/8/layout/hierarchy6"/>
    <dgm:cxn modelId="{B91075D4-206C-4644-8498-1D9068DF02EF}" type="presOf" srcId="{1BB5944B-594A-4F91-9DCB-D5F6CAB178BB}" destId="{9E0F01F8-646D-ED45-BE3A-FFF89136F1BD}" srcOrd="1" destOrd="0" presId="urn:microsoft.com/office/officeart/2005/8/layout/hierarchy6"/>
    <dgm:cxn modelId="{502CAAD8-4C68-6542-8BBA-2CEE8948697F}" type="presOf" srcId="{6CFEA9BB-F3EE-4BE6-ABC1-82B9CFC7EB90}" destId="{B8792C6B-5948-1B46-AED1-388137CBAB9D}" srcOrd="0" destOrd="0" presId="urn:microsoft.com/office/officeart/2005/8/layout/hierarchy6"/>
    <dgm:cxn modelId="{62CA9FE1-5F1F-4116-B9B2-F3CF6EF54224}" srcId="{0C67B769-21FC-41AF-AB02-DD1A7162C883}" destId="{74256BAD-266A-4CC8-AB2C-91AB461545DA}" srcOrd="1" destOrd="0" parTransId="{A855079C-B880-4C42-BA28-4BD558B32882}" sibTransId="{59A12C06-72BD-48DA-A1C9-8D66D55E5A88}"/>
    <dgm:cxn modelId="{531E0BE2-AFAC-5B40-B166-056B6DDD1250}" type="presOf" srcId="{74256BAD-266A-4CC8-AB2C-91AB461545DA}" destId="{FCA9E794-F7F8-6D44-8016-45E373ADB084}" srcOrd="0" destOrd="0" presId="urn:microsoft.com/office/officeart/2005/8/layout/hierarchy6"/>
    <dgm:cxn modelId="{5D4260E5-D044-456D-95B8-56FF168D72A8}" srcId="{01BDF081-8E67-4107-890C-A7E5FE77EC6A}" destId="{8222CD75-B8DE-4FF4-83D9-659A303EB3FD}" srcOrd="1" destOrd="0" parTransId="{93A9395F-6431-4255-95E5-E14E97649BEA}" sibTransId="{5F3F0332-B505-4005-9C46-9D147D13422B}"/>
    <dgm:cxn modelId="{0B81DCEA-A973-4681-BE90-9D441C35627B}" srcId="{FE7FE6A4-8117-43B9-90D1-0B85AAC753BB}" destId="{D99D9035-DD24-4034-887A-0FF0235DB550}" srcOrd="8" destOrd="0" parTransId="{6EAA421E-9FDE-4526-9351-50E25FCD4A7A}" sibTransId="{A1FEE22E-EE0E-4FB2-B601-6D1999C7C129}"/>
    <dgm:cxn modelId="{133636ED-5AF0-48E9-9AAA-4FE373CBB12D}" srcId="{FFEF0BD1-DE03-46A7-BCD7-F342D814618C}" destId="{2D4DCCBE-9620-4F30-8A8B-BB79274B8865}" srcOrd="0" destOrd="0" parTransId="{F9805257-0022-4A1B-AF62-A76E0B91BCF8}" sibTransId="{C032BFCC-8566-4AF1-A8D7-300B40799AAF}"/>
    <dgm:cxn modelId="{26F0C2EE-1A15-D842-B547-5C6ECF867905}" type="presOf" srcId="{64DEEF0E-2F92-4AE5-910C-1F76C7C867E3}" destId="{DEB8C316-7C99-F549-9FB7-4967EA6B9133}" srcOrd="0" destOrd="0" presId="urn:microsoft.com/office/officeart/2005/8/layout/hierarchy6"/>
    <dgm:cxn modelId="{B52EFCF0-D39C-6A46-8153-8C7C2954D701}" type="presOf" srcId="{8222CD75-B8DE-4FF4-83D9-659A303EB3FD}" destId="{99A8F828-3D2A-BE4D-9BF4-C56274166C3E}" srcOrd="0" destOrd="0" presId="urn:microsoft.com/office/officeart/2005/8/layout/hierarchy6"/>
    <dgm:cxn modelId="{F9BEFAF5-BAA0-4F43-966A-9DE45D74BD57}" srcId="{FE7FE6A4-8117-43B9-90D1-0B85AAC753BB}" destId="{8D866D95-34AC-4176-859E-E36C00CD1333}" srcOrd="3" destOrd="0" parTransId="{3BC99DE9-AA29-4946-85D0-EC26940F1B36}" sibTransId="{1BCCD251-2CA4-4788-894B-C015DECF7FEF}"/>
    <dgm:cxn modelId="{EFCEF5F9-B005-F44F-AE1C-C70F2BB482D0}" type="presOf" srcId="{59820ADF-6E46-4B79-AF34-13382880D400}" destId="{2CBE9CBF-D66F-7445-A358-EA4D9621F592}" srcOrd="0" destOrd="0" presId="urn:microsoft.com/office/officeart/2005/8/layout/hierarchy6"/>
    <dgm:cxn modelId="{5F1932FB-EAFC-7A49-A6BB-01D0DA6B4807}" type="presOf" srcId="{4D50F03D-49F3-4A8E-AAFD-8B412DC06677}" destId="{59219501-6D62-E444-8DB1-74B5469E76BC}" srcOrd="0" destOrd="0" presId="urn:microsoft.com/office/officeart/2005/8/layout/hierarchy6"/>
    <dgm:cxn modelId="{239974FB-6D52-A545-8F8F-1BFFD31AB2E5}" type="presOf" srcId="{99D770DA-02B4-47CD-8BE9-C7E088544B3B}" destId="{63102310-0CC5-1C4A-A1F2-EB13FBB0BA3A}" srcOrd="0" destOrd="0" presId="urn:microsoft.com/office/officeart/2005/8/layout/hierarchy6"/>
    <dgm:cxn modelId="{DDB443FF-3362-46E9-8ECA-F37F935E9B82}" srcId="{9542541A-7C6C-4F9E-B50A-3C444DA191A7}" destId="{58D2AFE7-5806-45F9-83AC-540191092D15}" srcOrd="1" destOrd="0" parTransId="{AD7D8B67-D2E4-4C38-B914-D9D607E25F07}" sibTransId="{BB6FF275-A90C-4196-806E-D080C69E6C66}"/>
    <dgm:cxn modelId="{7E75B559-09FA-8049-B5AA-677E73D431AB}" type="presParOf" srcId="{D72A1452-2A87-9442-B461-9A65F4EF749F}" destId="{D0366C48-4B8B-BF4D-A8F7-E9536C6C3C5F}" srcOrd="0" destOrd="0" presId="urn:microsoft.com/office/officeart/2005/8/layout/hierarchy6"/>
    <dgm:cxn modelId="{548CEAB2-D683-A24B-8EB7-C1697ACDC379}" type="presParOf" srcId="{D0366C48-4B8B-BF4D-A8F7-E9536C6C3C5F}" destId="{4D4EF9F8-BBFD-FD42-B271-CAED4E7351D1}" srcOrd="0" destOrd="0" presId="urn:microsoft.com/office/officeart/2005/8/layout/hierarchy6"/>
    <dgm:cxn modelId="{07EC6BDD-FA52-5441-B657-1503D76115C1}" type="presParOf" srcId="{D0366C48-4B8B-BF4D-A8F7-E9536C6C3C5F}" destId="{8DD4DF53-9229-8D4A-BB68-BEFDBD204778}" srcOrd="1" destOrd="0" presId="urn:microsoft.com/office/officeart/2005/8/layout/hierarchy6"/>
    <dgm:cxn modelId="{EB0168CD-C851-694E-82F0-50E509271502}" type="presParOf" srcId="{8DD4DF53-9229-8D4A-BB68-BEFDBD204778}" destId="{9278525D-919A-B044-8C19-F356F7FED18E}" srcOrd="0" destOrd="0" presId="urn:microsoft.com/office/officeart/2005/8/layout/hierarchy6"/>
    <dgm:cxn modelId="{CE99C29E-8824-A344-9B19-B795A11E3041}" type="presParOf" srcId="{9278525D-919A-B044-8C19-F356F7FED18E}" destId="{66118A70-7E1F-844B-8AA0-5BAD29FB3511}" srcOrd="0" destOrd="0" presId="urn:microsoft.com/office/officeart/2005/8/layout/hierarchy6"/>
    <dgm:cxn modelId="{C04C1BB5-2E99-044A-826A-19F2EECA0B89}" type="presParOf" srcId="{9278525D-919A-B044-8C19-F356F7FED18E}" destId="{E61864CE-8249-8942-B913-A7B3F4EACFF8}" srcOrd="1" destOrd="0" presId="urn:microsoft.com/office/officeart/2005/8/layout/hierarchy6"/>
    <dgm:cxn modelId="{C084BA91-8FEA-0049-8EB8-EFE22DEE995F}" type="presParOf" srcId="{E61864CE-8249-8942-B913-A7B3F4EACFF8}" destId="{A9DA2E46-DF14-4942-8D53-1692CC1F9BB1}" srcOrd="0" destOrd="0" presId="urn:microsoft.com/office/officeart/2005/8/layout/hierarchy6"/>
    <dgm:cxn modelId="{A755C5F7-5352-8D41-B2A5-B9B4905C8DC2}" type="presParOf" srcId="{E61864CE-8249-8942-B913-A7B3F4EACFF8}" destId="{4CB04753-0ADE-EF4E-9600-5660F4284C64}" srcOrd="1" destOrd="0" presId="urn:microsoft.com/office/officeart/2005/8/layout/hierarchy6"/>
    <dgm:cxn modelId="{121B93A0-3729-1D46-9D05-FE9EF3CD2973}" type="presParOf" srcId="{4CB04753-0ADE-EF4E-9600-5660F4284C64}" destId="{E4244125-0965-6B44-936C-E7726B8AEBA6}" srcOrd="0" destOrd="0" presId="urn:microsoft.com/office/officeart/2005/8/layout/hierarchy6"/>
    <dgm:cxn modelId="{E5EB4370-75BA-5D48-85CF-0B80086687AE}" type="presParOf" srcId="{4CB04753-0ADE-EF4E-9600-5660F4284C64}" destId="{179BB1C6-84DF-2A47-9341-6468BDCCB2E0}" srcOrd="1" destOrd="0" presId="urn:microsoft.com/office/officeart/2005/8/layout/hierarchy6"/>
    <dgm:cxn modelId="{F7F9C11E-6F81-7A4B-A609-9264CD4DF25D}" type="presParOf" srcId="{179BB1C6-84DF-2A47-9341-6468BDCCB2E0}" destId="{B8792C6B-5948-1B46-AED1-388137CBAB9D}" srcOrd="0" destOrd="0" presId="urn:microsoft.com/office/officeart/2005/8/layout/hierarchy6"/>
    <dgm:cxn modelId="{F5F53C0A-8BA8-3140-A5C1-4B52D7CEAE68}" type="presParOf" srcId="{179BB1C6-84DF-2A47-9341-6468BDCCB2E0}" destId="{0BBC3547-228E-D244-A36C-A3A6D2403D04}" srcOrd="1" destOrd="0" presId="urn:microsoft.com/office/officeart/2005/8/layout/hierarchy6"/>
    <dgm:cxn modelId="{000566D9-2FF1-EA49-82A0-53616772DF4B}" type="presParOf" srcId="{0BBC3547-228E-D244-A36C-A3A6D2403D04}" destId="{DEB8C316-7C99-F549-9FB7-4967EA6B9133}" srcOrd="0" destOrd="0" presId="urn:microsoft.com/office/officeart/2005/8/layout/hierarchy6"/>
    <dgm:cxn modelId="{ED0864C7-E81D-4445-B9F0-E31FF791D622}" type="presParOf" srcId="{0BBC3547-228E-D244-A36C-A3A6D2403D04}" destId="{086212E5-0A93-5242-A868-13D52FFB2969}" srcOrd="1" destOrd="0" presId="urn:microsoft.com/office/officeart/2005/8/layout/hierarchy6"/>
    <dgm:cxn modelId="{2529B00F-E4BB-1B41-865B-1A9ACB1BE9D4}" type="presParOf" srcId="{086212E5-0A93-5242-A868-13D52FFB2969}" destId="{59219501-6D62-E444-8DB1-74B5469E76BC}" srcOrd="0" destOrd="0" presId="urn:microsoft.com/office/officeart/2005/8/layout/hierarchy6"/>
    <dgm:cxn modelId="{88EAE964-FB2A-6445-995E-7A3F585085A8}" type="presParOf" srcId="{086212E5-0A93-5242-A868-13D52FFB2969}" destId="{A5F89936-0913-2B44-805E-501AF309C55A}" srcOrd="1" destOrd="0" presId="urn:microsoft.com/office/officeart/2005/8/layout/hierarchy6"/>
    <dgm:cxn modelId="{DFD2E8AF-778B-B143-A22C-463C1DCD9028}" type="presParOf" srcId="{A5F89936-0913-2B44-805E-501AF309C55A}" destId="{8EC6D243-6865-554C-A0F6-3B091F58C26D}" srcOrd="0" destOrd="0" presId="urn:microsoft.com/office/officeart/2005/8/layout/hierarchy6"/>
    <dgm:cxn modelId="{5568374D-7FB5-0B45-AF58-FEB208C18DC7}" type="presParOf" srcId="{A5F89936-0913-2B44-805E-501AF309C55A}" destId="{590AC332-8EAE-2E43-818F-2FDF242992EB}" srcOrd="1" destOrd="0" presId="urn:microsoft.com/office/officeart/2005/8/layout/hierarchy6"/>
    <dgm:cxn modelId="{873BED1B-B7B1-1245-8ED9-68609BB580C4}" type="presParOf" srcId="{179BB1C6-84DF-2A47-9341-6468BDCCB2E0}" destId="{5D9A02F5-B7C5-3B40-AF22-340227155FAB}" srcOrd="2" destOrd="0" presId="urn:microsoft.com/office/officeart/2005/8/layout/hierarchy6"/>
    <dgm:cxn modelId="{F32FEEBE-891F-0949-B3A6-A4932CC2EE8D}" type="presParOf" srcId="{179BB1C6-84DF-2A47-9341-6468BDCCB2E0}" destId="{48E1B15B-4356-D745-9633-F63B43C757C8}" srcOrd="3" destOrd="0" presId="urn:microsoft.com/office/officeart/2005/8/layout/hierarchy6"/>
    <dgm:cxn modelId="{6FAE95A4-654B-974E-8DCF-4F510DE91FB4}" type="presParOf" srcId="{48E1B15B-4356-D745-9633-F63B43C757C8}" destId="{444237DD-A2CA-A643-AA00-7D453F30B07A}" srcOrd="0" destOrd="0" presId="urn:microsoft.com/office/officeart/2005/8/layout/hierarchy6"/>
    <dgm:cxn modelId="{353BED3E-4006-F140-AAC4-D6DE1A775CCC}" type="presParOf" srcId="{48E1B15B-4356-D745-9633-F63B43C757C8}" destId="{71018DEA-E5C7-4949-A75E-5711ADE4352B}" srcOrd="1" destOrd="0" presId="urn:microsoft.com/office/officeart/2005/8/layout/hierarchy6"/>
    <dgm:cxn modelId="{3356D9BF-1648-B045-858F-7F38D6DEF921}" type="presParOf" srcId="{71018DEA-E5C7-4949-A75E-5711ADE4352B}" destId="{D9825199-E5AE-7B4A-9BBE-C2424E18ED9B}" srcOrd="0" destOrd="0" presId="urn:microsoft.com/office/officeart/2005/8/layout/hierarchy6"/>
    <dgm:cxn modelId="{BE1305BB-84FB-0345-857A-0338AC3B2A41}" type="presParOf" srcId="{71018DEA-E5C7-4949-A75E-5711ADE4352B}" destId="{599EBFF5-A00B-154E-9A18-20F99680C2B5}" srcOrd="1" destOrd="0" presId="urn:microsoft.com/office/officeart/2005/8/layout/hierarchy6"/>
    <dgm:cxn modelId="{088820FC-1B47-8147-958F-D745635D509B}" type="presParOf" srcId="{599EBFF5-A00B-154E-9A18-20F99680C2B5}" destId="{50CB9FF4-2247-EB4F-B86E-81F69FBBC69F}" srcOrd="0" destOrd="0" presId="urn:microsoft.com/office/officeart/2005/8/layout/hierarchy6"/>
    <dgm:cxn modelId="{E5C1C6CE-6440-5C48-894C-AB068781B86C}" type="presParOf" srcId="{599EBFF5-A00B-154E-9A18-20F99680C2B5}" destId="{793A30C1-2AC0-6C4E-85ED-DD09200A69F7}" srcOrd="1" destOrd="0" presId="urn:microsoft.com/office/officeart/2005/8/layout/hierarchy6"/>
    <dgm:cxn modelId="{4EC4A6AD-FB9A-9145-9376-90F946A6F75B}" type="presParOf" srcId="{E61864CE-8249-8942-B913-A7B3F4EACFF8}" destId="{28B8A157-8F39-D743-B1F3-3643E3C86BD5}" srcOrd="2" destOrd="0" presId="urn:microsoft.com/office/officeart/2005/8/layout/hierarchy6"/>
    <dgm:cxn modelId="{CB0B0BD1-F86A-A045-A759-3FF9F106EC33}" type="presParOf" srcId="{E61864CE-8249-8942-B913-A7B3F4EACFF8}" destId="{A72012CA-EAC7-AA43-818B-A858CD61CC09}" srcOrd="3" destOrd="0" presId="urn:microsoft.com/office/officeart/2005/8/layout/hierarchy6"/>
    <dgm:cxn modelId="{AC3A8AAA-F759-994F-83E2-BD8A216F64E8}" type="presParOf" srcId="{A72012CA-EAC7-AA43-818B-A858CD61CC09}" destId="{FCA9E794-F7F8-6D44-8016-45E373ADB084}" srcOrd="0" destOrd="0" presId="urn:microsoft.com/office/officeart/2005/8/layout/hierarchy6"/>
    <dgm:cxn modelId="{13B2EA73-CBD0-424D-9091-1963407C7C1A}" type="presParOf" srcId="{A72012CA-EAC7-AA43-818B-A858CD61CC09}" destId="{F0FDC3E4-A993-094D-88CD-87B9251AF345}" srcOrd="1" destOrd="0" presId="urn:microsoft.com/office/officeart/2005/8/layout/hierarchy6"/>
    <dgm:cxn modelId="{6A44C2A0-547C-E44F-92D4-7E57892C401B}" type="presParOf" srcId="{F0FDC3E4-A993-094D-88CD-87B9251AF345}" destId="{BF40C53A-AB3E-0D46-92A9-9A2DDD68D35E}" srcOrd="0" destOrd="0" presId="urn:microsoft.com/office/officeart/2005/8/layout/hierarchy6"/>
    <dgm:cxn modelId="{9874F557-06D6-B24D-B98F-98277CD1D939}" type="presParOf" srcId="{F0FDC3E4-A993-094D-88CD-87B9251AF345}" destId="{B8C07758-1184-8041-BC78-4C7560535772}" srcOrd="1" destOrd="0" presId="urn:microsoft.com/office/officeart/2005/8/layout/hierarchy6"/>
    <dgm:cxn modelId="{75CE6B7C-A57B-1D43-B7B0-A3FA43064A26}" type="presParOf" srcId="{B8C07758-1184-8041-BC78-4C7560535772}" destId="{946A0C3C-CE0A-6D43-A465-3AA43B78AAED}" srcOrd="0" destOrd="0" presId="urn:microsoft.com/office/officeart/2005/8/layout/hierarchy6"/>
    <dgm:cxn modelId="{CE327B57-37C4-5D48-A0F0-D7FCA975B66A}" type="presParOf" srcId="{B8C07758-1184-8041-BC78-4C7560535772}" destId="{D0689F0B-3A7B-A64E-A4E1-95C0C455178D}" srcOrd="1" destOrd="0" presId="urn:microsoft.com/office/officeart/2005/8/layout/hierarchy6"/>
    <dgm:cxn modelId="{F9F4EB4E-78AC-5240-AAD1-7F38BBF28E5C}" type="presParOf" srcId="{D0689F0B-3A7B-A64E-A4E1-95C0C455178D}" destId="{3D9D0A8B-2265-694A-ACF7-8FC0898E2811}" srcOrd="0" destOrd="0" presId="urn:microsoft.com/office/officeart/2005/8/layout/hierarchy6"/>
    <dgm:cxn modelId="{94AE9919-1746-694E-9E04-1BBDBBC50E02}" type="presParOf" srcId="{D0689F0B-3A7B-A64E-A4E1-95C0C455178D}" destId="{ED247415-44A3-7841-8DF4-5FBA314D890E}" srcOrd="1" destOrd="0" presId="urn:microsoft.com/office/officeart/2005/8/layout/hierarchy6"/>
    <dgm:cxn modelId="{5A17B02F-6E5D-AB44-8765-1E1210571B75}" type="presParOf" srcId="{ED247415-44A3-7841-8DF4-5FBA314D890E}" destId="{9EFB175B-605B-4140-9C26-4E564AD0CC52}" srcOrd="0" destOrd="0" presId="urn:microsoft.com/office/officeart/2005/8/layout/hierarchy6"/>
    <dgm:cxn modelId="{137EBD55-9895-7146-BECB-ECDCA0491ACD}" type="presParOf" srcId="{ED247415-44A3-7841-8DF4-5FBA314D890E}" destId="{02881B55-6960-B14D-B47C-BFFB69B7C77F}" srcOrd="1" destOrd="0" presId="urn:microsoft.com/office/officeart/2005/8/layout/hierarchy6"/>
    <dgm:cxn modelId="{03B4CBDD-B6A8-304E-8809-149348955429}" type="presParOf" srcId="{02881B55-6960-B14D-B47C-BFFB69B7C77F}" destId="{F4314E0C-3E79-9F47-8952-C976AD7E51C4}" srcOrd="0" destOrd="0" presId="urn:microsoft.com/office/officeart/2005/8/layout/hierarchy6"/>
    <dgm:cxn modelId="{DE63A523-27FB-6246-B46A-F1BD3197A775}" type="presParOf" srcId="{02881B55-6960-B14D-B47C-BFFB69B7C77F}" destId="{D448CE52-7F55-EE48-B963-FD97C472D55A}" srcOrd="1" destOrd="0" presId="urn:microsoft.com/office/officeart/2005/8/layout/hierarchy6"/>
    <dgm:cxn modelId="{0DF68E65-6DBC-1745-8E18-F1B5D4C57A4B}" type="presParOf" srcId="{D448CE52-7F55-EE48-B963-FD97C472D55A}" destId="{F10D4D6F-2A08-4E42-9E68-7F18AE582191}" srcOrd="0" destOrd="0" presId="urn:microsoft.com/office/officeart/2005/8/layout/hierarchy6"/>
    <dgm:cxn modelId="{4B202C9F-5C7A-B94E-BE97-8977B6A1B37B}" type="presParOf" srcId="{D448CE52-7F55-EE48-B963-FD97C472D55A}" destId="{6E867691-61A2-C942-9191-C63F635B8839}" srcOrd="1" destOrd="0" presId="urn:microsoft.com/office/officeart/2005/8/layout/hierarchy6"/>
    <dgm:cxn modelId="{AA574678-D6C2-ED43-9A35-BC4ED8AD5BAD}" type="presParOf" srcId="{6E867691-61A2-C942-9191-C63F635B8839}" destId="{0A71CDD4-D3F2-0842-A8F9-DE98973F8587}" srcOrd="0" destOrd="0" presId="urn:microsoft.com/office/officeart/2005/8/layout/hierarchy6"/>
    <dgm:cxn modelId="{5A20844B-26D1-3448-81BA-6433A3D667DC}" type="presParOf" srcId="{6E867691-61A2-C942-9191-C63F635B8839}" destId="{0A82264A-4092-DF40-91A1-2C966F00F415}" srcOrd="1" destOrd="0" presId="urn:microsoft.com/office/officeart/2005/8/layout/hierarchy6"/>
    <dgm:cxn modelId="{FFCFDE08-BC69-1D40-BCD4-A20BEF042A4B}" type="presParOf" srcId="{0A82264A-4092-DF40-91A1-2C966F00F415}" destId="{C11F24E0-54C3-3743-B42A-DECFCB26DCA2}" srcOrd="0" destOrd="0" presId="urn:microsoft.com/office/officeart/2005/8/layout/hierarchy6"/>
    <dgm:cxn modelId="{757EABD7-F9E1-1746-9F1D-568A38C79660}" type="presParOf" srcId="{0A82264A-4092-DF40-91A1-2C966F00F415}" destId="{DB09277B-66BE-9D42-8D57-64BBC8592327}" srcOrd="1" destOrd="0" presId="urn:microsoft.com/office/officeart/2005/8/layout/hierarchy6"/>
    <dgm:cxn modelId="{6AB20AAE-625C-0C4E-AFEE-E5DADD599043}" type="presParOf" srcId="{02881B55-6960-B14D-B47C-BFFB69B7C77F}" destId="{8B13274A-8121-D545-B2A2-79E6DAE88A96}" srcOrd="2" destOrd="0" presId="urn:microsoft.com/office/officeart/2005/8/layout/hierarchy6"/>
    <dgm:cxn modelId="{8330EE0F-A5C9-414E-AFB4-047AEF7B5E11}" type="presParOf" srcId="{02881B55-6960-B14D-B47C-BFFB69B7C77F}" destId="{6C6553AB-A206-654A-AEC8-3817B1DEF7DA}" srcOrd="3" destOrd="0" presId="urn:microsoft.com/office/officeart/2005/8/layout/hierarchy6"/>
    <dgm:cxn modelId="{05F4CA65-38F1-1E44-9166-E83891DAB14B}" type="presParOf" srcId="{6C6553AB-A206-654A-AEC8-3817B1DEF7DA}" destId="{99A8F828-3D2A-BE4D-9BF4-C56274166C3E}" srcOrd="0" destOrd="0" presId="urn:microsoft.com/office/officeart/2005/8/layout/hierarchy6"/>
    <dgm:cxn modelId="{E03C8A10-87D2-0149-AC65-AD39FA0C8CBF}" type="presParOf" srcId="{6C6553AB-A206-654A-AEC8-3817B1DEF7DA}" destId="{E348787F-5796-9A41-ADBE-EA3039ED4D82}" srcOrd="1" destOrd="0" presId="urn:microsoft.com/office/officeart/2005/8/layout/hierarchy6"/>
    <dgm:cxn modelId="{E3D283CE-8356-C245-AA17-CCEF0E60C3FF}" type="presParOf" srcId="{D0689F0B-3A7B-A64E-A4E1-95C0C455178D}" destId="{63102310-0CC5-1C4A-A1F2-EB13FBB0BA3A}" srcOrd="2" destOrd="0" presId="urn:microsoft.com/office/officeart/2005/8/layout/hierarchy6"/>
    <dgm:cxn modelId="{47CD151E-DDC5-6F4F-8FB3-64327F4A826B}" type="presParOf" srcId="{D0689F0B-3A7B-A64E-A4E1-95C0C455178D}" destId="{41670C36-1CCE-924E-98B6-44321E20509A}" srcOrd="3" destOrd="0" presId="urn:microsoft.com/office/officeart/2005/8/layout/hierarchy6"/>
    <dgm:cxn modelId="{9E0A1340-4F01-6645-9772-B67EC9A8FDEA}" type="presParOf" srcId="{41670C36-1CCE-924E-98B6-44321E20509A}" destId="{EB31C227-A8C2-6A42-92DA-2B6CFD95EE9F}" srcOrd="0" destOrd="0" presId="urn:microsoft.com/office/officeart/2005/8/layout/hierarchy6"/>
    <dgm:cxn modelId="{B0956DAD-0D65-3245-B9DC-206634B94BDB}" type="presParOf" srcId="{41670C36-1CCE-924E-98B6-44321E20509A}" destId="{AB5B737C-30EC-3A4F-96EF-7E11C4ED2F51}" srcOrd="1" destOrd="0" presId="urn:microsoft.com/office/officeart/2005/8/layout/hierarchy6"/>
    <dgm:cxn modelId="{49D5C6E4-E00A-6B47-8171-2A8D9CB4566E}" type="presParOf" srcId="{AB5B737C-30EC-3A4F-96EF-7E11C4ED2F51}" destId="{7A335672-2B23-264E-A799-6299A78416B4}" srcOrd="0" destOrd="0" presId="urn:microsoft.com/office/officeart/2005/8/layout/hierarchy6"/>
    <dgm:cxn modelId="{9A640ED3-4454-AB48-94CF-A6EC7B26C934}" type="presParOf" srcId="{AB5B737C-30EC-3A4F-96EF-7E11C4ED2F51}" destId="{03FE9F1A-5088-F941-B98E-8D3F61C32702}" srcOrd="1" destOrd="0" presId="urn:microsoft.com/office/officeart/2005/8/layout/hierarchy6"/>
    <dgm:cxn modelId="{A71CB52E-9E06-8046-BD75-A762DA93B3F0}" type="presParOf" srcId="{03FE9F1A-5088-F941-B98E-8D3F61C32702}" destId="{1829989C-09C6-344E-932B-787BD1A0D358}" srcOrd="0" destOrd="0" presId="urn:microsoft.com/office/officeart/2005/8/layout/hierarchy6"/>
    <dgm:cxn modelId="{40D9E73A-E2E2-FA4F-A2B0-C2904E58459E}" type="presParOf" srcId="{03FE9F1A-5088-F941-B98E-8D3F61C32702}" destId="{757A8EA8-4E36-BF4B-BCEC-D985D7B019FD}" srcOrd="1" destOrd="0" presId="urn:microsoft.com/office/officeart/2005/8/layout/hierarchy6"/>
    <dgm:cxn modelId="{B83D7CD9-0943-A44C-8225-C662F084A4D0}" type="presParOf" srcId="{F0FDC3E4-A993-094D-88CD-87B9251AF345}" destId="{8586D06B-759F-7144-B8FA-4DBA1D1BAFC9}" srcOrd="2" destOrd="0" presId="urn:microsoft.com/office/officeart/2005/8/layout/hierarchy6"/>
    <dgm:cxn modelId="{366E3B23-4BD7-8647-A989-F1D101521B49}" type="presParOf" srcId="{F0FDC3E4-A993-094D-88CD-87B9251AF345}" destId="{0A2F2BA4-EE77-6B4C-9A2C-59C77B482433}" srcOrd="3" destOrd="0" presId="urn:microsoft.com/office/officeart/2005/8/layout/hierarchy6"/>
    <dgm:cxn modelId="{4325A569-7A26-F642-B3EA-256548295A0D}" type="presParOf" srcId="{0A2F2BA4-EE77-6B4C-9A2C-59C77B482433}" destId="{2CBE9CBF-D66F-7445-A358-EA4D9621F592}" srcOrd="0" destOrd="0" presId="urn:microsoft.com/office/officeart/2005/8/layout/hierarchy6"/>
    <dgm:cxn modelId="{1657301A-4274-3440-B320-BF366088B0E9}" type="presParOf" srcId="{0A2F2BA4-EE77-6B4C-9A2C-59C77B482433}" destId="{B17633EC-A79E-434A-B9A3-E1BB0E1ADB36}" srcOrd="1" destOrd="0" presId="urn:microsoft.com/office/officeart/2005/8/layout/hierarchy6"/>
    <dgm:cxn modelId="{FA4351E5-30F0-A44F-9F83-26FB0423B8E1}" type="presParOf" srcId="{D72A1452-2A87-9442-B461-9A65F4EF749F}" destId="{563DC765-8F95-4F48-93CA-AE6BC041130D}" srcOrd="1" destOrd="0" presId="urn:microsoft.com/office/officeart/2005/8/layout/hierarchy6"/>
    <dgm:cxn modelId="{C64EC9AD-A674-6941-97B6-7CFC480EEE10}" type="presParOf" srcId="{563DC765-8F95-4F48-93CA-AE6BC041130D}" destId="{BF1E9D6C-C68E-3A42-973E-1FCDC325E5E6}" srcOrd="0" destOrd="0" presId="urn:microsoft.com/office/officeart/2005/8/layout/hierarchy6"/>
    <dgm:cxn modelId="{F941102B-848B-A74E-B73C-8A02725E91B7}" type="presParOf" srcId="{BF1E9D6C-C68E-3A42-973E-1FCDC325E5E6}" destId="{171CA606-7CA6-964D-9504-A42DCF01D8B8}" srcOrd="0" destOrd="0" presId="urn:microsoft.com/office/officeart/2005/8/layout/hierarchy6"/>
    <dgm:cxn modelId="{E914C173-1F7E-414A-A02D-4E36B4636583}" type="presParOf" srcId="{BF1E9D6C-C68E-3A42-973E-1FCDC325E5E6}" destId="{6784C3BC-B77F-1948-96E6-0B22085FA406}" srcOrd="1" destOrd="0" presId="urn:microsoft.com/office/officeart/2005/8/layout/hierarchy6"/>
    <dgm:cxn modelId="{D60703A9-6E09-AD45-859C-6A3BC6A1D5A1}" type="presParOf" srcId="{563DC765-8F95-4F48-93CA-AE6BC041130D}" destId="{72188DF2-A214-4A4D-9B07-AB61C2DA8A86}" srcOrd="1" destOrd="0" presId="urn:microsoft.com/office/officeart/2005/8/layout/hierarchy6"/>
    <dgm:cxn modelId="{FC66A300-8825-C243-9EB5-1EEC937D6685}" type="presParOf" srcId="{72188DF2-A214-4A4D-9B07-AB61C2DA8A86}" destId="{8565AD0A-F663-1141-ABCC-7BCA201BD6EB}" srcOrd="0" destOrd="0" presId="urn:microsoft.com/office/officeart/2005/8/layout/hierarchy6"/>
    <dgm:cxn modelId="{D11D685E-0332-B442-83A8-7A82DDF19C12}" type="presParOf" srcId="{563DC765-8F95-4F48-93CA-AE6BC041130D}" destId="{F224DBCF-052D-F14C-8F7E-F6A65086B4EE}" srcOrd="2" destOrd="0" presId="urn:microsoft.com/office/officeart/2005/8/layout/hierarchy6"/>
    <dgm:cxn modelId="{A2B0C03C-585B-8E46-8012-1127EEC0A81A}" type="presParOf" srcId="{F224DBCF-052D-F14C-8F7E-F6A65086B4EE}" destId="{3BE79F93-B4C4-F74D-B0BE-53C9D46F49E3}" srcOrd="0" destOrd="0" presId="urn:microsoft.com/office/officeart/2005/8/layout/hierarchy6"/>
    <dgm:cxn modelId="{5ACC4C49-2075-FD40-A708-8BAB1129EB22}" type="presParOf" srcId="{F224DBCF-052D-F14C-8F7E-F6A65086B4EE}" destId="{0B7D68F3-1162-A348-A721-0AB7B574E462}" srcOrd="1" destOrd="0" presId="urn:microsoft.com/office/officeart/2005/8/layout/hierarchy6"/>
    <dgm:cxn modelId="{F1BDCD28-5244-2741-A301-AA3B1AA5A8B3}" type="presParOf" srcId="{563DC765-8F95-4F48-93CA-AE6BC041130D}" destId="{1915558B-C030-E344-8469-FF352470693E}" srcOrd="3" destOrd="0" presId="urn:microsoft.com/office/officeart/2005/8/layout/hierarchy6"/>
    <dgm:cxn modelId="{73100668-62E7-FE48-ADF2-564D43A8B992}" type="presParOf" srcId="{1915558B-C030-E344-8469-FF352470693E}" destId="{B6E51854-E68C-AF40-B9CE-720221E4587D}" srcOrd="0" destOrd="0" presId="urn:microsoft.com/office/officeart/2005/8/layout/hierarchy6"/>
    <dgm:cxn modelId="{6CE8CF28-6A62-2047-90AA-AB01F0DDCE41}" type="presParOf" srcId="{563DC765-8F95-4F48-93CA-AE6BC041130D}" destId="{05F278D2-B0E7-B042-A079-C7F46A225635}" srcOrd="4" destOrd="0" presId="urn:microsoft.com/office/officeart/2005/8/layout/hierarchy6"/>
    <dgm:cxn modelId="{E734F27D-DE41-C546-B19C-79573405E2A6}" type="presParOf" srcId="{05F278D2-B0E7-B042-A079-C7F46A225635}" destId="{34510B1F-C476-4946-ADCC-5B7F453F54A5}" srcOrd="0" destOrd="0" presId="urn:microsoft.com/office/officeart/2005/8/layout/hierarchy6"/>
    <dgm:cxn modelId="{AF23966B-1004-DD4B-9A8E-56D9733C9683}" type="presParOf" srcId="{05F278D2-B0E7-B042-A079-C7F46A225635}" destId="{F5635429-CD7B-634C-B1D2-48A5673DC987}" srcOrd="1" destOrd="0" presId="urn:microsoft.com/office/officeart/2005/8/layout/hierarchy6"/>
    <dgm:cxn modelId="{C73D96DA-481E-6545-BC64-AD625AB6D466}" type="presParOf" srcId="{563DC765-8F95-4F48-93CA-AE6BC041130D}" destId="{CA990B62-35B6-DC4F-96F1-C63416747633}" srcOrd="5" destOrd="0" presId="urn:microsoft.com/office/officeart/2005/8/layout/hierarchy6"/>
    <dgm:cxn modelId="{454F1EE9-1EF4-E844-ABFB-EF4E12961F0A}" type="presParOf" srcId="{CA990B62-35B6-DC4F-96F1-C63416747633}" destId="{6E676C2B-8C05-2F4C-8B2B-63D8A078B3F1}" srcOrd="0" destOrd="0" presId="urn:microsoft.com/office/officeart/2005/8/layout/hierarchy6"/>
    <dgm:cxn modelId="{43932852-628B-3C4B-8D85-81E188A9E6B1}" type="presParOf" srcId="{563DC765-8F95-4F48-93CA-AE6BC041130D}" destId="{347F6920-E6A4-8443-B672-E276932BF712}" srcOrd="6" destOrd="0" presId="urn:microsoft.com/office/officeart/2005/8/layout/hierarchy6"/>
    <dgm:cxn modelId="{24607290-90D1-1644-97FE-6DD7FD8105DF}" type="presParOf" srcId="{347F6920-E6A4-8443-B672-E276932BF712}" destId="{D7ADFA9C-3DD7-9244-BDB6-CF604683FCBE}" srcOrd="0" destOrd="0" presId="urn:microsoft.com/office/officeart/2005/8/layout/hierarchy6"/>
    <dgm:cxn modelId="{A90117B0-E48C-3E45-8661-EA4BFC02A8A5}" type="presParOf" srcId="{347F6920-E6A4-8443-B672-E276932BF712}" destId="{CFA1AD99-8FE5-B74F-95FC-59536B23E47F}" srcOrd="1" destOrd="0" presId="urn:microsoft.com/office/officeart/2005/8/layout/hierarchy6"/>
    <dgm:cxn modelId="{F579577A-770F-CC49-BB1A-A36D42A8BD8F}" type="presParOf" srcId="{563DC765-8F95-4F48-93CA-AE6BC041130D}" destId="{2CA7A5DE-DF80-654E-B50C-D6BBA0C16530}" srcOrd="7" destOrd="0" presId="urn:microsoft.com/office/officeart/2005/8/layout/hierarchy6"/>
    <dgm:cxn modelId="{D9E0EBC8-7CAD-8349-82B8-7C57B7EA9E29}" type="presParOf" srcId="{2CA7A5DE-DF80-654E-B50C-D6BBA0C16530}" destId="{EC53F7C6-1505-D54F-9D28-F2A6AE49DCEA}" srcOrd="0" destOrd="0" presId="urn:microsoft.com/office/officeart/2005/8/layout/hierarchy6"/>
    <dgm:cxn modelId="{A051E3A8-1533-EB4A-B2DC-A580EF416E2C}" type="presParOf" srcId="{563DC765-8F95-4F48-93CA-AE6BC041130D}" destId="{7A43CCD0-82A9-BF41-9AFC-092443FEC5B2}" srcOrd="8" destOrd="0" presId="urn:microsoft.com/office/officeart/2005/8/layout/hierarchy6"/>
    <dgm:cxn modelId="{C3A252A3-C127-C64C-93C5-FC495F3A75E5}" type="presParOf" srcId="{7A43CCD0-82A9-BF41-9AFC-092443FEC5B2}" destId="{34D2DAE1-30C8-954B-B4DE-D352D824D6FB}" srcOrd="0" destOrd="0" presId="urn:microsoft.com/office/officeart/2005/8/layout/hierarchy6"/>
    <dgm:cxn modelId="{A2698B88-9059-DD45-983F-0551F903A9F1}" type="presParOf" srcId="{7A43CCD0-82A9-BF41-9AFC-092443FEC5B2}" destId="{9E0F01F8-646D-ED45-BE3A-FFF89136F1BD}" srcOrd="1" destOrd="0" presId="urn:microsoft.com/office/officeart/2005/8/layout/hierarchy6"/>
    <dgm:cxn modelId="{D7503999-74EB-554C-A209-53DEDD843B9E}" type="presParOf" srcId="{563DC765-8F95-4F48-93CA-AE6BC041130D}" destId="{4296A472-7F0C-F14B-BC96-8B9BD9A4AA51}" srcOrd="9" destOrd="0" presId="urn:microsoft.com/office/officeart/2005/8/layout/hierarchy6"/>
    <dgm:cxn modelId="{2BB32305-9F01-D448-9E58-58D347013F8D}" type="presParOf" srcId="{4296A472-7F0C-F14B-BC96-8B9BD9A4AA51}" destId="{BD1A0648-0F07-854D-B0E1-4BA066083743}" srcOrd="0" destOrd="0" presId="urn:microsoft.com/office/officeart/2005/8/layout/hierarchy6"/>
    <dgm:cxn modelId="{28A95781-B109-DE47-A488-DC01D2B07032}" type="presParOf" srcId="{563DC765-8F95-4F48-93CA-AE6BC041130D}" destId="{3B494682-4C70-4C4A-9D46-437FC9EC3608}" srcOrd="10" destOrd="0" presId="urn:microsoft.com/office/officeart/2005/8/layout/hierarchy6"/>
    <dgm:cxn modelId="{F493A541-C05A-6C42-B24B-95F6D788005E}" type="presParOf" srcId="{3B494682-4C70-4C4A-9D46-437FC9EC3608}" destId="{092A06C9-F4FF-3546-9136-9A604353F65A}" srcOrd="0" destOrd="0" presId="urn:microsoft.com/office/officeart/2005/8/layout/hierarchy6"/>
    <dgm:cxn modelId="{69033D2E-85DF-D942-9D69-B43A148B0513}" type="presParOf" srcId="{3B494682-4C70-4C4A-9D46-437FC9EC3608}" destId="{B18F4095-1C6C-1749-B3B7-1A62680C9AE2}" srcOrd="1" destOrd="0" presId="urn:microsoft.com/office/officeart/2005/8/layout/hierarchy6"/>
    <dgm:cxn modelId="{6F7A1D11-C81D-044C-82A3-899CD0FCB489}" type="presParOf" srcId="{563DC765-8F95-4F48-93CA-AE6BC041130D}" destId="{882B2ED5-525A-374F-9ED0-17AD019D9D41}" srcOrd="11" destOrd="0" presId="urn:microsoft.com/office/officeart/2005/8/layout/hierarchy6"/>
    <dgm:cxn modelId="{F6FB1A09-FD24-EC4B-923E-017D4AC591E0}" type="presParOf" srcId="{882B2ED5-525A-374F-9ED0-17AD019D9D41}" destId="{4E6EF626-D401-0645-A3AD-8F2869A3D7BE}" srcOrd="0" destOrd="0" presId="urn:microsoft.com/office/officeart/2005/8/layout/hierarchy6"/>
    <dgm:cxn modelId="{23B37645-2215-DF4C-BBEE-30A5ECD073C9}" type="presParOf" srcId="{563DC765-8F95-4F48-93CA-AE6BC041130D}" destId="{8D9C8D27-2F14-C34A-9FA3-92ACD087A319}" srcOrd="12" destOrd="0" presId="urn:microsoft.com/office/officeart/2005/8/layout/hierarchy6"/>
    <dgm:cxn modelId="{2D580CC6-4FBA-A14F-AE8F-E35D16821D4D}" type="presParOf" srcId="{8D9C8D27-2F14-C34A-9FA3-92ACD087A319}" destId="{D966A87B-5500-E24B-A0DA-07E3AB9EBD73}" srcOrd="0" destOrd="0" presId="urn:microsoft.com/office/officeart/2005/8/layout/hierarchy6"/>
    <dgm:cxn modelId="{5DA3C88B-F1B3-CC40-AA17-72578DA73949}" type="presParOf" srcId="{8D9C8D27-2F14-C34A-9FA3-92ACD087A319}" destId="{2D7032DB-BBF6-9D4A-A830-220F066DE1ED}" srcOrd="1" destOrd="0" presId="urn:microsoft.com/office/officeart/2005/8/layout/hierarchy6"/>
    <dgm:cxn modelId="{0F515056-8012-4D38-B8B1-ECC2B8EC5202}" type="presParOf" srcId="{563DC765-8F95-4F48-93CA-AE6BC041130D}" destId="{DEC95A79-D882-4A17-8250-802D22076E54}" srcOrd="13" destOrd="0" presId="urn:microsoft.com/office/officeart/2005/8/layout/hierarchy6"/>
    <dgm:cxn modelId="{68078070-3F17-4D1E-A500-4B6F2A5E7648}" type="presParOf" srcId="{DEC95A79-D882-4A17-8250-802D22076E54}" destId="{6D9B2C42-CD1D-4A8F-9592-3889B2FEFB21}" srcOrd="0" destOrd="0" presId="urn:microsoft.com/office/officeart/2005/8/layout/hierarchy6"/>
    <dgm:cxn modelId="{C7D429C5-52F4-431C-9B3D-7E6CF42059BE}" type="presParOf" srcId="{563DC765-8F95-4F48-93CA-AE6BC041130D}" destId="{61BD3A88-7170-482E-A9BC-1042214FCE6E}" srcOrd="14" destOrd="0" presId="urn:microsoft.com/office/officeart/2005/8/layout/hierarchy6"/>
    <dgm:cxn modelId="{4FB2AB30-9E9B-400C-A13D-CEEB06A5522D}" type="presParOf" srcId="{61BD3A88-7170-482E-A9BC-1042214FCE6E}" destId="{1D93FEE2-AAF7-49CB-AAFD-18C68A84D77A}" srcOrd="0" destOrd="0" presId="urn:microsoft.com/office/officeart/2005/8/layout/hierarchy6"/>
    <dgm:cxn modelId="{94C1B83F-F890-40C5-9EE1-F43392413652}" type="presParOf" srcId="{61BD3A88-7170-482E-A9BC-1042214FCE6E}" destId="{D9ADE3D0-F09C-415F-A621-F63671ADE622}" srcOrd="1" destOrd="0" presId="urn:microsoft.com/office/officeart/2005/8/layout/hierarchy6"/>
  </dgm:cxnLst>
  <dgm:bg/>
  <dgm:whole>
    <a:ln w="9525">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2BE7E-6F34-4D37-A25E-1F338B4B65E1}">
      <dsp:nvSpPr>
        <dsp:cNvPr id="0" name=""/>
        <dsp:cNvSpPr/>
      </dsp:nvSpPr>
      <dsp:spPr>
        <a:xfrm>
          <a:off x="33" y="2980258"/>
          <a:ext cx="5908437" cy="57028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2nd Randomization</a:t>
          </a:r>
        </a:p>
      </dsp:txBody>
      <dsp:txXfrm>
        <a:off x="33" y="2980258"/>
        <a:ext cx="1772531" cy="570288"/>
      </dsp:txXfrm>
    </dsp:sp>
    <dsp:sp modelId="{3573DB0C-6D10-459D-A54A-8F9CEADFAED3}">
      <dsp:nvSpPr>
        <dsp:cNvPr id="0" name=""/>
        <dsp:cNvSpPr/>
      </dsp:nvSpPr>
      <dsp:spPr>
        <a:xfrm>
          <a:off x="33" y="1831648"/>
          <a:ext cx="4912081" cy="62293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Second Phase Listing (No. HHs after cleaning)</a:t>
          </a:r>
        </a:p>
      </dsp:txBody>
      <dsp:txXfrm>
        <a:off x="33" y="1831648"/>
        <a:ext cx="1473624" cy="622938"/>
      </dsp:txXfrm>
    </dsp:sp>
    <dsp:sp modelId="{39A33A39-1A0E-4B7B-BA49-B80D4FEBC227}">
      <dsp:nvSpPr>
        <dsp:cNvPr id="0" name=""/>
        <dsp:cNvSpPr/>
      </dsp:nvSpPr>
      <dsp:spPr>
        <a:xfrm>
          <a:off x="0" y="931955"/>
          <a:ext cx="6327928" cy="56267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1st Randomization</a:t>
          </a:r>
        </a:p>
      </dsp:txBody>
      <dsp:txXfrm>
        <a:off x="0" y="931955"/>
        <a:ext cx="1898378" cy="562671"/>
      </dsp:txXfrm>
    </dsp:sp>
    <dsp:sp modelId="{7CFEB3FD-5CD1-46BA-9E5D-B7E820CF6179}">
      <dsp:nvSpPr>
        <dsp:cNvPr id="0" name=""/>
        <dsp:cNvSpPr/>
      </dsp:nvSpPr>
      <dsp:spPr>
        <a:xfrm>
          <a:off x="0" y="0"/>
          <a:ext cx="4979366" cy="5852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rgbClr val="002060"/>
              </a:solidFill>
              <a:latin typeface="+mn-lt"/>
              <a:cs typeface="Times New Roman" panose="02020603050405020304" pitchFamily="18" charset="0"/>
            </a:rPr>
            <a:t>First Phase Listing (No. HHs after cleaning)</a:t>
          </a:r>
        </a:p>
      </dsp:txBody>
      <dsp:txXfrm>
        <a:off x="0" y="0"/>
        <a:ext cx="1493809" cy="585220"/>
      </dsp:txXfrm>
    </dsp:sp>
    <dsp:sp modelId="{C9BF36A2-BA33-42F1-BB65-D5474C8BE549}">
      <dsp:nvSpPr>
        <dsp:cNvPr id="0" name=""/>
        <dsp:cNvSpPr/>
      </dsp:nvSpPr>
      <dsp:spPr>
        <a:xfrm>
          <a:off x="3799797" y="0"/>
          <a:ext cx="1186859" cy="59143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1547 (1489)</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HHs</a:t>
          </a:r>
        </a:p>
      </dsp:txBody>
      <dsp:txXfrm>
        <a:off x="3817119" y="17322"/>
        <a:ext cx="1152215" cy="556786"/>
      </dsp:txXfrm>
    </dsp:sp>
    <dsp:sp modelId="{A61F5E13-1AB4-4D19-A95E-F9FDCA8CF034}">
      <dsp:nvSpPr>
        <dsp:cNvPr id="0" name=""/>
        <dsp:cNvSpPr/>
      </dsp:nvSpPr>
      <dsp:spPr>
        <a:xfrm>
          <a:off x="2699547" y="591430"/>
          <a:ext cx="1693680" cy="337719"/>
        </a:xfrm>
        <a:custGeom>
          <a:avLst/>
          <a:gdLst/>
          <a:ahLst/>
          <a:cxnLst/>
          <a:rect l="0" t="0" r="0" b="0"/>
          <a:pathLst>
            <a:path>
              <a:moveTo>
                <a:pt x="1693680" y="0"/>
              </a:moveTo>
              <a:lnTo>
                <a:pt x="1693680" y="168859"/>
              </a:lnTo>
              <a:lnTo>
                <a:pt x="0" y="168859"/>
              </a:lnTo>
              <a:lnTo>
                <a:pt x="0" y="3377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654622-7CCC-4406-8F28-D91C8969B8E2}">
      <dsp:nvSpPr>
        <dsp:cNvPr id="0" name=""/>
        <dsp:cNvSpPr/>
      </dsp:nvSpPr>
      <dsp:spPr>
        <a:xfrm>
          <a:off x="2105892" y="929150"/>
          <a:ext cx="1187310" cy="569766"/>
        </a:xfrm>
        <a:prstGeom prst="roundRect">
          <a:avLst>
            <a:gd name="adj" fmla="val 10000"/>
          </a:avLst>
        </a:prstGeom>
        <a:solidFill>
          <a:schemeClr val="accent6">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741 HHs</a:t>
          </a:r>
        </a:p>
      </dsp:txBody>
      <dsp:txXfrm>
        <a:off x="2122580" y="945838"/>
        <a:ext cx="1153934" cy="536390"/>
      </dsp:txXfrm>
    </dsp:sp>
    <dsp:sp modelId="{102F004B-87CF-4ACC-A158-1A5EF7619715}">
      <dsp:nvSpPr>
        <dsp:cNvPr id="0" name=""/>
        <dsp:cNvSpPr/>
      </dsp:nvSpPr>
      <dsp:spPr>
        <a:xfrm>
          <a:off x="4393227" y="591430"/>
          <a:ext cx="1335611" cy="331584"/>
        </a:xfrm>
        <a:custGeom>
          <a:avLst/>
          <a:gdLst/>
          <a:ahLst/>
          <a:cxnLst/>
          <a:rect l="0" t="0" r="0" b="0"/>
          <a:pathLst>
            <a:path>
              <a:moveTo>
                <a:pt x="0" y="0"/>
              </a:moveTo>
              <a:lnTo>
                <a:pt x="0" y="165792"/>
              </a:lnTo>
              <a:lnTo>
                <a:pt x="1335611" y="165792"/>
              </a:lnTo>
              <a:lnTo>
                <a:pt x="1335611" y="33158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6650C9B-BE05-4180-967F-07A44957F5B4}">
      <dsp:nvSpPr>
        <dsp:cNvPr id="0" name=""/>
        <dsp:cNvSpPr/>
      </dsp:nvSpPr>
      <dsp:spPr>
        <a:xfrm>
          <a:off x="5135183" y="923015"/>
          <a:ext cx="1187310" cy="579114"/>
        </a:xfrm>
        <a:prstGeom prst="roundRect">
          <a:avLst>
            <a:gd name="adj" fmla="val 10000"/>
          </a:avLst>
        </a:prstGeom>
        <a:solidFill>
          <a:schemeClr val="accent2">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F2F</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748 HHs</a:t>
          </a:r>
        </a:p>
      </dsp:txBody>
      <dsp:txXfrm>
        <a:off x="5152145" y="939977"/>
        <a:ext cx="1153386" cy="545190"/>
      </dsp:txXfrm>
    </dsp:sp>
    <dsp:sp modelId="{D196AD69-0611-4051-B735-CBB178ACBA63}">
      <dsp:nvSpPr>
        <dsp:cNvPr id="0" name=""/>
        <dsp:cNvSpPr/>
      </dsp:nvSpPr>
      <dsp:spPr>
        <a:xfrm>
          <a:off x="4347293" y="591430"/>
          <a:ext cx="91440" cy="1209007"/>
        </a:xfrm>
        <a:custGeom>
          <a:avLst/>
          <a:gdLst/>
          <a:ahLst/>
          <a:cxnLst/>
          <a:rect l="0" t="0" r="0" b="0"/>
          <a:pathLst>
            <a:path>
              <a:moveTo>
                <a:pt x="45933" y="0"/>
              </a:moveTo>
              <a:lnTo>
                <a:pt x="45933" y="604503"/>
              </a:lnTo>
              <a:lnTo>
                <a:pt x="45720" y="604503"/>
              </a:lnTo>
              <a:lnTo>
                <a:pt x="45720" y="120900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FF206F-78E0-406C-93EE-04857E35F99F}">
      <dsp:nvSpPr>
        <dsp:cNvPr id="0" name=""/>
        <dsp:cNvSpPr/>
      </dsp:nvSpPr>
      <dsp:spPr>
        <a:xfrm>
          <a:off x="3711539" y="1800437"/>
          <a:ext cx="1362949" cy="669912"/>
        </a:xfrm>
        <a:prstGeom prst="roundRect">
          <a:avLst>
            <a:gd name="adj" fmla="val 10000"/>
          </a:avLst>
        </a:prstGeom>
        <a:solidFill>
          <a:schemeClr val="accent5">
            <a:lumMod val="7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1673 (884)</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HHs</a:t>
          </a:r>
        </a:p>
      </dsp:txBody>
      <dsp:txXfrm>
        <a:off x="3731160" y="1820058"/>
        <a:ext cx="1323707" cy="630670"/>
      </dsp:txXfrm>
    </dsp:sp>
    <dsp:sp modelId="{7ED730E7-89C1-4805-A390-6F92F2DA36F4}">
      <dsp:nvSpPr>
        <dsp:cNvPr id="0" name=""/>
        <dsp:cNvSpPr/>
      </dsp:nvSpPr>
      <dsp:spPr>
        <a:xfrm>
          <a:off x="4393013" y="2470350"/>
          <a:ext cx="1284135" cy="508722"/>
        </a:xfrm>
        <a:custGeom>
          <a:avLst/>
          <a:gdLst/>
          <a:ahLst/>
          <a:cxnLst/>
          <a:rect l="0" t="0" r="0" b="0"/>
          <a:pathLst>
            <a:path>
              <a:moveTo>
                <a:pt x="0" y="0"/>
              </a:moveTo>
              <a:lnTo>
                <a:pt x="0" y="254361"/>
              </a:lnTo>
              <a:lnTo>
                <a:pt x="1284135" y="254361"/>
              </a:lnTo>
              <a:lnTo>
                <a:pt x="1284135" y="508722"/>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CF34BD-B49C-4127-8BA3-1418F7ED705C}">
      <dsp:nvSpPr>
        <dsp:cNvPr id="0" name=""/>
        <dsp:cNvSpPr/>
      </dsp:nvSpPr>
      <dsp:spPr>
        <a:xfrm>
          <a:off x="5083494" y="2979072"/>
          <a:ext cx="1187310" cy="585620"/>
        </a:xfrm>
        <a:prstGeom prst="roundRect">
          <a:avLst>
            <a:gd name="adj" fmla="val 10000"/>
          </a:avLst>
        </a:prstGeom>
        <a:solidFill>
          <a:schemeClr val="accent2">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latin typeface="+mn-lt"/>
              <a:cs typeface="Times New Roman" panose="02020603050405020304" pitchFamily="18" charset="0"/>
            </a:rPr>
            <a:t>F2F</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425</a:t>
          </a:r>
          <a:r>
            <a:rPr lang="zh-CN" altLang="en-US" sz="1200" kern="1200">
              <a:latin typeface="+mn-lt"/>
              <a:cs typeface="Times New Roman" panose="02020603050405020304" pitchFamily="18" charset="0"/>
            </a:rPr>
            <a:t> </a:t>
          </a:r>
          <a:r>
            <a:rPr lang="en-GB" sz="1200" kern="1200">
              <a:latin typeface="+mn-lt"/>
              <a:cs typeface="Times New Roman" panose="02020603050405020304" pitchFamily="18" charset="0"/>
            </a:rPr>
            <a:t>HHs</a:t>
          </a:r>
        </a:p>
      </dsp:txBody>
      <dsp:txXfrm>
        <a:off x="5100646" y="2996224"/>
        <a:ext cx="1153006" cy="551316"/>
      </dsp:txXfrm>
    </dsp:sp>
    <dsp:sp modelId="{56B02756-8ED8-42D2-8325-CC346B637462}">
      <dsp:nvSpPr>
        <dsp:cNvPr id="0" name=""/>
        <dsp:cNvSpPr/>
      </dsp:nvSpPr>
      <dsp:spPr>
        <a:xfrm>
          <a:off x="3009916" y="2470350"/>
          <a:ext cx="1383097" cy="508596"/>
        </a:xfrm>
        <a:custGeom>
          <a:avLst/>
          <a:gdLst/>
          <a:ahLst/>
          <a:cxnLst/>
          <a:rect l="0" t="0" r="0" b="0"/>
          <a:pathLst>
            <a:path>
              <a:moveTo>
                <a:pt x="1383097" y="0"/>
              </a:moveTo>
              <a:lnTo>
                <a:pt x="1383097" y="254298"/>
              </a:lnTo>
              <a:lnTo>
                <a:pt x="0" y="254298"/>
              </a:lnTo>
              <a:lnTo>
                <a:pt x="0" y="508596"/>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C099F6-A792-4508-9492-97393051DA8B}">
      <dsp:nvSpPr>
        <dsp:cNvPr id="0" name=""/>
        <dsp:cNvSpPr/>
      </dsp:nvSpPr>
      <dsp:spPr>
        <a:xfrm>
          <a:off x="2416260" y="2978946"/>
          <a:ext cx="1187310" cy="585747"/>
        </a:xfrm>
        <a:prstGeom prst="roundRect">
          <a:avLst>
            <a:gd name="adj" fmla="val 10000"/>
          </a:avLst>
        </a:prstGeom>
        <a:solidFill>
          <a:schemeClr val="accent6">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latin typeface="+mn-lt"/>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kern="1200">
              <a:latin typeface="+mn-lt"/>
              <a:cs typeface="Times New Roman" panose="02020603050405020304" pitchFamily="18" charset="0"/>
            </a:rPr>
            <a:t>458 HHs</a:t>
          </a:r>
        </a:p>
      </dsp:txBody>
      <dsp:txXfrm>
        <a:off x="2433416" y="2996102"/>
        <a:ext cx="1152998" cy="5514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93FEE2-AAF7-49CB-AAFD-18C68A84D77A}">
      <dsp:nvSpPr>
        <dsp:cNvPr id="0" name=""/>
        <dsp:cNvSpPr/>
      </dsp:nvSpPr>
      <dsp:spPr>
        <a:xfrm>
          <a:off x="0" y="6311911"/>
          <a:ext cx="8814109" cy="365495"/>
        </a:xfrm>
        <a:prstGeom prst="roundRect">
          <a:avLst>
            <a:gd name="adj" fmla="val 10000"/>
          </a:avLst>
        </a:prstGeom>
        <a:solidFill>
          <a:srgbClr val="ED7D31">
            <a:lumMod val="60000"/>
            <a:lumOff val="40000"/>
          </a:srgbClr>
        </a:solidFill>
        <a:ln w="12700" cap="flat" cmpd="sng" algn="ctr">
          <a:solidFill>
            <a:srgbClr val="ED7D31">
              <a:lumMod val="60000"/>
              <a:lumOff val="40000"/>
            </a:srgbClr>
          </a:solidFill>
          <a:prstDash val="solid"/>
          <a:miter lim="800000"/>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en-GB" sz="1200" b="1" kern="1200">
              <a:solidFill>
                <a:schemeClr val="accent1">
                  <a:lumMod val="50000"/>
                </a:schemeClr>
              </a:solidFill>
              <a:latin typeface="Calibri" panose="020F0502020204030204"/>
              <a:ea typeface="+mn-ea"/>
              <a:cs typeface="Times New Roman" panose="02020603050405020304" pitchFamily="18" charset="0"/>
            </a:rPr>
            <a:t>Households dropped from Randomization</a:t>
          </a:r>
        </a:p>
      </dsp:txBody>
      <dsp:txXfrm>
        <a:off x="0" y="6311911"/>
        <a:ext cx="2644232" cy="365495"/>
      </dsp:txXfrm>
    </dsp:sp>
    <dsp:sp modelId="{D966A87B-5500-E24B-A0DA-07E3AB9EBD73}">
      <dsp:nvSpPr>
        <dsp:cNvPr id="0" name=""/>
        <dsp:cNvSpPr/>
      </dsp:nvSpPr>
      <dsp:spPr>
        <a:xfrm>
          <a:off x="0" y="5575312"/>
          <a:ext cx="8223034" cy="548897"/>
        </a:xfrm>
        <a:prstGeom prst="roundRect">
          <a:avLst>
            <a:gd name="adj" fmla="val 10000"/>
          </a:avLst>
        </a:prstGeom>
        <a:solidFill>
          <a:srgbClr val="E7E6E6"/>
        </a:solidFill>
        <a:ln>
          <a:noFill/>
        </a:ln>
        <a:effectLst/>
      </dsp:spPr>
      <dsp:style>
        <a:lnRef idx="0">
          <a:scrgbClr r="0" g="0" b="0"/>
        </a:lnRef>
        <a:fillRef idx="1">
          <a:scrgbClr r="0" g="0" b="0"/>
        </a:fillRef>
        <a:effectRef idx="0">
          <a:scrgbClr r="0" g="0" b="0"/>
        </a:effectRef>
        <a:fontRef idx="minor"/>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GB" sz="1400" b="1" kern="1200">
              <a:solidFill>
                <a:srgbClr val="002060"/>
              </a:solidFill>
              <a:latin typeface="+mn-lt"/>
              <a:ea typeface="+mn-ea"/>
              <a:cs typeface="Times New Roman" panose="02020603050405020304" pitchFamily="18" charset="0"/>
            </a:rPr>
            <a:t>Completed interviews</a:t>
          </a:r>
        </a:p>
      </dsp:txBody>
      <dsp:txXfrm>
        <a:off x="0" y="5575312"/>
        <a:ext cx="2466910" cy="548897"/>
      </dsp:txXfrm>
    </dsp:sp>
    <dsp:sp modelId="{092A06C9-F4FF-3546-9136-9A604353F65A}">
      <dsp:nvSpPr>
        <dsp:cNvPr id="0" name=""/>
        <dsp:cNvSpPr/>
      </dsp:nvSpPr>
      <dsp:spPr>
        <a:xfrm>
          <a:off x="5200" y="4778757"/>
          <a:ext cx="7068034" cy="575931"/>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3rd Stage Randomization-Phone assignment</a:t>
          </a:r>
        </a:p>
      </dsp:txBody>
      <dsp:txXfrm>
        <a:off x="5200" y="4778757"/>
        <a:ext cx="2120410" cy="575931"/>
      </dsp:txXfrm>
    </dsp:sp>
    <dsp:sp modelId="{34D2DAE1-30C8-954B-B4DE-D352D824D6FB}">
      <dsp:nvSpPr>
        <dsp:cNvPr id="0" name=""/>
        <dsp:cNvSpPr/>
      </dsp:nvSpPr>
      <dsp:spPr>
        <a:xfrm>
          <a:off x="17496" y="3731928"/>
          <a:ext cx="8216424" cy="610035"/>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2nd Stage Randomization</a:t>
          </a:r>
        </a:p>
      </dsp:txBody>
      <dsp:txXfrm>
        <a:off x="17496" y="3731928"/>
        <a:ext cx="2464927" cy="610035"/>
      </dsp:txXfrm>
    </dsp:sp>
    <dsp:sp modelId="{D7ADFA9C-3DD7-9244-BDB6-CF604683FCBE}">
      <dsp:nvSpPr>
        <dsp:cNvPr id="0" name=""/>
        <dsp:cNvSpPr/>
      </dsp:nvSpPr>
      <dsp:spPr>
        <a:xfrm>
          <a:off x="44" y="2753836"/>
          <a:ext cx="8626809" cy="541966"/>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Network coverage at the HH</a:t>
          </a:r>
        </a:p>
      </dsp:txBody>
      <dsp:txXfrm>
        <a:off x="44" y="2753836"/>
        <a:ext cx="2588042" cy="541966"/>
      </dsp:txXfrm>
    </dsp:sp>
    <dsp:sp modelId="{34510B1F-C476-4946-ADCC-5B7F453F54A5}">
      <dsp:nvSpPr>
        <dsp:cNvPr id="0" name=""/>
        <dsp:cNvSpPr/>
      </dsp:nvSpPr>
      <dsp:spPr>
        <a:xfrm>
          <a:off x="12868" y="2009213"/>
          <a:ext cx="4735820" cy="568016"/>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1st Stage Randomization</a:t>
          </a:r>
        </a:p>
      </dsp:txBody>
      <dsp:txXfrm>
        <a:off x="12868" y="2009213"/>
        <a:ext cx="1420746" cy="568016"/>
      </dsp:txXfrm>
    </dsp:sp>
    <dsp:sp modelId="{3BE79F93-B4C4-F74D-B0BE-53C9D46F49E3}">
      <dsp:nvSpPr>
        <dsp:cNvPr id="0" name=""/>
        <dsp:cNvSpPr/>
      </dsp:nvSpPr>
      <dsp:spPr>
        <a:xfrm>
          <a:off x="44" y="1110681"/>
          <a:ext cx="7995190" cy="535725"/>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Step 1: ID Phone ownership</a:t>
          </a:r>
        </a:p>
      </dsp:txBody>
      <dsp:txXfrm>
        <a:off x="44" y="1110681"/>
        <a:ext cx="2398557" cy="535725"/>
      </dsp:txXfrm>
    </dsp:sp>
    <dsp:sp modelId="{171CA606-7CA6-964D-9504-A42DCF01D8B8}">
      <dsp:nvSpPr>
        <dsp:cNvPr id="0" name=""/>
        <dsp:cNvSpPr/>
      </dsp:nvSpPr>
      <dsp:spPr>
        <a:xfrm>
          <a:off x="6302" y="301923"/>
          <a:ext cx="6036166" cy="410643"/>
        </a:xfrm>
        <a:prstGeom prst="roundRect">
          <a:avLst>
            <a:gd name="adj" fmla="val 10000"/>
          </a:avLst>
        </a:prstGeom>
        <a:solidFill>
          <a:srgbClr val="4472C4">
            <a:tint val="40000"/>
            <a:hueOff val="0"/>
            <a:satOff val="0"/>
            <a:lumOff val="0"/>
            <a:alphaOff val="0"/>
          </a:srgbClr>
        </a:solidFill>
        <a:ln>
          <a:noFill/>
        </a:ln>
        <a:effectLst/>
      </dsp:spPr>
      <dsp:style>
        <a:lnRef idx="0">
          <a:scrgbClr r="0" g="0" b="0"/>
        </a:lnRef>
        <a:fillRef idx="1">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Listed HHs - [Sample frame after cleaning]</a:t>
          </a:r>
        </a:p>
      </dsp:txBody>
      <dsp:txXfrm>
        <a:off x="6302" y="301923"/>
        <a:ext cx="1810849" cy="410643"/>
      </dsp:txXfrm>
    </dsp:sp>
    <dsp:sp modelId="{66118A70-7E1F-844B-8AA0-5BAD29FB3511}">
      <dsp:nvSpPr>
        <dsp:cNvPr id="0" name=""/>
        <dsp:cNvSpPr/>
      </dsp:nvSpPr>
      <dsp:spPr>
        <a:xfrm>
          <a:off x="5069648" y="270399"/>
          <a:ext cx="1142761" cy="463967"/>
        </a:xfrm>
        <a:prstGeom prst="roundRect">
          <a:avLst>
            <a:gd name="adj" fmla="val 10000"/>
          </a:avLst>
        </a:prstGeom>
        <a:solidFill>
          <a:sysClr val="window" lastClr="FFFFFF"/>
        </a:solidFill>
        <a:ln w="12700" cap="flat" cmpd="sng" algn="ctr">
          <a:solidFill>
            <a:srgbClr val="4472C4">
              <a:shade val="8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b="1" kern="1200">
              <a:solidFill>
                <a:sysClr val="windowText" lastClr="000000">
                  <a:hueOff val="0"/>
                  <a:satOff val="0"/>
                  <a:lumOff val="0"/>
                  <a:alphaOff val="0"/>
                </a:sysClr>
              </a:solidFill>
              <a:latin typeface="+mn-lt"/>
              <a:ea typeface="+mn-ea"/>
              <a:cs typeface="Times New Roman" panose="02020603050405020304" pitchFamily="18" charset="0"/>
            </a:rPr>
            <a:t>2500 HHs</a:t>
          </a:r>
        </a:p>
      </dsp:txBody>
      <dsp:txXfrm>
        <a:off x="5083237" y="283988"/>
        <a:ext cx="1115583" cy="436789"/>
      </dsp:txXfrm>
    </dsp:sp>
    <dsp:sp modelId="{A9DA2E46-DF14-4942-8D53-1692CC1F9BB1}">
      <dsp:nvSpPr>
        <dsp:cNvPr id="0" name=""/>
        <dsp:cNvSpPr/>
      </dsp:nvSpPr>
      <dsp:spPr>
        <a:xfrm>
          <a:off x="3702224" y="734367"/>
          <a:ext cx="1938805" cy="320738"/>
        </a:xfrm>
        <a:custGeom>
          <a:avLst/>
          <a:gdLst/>
          <a:ahLst/>
          <a:cxnLst/>
          <a:rect l="0" t="0" r="0" b="0"/>
          <a:pathLst>
            <a:path>
              <a:moveTo>
                <a:pt x="1938805" y="0"/>
              </a:moveTo>
              <a:lnTo>
                <a:pt x="1938805" y="160369"/>
              </a:lnTo>
              <a:lnTo>
                <a:pt x="0" y="160369"/>
              </a:lnTo>
              <a:lnTo>
                <a:pt x="0" y="320738"/>
              </a:lnTo>
            </a:path>
          </a:pathLst>
        </a:cu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4244125-0965-6B44-936C-E7726B8AEBA6}">
      <dsp:nvSpPr>
        <dsp:cNvPr id="0" name=""/>
        <dsp:cNvSpPr/>
      </dsp:nvSpPr>
      <dsp:spPr>
        <a:xfrm>
          <a:off x="3243335" y="1055106"/>
          <a:ext cx="917777" cy="611851"/>
        </a:xfrm>
        <a:prstGeom prst="roundRect">
          <a:avLst>
            <a:gd name="adj" fmla="val 10000"/>
          </a:avLst>
        </a:prstGeom>
        <a:solidFill>
          <a:srgbClr val="70AD47">
            <a:lumMod val="75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Yes (25%)</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6</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28</a:t>
          </a:r>
          <a:r>
            <a:rPr lang="en-GB" sz="1200" b="1" kern="1200">
              <a:solidFill>
                <a:sysClr val="window" lastClr="FFFFFF"/>
              </a:solidFill>
              <a:latin typeface="+mn-lt"/>
              <a:ea typeface="+mn-ea"/>
              <a:cs typeface="Times New Roman" panose="02020603050405020304" pitchFamily="18" charset="0"/>
            </a:rPr>
            <a:t> HHs</a:t>
          </a:r>
        </a:p>
      </dsp:txBody>
      <dsp:txXfrm>
        <a:off x="3261256" y="1073027"/>
        <a:ext cx="881935" cy="576009"/>
      </dsp:txXfrm>
    </dsp:sp>
    <dsp:sp modelId="{B8792C6B-5948-1B46-AED1-388137CBAB9D}">
      <dsp:nvSpPr>
        <dsp:cNvPr id="0" name=""/>
        <dsp:cNvSpPr/>
      </dsp:nvSpPr>
      <dsp:spPr>
        <a:xfrm>
          <a:off x="3105668" y="1666957"/>
          <a:ext cx="596555" cy="294423"/>
        </a:xfrm>
        <a:custGeom>
          <a:avLst/>
          <a:gdLst/>
          <a:ahLst/>
          <a:cxnLst/>
          <a:rect l="0" t="0" r="0" b="0"/>
          <a:pathLst>
            <a:path>
              <a:moveTo>
                <a:pt x="596555" y="0"/>
              </a:moveTo>
              <a:lnTo>
                <a:pt x="596555" y="147211"/>
              </a:lnTo>
              <a:lnTo>
                <a:pt x="0" y="147211"/>
              </a:lnTo>
              <a:lnTo>
                <a:pt x="0" y="294423"/>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EB8C316-7C99-F549-9FB7-4967EA6B9133}">
      <dsp:nvSpPr>
        <dsp:cNvPr id="0" name=""/>
        <dsp:cNvSpPr/>
      </dsp:nvSpPr>
      <dsp:spPr>
        <a:xfrm>
          <a:off x="2646779" y="1961380"/>
          <a:ext cx="917777" cy="611851"/>
        </a:xfrm>
        <a:prstGeom prst="roundRect">
          <a:avLst>
            <a:gd name="adj" fmla="val 10000"/>
          </a:avLst>
        </a:prstGeom>
        <a:solidFill>
          <a:srgbClr val="4472C4">
            <a:lumMod val="60000"/>
            <a:lumOff val="40000"/>
          </a:srgbClr>
        </a:solidFill>
        <a:ln w="12700" cap="flat" cmpd="sng" algn="ctr">
          <a:solidFill>
            <a:srgbClr val="4472C4">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3</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08</a:t>
          </a:r>
          <a:r>
            <a:rPr lang="en-GB" sz="1200" b="1" kern="1200">
              <a:solidFill>
                <a:sysClr val="window" lastClr="FFFFFF"/>
              </a:solidFill>
              <a:latin typeface="+mn-lt"/>
              <a:ea typeface="+mn-ea"/>
              <a:cs typeface="Times New Roman" panose="02020603050405020304" pitchFamily="18" charset="0"/>
            </a:rPr>
            <a:t> HHs</a:t>
          </a:r>
        </a:p>
      </dsp:txBody>
      <dsp:txXfrm>
        <a:off x="2664700" y="1979301"/>
        <a:ext cx="881935" cy="576009"/>
      </dsp:txXfrm>
    </dsp:sp>
    <dsp:sp modelId="{59219501-6D62-E444-8DB1-74B5469E76BC}">
      <dsp:nvSpPr>
        <dsp:cNvPr id="0" name=""/>
        <dsp:cNvSpPr/>
      </dsp:nvSpPr>
      <dsp:spPr>
        <a:xfrm>
          <a:off x="3059948" y="2573232"/>
          <a:ext cx="91440" cy="2959062"/>
        </a:xfrm>
        <a:custGeom>
          <a:avLst/>
          <a:gdLst/>
          <a:ahLst/>
          <a:cxnLst/>
          <a:rect l="0" t="0" r="0" b="0"/>
          <a:pathLst>
            <a:path>
              <a:moveTo>
                <a:pt x="45720" y="0"/>
              </a:moveTo>
              <a:lnTo>
                <a:pt x="45720" y="2959062"/>
              </a:lnTo>
            </a:path>
          </a:pathLst>
        </a:custGeom>
        <a:noFill/>
        <a:ln w="9525" cap="flat" cmpd="sng" algn="ctr">
          <a:solidFill>
            <a:srgbClr val="5B9BD5"/>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8EC6D243-6865-554C-A0F6-3B091F58C26D}">
      <dsp:nvSpPr>
        <dsp:cNvPr id="0" name=""/>
        <dsp:cNvSpPr/>
      </dsp:nvSpPr>
      <dsp:spPr>
        <a:xfrm>
          <a:off x="2646779" y="5532294"/>
          <a:ext cx="917777" cy="611851"/>
        </a:xfrm>
        <a:prstGeom prst="roundRect">
          <a:avLst>
            <a:gd name="adj" fmla="val 10000"/>
          </a:avLst>
        </a:prstGeom>
        <a:solidFill>
          <a:srgbClr val="4472C4">
            <a:lumMod val="60000"/>
            <a:lumOff val="40000"/>
          </a:srgbClr>
        </a:solidFill>
        <a:ln w="12700" cap="flat" cmpd="sng" algn="ctr">
          <a:solidFill>
            <a:srgbClr val="4472C4">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157 HHs</a:t>
          </a:r>
        </a:p>
      </dsp:txBody>
      <dsp:txXfrm>
        <a:off x="2664700" y="5550215"/>
        <a:ext cx="881935" cy="576009"/>
      </dsp:txXfrm>
    </dsp:sp>
    <dsp:sp modelId="{5D9A02F5-B7C5-3B40-AF22-340227155FAB}">
      <dsp:nvSpPr>
        <dsp:cNvPr id="0" name=""/>
        <dsp:cNvSpPr/>
      </dsp:nvSpPr>
      <dsp:spPr>
        <a:xfrm>
          <a:off x="3702224" y="1666957"/>
          <a:ext cx="596555" cy="294423"/>
        </a:xfrm>
        <a:custGeom>
          <a:avLst/>
          <a:gdLst/>
          <a:ahLst/>
          <a:cxnLst/>
          <a:rect l="0" t="0" r="0" b="0"/>
          <a:pathLst>
            <a:path>
              <a:moveTo>
                <a:pt x="0" y="0"/>
              </a:moveTo>
              <a:lnTo>
                <a:pt x="0" y="147211"/>
              </a:lnTo>
              <a:lnTo>
                <a:pt x="596555" y="147211"/>
              </a:lnTo>
              <a:lnTo>
                <a:pt x="596555" y="294423"/>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444237DD-A2CA-A643-AA00-7D453F30B07A}">
      <dsp:nvSpPr>
        <dsp:cNvPr id="0" name=""/>
        <dsp:cNvSpPr/>
      </dsp:nvSpPr>
      <dsp:spPr>
        <a:xfrm>
          <a:off x="3839891" y="1961380"/>
          <a:ext cx="917777" cy="611851"/>
        </a:xfrm>
        <a:prstGeom prst="roundRect">
          <a:avLst>
            <a:gd name="adj" fmla="val 10000"/>
          </a:avLst>
        </a:prstGeom>
        <a:solidFill>
          <a:srgbClr val="C0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F2F</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3</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20</a:t>
          </a:r>
          <a:r>
            <a:rPr lang="en-GB" sz="1200" b="1" kern="1200">
              <a:solidFill>
                <a:sysClr val="window" lastClr="FFFFFF"/>
              </a:solidFill>
              <a:latin typeface="+mn-lt"/>
              <a:ea typeface="+mn-ea"/>
              <a:cs typeface="Times New Roman" panose="02020603050405020304" pitchFamily="18" charset="0"/>
            </a:rPr>
            <a:t> HHs</a:t>
          </a:r>
        </a:p>
      </dsp:txBody>
      <dsp:txXfrm>
        <a:off x="3857812" y="1979301"/>
        <a:ext cx="881935" cy="576009"/>
      </dsp:txXfrm>
    </dsp:sp>
    <dsp:sp modelId="{D9825199-E5AE-7B4A-9BBE-C2424E18ED9B}">
      <dsp:nvSpPr>
        <dsp:cNvPr id="0" name=""/>
        <dsp:cNvSpPr/>
      </dsp:nvSpPr>
      <dsp:spPr>
        <a:xfrm>
          <a:off x="4253050" y="2573232"/>
          <a:ext cx="91440" cy="2959062"/>
        </a:xfrm>
        <a:custGeom>
          <a:avLst/>
          <a:gdLst/>
          <a:ahLst/>
          <a:cxnLst/>
          <a:rect l="0" t="0" r="0" b="0"/>
          <a:pathLst>
            <a:path>
              <a:moveTo>
                <a:pt x="45729" y="0"/>
              </a:moveTo>
              <a:lnTo>
                <a:pt x="45729" y="1479531"/>
              </a:lnTo>
              <a:lnTo>
                <a:pt x="45720" y="1479531"/>
              </a:lnTo>
              <a:lnTo>
                <a:pt x="45720" y="2959062"/>
              </a:lnTo>
            </a:path>
          </a:pathLst>
        </a:custGeom>
        <a:noFill/>
        <a:ln w="9525" cap="flat" cmpd="sng" algn="ctr">
          <a:solidFill>
            <a:srgbClr val="C00000"/>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50CB9FF4-2247-EB4F-B86E-81F69FBBC69F}">
      <dsp:nvSpPr>
        <dsp:cNvPr id="0" name=""/>
        <dsp:cNvSpPr/>
      </dsp:nvSpPr>
      <dsp:spPr>
        <a:xfrm>
          <a:off x="3839881" y="5532294"/>
          <a:ext cx="917777" cy="611851"/>
        </a:xfrm>
        <a:prstGeom prst="roundRect">
          <a:avLst>
            <a:gd name="adj" fmla="val 10000"/>
          </a:avLst>
        </a:prstGeom>
        <a:solidFill>
          <a:srgbClr val="C00000"/>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294 HHs</a:t>
          </a:r>
        </a:p>
      </dsp:txBody>
      <dsp:txXfrm>
        <a:off x="3857802" y="5550215"/>
        <a:ext cx="881935" cy="576009"/>
      </dsp:txXfrm>
    </dsp:sp>
    <dsp:sp modelId="{28B8A157-8F39-D743-B1F3-3643E3C86BD5}">
      <dsp:nvSpPr>
        <dsp:cNvPr id="0" name=""/>
        <dsp:cNvSpPr/>
      </dsp:nvSpPr>
      <dsp:spPr>
        <a:xfrm>
          <a:off x="5641029" y="734367"/>
          <a:ext cx="1938805" cy="320738"/>
        </a:xfrm>
        <a:custGeom>
          <a:avLst/>
          <a:gdLst/>
          <a:ahLst/>
          <a:cxnLst/>
          <a:rect l="0" t="0" r="0" b="0"/>
          <a:pathLst>
            <a:path>
              <a:moveTo>
                <a:pt x="0" y="0"/>
              </a:moveTo>
              <a:lnTo>
                <a:pt x="0" y="160369"/>
              </a:lnTo>
              <a:lnTo>
                <a:pt x="1938805" y="160369"/>
              </a:lnTo>
              <a:lnTo>
                <a:pt x="1938805" y="320738"/>
              </a:lnTo>
            </a:path>
          </a:pathLst>
        </a:custGeom>
        <a:noFill/>
        <a:ln w="12700" cap="flat" cmpd="sng" algn="ctr">
          <a:solidFill>
            <a:srgbClr val="4472C4">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CA9E794-F7F8-6D44-8016-45E373ADB084}">
      <dsp:nvSpPr>
        <dsp:cNvPr id="0" name=""/>
        <dsp:cNvSpPr/>
      </dsp:nvSpPr>
      <dsp:spPr>
        <a:xfrm>
          <a:off x="7120946" y="1055106"/>
          <a:ext cx="917777" cy="611851"/>
        </a:xfrm>
        <a:prstGeom prst="roundRect">
          <a:avLst>
            <a:gd name="adj" fmla="val 10000"/>
          </a:avLst>
        </a:prstGeom>
        <a:solidFill>
          <a:srgbClr val="ED7D31"/>
        </a:solidFill>
        <a:ln w="12700" cap="flat" cmpd="sng" algn="ctr">
          <a:solidFill>
            <a:srgbClr val="ED7D3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No (75%)</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18</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72</a:t>
          </a:r>
          <a:r>
            <a:rPr lang="en-GB" sz="1200" b="1" kern="1200">
              <a:solidFill>
                <a:sysClr val="window" lastClr="FFFFFF"/>
              </a:solidFill>
              <a:latin typeface="+mn-lt"/>
              <a:ea typeface="+mn-ea"/>
              <a:cs typeface="Times New Roman" panose="02020603050405020304" pitchFamily="18" charset="0"/>
            </a:rPr>
            <a:t> HHs</a:t>
          </a:r>
        </a:p>
      </dsp:txBody>
      <dsp:txXfrm>
        <a:off x="7138867" y="1073027"/>
        <a:ext cx="881935" cy="576009"/>
      </dsp:txXfrm>
    </dsp:sp>
    <dsp:sp modelId="{BF40C53A-AB3E-0D46-92A9-9A2DDD68D35E}">
      <dsp:nvSpPr>
        <dsp:cNvPr id="0" name=""/>
        <dsp:cNvSpPr/>
      </dsp:nvSpPr>
      <dsp:spPr>
        <a:xfrm>
          <a:off x="6906333" y="1666957"/>
          <a:ext cx="673501" cy="1065778"/>
        </a:xfrm>
        <a:custGeom>
          <a:avLst/>
          <a:gdLst/>
          <a:ahLst/>
          <a:cxnLst/>
          <a:rect l="0" t="0" r="0" b="0"/>
          <a:pathLst>
            <a:path>
              <a:moveTo>
                <a:pt x="673501" y="0"/>
              </a:moveTo>
              <a:lnTo>
                <a:pt x="673501" y="532889"/>
              </a:lnTo>
              <a:lnTo>
                <a:pt x="0" y="532889"/>
              </a:lnTo>
              <a:lnTo>
                <a:pt x="0" y="1065778"/>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46A0C3C-CE0A-6D43-A465-3AA43B78AAED}">
      <dsp:nvSpPr>
        <dsp:cNvPr id="0" name=""/>
        <dsp:cNvSpPr/>
      </dsp:nvSpPr>
      <dsp:spPr>
        <a:xfrm>
          <a:off x="6447444" y="2732736"/>
          <a:ext cx="917777" cy="611851"/>
        </a:xfrm>
        <a:prstGeom prst="roundRect">
          <a:avLst>
            <a:gd name="adj" fmla="val 10000"/>
          </a:avLst>
        </a:prstGeom>
        <a:solidFill>
          <a:srgbClr val="70AD47">
            <a:lumMod val="7500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Yes (7</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8</a:t>
          </a:r>
          <a:r>
            <a:rPr lang="en-GB" sz="1200" b="1" kern="1200">
              <a:solidFill>
                <a:sysClr val="window" lastClr="FFFFFF"/>
              </a:solidFill>
              <a:latin typeface="+mn-lt"/>
              <a:ea typeface="+mn-ea"/>
              <a:cs typeface="Times New Roman" panose="02020603050405020304" pitchFamily="18" charset="0"/>
            </a:rPr>
            <a:t>%)</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14</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5</a:t>
          </a:r>
          <a:r>
            <a:rPr lang="en-GB" sz="1200" b="1" kern="1200">
              <a:solidFill>
                <a:sysClr val="window" lastClr="FFFFFF"/>
              </a:solidFill>
              <a:latin typeface="+mn-lt"/>
              <a:ea typeface="+mn-ea"/>
              <a:cs typeface="Times New Roman" panose="02020603050405020304" pitchFamily="18" charset="0"/>
            </a:rPr>
            <a:t>2 HHs</a:t>
          </a:r>
        </a:p>
      </dsp:txBody>
      <dsp:txXfrm>
        <a:off x="6465365" y="2750657"/>
        <a:ext cx="881935" cy="576009"/>
      </dsp:txXfrm>
    </dsp:sp>
    <dsp:sp modelId="{3D9D0A8B-2265-694A-ACF7-8FC0898E2811}">
      <dsp:nvSpPr>
        <dsp:cNvPr id="0" name=""/>
        <dsp:cNvSpPr/>
      </dsp:nvSpPr>
      <dsp:spPr>
        <a:xfrm>
          <a:off x="6088446" y="3344588"/>
          <a:ext cx="817886" cy="379378"/>
        </a:xfrm>
        <a:custGeom>
          <a:avLst/>
          <a:gdLst/>
          <a:ahLst/>
          <a:cxnLst/>
          <a:rect l="0" t="0" r="0" b="0"/>
          <a:pathLst>
            <a:path>
              <a:moveTo>
                <a:pt x="817886" y="0"/>
              </a:moveTo>
              <a:lnTo>
                <a:pt x="817886" y="189689"/>
              </a:lnTo>
              <a:lnTo>
                <a:pt x="0" y="189689"/>
              </a:lnTo>
              <a:lnTo>
                <a:pt x="0" y="379378"/>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EFB175B-605B-4140-9C26-4E564AD0CC52}">
      <dsp:nvSpPr>
        <dsp:cNvPr id="0" name=""/>
        <dsp:cNvSpPr/>
      </dsp:nvSpPr>
      <dsp:spPr>
        <a:xfrm>
          <a:off x="5629557" y="3723966"/>
          <a:ext cx="917777" cy="611851"/>
        </a:xfrm>
        <a:prstGeom prst="roundRect">
          <a:avLst>
            <a:gd name="adj" fmla="val 10000"/>
          </a:avLst>
        </a:prstGeom>
        <a:solidFill>
          <a:srgbClr val="4472C4">
            <a:lumMod val="60000"/>
            <a:lumOff val="40000"/>
          </a:srgbClr>
        </a:solidFill>
        <a:ln w="12700" cap="flat" cmpd="sng" algn="ctr">
          <a:solidFill>
            <a:srgbClr val="4472C4">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Remote</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715 HHs</a:t>
          </a:r>
        </a:p>
      </dsp:txBody>
      <dsp:txXfrm>
        <a:off x="5647478" y="3741887"/>
        <a:ext cx="881935" cy="576009"/>
      </dsp:txXfrm>
    </dsp:sp>
    <dsp:sp modelId="{F4314E0C-3E79-9F47-8952-C976AD7E51C4}">
      <dsp:nvSpPr>
        <dsp:cNvPr id="0" name=""/>
        <dsp:cNvSpPr/>
      </dsp:nvSpPr>
      <dsp:spPr>
        <a:xfrm>
          <a:off x="5453417" y="4335818"/>
          <a:ext cx="635028" cy="457622"/>
        </a:xfrm>
        <a:custGeom>
          <a:avLst/>
          <a:gdLst/>
          <a:ahLst/>
          <a:cxnLst/>
          <a:rect l="0" t="0" r="0" b="0"/>
          <a:pathLst>
            <a:path>
              <a:moveTo>
                <a:pt x="635028" y="0"/>
              </a:moveTo>
              <a:lnTo>
                <a:pt x="635028" y="228811"/>
              </a:lnTo>
              <a:lnTo>
                <a:pt x="0" y="228811"/>
              </a:lnTo>
              <a:lnTo>
                <a:pt x="0" y="457622"/>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10D4D6F-2A08-4E42-9E68-7F18AE582191}">
      <dsp:nvSpPr>
        <dsp:cNvPr id="0" name=""/>
        <dsp:cNvSpPr/>
      </dsp:nvSpPr>
      <dsp:spPr>
        <a:xfrm>
          <a:off x="4994528" y="4793441"/>
          <a:ext cx="917777" cy="562187"/>
        </a:xfrm>
        <a:prstGeom prst="roundRect">
          <a:avLst>
            <a:gd name="adj" fmla="val 10000"/>
          </a:avLst>
        </a:prstGeom>
        <a:solidFill>
          <a:srgbClr val="70AD47">
            <a:lumMod val="40000"/>
            <a:lumOff val="60000"/>
          </a:srgbClr>
        </a:solidFill>
        <a:ln w="12700" cap="flat" cmpd="sng" algn="ctr">
          <a:solidFill>
            <a:srgbClr val="70AD47">
              <a:lumMod val="40000"/>
              <a:lumOff val="6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Text" lastClr="000000"/>
              </a:solidFill>
              <a:latin typeface="+mn-lt"/>
              <a:ea typeface="+mn-ea"/>
              <a:cs typeface="Times New Roman" panose="02020603050405020304" pitchFamily="18" charset="0"/>
            </a:rPr>
            <a:t>Yes</a:t>
          </a:r>
        </a:p>
        <a:p>
          <a:pPr marL="0" lvl="0" indent="0" algn="ctr" defTabSz="533400">
            <a:lnSpc>
              <a:spcPct val="90000"/>
            </a:lnSpc>
            <a:spcBef>
              <a:spcPct val="0"/>
            </a:spcBef>
            <a:spcAft>
              <a:spcPct val="35000"/>
            </a:spcAft>
            <a:buNone/>
          </a:pPr>
          <a:r>
            <a:rPr lang="en-GB" sz="1200" b="1" kern="1200">
              <a:solidFill>
                <a:sysClr val="windowText" lastClr="000000"/>
              </a:solidFill>
              <a:latin typeface="+mn-lt"/>
              <a:ea typeface="+mn-ea"/>
              <a:cs typeface="Times New Roman" panose="02020603050405020304" pitchFamily="18" charset="0"/>
            </a:rPr>
            <a:t>300 HHs</a:t>
          </a:r>
        </a:p>
      </dsp:txBody>
      <dsp:txXfrm>
        <a:off x="5010994" y="4809907"/>
        <a:ext cx="884845" cy="529255"/>
      </dsp:txXfrm>
    </dsp:sp>
    <dsp:sp modelId="{0A71CDD4-D3F2-0842-A8F9-DE98973F8587}">
      <dsp:nvSpPr>
        <dsp:cNvPr id="0" name=""/>
        <dsp:cNvSpPr/>
      </dsp:nvSpPr>
      <dsp:spPr>
        <a:xfrm>
          <a:off x="5407697" y="5355628"/>
          <a:ext cx="91440" cy="176666"/>
        </a:xfrm>
        <a:custGeom>
          <a:avLst/>
          <a:gdLst/>
          <a:ahLst/>
          <a:cxnLst/>
          <a:rect l="0" t="0" r="0" b="0"/>
          <a:pathLst>
            <a:path>
              <a:moveTo>
                <a:pt x="45720" y="0"/>
              </a:moveTo>
              <a:lnTo>
                <a:pt x="45720" y="176666"/>
              </a:lnTo>
            </a:path>
          </a:pathLst>
        </a:custGeom>
        <a:noFill/>
        <a:ln w="9525" cap="flat" cmpd="sng" algn="ctr">
          <a:solidFill>
            <a:srgbClr val="70AD47"/>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C11F24E0-54C3-3743-B42A-DECFCB26DCA2}">
      <dsp:nvSpPr>
        <dsp:cNvPr id="0" name=""/>
        <dsp:cNvSpPr/>
      </dsp:nvSpPr>
      <dsp:spPr>
        <a:xfrm>
          <a:off x="4994528" y="5532294"/>
          <a:ext cx="917777" cy="611851"/>
        </a:xfrm>
        <a:prstGeom prst="roundRect">
          <a:avLst>
            <a:gd name="adj" fmla="val 10000"/>
          </a:avLst>
        </a:prstGeom>
        <a:solidFill>
          <a:srgbClr val="70AD47">
            <a:lumMod val="40000"/>
            <a:lumOff val="60000"/>
          </a:srgbClr>
        </a:solidFill>
        <a:ln w="12700" cap="flat" cmpd="sng" algn="ctr">
          <a:solidFill>
            <a:srgbClr val="70AD47">
              <a:lumMod val="40000"/>
              <a:lumOff val="6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Text" lastClr="000000">
                  <a:hueOff val="0"/>
                  <a:satOff val="0"/>
                  <a:lumOff val="0"/>
                  <a:alphaOff val="0"/>
                </a:sysClr>
              </a:solidFill>
              <a:latin typeface="+mn-lt"/>
              <a:ea typeface="+mn-ea"/>
              <a:cs typeface="Times New Roman" panose="02020603050405020304" pitchFamily="18" charset="0"/>
            </a:rPr>
            <a:t>119 HHs</a:t>
          </a:r>
        </a:p>
      </dsp:txBody>
      <dsp:txXfrm>
        <a:off x="5012449" y="5550215"/>
        <a:ext cx="881935" cy="576009"/>
      </dsp:txXfrm>
    </dsp:sp>
    <dsp:sp modelId="{8B13274A-8121-D545-B2A2-79E6DAE88A96}">
      <dsp:nvSpPr>
        <dsp:cNvPr id="0" name=""/>
        <dsp:cNvSpPr/>
      </dsp:nvSpPr>
      <dsp:spPr>
        <a:xfrm>
          <a:off x="6088446" y="4335818"/>
          <a:ext cx="583734" cy="455945"/>
        </a:xfrm>
        <a:custGeom>
          <a:avLst/>
          <a:gdLst/>
          <a:ahLst/>
          <a:cxnLst/>
          <a:rect l="0" t="0" r="0" b="0"/>
          <a:pathLst>
            <a:path>
              <a:moveTo>
                <a:pt x="0" y="0"/>
              </a:moveTo>
              <a:lnTo>
                <a:pt x="0" y="227972"/>
              </a:lnTo>
              <a:lnTo>
                <a:pt x="583734" y="227972"/>
              </a:lnTo>
              <a:lnTo>
                <a:pt x="583734" y="455945"/>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9A8F828-3D2A-BE4D-9BF4-C56274166C3E}">
      <dsp:nvSpPr>
        <dsp:cNvPr id="0" name=""/>
        <dsp:cNvSpPr/>
      </dsp:nvSpPr>
      <dsp:spPr>
        <a:xfrm>
          <a:off x="6213291" y="4791764"/>
          <a:ext cx="917777" cy="543367"/>
        </a:xfrm>
        <a:prstGeom prst="roundRect">
          <a:avLst>
            <a:gd name="adj" fmla="val 10000"/>
          </a:avLst>
        </a:prstGeom>
        <a:solidFill>
          <a:srgbClr val="ED7D31">
            <a:lumMod val="60000"/>
            <a:lumOff val="40000"/>
          </a:srgbClr>
        </a:solidFill>
        <a:ln w="12700" cap="flat" cmpd="sng" algn="ctr">
          <a:solidFill>
            <a:srgbClr val="ED7D31">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No</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415 HHs</a:t>
          </a:r>
        </a:p>
      </dsp:txBody>
      <dsp:txXfrm>
        <a:off x="6229206" y="4807679"/>
        <a:ext cx="885947" cy="511537"/>
      </dsp:txXfrm>
    </dsp:sp>
    <dsp:sp modelId="{63102310-0CC5-1C4A-A1F2-EB13FBB0BA3A}">
      <dsp:nvSpPr>
        <dsp:cNvPr id="0" name=""/>
        <dsp:cNvSpPr/>
      </dsp:nvSpPr>
      <dsp:spPr>
        <a:xfrm>
          <a:off x="6906333" y="3344588"/>
          <a:ext cx="920485" cy="381049"/>
        </a:xfrm>
        <a:custGeom>
          <a:avLst/>
          <a:gdLst/>
          <a:ahLst/>
          <a:cxnLst/>
          <a:rect l="0" t="0" r="0" b="0"/>
          <a:pathLst>
            <a:path>
              <a:moveTo>
                <a:pt x="0" y="0"/>
              </a:moveTo>
              <a:lnTo>
                <a:pt x="0" y="190524"/>
              </a:lnTo>
              <a:lnTo>
                <a:pt x="920485" y="190524"/>
              </a:lnTo>
              <a:lnTo>
                <a:pt x="920485" y="381049"/>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EB31C227-A8C2-6A42-92DA-2B6CFD95EE9F}">
      <dsp:nvSpPr>
        <dsp:cNvPr id="0" name=""/>
        <dsp:cNvSpPr/>
      </dsp:nvSpPr>
      <dsp:spPr>
        <a:xfrm>
          <a:off x="7367929" y="3725637"/>
          <a:ext cx="917777" cy="611851"/>
        </a:xfrm>
        <a:prstGeom prst="roundRect">
          <a:avLst>
            <a:gd name="adj" fmla="val 10000"/>
          </a:avLst>
        </a:prstGeom>
        <a:solidFill>
          <a:srgbClr val="C0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F2F</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737 HHs</a:t>
          </a:r>
        </a:p>
      </dsp:txBody>
      <dsp:txXfrm>
        <a:off x="7385850" y="3743558"/>
        <a:ext cx="881935" cy="576009"/>
      </dsp:txXfrm>
    </dsp:sp>
    <dsp:sp modelId="{7A335672-2B23-264E-A799-6299A78416B4}">
      <dsp:nvSpPr>
        <dsp:cNvPr id="0" name=""/>
        <dsp:cNvSpPr/>
      </dsp:nvSpPr>
      <dsp:spPr>
        <a:xfrm>
          <a:off x="7781098" y="4337489"/>
          <a:ext cx="91440" cy="1194805"/>
        </a:xfrm>
        <a:custGeom>
          <a:avLst/>
          <a:gdLst/>
          <a:ahLst/>
          <a:cxnLst/>
          <a:rect l="0" t="0" r="0" b="0"/>
          <a:pathLst>
            <a:path>
              <a:moveTo>
                <a:pt x="45720" y="0"/>
              </a:moveTo>
              <a:lnTo>
                <a:pt x="45720" y="1194805"/>
              </a:lnTo>
            </a:path>
          </a:pathLst>
        </a:custGeom>
        <a:noFill/>
        <a:ln w="9525" cap="flat" cmpd="sng" algn="ctr">
          <a:solidFill>
            <a:srgbClr val="C00000"/>
          </a:solidFill>
          <a:prstDash val="solid"/>
          <a:round/>
          <a:headEnd type="none" w="med" len="med"/>
          <a:tailEnd type="arrow" w="med" len="med"/>
        </a:ln>
        <a:effectLst/>
      </dsp:spPr>
      <dsp:style>
        <a:lnRef idx="0">
          <a:scrgbClr r="0" g="0" b="0"/>
        </a:lnRef>
        <a:fillRef idx="0">
          <a:scrgbClr r="0" g="0" b="0"/>
        </a:fillRef>
        <a:effectRef idx="0">
          <a:scrgbClr r="0" g="0" b="0"/>
        </a:effectRef>
        <a:fontRef idx="minor">
          <a:schemeClr val="tx1"/>
        </a:fontRef>
      </dsp:style>
    </dsp:sp>
    <dsp:sp modelId="{1829989C-09C6-344E-932B-787BD1A0D358}">
      <dsp:nvSpPr>
        <dsp:cNvPr id="0" name=""/>
        <dsp:cNvSpPr/>
      </dsp:nvSpPr>
      <dsp:spPr>
        <a:xfrm>
          <a:off x="7367929" y="5532294"/>
          <a:ext cx="917777" cy="611851"/>
        </a:xfrm>
        <a:prstGeom prst="roundRect">
          <a:avLst>
            <a:gd name="adj" fmla="val 10000"/>
          </a:avLst>
        </a:prstGeom>
        <a:solidFill>
          <a:srgbClr val="C00000"/>
        </a:solid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675 HHs</a:t>
          </a:r>
        </a:p>
      </dsp:txBody>
      <dsp:txXfrm>
        <a:off x="7385850" y="5550215"/>
        <a:ext cx="881935" cy="576009"/>
      </dsp:txXfrm>
    </dsp:sp>
    <dsp:sp modelId="{8586D06B-759F-7144-B8FA-4DBA1D1BAFC9}">
      <dsp:nvSpPr>
        <dsp:cNvPr id="0" name=""/>
        <dsp:cNvSpPr/>
      </dsp:nvSpPr>
      <dsp:spPr>
        <a:xfrm>
          <a:off x="7579835" y="1666957"/>
          <a:ext cx="583734" cy="1065729"/>
        </a:xfrm>
        <a:custGeom>
          <a:avLst/>
          <a:gdLst/>
          <a:ahLst/>
          <a:cxnLst/>
          <a:rect l="0" t="0" r="0" b="0"/>
          <a:pathLst>
            <a:path>
              <a:moveTo>
                <a:pt x="0" y="0"/>
              </a:moveTo>
              <a:lnTo>
                <a:pt x="0" y="532864"/>
              </a:lnTo>
              <a:lnTo>
                <a:pt x="583734" y="532864"/>
              </a:lnTo>
              <a:lnTo>
                <a:pt x="583734" y="1065729"/>
              </a:lnTo>
            </a:path>
          </a:pathLst>
        </a:custGeom>
        <a:noFill/>
        <a:ln w="12700" cap="flat" cmpd="sng" algn="ctr">
          <a:solidFill>
            <a:srgbClr val="4472C4">
              <a:shade val="8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2CBE9CBF-D66F-7445-A358-EA4D9621F592}">
      <dsp:nvSpPr>
        <dsp:cNvPr id="0" name=""/>
        <dsp:cNvSpPr/>
      </dsp:nvSpPr>
      <dsp:spPr>
        <a:xfrm>
          <a:off x="7704680" y="2732687"/>
          <a:ext cx="917777" cy="536122"/>
        </a:xfrm>
        <a:prstGeom prst="roundRect">
          <a:avLst>
            <a:gd name="adj" fmla="val 10000"/>
          </a:avLst>
        </a:prstGeom>
        <a:solidFill>
          <a:srgbClr val="ED7D31">
            <a:lumMod val="60000"/>
            <a:lumOff val="40000"/>
          </a:srgbClr>
        </a:solidFill>
        <a:ln w="12700" cap="flat" cmpd="sng" algn="ctr">
          <a:solidFill>
            <a:srgbClr val="ED7D31">
              <a:lumMod val="60000"/>
              <a:lumOff val="4000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No (2</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2</a:t>
          </a:r>
          <a:r>
            <a:rPr lang="en-GB" sz="1200" b="1" kern="1200">
              <a:solidFill>
                <a:sysClr val="window" lastClr="FFFFFF"/>
              </a:solidFill>
              <a:latin typeface="+mn-lt"/>
              <a:ea typeface="+mn-ea"/>
              <a:cs typeface="Times New Roman" panose="02020603050405020304" pitchFamily="18" charset="0"/>
            </a:rPr>
            <a:t>%)</a:t>
          </a:r>
        </a:p>
        <a:p>
          <a:pPr marL="0" lvl="0" indent="0" algn="ctr" defTabSz="533400">
            <a:lnSpc>
              <a:spcPct val="90000"/>
            </a:lnSpc>
            <a:spcBef>
              <a:spcPct val="0"/>
            </a:spcBef>
            <a:spcAft>
              <a:spcPct val="35000"/>
            </a:spcAft>
            <a:buNone/>
          </a:pPr>
          <a:r>
            <a:rPr lang="en-GB" sz="1200" b="1" kern="1200">
              <a:solidFill>
                <a:sysClr val="window" lastClr="FFFFFF"/>
              </a:solidFill>
              <a:latin typeface="+mn-lt"/>
              <a:ea typeface="+mn-ea"/>
              <a:cs typeface="Times New Roman" panose="02020603050405020304" pitchFamily="18" charset="0"/>
            </a:rPr>
            <a:t>42</a:t>
          </a:r>
          <a:r>
            <a:rPr lang="en-US" altLang="zh-CN" sz="1200" b="1" kern="1200">
              <a:solidFill>
                <a:sysClr val="window" lastClr="FFFFFF"/>
              </a:solidFill>
              <a:latin typeface="+mn-lt"/>
              <a:ea typeface="等线" panose="02010600030101010101" pitchFamily="2" charset="-122"/>
              <a:cs typeface="Times New Roman" panose="02020603050405020304" pitchFamily="18" charset="0"/>
            </a:rPr>
            <a:t>0</a:t>
          </a:r>
          <a:r>
            <a:rPr lang="en-GB" sz="1200" b="1" kern="1200">
              <a:solidFill>
                <a:sysClr val="window" lastClr="FFFFFF"/>
              </a:solidFill>
              <a:latin typeface="+mn-lt"/>
              <a:ea typeface="+mn-ea"/>
              <a:cs typeface="Times New Roman" panose="02020603050405020304" pitchFamily="18" charset="0"/>
            </a:rPr>
            <a:t> HHs</a:t>
          </a:r>
        </a:p>
      </dsp:txBody>
      <dsp:txXfrm>
        <a:off x="7720382" y="2748389"/>
        <a:ext cx="886373" cy="50471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16/01/2024</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16/01/2024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2624929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Consolidate Approach for Reporting food Insecurity (CARI)</a:t>
            </a:r>
          </a:p>
          <a:p>
            <a:pPr marL="342900" marR="0" lvl="1" indent="-342900" algn="l" defTabSz="914400" rtl="0" eaLnBrk="1" fontAlgn="auto" latinLnBrk="0" hangingPunct="1">
              <a:lnSpc>
                <a:spcPct val="100000"/>
              </a:lnSpc>
              <a:spcBef>
                <a:spcPts val="1000"/>
              </a:spcBef>
              <a:spcAft>
                <a:spcPts val="0"/>
              </a:spcAft>
              <a:buClrTx/>
              <a:buSzTx/>
              <a:buFontTx/>
              <a:buNone/>
              <a:tabLst/>
              <a:defRPr/>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t</a:t>
            </a:r>
            <a:r>
              <a:rPr lang="en-US" sz="2400">
                <a:latin typeface="Open Sans" panose="020B0606030504020204" pitchFamily="34" charset="0"/>
                <a:ea typeface="Open Sans" panose="020B0606030504020204" pitchFamily="34" charset="0"/>
                <a:cs typeface="Times New Roman" panose="02020603050405020304" pitchFamily="18" charset="0"/>
              </a:rPr>
              <a:t>hough easily available, results are not globally accepted because</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methodology is not been empirically validated against other standard methods- CARI</a:t>
            </a:r>
          </a:p>
          <a:p>
            <a:pPr marL="0" lvl="0" indent="0" algn="just">
              <a:lnSpc>
                <a:spcPct val="107000"/>
              </a:lnSpc>
              <a:buFont typeface="+mj-lt"/>
              <a:buNone/>
            </a:pPr>
            <a:endParaRPr lang="en-GB" sz="1800">
              <a:effectLst/>
              <a:latin typeface="Calibri" panose="020F0502020204030204" pitchFamily="34" charset="0"/>
              <a:ea typeface="Calibri" panose="020F0502020204030204" pitchFamily="34" charset="0"/>
              <a:cs typeface="Calibri" panose="020F0502020204030204" pitchFamily="34" charset="0"/>
            </a:endParaRPr>
          </a:p>
          <a:p>
            <a:pPr marL="0" lvl="0" indent="0" algn="just">
              <a:lnSpc>
                <a:spcPct val="107000"/>
              </a:lnSpc>
              <a:buFont typeface="+mj-lt"/>
              <a:buNone/>
            </a:pPr>
            <a:r>
              <a:rPr lang="en-GB" sz="1800">
                <a:effectLst/>
                <a:latin typeface="Calibri" panose="020F0502020204030204" pitchFamily="34" charset="0"/>
                <a:ea typeface="Calibri" panose="020F0502020204030204" pitchFamily="34" charset="0"/>
                <a:cs typeface="Calibri" panose="020F0502020204030204" pitchFamily="34" charset="0"/>
              </a:rPr>
              <a:t>rCARI is based on the following modules</a:t>
            </a: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Consumption-based coping strategy (rCSI)</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Income sources &amp; income changes</a:t>
            </a:r>
            <a:endParaRPr lang="en-GB" sz="1800">
              <a:effectLst/>
              <a:latin typeface="Calibri" panose="020F0502020204030204" pitchFamily="34" charset="0"/>
              <a:ea typeface="Calibri" panose="020F0502020204030204" pitchFamily="34" charset="0"/>
              <a:cs typeface="Arial" panose="020B0604020202020204" pitchFamily="34" charset="0"/>
            </a:endParaRPr>
          </a:p>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2</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19214775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7</a:t>
            </a:fld>
            <a:endParaRPr lang="it-IT"/>
          </a:p>
        </p:txBody>
      </p:sp>
    </p:spTree>
    <p:extLst>
      <p:ext uri="{BB962C8B-B14F-4D97-AF65-F5344CB8AC3E}">
        <p14:creationId xmlns:p14="http://schemas.microsoft.com/office/powerpoint/2010/main" val="2345245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8</a:t>
            </a:fld>
            <a:endParaRPr lang="it-IT"/>
          </a:p>
        </p:txBody>
      </p:sp>
    </p:spTree>
    <p:extLst>
      <p:ext uri="{BB962C8B-B14F-4D97-AF65-F5344CB8AC3E}">
        <p14:creationId xmlns:p14="http://schemas.microsoft.com/office/powerpoint/2010/main" val="4171573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9</a:t>
            </a:fld>
            <a:endParaRPr lang="it-IT"/>
          </a:p>
        </p:txBody>
      </p:sp>
    </p:spTree>
    <p:extLst>
      <p:ext uri="{BB962C8B-B14F-4D97-AF65-F5344CB8AC3E}">
        <p14:creationId xmlns:p14="http://schemas.microsoft.com/office/powerpoint/2010/main" val="2345245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10</a:t>
            </a:fld>
            <a:endParaRPr lang="it-IT"/>
          </a:p>
        </p:txBody>
      </p:sp>
    </p:spTree>
    <p:extLst>
      <p:ext uri="{BB962C8B-B14F-4D97-AF65-F5344CB8AC3E}">
        <p14:creationId xmlns:p14="http://schemas.microsoft.com/office/powerpoint/2010/main" val="3778793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11</a:t>
            </a:fld>
            <a:endParaRPr lang="it-IT"/>
          </a:p>
        </p:txBody>
      </p:sp>
    </p:spTree>
    <p:extLst>
      <p:ext uri="{BB962C8B-B14F-4D97-AF65-F5344CB8AC3E}">
        <p14:creationId xmlns:p14="http://schemas.microsoft.com/office/powerpoint/2010/main" val="10773401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12</a:t>
            </a:fld>
            <a:endParaRPr lang="it-IT"/>
          </a:p>
        </p:txBody>
      </p:sp>
    </p:spTree>
    <p:extLst>
      <p:ext uri="{BB962C8B-B14F-4D97-AF65-F5344CB8AC3E}">
        <p14:creationId xmlns:p14="http://schemas.microsoft.com/office/powerpoint/2010/main" val="2061406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14</a:t>
            </a:fld>
            <a:endParaRPr lang="it-IT"/>
          </a:p>
        </p:txBody>
      </p:sp>
    </p:spTree>
    <p:extLst>
      <p:ext uri="{BB962C8B-B14F-4D97-AF65-F5344CB8AC3E}">
        <p14:creationId xmlns:p14="http://schemas.microsoft.com/office/powerpoint/2010/main" val="3501038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15</a:t>
            </a:fld>
            <a:endParaRPr lang="it-IT"/>
          </a:p>
        </p:txBody>
      </p:sp>
    </p:spTree>
    <p:extLst>
      <p:ext uri="{BB962C8B-B14F-4D97-AF65-F5344CB8AC3E}">
        <p14:creationId xmlns:p14="http://schemas.microsoft.com/office/powerpoint/2010/main" val="2621179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16</a:t>
            </a:fld>
            <a:endParaRPr lang="it-IT"/>
          </a:p>
        </p:txBody>
      </p:sp>
    </p:spTree>
    <p:extLst>
      <p:ext uri="{BB962C8B-B14F-4D97-AF65-F5344CB8AC3E}">
        <p14:creationId xmlns:p14="http://schemas.microsoft.com/office/powerpoint/2010/main" val="2508817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17</a:t>
            </a:fld>
            <a:endParaRPr lang="it-IT"/>
          </a:p>
        </p:txBody>
      </p:sp>
    </p:spTree>
    <p:extLst>
      <p:ext uri="{BB962C8B-B14F-4D97-AF65-F5344CB8AC3E}">
        <p14:creationId xmlns:p14="http://schemas.microsoft.com/office/powerpoint/2010/main" val="2448522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18</a:t>
            </a:fld>
            <a:endParaRPr lang="it-IT"/>
          </a:p>
        </p:txBody>
      </p:sp>
    </p:spTree>
    <p:extLst>
      <p:ext uri="{BB962C8B-B14F-4D97-AF65-F5344CB8AC3E}">
        <p14:creationId xmlns:p14="http://schemas.microsoft.com/office/powerpoint/2010/main" val="1750082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19</a:t>
            </a:fld>
            <a:endParaRPr lang="it-IT"/>
          </a:p>
        </p:txBody>
      </p:sp>
    </p:spTree>
    <p:extLst>
      <p:ext uri="{BB962C8B-B14F-4D97-AF65-F5344CB8AC3E}">
        <p14:creationId xmlns:p14="http://schemas.microsoft.com/office/powerpoint/2010/main" val="3518405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solidFill>
                  <a:srgbClr val="000000"/>
                </a:solidFill>
                <a:effectLst/>
                <a:latin typeface="Calibri" panose="020F0502020204030204" pitchFamily="34" charset="0"/>
                <a:ea typeface="Calibri" panose="020F0502020204030204" pitchFamily="34" charset="0"/>
              </a:rPr>
              <a:t>When comparing the conventional CARI with the CARI using income sources from the same survey modality and the same households (paired sample). The CARI using income source was conservative in measuring food insecurity by 6 - 22 points in the three countries. </a:t>
            </a:r>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23</a:t>
            </a:fld>
            <a:endParaRPr lang="it-IT"/>
          </a:p>
        </p:txBody>
      </p:sp>
    </p:spTree>
    <p:extLst>
      <p:ext uri="{BB962C8B-B14F-4D97-AF65-F5344CB8AC3E}">
        <p14:creationId xmlns:p14="http://schemas.microsoft.com/office/powerpoint/2010/main" val="26639327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Remote interviews reports better consumption meaning under-stating food insecurity across pilot countries</a:t>
            </a:r>
          </a:p>
        </p:txBody>
      </p:sp>
      <p:sp>
        <p:nvSpPr>
          <p:cNvPr id="4" name="Slide Number Placeholder 3"/>
          <p:cNvSpPr>
            <a:spLocks noGrp="1"/>
          </p:cNvSpPr>
          <p:nvPr>
            <p:ph type="sldNum" sz="quarter" idx="5"/>
          </p:nvPr>
        </p:nvSpPr>
        <p:spPr/>
        <p:txBody>
          <a:bodyPr/>
          <a:lstStyle/>
          <a:p>
            <a:fld id="{C227884D-8063-894A-9B96-2E8B250142EB}" type="slidenum">
              <a:rPr lang="it-IT" smtClean="0"/>
              <a:t>26</a:t>
            </a:fld>
            <a:endParaRPr lang="it-IT"/>
          </a:p>
        </p:txBody>
      </p:sp>
    </p:spTree>
    <p:extLst>
      <p:ext uri="{BB962C8B-B14F-4D97-AF65-F5344CB8AC3E}">
        <p14:creationId xmlns:p14="http://schemas.microsoft.com/office/powerpoint/2010/main" val="1578688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27</a:t>
            </a:fld>
            <a:endParaRPr lang="it-IT"/>
          </a:p>
        </p:txBody>
      </p:sp>
    </p:spTree>
    <p:extLst>
      <p:ext uri="{BB962C8B-B14F-4D97-AF65-F5344CB8AC3E}">
        <p14:creationId xmlns:p14="http://schemas.microsoft.com/office/powerpoint/2010/main" val="9266749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28</a:t>
            </a:fld>
            <a:endParaRPr lang="it-IT"/>
          </a:p>
        </p:txBody>
      </p:sp>
    </p:spTree>
    <p:extLst>
      <p:ext uri="{BB962C8B-B14F-4D97-AF65-F5344CB8AC3E}">
        <p14:creationId xmlns:p14="http://schemas.microsoft.com/office/powerpoint/2010/main" val="14722206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Remote is conservative in reporting food insecurity (CARI category 4) using income</a:t>
            </a:r>
          </a:p>
        </p:txBody>
      </p:sp>
      <p:sp>
        <p:nvSpPr>
          <p:cNvPr id="4" name="Slide Number Placeholder 3"/>
          <p:cNvSpPr>
            <a:spLocks noGrp="1"/>
          </p:cNvSpPr>
          <p:nvPr>
            <p:ph type="sldNum" sz="quarter" idx="5"/>
          </p:nvPr>
        </p:nvSpPr>
        <p:spPr/>
        <p:txBody>
          <a:bodyPr/>
          <a:lstStyle/>
          <a:p>
            <a:fld id="{C227884D-8063-894A-9B96-2E8B250142EB}" type="slidenum">
              <a:rPr lang="it-IT" smtClean="0"/>
              <a:t>31</a:t>
            </a:fld>
            <a:endParaRPr lang="it-IT"/>
          </a:p>
        </p:txBody>
      </p:sp>
    </p:spTree>
    <p:extLst>
      <p:ext uri="{BB962C8B-B14F-4D97-AF65-F5344CB8AC3E}">
        <p14:creationId xmlns:p14="http://schemas.microsoft.com/office/powerpoint/2010/main" val="3405408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33</a:t>
            </a:fld>
            <a:endParaRPr lang="it-IT"/>
          </a:p>
        </p:txBody>
      </p:sp>
    </p:spTree>
    <p:extLst>
      <p:ext uri="{BB962C8B-B14F-4D97-AF65-F5344CB8AC3E}">
        <p14:creationId xmlns:p14="http://schemas.microsoft.com/office/powerpoint/2010/main" val="13016226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Looking at the category 3 and 4 of CARI. We see that Income and Income sources will significantly under report food insecurity by 18% and 44% across the 3 countries.</a:t>
            </a:r>
          </a:p>
        </p:txBody>
      </p:sp>
      <p:sp>
        <p:nvSpPr>
          <p:cNvPr id="4" name="Slide Number Placeholder 3"/>
          <p:cNvSpPr>
            <a:spLocks noGrp="1"/>
          </p:cNvSpPr>
          <p:nvPr>
            <p:ph type="sldNum" sz="quarter" idx="5"/>
          </p:nvPr>
        </p:nvSpPr>
        <p:spPr/>
        <p:txBody>
          <a:bodyPr/>
          <a:lstStyle/>
          <a:p>
            <a:fld id="{C227884D-8063-894A-9B96-2E8B250142EB}" type="slidenum">
              <a:rPr lang="it-IT" smtClean="0"/>
              <a:t>34</a:t>
            </a:fld>
            <a:endParaRPr lang="it-IT"/>
          </a:p>
        </p:txBody>
      </p:sp>
    </p:spTree>
    <p:extLst>
      <p:ext uri="{BB962C8B-B14F-4D97-AF65-F5344CB8AC3E}">
        <p14:creationId xmlns:p14="http://schemas.microsoft.com/office/powerpoint/2010/main" val="23590484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393736" y="5969757"/>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COVER">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031224" y="675542"/>
            <a:ext cx="9595954" cy="1324205"/>
          </a:xfrm>
          <a:prstGeom prst="rect">
            <a:avLst/>
          </a:prstGeom>
        </p:spPr>
        <p:txBody>
          <a:bodyPr anchor="t">
            <a:noAutofit/>
          </a:bodyPr>
          <a:lstStyle>
            <a:lvl1pPr algn="l">
              <a:lnSpc>
                <a:spcPct val="100000"/>
              </a:lnSpc>
              <a:defRPr sz="3600" b="1" i="0" baseline="0">
                <a:solidFill>
                  <a:srgbClr val="0070BA"/>
                </a:solidFill>
                <a:latin typeface="Open Sans" charset="0"/>
                <a:ea typeface="Open Sans" charset="0"/>
                <a:cs typeface="Open Sans" charset="0"/>
              </a:defRPr>
            </a:lvl1pPr>
          </a:lstStyle>
          <a:p>
            <a:r>
              <a:rPr lang="en-US" noProof="0"/>
              <a:t>Click to insert title</a:t>
            </a:r>
          </a:p>
        </p:txBody>
      </p:sp>
      <p:sp>
        <p:nvSpPr>
          <p:cNvPr id="3" name="Sottotitolo 2"/>
          <p:cNvSpPr>
            <a:spLocks noGrp="1"/>
          </p:cNvSpPr>
          <p:nvPr>
            <p:ph type="subTitle" idx="1" hasCustomPrompt="1"/>
          </p:nvPr>
        </p:nvSpPr>
        <p:spPr>
          <a:xfrm>
            <a:off x="2045184" y="1999748"/>
            <a:ext cx="9595954" cy="1655762"/>
          </a:xfrm>
        </p:spPr>
        <p:txBody>
          <a:bodyPr anchor="t">
            <a:noAutofit/>
          </a:bodyPr>
          <a:lstStyle>
            <a:lvl1pPr marL="0" indent="0" algn="l">
              <a:buNone/>
              <a:defRPr sz="2400" b="0" i="0">
                <a:solidFill>
                  <a:srgbClr val="0070BA"/>
                </a:solidFill>
                <a:latin typeface="Open Sans" charset="0"/>
                <a:ea typeface="Open Sans" charset="0"/>
                <a:cs typeface="Open San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a:t>
            </a:r>
          </a:p>
        </p:txBody>
      </p:sp>
      <p:sp>
        <p:nvSpPr>
          <p:cNvPr id="4" name="Segnaposto data 3"/>
          <p:cNvSpPr>
            <a:spLocks noGrp="1"/>
          </p:cNvSpPr>
          <p:nvPr>
            <p:ph type="dt" sz="half" idx="10"/>
          </p:nvPr>
        </p:nvSpPr>
        <p:spPr>
          <a:xfrm>
            <a:off x="2066124" y="5820454"/>
            <a:ext cx="2743200" cy="365125"/>
          </a:xfrm>
        </p:spPr>
        <p:txBody>
          <a:bodyPr/>
          <a:lstStyle>
            <a:lvl1pPr algn="l">
              <a:defRPr sz="1400" b="1" i="0">
                <a:solidFill>
                  <a:srgbClr val="0070BA"/>
                </a:solidFill>
                <a:latin typeface="Open Sans" charset="0"/>
                <a:ea typeface="Open Sans" charset="0"/>
                <a:cs typeface="Open Sans" charset="0"/>
              </a:defRPr>
            </a:lvl1pPr>
          </a:lstStyle>
          <a:p>
            <a:r>
              <a:rPr lang="en-US" noProof="0"/>
              <a:t>Year Month</a:t>
            </a:r>
          </a:p>
        </p:txBody>
      </p:sp>
      <p:pic>
        <p:nvPicPr>
          <p:cNvPr id="7" name="Immagin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8163" y="539496"/>
            <a:ext cx="1082040" cy="5779008"/>
          </a:xfrm>
          <a:prstGeom prst="rect">
            <a:avLst/>
          </a:prstGeom>
        </p:spPr>
      </p:pic>
    </p:spTree>
    <p:extLst>
      <p:ext uri="{BB962C8B-B14F-4D97-AF65-F5344CB8AC3E}">
        <p14:creationId xmlns:p14="http://schemas.microsoft.com/office/powerpoint/2010/main" val="2516738171"/>
      </p:ext>
    </p:extLst>
  </p:cSld>
  <p:clrMapOvr>
    <a:masterClrMapping/>
  </p:clrMapOvr>
  <p:extLst>
    <p:ext uri="{DCECCB84-F9BA-43D5-87BE-67443E8EF086}">
      <p15:sldGuideLst xmlns:p15="http://schemas.microsoft.com/office/powerpoint/2012/main">
        <p15:guide id="1" pos="339">
          <p15:clr>
            <a:srgbClr val="FBAE40"/>
          </p15:clr>
        </p15:guide>
        <p15:guide id="2" orient="horz" pos="334">
          <p15:clr>
            <a:srgbClr val="FBAE40"/>
          </p15:clr>
        </p15:guide>
        <p15:guide id="3" orient="horz" pos="3978">
          <p15:clr>
            <a:srgbClr val="FBAE40"/>
          </p15:clr>
        </p15:guide>
        <p15:guide id="4" pos="1359">
          <p15:clr>
            <a:srgbClr val="FBAE40"/>
          </p15:clr>
        </p15:guide>
        <p15:guide id="5" orient="horz" pos="514">
          <p15:clr>
            <a:srgbClr val="FBAE40"/>
          </p15:clr>
        </p15:guide>
        <p15:guide id="6" pos="7333">
          <p15:clr>
            <a:srgbClr val="FBAE40"/>
          </p15:clr>
        </p15:guide>
        <p15:guide id="7" orient="horz" pos="3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914878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 id="2147483675" r:id="rId6"/>
    <p:sldLayoutId id="2147483676" r:id="rId7"/>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2157412" y="1443691"/>
            <a:ext cx="9483725" cy="741309"/>
          </a:xfrm>
        </p:spPr>
        <p:txBody>
          <a:bodyPr>
            <a:normAutofit/>
          </a:bodyPr>
          <a:lstStyle/>
          <a:p>
            <a:r>
              <a:rPr lang="en-US"/>
              <a:t>Remote CARI (rCARI) Validation Study</a:t>
            </a:r>
          </a:p>
        </p:txBody>
      </p:sp>
      <p:sp>
        <p:nvSpPr>
          <p:cNvPr id="3" name="Sottotitolo 2"/>
          <p:cNvSpPr>
            <a:spLocks noGrp="1"/>
          </p:cNvSpPr>
          <p:nvPr>
            <p:ph type="subTitle" idx="1"/>
          </p:nvPr>
        </p:nvSpPr>
        <p:spPr>
          <a:xfrm>
            <a:off x="2157412" y="2816084"/>
            <a:ext cx="8765692" cy="516836"/>
          </a:xfrm>
        </p:spPr>
        <p:txBody>
          <a:bodyPr/>
          <a:lstStyle/>
          <a:p>
            <a:pPr algn="ctr"/>
            <a:r>
              <a:rPr lang="en-US"/>
              <a:t>Annotated Responses to BHA Questions</a:t>
            </a:r>
          </a:p>
        </p:txBody>
      </p:sp>
      <p:pic>
        <p:nvPicPr>
          <p:cNvPr id="4" name="Picture 3">
            <a:extLst>
              <a:ext uri="{FF2B5EF4-FFF2-40B4-BE49-F238E27FC236}">
                <a16:creationId xmlns:a16="http://schemas.microsoft.com/office/drawing/2014/main" id="{A960D791-EF6F-FAB9-1B34-8EAE26F02003}"/>
              </a:ext>
            </a:extLst>
          </p:cNvPr>
          <p:cNvPicPr>
            <a:picLocks noChangeAspect="1"/>
          </p:cNvPicPr>
          <p:nvPr/>
        </p:nvPicPr>
        <p:blipFill>
          <a:blip r:embed="rId3"/>
          <a:stretch>
            <a:fillRect/>
          </a:stretch>
        </p:blipFill>
        <p:spPr>
          <a:xfrm>
            <a:off x="-23225" y="-363287"/>
            <a:ext cx="1202647" cy="320706"/>
          </a:xfrm>
          <a:prstGeom prst="rect">
            <a:avLst/>
          </a:prstGeom>
        </p:spPr>
      </p:pic>
      <p:sp>
        <p:nvSpPr>
          <p:cNvPr id="6" name="TextBox 5">
            <a:extLst>
              <a:ext uri="{FF2B5EF4-FFF2-40B4-BE49-F238E27FC236}">
                <a16:creationId xmlns:a16="http://schemas.microsoft.com/office/drawing/2014/main" id="{53CD270A-9458-E7A9-9B9B-7F70A19E11F1}"/>
              </a:ext>
            </a:extLst>
          </p:cNvPr>
          <p:cNvSpPr txBox="1"/>
          <p:nvPr/>
        </p:nvSpPr>
        <p:spPr>
          <a:xfrm>
            <a:off x="2157412" y="5888737"/>
            <a:ext cx="9483726" cy="400110"/>
          </a:xfrm>
          <a:prstGeom prst="rect">
            <a:avLst/>
          </a:prstGeom>
          <a:noFill/>
        </p:spPr>
        <p:txBody>
          <a:bodyPr wrap="square" lIns="91440" tIns="45720" rIns="91440" bIns="45720" rtlCol="0" anchor="t">
            <a:spAutoFit/>
          </a:bodyPr>
          <a:lstStyle/>
          <a:p>
            <a:r>
              <a:rPr lang="en-US" sz="2000" b="1">
                <a:latin typeface="Open Sans"/>
                <a:ea typeface="Open Sans"/>
                <a:cs typeface="Open Sans"/>
              </a:rPr>
              <a:t>RAM-N – rCARI Team | Nov 2023</a:t>
            </a:r>
          </a:p>
        </p:txBody>
      </p:sp>
    </p:spTree>
    <p:extLst>
      <p:ext uri="{BB962C8B-B14F-4D97-AF65-F5344CB8AC3E}">
        <p14:creationId xmlns:p14="http://schemas.microsoft.com/office/powerpoint/2010/main" val="3545166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631596" y="285398"/>
            <a:ext cx="11009542" cy="1288256"/>
          </a:xfrm>
        </p:spPr>
        <p:txBody>
          <a:bodyPr/>
          <a:lstStyle/>
          <a:p>
            <a:r>
              <a:rPr lang="en-GB"/>
              <a:t>Background</a:t>
            </a:r>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631596" y="1832059"/>
            <a:ext cx="4956048" cy="4149865"/>
          </a:xfrm>
          <a:ln w="19050">
            <a:solidFill>
              <a:srgbClr val="0070BA"/>
            </a:solidFill>
          </a:ln>
        </p:spPr>
        <p:txBody>
          <a:bodyPr anchor="ctr"/>
          <a:lstStyle/>
          <a:p>
            <a:pPr marL="342900" lvl="1" indent="-342900">
              <a:lnSpc>
                <a:spcPct val="120000"/>
              </a:lnSpc>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CARI and rCARI (remote CARI) aggregate indicators in a similar way and the only difference is in the </a:t>
            </a:r>
            <a:r>
              <a:rPr lang="en-US" sz="2400" b="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Economic Vulnerability</a:t>
            </a:r>
          </a:p>
          <a:p>
            <a:pPr marL="0" lvl="1" indent="0">
              <a:lnSpc>
                <a:spcPct val="120000"/>
              </a:lnSpc>
              <a:spcBef>
                <a:spcPts val="1000"/>
              </a:spcBef>
              <a:buNone/>
            </a:pPr>
            <a:endParaRPr lang="en-US" sz="2400" b="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lvl="1" indent="-342900">
              <a:lnSpc>
                <a:spcPct val="120000"/>
              </a:lnSpc>
              <a:spcBef>
                <a:spcPts val="1000"/>
              </a:spcBef>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To date, rCARI is not validated</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23225" y="-363287"/>
            <a:ext cx="1202647" cy="320706"/>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5794514" y="1725577"/>
            <a:ext cx="6343041" cy="4256348"/>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05D0D-7CB2-2242-BE0E-B72CE5E5E8F7}"/>
              </a:ext>
            </a:extLst>
          </p:cNvPr>
          <p:cNvSpPr>
            <a:spLocks noGrp="1"/>
          </p:cNvSpPr>
          <p:nvPr>
            <p:ph idx="1"/>
          </p:nvPr>
        </p:nvSpPr>
        <p:spPr>
          <a:xfrm>
            <a:off x="895096" y="1741239"/>
            <a:ext cx="10401808" cy="4244010"/>
          </a:xfrm>
          <a:ln w="28575">
            <a:solidFill>
              <a:srgbClr val="0070BA"/>
            </a:solidFill>
          </a:ln>
        </p:spPr>
        <p:txBody>
          <a:bodyPr vert="horz" lIns="91440" tIns="45720" rIns="91440" bIns="45720" rtlCol="0" anchor="ctr">
            <a:noAutofit/>
          </a:bodyPr>
          <a:lstStyle/>
          <a:p>
            <a:pPr marL="0" indent="0">
              <a:spcAft>
                <a:spcPts val="800"/>
              </a:spcAft>
              <a:buNone/>
            </a:pPr>
            <a:r>
              <a:rPr lang="en-GB" sz="2400">
                <a:solidFill>
                  <a:srgbClr val="0070BA"/>
                </a:solidFill>
                <a:latin typeface="Open Sans"/>
                <a:ea typeface="MS Mincho"/>
                <a:cs typeface="Times New Roman"/>
              </a:rPr>
              <a:t>The rCARI Team (WFP-HQ) has initially called a study a “Randomized Control Trial - RCT” based on the recommendation of the Advisory Board. </a:t>
            </a:r>
          </a:p>
          <a:p>
            <a:pPr marL="0" indent="0">
              <a:spcAft>
                <a:spcPts val="800"/>
              </a:spcAft>
              <a:buNone/>
            </a:pPr>
            <a:r>
              <a:rPr lang="en-GB" sz="2400">
                <a:solidFill>
                  <a:srgbClr val="0070BA"/>
                </a:solidFill>
                <a:latin typeface="Open Sans"/>
                <a:ea typeface="MS Mincho"/>
                <a:cs typeface="Times New Roman"/>
              </a:rPr>
              <a:t>The RCT name was not accepted </a:t>
            </a:r>
          </a:p>
          <a:p>
            <a:pPr marL="0" indent="0">
              <a:spcAft>
                <a:spcPts val="800"/>
              </a:spcAft>
              <a:buNone/>
            </a:pPr>
            <a:r>
              <a:rPr lang="en-GB" sz="2400">
                <a:solidFill>
                  <a:srgbClr val="0070BA"/>
                </a:solidFill>
                <a:latin typeface="Open Sans"/>
                <a:ea typeface="MS Mincho"/>
                <a:cs typeface="Times New Roman"/>
              </a:rPr>
              <a:t>	No Treatment or Control being administered</a:t>
            </a:r>
          </a:p>
          <a:p>
            <a:pPr marL="0" indent="0">
              <a:spcAft>
                <a:spcPts val="800"/>
              </a:spcAft>
              <a:buNone/>
            </a:pPr>
            <a:r>
              <a:rPr lang="en-GB" sz="2400">
                <a:solidFill>
                  <a:srgbClr val="0070BA"/>
                </a:solidFill>
                <a:latin typeface="Open Sans"/>
                <a:ea typeface="MS Mincho"/>
                <a:cs typeface="Times New Roman"/>
              </a:rPr>
              <a:t>After a wide consultation, the name has been revised as a “Survey Experiment” with stratified sample</a:t>
            </a:r>
          </a:p>
        </p:txBody>
      </p:sp>
      <p:sp>
        <p:nvSpPr>
          <p:cNvPr id="2" name="Title 1">
            <a:extLst>
              <a:ext uri="{FF2B5EF4-FFF2-40B4-BE49-F238E27FC236}">
                <a16:creationId xmlns:a16="http://schemas.microsoft.com/office/drawing/2014/main" id="{7F999FF3-0E37-AD51-18F7-3D20C12981BD}"/>
              </a:ext>
            </a:extLst>
          </p:cNvPr>
          <p:cNvSpPr>
            <a:spLocks noGrp="1"/>
          </p:cNvSpPr>
          <p:nvPr>
            <p:ph type="title"/>
          </p:nvPr>
        </p:nvSpPr>
        <p:spPr>
          <a:xfrm>
            <a:off x="777726" y="668994"/>
            <a:ext cx="11006856" cy="1288256"/>
          </a:xfrm>
        </p:spPr>
        <p:txBody>
          <a:bodyPr/>
          <a:lstStyle/>
          <a:p>
            <a:r>
              <a:rPr lang="en-GB"/>
              <a:t>How to call the study </a:t>
            </a:r>
            <a:r>
              <a:rPr lang="en-GB" err="1"/>
              <a:t>Methodoloy</a:t>
            </a:r>
            <a:r>
              <a:rPr lang="en-GB"/>
              <a:t>…</a:t>
            </a:r>
          </a:p>
        </p:txBody>
      </p:sp>
      <p:pic>
        <p:nvPicPr>
          <p:cNvPr id="4" name="Picture 3">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23225" y="-363287"/>
            <a:ext cx="1202647" cy="320706"/>
          </a:xfrm>
          <a:prstGeom prst="rect">
            <a:avLst/>
          </a:prstGeom>
        </p:spPr>
      </p:pic>
    </p:spTree>
    <p:extLst>
      <p:ext uri="{BB962C8B-B14F-4D97-AF65-F5344CB8AC3E}">
        <p14:creationId xmlns:p14="http://schemas.microsoft.com/office/powerpoint/2010/main" val="2571662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EF35892-2378-D494-50FA-77FAF1AE8F71}"/>
              </a:ext>
            </a:extLst>
          </p:cNvPr>
          <p:cNvGrpSpPr/>
          <p:nvPr/>
        </p:nvGrpSpPr>
        <p:grpSpPr>
          <a:xfrm>
            <a:off x="3893421" y="380463"/>
            <a:ext cx="7793369" cy="5596898"/>
            <a:chOff x="3229925" y="1657983"/>
            <a:chExt cx="5421755" cy="3586481"/>
          </a:xfrm>
        </p:grpSpPr>
        <p:grpSp>
          <p:nvGrpSpPr>
            <p:cNvPr id="4" name="Group 3">
              <a:extLst>
                <a:ext uri="{FF2B5EF4-FFF2-40B4-BE49-F238E27FC236}">
                  <a16:creationId xmlns:a16="http://schemas.microsoft.com/office/drawing/2014/main" id="{404921BA-4A3F-FBE5-1A2D-3C31295DC19E}"/>
                </a:ext>
              </a:extLst>
            </p:cNvPr>
            <p:cNvGrpSpPr/>
            <p:nvPr/>
          </p:nvGrpSpPr>
          <p:grpSpPr>
            <a:xfrm>
              <a:off x="3305984" y="1657983"/>
              <a:ext cx="5345696" cy="3586481"/>
              <a:chOff x="22475" y="-51529"/>
              <a:chExt cx="5068858" cy="3855623"/>
            </a:xfrm>
          </p:grpSpPr>
          <p:sp>
            <p:nvSpPr>
              <p:cNvPr id="5" name="Text Box 8">
                <a:extLst>
                  <a:ext uri="{FF2B5EF4-FFF2-40B4-BE49-F238E27FC236}">
                    <a16:creationId xmlns:a16="http://schemas.microsoft.com/office/drawing/2014/main" id="{737C9D44-A49D-A9B0-795F-4A69F518F8D7}"/>
                  </a:ext>
                </a:extLst>
              </p:cNvPr>
              <p:cNvSpPr txBox="1"/>
              <p:nvPr/>
            </p:nvSpPr>
            <p:spPr>
              <a:xfrm>
                <a:off x="22476" y="2418360"/>
                <a:ext cx="2130845"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Sampled Households</a:t>
                </a:r>
                <a:endParaRPr lang="en-GB" sz="1600" b="1">
                  <a:effectLst/>
                  <a:ea typeface="Calibri" panose="020F0502020204030204" pitchFamily="34" charset="0"/>
                  <a:cs typeface="Arial" panose="020B0604020202020204" pitchFamily="34" charset="0"/>
                </a:endParaRPr>
              </a:p>
            </p:txBody>
          </p:sp>
          <p:sp>
            <p:nvSpPr>
              <p:cNvPr id="6" name="Text Box 2">
                <a:extLst>
                  <a:ext uri="{FF2B5EF4-FFF2-40B4-BE49-F238E27FC236}">
                    <a16:creationId xmlns:a16="http://schemas.microsoft.com/office/drawing/2014/main" id="{0CD8D586-DCEA-38DE-9DB9-53AF960C8548}"/>
                  </a:ext>
                </a:extLst>
              </p:cNvPr>
              <p:cNvSpPr txBox="1"/>
              <p:nvPr/>
            </p:nvSpPr>
            <p:spPr>
              <a:xfrm>
                <a:off x="22475" y="-49667"/>
                <a:ext cx="2130847"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Study-Country</a:t>
                </a:r>
                <a:endParaRPr lang="en-GB" sz="1600" b="1">
                  <a:effectLst/>
                  <a:ea typeface="Calibri" panose="020F0502020204030204" pitchFamily="34" charset="0"/>
                  <a:cs typeface="Arial" panose="020B0604020202020204" pitchFamily="34" charset="0"/>
                </a:endParaRPr>
              </a:p>
              <a:p>
                <a:pPr algn="ctr">
                  <a:lnSpc>
                    <a:spcPct val="107000"/>
                  </a:lnSpc>
                  <a:spcAft>
                    <a:spcPts val="400"/>
                  </a:spcAft>
                </a:pPr>
                <a:r>
                  <a:rPr lang="en-GB" sz="1600" b="1">
                    <a:effectLst/>
                    <a:ea typeface="Calibri" panose="020F0502020204030204" pitchFamily="34" charset="0"/>
                    <a:cs typeface="Arial" panose="020B0604020202020204" pitchFamily="34" charset="0"/>
                  </a:rPr>
                  <a:t> </a:t>
                </a:r>
              </a:p>
            </p:txBody>
          </p:sp>
          <p:sp>
            <p:nvSpPr>
              <p:cNvPr id="7" name="Arrow: Up 6">
                <a:extLst>
                  <a:ext uri="{FF2B5EF4-FFF2-40B4-BE49-F238E27FC236}">
                    <a16:creationId xmlns:a16="http://schemas.microsoft.com/office/drawing/2014/main" id="{C9D67147-F6F9-8246-46BF-A546369123B0}"/>
                  </a:ext>
                </a:extLst>
              </p:cNvPr>
              <p:cNvSpPr/>
              <p:nvPr/>
            </p:nvSpPr>
            <p:spPr>
              <a:xfrm rot="10800000">
                <a:off x="932846" y="231761"/>
                <a:ext cx="242715" cy="313469"/>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 name="Arrow: Up 7">
                <a:extLst>
                  <a:ext uri="{FF2B5EF4-FFF2-40B4-BE49-F238E27FC236}">
                    <a16:creationId xmlns:a16="http://schemas.microsoft.com/office/drawing/2014/main" id="{01639503-92DC-9FDC-804E-11FB2906CC55}"/>
                  </a:ext>
                </a:extLst>
              </p:cNvPr>
              <p:cNvSpPr/>
              <p:nvPr/>
            </p:nvSpPr>
            <p:spPr>
              <a:xfrm rot="10800000">
                <a:off x="912600" y="812628"/>
                <a:ext cx="264792" cy="336550"/>
              </a:xfrm>
              <a:prstGeom prst="upArrow">
                <a:avLst/>
              </a:prstGeom>
              <a:solidFill>
                <a:srgbClr val="FFFFFE"/>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Text Box 4">
                <a:extLst>
                  <a:ext uri="{FF2B5EF4-FFF2-40B4-BE49-F238E27FC236}">
                    <a16:creationId xmlns:a16="http://schemas.microsoft.com/office/drawing/2014/main" id="{B39131E2-1680-C040-BB2E-EFF3EF8DCA79}"/>
                  </a:ext>
                </a:extLst>
              </p:cNvPr>
              <p:cNvSpPr txBox="1"/>
              <p:nvPr/>
            </p:nvSpPr>
            <p:spPr>
              <a:xfrm>
                <a:off x="22475" y="1144675"/>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Admin2 Districts</a:t>
                </a:r>
                <a:endParaRPr lang="en-GB" sz="1600" b="1">
                  <a:effectLst/>
                  <a:ea typeface="Calibri" panose="020F0502020204030204" pitchFamily="34" charset="0"/>
                  <a:cs typeface="Arial" panose="020B0604020202020204" pitchFamily="34" charset="0"/>
                </a:endParaRPr>
              </a:p>
            </p:txBody>
          </p:sp>
          <p:sp>
            <p:nvSpPr>
              <p:cNvPr id="10" name="Arrow: Up 9">
                <a:extLst>
                  <a:ext uri="{FF2B5EF4-FFF2-40B4-BE49-F238E27FC236}">
                    <a16:creationId xmlns:a16="http://schemas.microsoft.com/office/drawing/2014/main" id="{0BF28807-709E-8AAD-95D9-B098D2B1A2B1}"/>
                  </a:ext>
                </a:extLst>
              </p:cNvPr>
              <p:cNvSpPr/>
              <p:nvPr/>
            </p:nvSpPr>
            <p:spPr>
              <a:xfrm rot="10800000">
                <a:off x="941897" y="1428979"/>
                <a:ext cx="223021" cy="369593"/>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Text Box 3">
                <a:extLst>
                  <a:ext uri="{FF2B5EF4-FFF2-40B4-BE49-F238E27FC236}">
                    <a16:creationId xmlns:a16="http://schemas.microsoft.com/office/drawing/2014/main" id="{7CBD16F1-1AF8-5DB8-D035-4491C52E0BBD}"/>
                  </a:ext>
                </a:extLst>
              </p:cNvPr>
              <p:cNvSpPr txBox="1"/>
              <p:nvPr/>
            </p:nvSpPr>
            <p:spPr>
              <a:xfrm>
                <a:off x="22475" y="532827"/>
                <a:ext cx="2130846" cy="286832"/>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Livelihood Zones/Admin1 Area </a:t>
                </a:r>
                <a:endParaRPr lang="en-GB" sz="1600" b="1">
                  <a:effectLst/>
                  <a:ea typeface="Calibri" panose="020F0502020204030204" pitchFamily="34" charset="0"/>
                  <a:cs typeface="Arial" panose="020B0604020202020204" pitchFamily="34" charset="0"/>
                </a:endParaRPr>
              </a:p>
            </p:txBody>
          </p:sp>
          <p:sp>
            <p:nvSpPr>
              <p:cNvPr id="12" name="Text Box 6">
                <a:extLst>
                  <a:ext uri="{FF2B5EF4-FFF2-40B4-BE49-F238E27FC236}">
                    <a16:creationId xmlns:a16="http://schemas.microsoft.com/office/drawing/2014/main" id="{E6FB7428-94C4-A6D9-386D-79FA8AE624B9}"/>
                  </a:ext>
                </a:extLst>
              </p:cNvPr>
              <p:cNvSpPr txBox="1"/>
              <p:nvPr/>
            </p:nvSpPr>
            <p:spPr>
              <a:xfrm>
                <a:off x="22475" y="1812799"/>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Admin3 Villages/Communities</a:t>
                </a:r>
                <a:endParaRPr lang="en-GB" sz="1600" b="1">
                  <a:effectLst/>
                  <a:ea typeface="Calibri" panose="020F0502020204030204" pitchFamily="34" charset="0"/>
                  <a:cs typeface="Arial" panose="020B0604020202020204" pitchFamily="34" charset="0"/>
                </a:endParaRPr>
              </a:p>
            </p:txBody>
          </p:sp>
          <p:sp>
            <p:nvSpPr>
              <p:cNvPr id="13" name="Arrow: Up 12">
                <a:extLst>
                  <a:ext uri="{FF2B5EF4-FFF2-40B4-BE49-F238E27FC236}">
                    <a16:creationId xmlns:a16="http://schemas.microsoft.com/office/drawing/2014/main" id="{24258C1D-FB17-2F73-BB32-6F812F230275}"/>
                  </a:ext>
                </a:extLst>
              </p:cNvPr>
              <p:cNvSpPr/>
              <p:nvPr/>
            </p:nvSpPr>
            <p:spPr>
              <a:xfrm rot="10800000">
                <a:off x="932846" y="2097105"/>
                <a:ext cx="258884" cy="318374"/>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Speech Bubble: Rectangle with Corners Rounded 13">
                <a:extLst>
                  <a:ext uri="{FF2B5EF4-FFF2-40B4-BE49-F238E27FC236}">
                    <a16:creationId xmlns:a16="http://schemas.microsoft.com/office/drawing/2014/main" id="{F8526570-F905-CD9B-1DE6-A402E855E769}"/>
                  </a:ext>
                </a:extLst>
              </p:cNvPr>
              <p:cNvSpPr/>
              <p:nvPr/>
            </p:nvSpPr>
            <p:spPr>
              <a:xfrm>
                <a:off x="2658672" y="-51529"/>
                <a:ext cx="2432660" cy="559234"/>
              </a:xfrm>
              <a:prstGeom prst="wedgeRoundRectCallout">
                <a:avLst>
                  <a:gd name="adj1" fmla="val -70713"/>
                  <a:gd name="adj2" fmla="val 82654"/>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Simple random sampling to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at least 2 regions /livelihood zones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based on the food security situation.</a:t>
                </a:r>
                <a:endParaRPr lang="en-GB" sz="2000">
                  <a:effectLst/>
                  <a:ea typeface="Calibri" panose="020F0502020204030204" pitchFamily="34" charset="0"/>
                  <a:cs typeface="Arial" panose="020B0604020202020204" pitchFamily="34" charset="0"/>
                </a:endParaRPr>
              </a:p>
            </p:txBody>
          </p:sp>
          <p:sp>
            <p:nvSpPr>
              <p:cNvPr id="15" name="Speech Bubble: Rectangle with Corners Rounded 30">
                <a:extLst>
                  <a:ext uri="{FF2B5EF4-FFF2-40B4-BE49-F238E27FC236}">
                    <a16:creationId xmlns:a16="http://schemas.microsoft.com/office/drawing/2014/main" id="{614394D9-E434-778B-7473-0A6541FB4AEB}"/>
                  </a:ext>
                </a:extLst>
              </p:cNvPr>
              <p:cNvSpPr/>
              <p:nvPr/>
            </p:nvSpPr>
            <p:spPr>
              <a:xfrm>
                <a:off x="2153321" y="728825"/>
                <a:ext cx="2938012" cy="625484"/>
              </a:xfrm>
              <a:custGeom>
                <a:avLst/>
                <a:gdLst>
                  <a:gd name="connsiteX0" fmla="*/ 0 w 2876344"/>
                  <a:gd name="connsiteY0" fmla="*/ 97367 h 584188"/>
                  <a:gd name="connsiteX1" fmla="*/ 97367 w 2876344"/>
                  <a:gd name="connsiteY1" fmla="*/ 0 h 584188"/>
                  <a:gd name="connsiteX2" fmla="*/ 479391 w 2876344"/>
                  <a:gd name="connsiteY2" fmla="*/ 0 h 584188"/>
                  <a:gd name="connsiteX3" fmla="*/ 479391 w 2876344"/>
                  <a:gd name="connsiteY3" fmla="*/ 0 h 584188"/>
                  <a:gd name="connsiteX4" fmla="*/ 1198477 w 2876344"/>
                  <a:gd name="connsiteY4" fmla="*/ 0 h 584188"/>
                  <a:gd name="connsiteX5" fmla="*/ 2778977 w 2876344"/>
                  <a:gd name="connsiteY5" fmla="*/ 0 h 584188"/>
                  <a:gd name="connsiteX6" fmla="*/ 2876344 w 2876344"/>
                  <a:gd name="connsiteY6" fmla="*/ 97367 h 584188"/>
                  <a:gd name="connsiteX7" fmla="*/ 2876344 w 2876344"/>
                  <a:gd name="connsiteY7" fmla="*/ 340776 h 584188"/>
                  <a:gd name="connsiteX8" fmla="*/ 2876344 w 2876344"/>
                  <a:gd name="connsiteY8" fmla="*/ 340776 h 584188"/>
                  <a:gd name="connsiteX9" fmla="*/ 2876344 w 2876344"/>
                  <a:gd name="connsiteY9" fmla="*/ 486823 h 584188"/>
                  <a:gd name="connsiteX10" fmla="*/ 2876344 w 2876344"/>
                  <a:gd name="connsiteY10" fmla="*/ 486821 h 584188"/>
                  <a:gd name="connsiteX11" fmla="*/ 2778977 w 2876344"/>
                  <a:gd name="connsiteY11" fmla="*/ 584188 h 584188"/>
                  <a:gd name="connsiteX12" fmla="*/ 1198477 w 2876344"/>
                  <a:gd name="connsiteY12" fmla="*/ 584188 h 584188"/>
                  <a:gd name="connsiteX13" fmla="*/ 479391 w 2876344"/>
                  <a:gd name="connsiteY13" fmla="*/ 584188 h 584188"/>
                  <a:gd name="connsiteX14" fmla="*/ 479391 w 2876344"/>
                  <a:gd name="connsiteY14" fmla="*/ 584188 h 584188"/>
                  <a:gd name="connsiteX15" fmla="*/ 97367 w 2876344"/>
                  <a:gd name="connsiteY15" fmla="*/ 584188 h 584188"/>
                  <a:gd name="connsiteX16" fmla="*/ 0 w 2876344"/>
                  <a:gd name="connsiteY16" fmla="*/ 486821 h 584188"/>
                  <a:gd name="connsiteX17" fmla="*/ 0 w 2876344"/>
                  <a:gd name="connsiteY17" fmla="*/ 486823 h 584188"/>
                  <a:gd name="connsiteX18" fmla="*/ -629689 w 2876344"/>
                  <a:gd name="connsiteY18" fmla="*/ 577879 h 584188"/>
                  <a:gd name="connsiteX19" fmla="*/ 0 w 2876344"/>
                  <a:gd name="connsiteY19" fmla="*/ 340776 h 584188"/>
                  <a:gd name="connsiteX20" fmla="*/ 0 w 2876344"/>
                  <a:gd name="connsiteY20" fmla="*/ 97367 h 584188"/>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7223 w 3393567"/>
                  <a:gd name="connsiteY19" fmla="*/ 340776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2333 w 3393567"/>
                  <a:gd name="connsiteY19" fmla="*/ 277208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2333 w 3393567"/>
                  <a:gd name="connsiteY17" fmla="*/ 437925 h 851710"/>
                  <a:gd name="connsiteX18" fmla="*/ 0 w 3393567"/>
                  <a:gd name="connsiteY18" fmla="*/ 851710 h 851710"/>
                  <a:gd name="connsiteX19" fmla="*/ 512333 w 3393567"/>
                  <a:gd name="connsiteY19" fmla="*/ 277208 h 851710"/>
                  <a:gd name="connsiteX20" fmla="*/ 517223 w 3393567"/>
                  <a:gd name="connsiteY20" fmla="*/ 97367 h 85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93567" h="851710">
                    <a:moveTo>
                      <a:pt x="517223" y="97367"/>
                    </a:moveTo>
                    <a:cubicBezTo>
                      <a:pt x="517223" y="43593"/>
                      <a:pt x="560816" y="0"/>
                      <a:pt x="614590" y="0"/>
                    </a:cubicBezTo>
                    <a:lnTo>
                      <a:pt x="996614" y="0"/>
                    </a:lnTo>
                    <a:lnTo>
                      <a:pt x="996614" y="0"/>
                    </a:lnTo>
                    <a:lnTo>
                      <a:pt x="1715700" y="0"/>
                    </a:lnTo>
                    <a:lnTo>
                      <a:pt x="3296200" y="0"/>
                    </a:lnTo>
                    <a:cubicBezTo>
                      <a:pt x="3349974" y="0"/>
                      <a:pt x="3393567" y="43593"/>
                      <a:pt x="3393567" y="97367"/>
                    </a:cubicBezTo>
                    <a:lnTo>
                      <a:pt x="3393567" y="340776"/>
                    </a:lnTo>
                    <a:lnTo>
                      <a:pt x="3393567" y="340776"/>
                    </a:lnTo>
                    <a:lnTo>
                      <a:pt x="3393567" y="486823"/>
                    </a:lnTo>
                    <a:lnTo>
                      <a:pt x="3393567" y="486821"/>
                    </a:lnTo>
                    <a:cubicBezTo>
                      <a:pt x="3393567" y="540595"/>
                      <a:pt x="3349974" y="584188"/>
                      <a:pt x="3296200" y="584188"/>
                    </a:cubicBezTo>
                    <a:lnTo>
                      <a:pt x="1715700" y="584188"/>
                    </a:lnTo>
                    <a:lnTo>
                      <a:pt x="996614" y="584188"/>
                    </a:lnTo>
                    <a:lnTo>
                      <a:pt x="996614" y="584188"/>
                    </a:lnTo>
                    <a:lnTo>
                      <a:pt x="614590" y="584188"/>
                    </a:lnTo>
                    <a:cubicBezTo>
                      <a:pt x="560816" y="584188"/>
                      <a:pt x="517223" y="540595"/>
                      <a:pt x="517223" y="486821"/>
                    </a:cubicBezTo>
                    <a:lnTo>
                      <a:pt x="512333" y="437925"/>
                    </a:lnTo>
                    <a:lnTo>
                      <a:pt x="0" y="851710"/>
                    </a:lnTo>
                    <a:lnTo>
                      <a:pt x="512333" y="277208"/>
                    </a:lnTo>
                    <a:lnTo>
                      <a:pt x="517223" y="97367"/>
                    </a:lnTo>
                    <a:close/>
                  </a:path>
                </a:pathLst>
              </a:cu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554038">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Based on the number of regions selected, draw a list of      	districts from the selected regions 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select  	min. of 4 districts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Equally distributed in the Admin1</a:t>
                </a:r>
                <a:endParaRPr lang="en-GB" sz="2000">
                  <a:effectLst/>
                  <a:ea typeface="Calibri" panose="020F0502020204030204" pitchFamily="34" charset="0"/>
                  <a:cs typeface="Arial" panose="020B0604020202020204" pitchFamily="34" charset="0"/>
                </a:endParaRPr>
              </a:p>
            </p:txBody>
          </p:sp>
          <p:sp>
            <p:nvSpPr>
              <p:cNvPr id="16" name="Speech Bubble: Rectangle with Corners Rounded 15">
                <a:extLst>
                  <a:ext uri="{FF2B5EF4-FFF2-40B4-BE49-F238E27FC236}">
                    <a16:creationId xmlns:a16="http://schemas.microsoft.com/office/drawing/2014/main" id="{3B004D5D-C036-CE5B-9E0D-EBA11EA6250D}"/>
                  </a:ext>
                </a:extLst>
              </p:cNvPr>
              <p:cNvSpPr/>
              <p:nvPr/>
            </p:nvSpPr>
            <p:spPr>
              <a:xfrm>
                <a:off x="2658672" y="1400112"/>
                <a:ext cx="2432661" cy="783318"/>
              </a:xfrm>
              <a:prstGeom prst="wedgeRoundRectCallout">
                <a:avLst>
                  <a:gd name="adj1" fmla="val -70389"/>
                  <a:gd name="adj2" fmla="val 39088"/>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In the same manner, list all the smallest administrative units within the Admin2 (e.g., villages) and randomly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20 ADMIN3 Units as  Primary sampling units or clusters (PSUs). </a:t>
                </a:r>
                <a:r>
                  <a:rPr lang="en-GB" sz="1200" b="1">
                    <a:solidFill>
                      <a:srgbClr val="000000"/>
                    </a:solidFill>
                    <a:latin typeface="Calibri Light" panose="020F0302020204030204" pitchFamily="34" charset="0"/>
                    <a:ea typeface="Calibri" panose="020F0502020204030204" pitchFamily="34" charset="0"/>
                    <a:cs typeface="Arial" panose="020B0604020202020204" pitchFamily="34" charset="0"/>
                  </a:rPr>
                  <a:t>PSU inclusion will be based on mobile phone coverage &amp; accessibility.</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sp>
            <p:nvSpPr>
              <p:cNvPr id="17" name="Speech Bubble: Rectangle with Corners Rounded 16">
                <a:extLst>
                  <a:ext uri="{FF2B5EF4-FFF2-40B4-BE49-F238E27FC236}">
                    <a16:creationId xmlns:a16="http://schemas.microsoft.com/office/drawing/2014/main" id="{D11FAE89-4AB7-D485-D8A2-0FA22C96BC99}"/>
                  </a:ext>
                </a:extLst>
              </p:cNvPr>
              <p:cNvSpPr/>
              <p:nvPr/>
            </p:nvSpPr>
            <p:spPr>
              <a:xfrm>
                <a:off x="2658672" y="3216142"/>
                <a:ext cx="2432661" cy="587952"/>
              </a:xfrm>
              <a:prstGeom prst="wedgeRoundRectCallout">
                <a:avLst>
                  <a:gd name="adj1" fmla="val -69389"/>
                  <a:gd name="adj2" fmla="val -800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CARI Sample will</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receive the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Face-2-Face modules while rCARI Sample will receive the Remote modules simultaneously.</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D473FE96-34B6-643C-35D6-74804ABCE7CB}"/>
                </a:ext>
              </a:extLst>
            </p:cNvPr>
            <p:cNvGrpSpPr/>
            <p:nvPr/>
          </p:nvGrpSpPr>
          <p:grpSpPr>
            <a:xfrm>
              <a:off x="3229925" y="3850132"/>
              <a:ext cx="5421755" cy="1322156"/>
              <a:chOff x="-208283" y="167288"/>
              <a:chExt cx="5421755" cy="1322185"/>
            </a:xfrm>
          </p:grpSpPr>
          <p:grpSp>
            <p:nvGrpSpPr>
              <p:cNvPr id="19" name="Group 18">
                <a:extLst>
                  <a:ext uri="{FF2B5EF4-FFF2-40B4-BE49-F238E27FC236}">
                    <a16:creationId xmlns:a16="http://schemas.microsoft.com/office/drawing/2014/main" id="{FD19CA78-1B62-5A7F-4DA9-455266F686F8}"/>
                  </a:ext>
                </a:extLst>
              </p:cNvPr>
              <p:cNvGrpSpPr/>
              <p:nvPr/>
            </p:nvGrpSpPr>
            <p:grpSpPr>
              <a:xfrm>
                <a:off x="-208283" y="577011"/>
                <a:ext cx="2380365" cy="912462"/>
                <a:chOff x="-151107" y="-364370"/>
                <a:chExt cx="2404114" cy="898877"/>
              </a:xfrm>
            </p:grpSpPr>
            <p:sp>
              <p:nvSpPr>
                <p:cNvPr id="21" name="Speech Bubble: Rectangle with Corners Rounded 20">
                  <a:extLst>
                    <a:ext uri="{FF2B5EF4-FFF2-40B4-BE49-F238E27FC236}">
                      <a16:creationId xmlns:a16="http://schemas.microsoft.com/office/drawing/2014/main" id="{B3B76EB0-5246-0D8C-ABA4-2CFB6587BAA7}"/>
                    </a:ext>
                  </a:extLst>
                </p:cNvPr>
                <p:cNvSpPr/>
                <p:nvPr/>
              </p:nvSpPr>
              <p:spPr>
                <a:xfrm>
                  <a:off x="1326328" y="49153"/>
                  <a:ext cx="926679" cy="485354"/>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rCARI Sample</a:t>
                  </a:r>
                  <a:endParaRPr lang="en-GB" sz="2000" b="1">
                    <a:effectLst/>
                    <a:ea typeface="Calibri" panose="020F0502020204030204" pitchFamily="34" charset="0"/>
                    <a:cs typeface="Arial" panose="020B0604020202020204" pitchFamily="34" charset="0"/>
                  </a:endParaRPr>
                </a:p>
                <a:p>
                  <a:pPr algn="ctr">
                    <a:lnSpc>
                      <a:spcPct val="107000"/>
                    </a:lnSpc>
                    <a:spcAft>
                      <a:spcPts val="800"/>
                    </a:spcAft>
                  </a:pPr>
                  <a:r>
                    <a:rPr lang="en-GB" b="1">
                      <a:effectLst/>
                      <a:ea typeface="Calibri" panose="020F0502020204030204" pitchFamily="34" charset="0"/>
                      <a:cs typeface="Calibri" panose="020F0502020204030204" pitchFamily="34" charset="0"/>
                    </a:rPr>
                    <a:t>(</a:t>
                  </a:r>
                  <a:r>
                    <a:rPr lang="en-GB" b="1">
                      <a:ea typeface="Calibri" panose="020F0502020204030204" pitchFamily="34" charset="0"/>
                      <a:cs typeface="Calibri" panose="020F0502020204030204" pitchFamily="34" charset="0"/>
                    </a:rPr>
                    <a:t>Remote)</a:t>
                  </a:r>
                  <a:endParaRPr lang="en-GB" sz="3200" b="1">
                    <a:effectLst/>
                    <a:ea typeface="Calibri" panose="020F0502020204030204" pitchFamily="34" charset="0"/>
                    <a:cs typeface="Arial" panose="020B0604020202020204" pitchFamily="34" charset="0"/>
                  </a:endParaRPr>
                </a:p>
              </p:txBody>
            </p:sp>
            <p:sp>
              <p:nvSpPr>
                <p:cNvPr id="22" name="Speech Bubble: Rectangle with Corners Rounded 21">
                  <a:extLst>
                    <a:ext uri="{FF2B5EF4-FFF2-40B4-BE49-F238E27FC236}">
                      <a16:creationId xmlns:a16="http://schemas.microsoft.com/office/drawing/2014/main" id="{1306DAD5-74B8-1B39-3114-55DE3DFA1D97}"/>
                    </a:ext>
                  </a:extLst>
                </p:cNvPr>
                <p:cNvSpPr/>
                <p:nvPr/>
              </p:nvSpPr>
              <p:spPr>
                <a:xfrm>
                  <a:off x="-151107" y="48428"/>
                  <a:ext cx="926679" cy="485763"/>
                </a:xfrm>
                <a:prstGeom prst="wedgeRoundRectCallout">
                  <a:avLst>
                    <a:gd name="adj1" fmla="val -2846"/>
                    <a:gd name="adj2" fmla="val 24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CARI Sample</a:t>
                  </a:r>
                  <a:endParaRPr lang="en-GB" sz="2000" b="1">
                    <a:ea typeface="Calibri" panose="020F0502020204030204" pitchFamily="34" charset="0"/>
                    <a:cs typeface="Arial" panose="020B0604020202020204" pitchFamily="34" charset="0"/>
                  </a:endParaRPr>
                </a:p>
                <a:p>
                  <a:pPr algn="ctr">
                    <a:lnSpc>
                      <a:spcPct val="107000"/>
                    </a:lnSpc>
                    <a:spcAft>
                      <a:spcPts val="800"/>
                    </a:spcAft>
                  </a:pPr>
                  <a:r>
                    <a:rPr lang="en-GB" sz="1600" b="1">
                      <a:effectLst/>
                      <a:ea typeface="Calibri" panose="020F0502020204030204" pitchFamily="34" charset="0"/>
                      <a:cs typeface="Calibri" panose="020F0502020204030204" pitchFamily="34" charset="0"/>
                    </a:rPr>
                    <a:t>(</a:t>
                  </a:r>
                  <a:r>
                    <a:rPr lang="en-GB" sz="1600" b="1">
                      <a:ea typeface="Calibri" panose="020F0502020204030204" pitchFamily="34" charset="0"/>
                      <a:cs typeface="Calibri" panose="020F0502020204030204" pitchFamily="34" charset="0"/>
                    </a:rPr>
                    <a:t>F2F</a:t>
                  </a:r>
                  <a:r>
                    <a:rPr lang="en-GB" sz="1600" b="1">
                      <a:effectLst/>
                      <a:ea typeface="Calibri" panose="020F0502020204030204" pitchFamily="34" charset="0"/>
                      <a:cs typeface="Calibri" panose="020F0502020204030204" pitchFamily="34" charset="0"/>
                    </a:rPr>
                    <a:t>)</a:t>
                  </a:r>
                  <a:endParaRPr lang="en-GB" sz="1600" b="1">
                    <a:effectLst/>
                    <a:ea typeface="Calibri" panose="020F0502020204030204" pitchFamily="34" charset="0"/>
                    <a:cs typeface="Arial" panose="020B0604020202020204" pitchFamily="34" charset="0"/>
                  </a:endParaRPr>
                </a:p>
              </p:txBody>
            </p:sp>
            <p:sp>
              <p:nvSpPr>
                <p:cNvPr id="23" name="Arrow: Left-Right-Up 22">
                  <a:extLst>
                    <a:ext uri="{FF2B5EF4-FFF2-40B4-BE49-F238E27FC236}">
                      <a16:creationId xmlns:a16="http://schemas.microsoft.com/office/drawing/2014/main" id="{030490AA-BF51-D621-7570-655692D165E4}"/>
                    </a:ext>
                  </a:extLst>
                </p:cNvPr>
                <p:cNvSpPr/>
                <p:nvPr/>
              </p:nvSpPr>
              <p:spPr>
                <a:xfrm>
                  <a:off x="775571" y="-364370"/>
                  <a:ext cx="553527" cy="723304"/>
                </a:xfrm>
                <a:prstGeom prst="leftRightUpArrow">
                  <a:avLst>
                    <a:gd name="adj1" fmla="val 19774"/>
                    <a:gd name="adj2" fmla="val 21387"/>
                    <a:gd name="adj3" fmla="val 29408"/>
                  </a:avLst>
                </a:prstGeom>
                <a:solidFill>
                  <a:srgbClr val="FFFFFF"/>
                </a:solidFill>
                <a:ln>
                  <a:solidFill>
                    <a:srgbClr val="0070B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0" name="Speech Bubble: Rectangle with Corners Rounded 19">
                <a:extLst>
                  <a:ext uri="{FF2B5EF4-FFF2-40B4-BE49-F238E27FC236}">
                    <a16:creationId xmlns:a16="http://schemas.microsoft.com/office/drawing/2014/main" id="{97F46167-A644-7B36-5C95-F3E89E13529B}"/>
                  </a:ext>
                </a:extLst>
              </p:cNvPr>
              <p:cNvSpPr/>
              <p:nvPr/>
            </p:nvSpPr>
            <p:spPr>
              <a:xfrm>
                <a:off x="2647950" y="167288"/>
                <a:ext cx="2565522" cy="734235"/>
              </a:xfrm>
              <a:prstGeom prst="wedgeRoundRectCallout">
                <a:avLst>
                  <a:gd name="adj1" fmla="val -70460"/>
                  <a:gd name="adj2" fmla="val -343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The sampling frame will be all households </a:t>
                </a:r>
                <a:r>
                  <a:rPr lang="en-GB" sz="1200">
                    <a:solidFill>
                      <a:srgbClr val="000000"/>
                    </a:solidFill>
                    <a:latin typeface="Calibri Light" panose="020F0302020204030204" pitchFamily="34" charset="0"/>
                    <a:ea typeface="Calibri" panose="020F0502020204030204" pitchFamily="34" charset="0"/>
                    <a:cs typeface="Arial" panose="020B0604020202020204" pitchFamily="34" charset="0"/>
                  </a:rPr>
                  <a:t>in each PSU.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From each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PSU, 100 households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will be randomly selected. Final sampled households (2000-) will be randomized into two groups, i.e., </a:t>
                </a:r>
                <a:r>
                  <a:rPr lang="en-GB" sz="1200" b="1">
                    <a:solidFill>
                      <a:srgbClr val="000000"/>
                    </a:solidFill>
                    <a:latin typeface="Calibri Light" panose="020F0302020204030204" pitchFamily="34" charset="0"/>
                    <a:cs typeface="Arial" panose="020B0604020202020204" pitchFamily="34" charset="0"/>
                  </a:rPr>
                  <a:t>F2F Group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Remote Group</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a:t>
                </a:r>
                <a:endParaRPr lang="en-GB" sz="2000">
                  <a:effectLst/>
                  <a:ea typeface="Calibri" panose="020F0502020204030204" pitchFamily="34" charset="0"/>
                  <a:cs typeface="Arial" panose="020B0604020202020204" pitchFamily="34" charset="0"/>
                </a:endParaRPr>
              </a:p>
            </p:txBody>
          </p:sp>
        </p:grpSp>
      </p:grpSp>
      <p:sp>
        <p:nvSpPr>
          <p:cNvPr id="25" name="Title 1">
            <a:extLst>
              <a:ext uri="{FF2B5EF4-FFF2-40B4-BE49-F238E27FC236}">
                <a16:creationId xmlns:a16="http://schemas.microsoft.com/office/drawing/2014/main" id="{C4793960-97FD-5AE3-34FE-71F229830B09}"/>
              </a:ext>
            </a:extLst>
          </p:cNvPr>
          <p:cNvSpPr>
            <a:spLocks noGrp="1"/>
          </p:cNvSpPr>
          <p:nvPr>
            <p:ph type="title"/>
          </p:nvPr>
        </p:nvSpPr>
        <p:spPr>
          <a:xfrm>
            <a:off x="449201" y="2485616"/>
            <a:ext cx="3900023" cy="2067230"/>
          </a:xfrm>
        </p:spPr>
        <p:txBody>
          <a:bodyPr/>
          <a:lstStyle/>
          <a:p>
            <a:r>
              <a:rPr lang="en-GB" sz="2800"/>
              <a:t>Overall sampling study framework</a:t>
            </a:r>
          </a:p>
        </p:txBody>
      </p:sp>
    </p:spTree>
    <p:extLst>
      <p:ext uri="{BB962C8B-B14F-4D97-AF65-F5344CB8AC3E}">
        <p14:creationId xmlns:p14="http://schemas.microsoft.com/office/powerpoint/2010/main" val="3798097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8963-4DED-C55E-B926-36AA487C8500}"/>
              </a:ext>
            </a:extLst>
          </p:cNvPr>
          <p:cNvSpPr>
            <a:spLocks noGrp="1"/>
          </p:cNvSpPr>
          <p:nvPr>
            <p:ph type="title"/>
          </p:nvPr>
        </p:nvSpPr>
        <p:spPr/>
        <p:txBody>
          <a:bodyPr/>
          <a:lstStyle/>
          <a:p>
            <a:r>
              <a:rPr lang="en-GB"/>
              <a:t>Methodology &amp; Sample</a:t>
            </a:r>
          </a:p>
        </p:txBody>
      </p:sp>
    </p:spTree>
    <p:extLst>
      <p:ext uri="{BB962C8B-B14F-4D97-AF65-F5344CB8AC3E}">
        <p14:creationId xmlns:p14="http://schemas.microsoft.com/office/powerpoint/2010/main" val="277358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EF35892-2378-D494-50FA-77FAF1AE8F71}"/>
              </a:ext>
            </a:extLst>
          </p:cNvPr>
          <p:cNvGrpSpPr/>
          <p:nvPr/>
        </p:nvGrpSpPr>
        <p:grpSpPr>
          <a:xfrm>
            <a:off x="3893421" y="380463"/>
            <a:ext cx="7793369" cy="5596897"/>
            <a:chOff x="3229925" y="1657983"/>
            <a:chExt cx="5421755" cy="3586480"/>
          </a:xfrm>
        </p:grpSpPr>
        <p:grpSp>
          <p:nvGrpSpPr>
            <p:cNvPr id="4" name="Group 3">
              <a:extLst>
                <a:ext uri="{FF2B5EF4-FFF2-40B4-BE49-F238E27FC236}">
                  <a16:creationId xmlns:a16="http://schemas.microsoft.com/office/drawing/2014/main" id="{404921BA-4A3F-FBE5-1A2D-3C31295DC19E}"/>
                </a:ext>
              </a:extLst>
            </p:cNvPr>
            <p:cNvGrpSpPr/>
            <p:nvPr/>
          </p:nvGrpSpPr>
          <p:grpSpPr>
            <a:xfrm>
              <a:off x="3305984" y="1657983"/>
              <a:ext cx="5345696" cy="3586480"/>
              <a:chOff x="22475" y="-51529"/>
              <a:chExt cx="5068858" cy="3855623"/>
            </a:xfrm>
          </p:grpSpPr>
          <p:sp>
            <p:nvSpPr>
              <p:cNvPr id="5" name="Text Box 8">
                <a:extLst>
                  <a:ext uri="{FF2B5EF4-FFF2-40B4-BE49-F238E27FC236}">
                    <a16:creationId xmlns:a16="http://schemas.microsoft.com/office/drawing/2014/main" id="{737C9D44-A49D-A9B0-795F-4A69F518F8D7}"/>
                  </a:ext>
                </a:extLst>
              </p:cNvPr>
              <p:cNvSpPr txBox="1"/>
              <p:nvPr/>
            </p:nvSpPr>
            <p:spPr>
              <a:xfrm>
                <a:off x="22476" y="2418360"/>
                <a:ext cx="2130845"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Sampled Households</a:t>
                </a:r>
                <a:endParaRPr lang="en-GB" sz="1600" b="1">
                  <a:effectLst/>
                  <a:ea typeface="Calibri" panose="020F0502020204030204" pitchFamily="34" charset="0"/>
                  <a:cs typeface="Arial" panose="020B0604020202020204" pitchFamily="34" charset="0"/>
                </a:endParaRPr>
              </a:p>
            </p:txBody>
          </p:sp>
          <p:sp>
            <p:nvSpPr>
              <p:cNvPr id="6" name="Text Box 2">
                <a:extLst>
                  <a:ext uri="{FF2B5EF4-FFF2-40B4-BE49-F238E27FC236}">
                    <a16:creationId xmlns:a16="http://schemas.microsoft.com/office/drawing/2014/main" id="{0CD8D586-DCEA-38DE-9DB9-53AF960C8548}"/>
                  </a:ext>
                </a:extLst>
              </p:cNvPr>
              <p:cNvSpPr txBox="1"/>
              <p:nvPr/>
            </p:nvSpPr>
            <p:spPr>
              <a:xfrm>
                <a:off x="22475" y="-49667"/>
                <a:ext cx="2130847" cy="28142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Study-Country</a:t>
                </a:r>
                <a:endParaRPr lang="en-GB" sz="1600" b="1">
                  <a:effectLst/>
                  <a:ea typeface="Calibri" panose="020F0502020204030204" pitchFamily="34" charset="0"/>
                  <a:cs typeface="Arial" panose="020B0604020202020204" pitchFamily="34" charset="0"/>
                </a:endParaRPr>
              </a:p>
              <a:p>
                <a:pPr algn="ctr">
                  <a:lnSpc>
                    <a:spcPct val="107000"/>
                  </a:lnSpc>
                  <a:spcAft>
                    <a:spcPts val="400"/>
                  </a:spcAft>
                </a:pPr>
                <a:r>
                  <a:rPr lang="en-GB" sz="1600" b="1">
                    <a:effectLst/>
                    <a:ea typeface="Calibri" panose="020F0502020204030204" pitchFamily="34" charset="0"/>
                    <a:cs typeface="Arial" panose="020B0604020202020204" pitchFamily="34" charset="0"/>
                  </a:rPr>
                  <a:t> </a:t>
                </a:r>
              </a:p>
            </p:txBody>
          </p:sp>
          <p:sp>
            <p:nvSpPr>
              <p:cNvPr id="7" name="Arrow: Up 6">
                <a:extLst>
                  <a:ext uri="{FF2B5EF4-FFF2-40B4-BE49-F238E27FC236}">
                    <a16:creationId xmlns:a16="http://schemas.microsoft.com/office/drawing/2014/main" id="{C9D67147-F6F9-8246-46BF-A546369123B0}"/>
                  </a:ext>
                </a:extLst>
              </p:cNvPr>
              <p:cNvSpPr/>
              <p:nvPr/>
            </p:nvSpPr>
            <p:spPr>
              <a:xfrm rot="10800000">
                <a:off x="932846" y="231761"/>
                <a:ext cx="242715" cy="313469"/>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8" name="Arrow: Up 7">
                <a:extLst>
                  <a:ext uri="{FF2B5EF4-FFF2-40B4-BE49-F238E27FC236}">
                    <a16:creationId xmlns:a16="http://schemas.microsoft.com/office/drawing/2014/main" id="{01639503-92DC-9FDC-804E-11FB2906CC55}"/>
                  </a:ext>
                </a:extLst>
              </p:cNvPr>
              <p:cNvSpPr/>
              <p:nvPr/>
            </p:nvSpPr>
            <p:spPr>
              <a:xfrm rot="10800000">
                <a:off x="912600" y="812628"/>
                <a:ext cx="264792" cy="336550"/>
              </a:xfrm>
              <a:prstGeom prst="upArrow">
                <a:avLst/>
              </a:prstGeom>
              <a:solidFill>
                <a:srgbClr val="FFFFFE"/>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9" name="Text Box 4">
                <a:extLst>
                  <a:ext uri="{FF2B5EF4-FFF2-40B4-BE49-F238E27FC236}">
                    <a16:creationId xmlns:a16="http://schemas.microsoft.com/office/drawing/2014/main" id="{B39131E2-1680-C040-BB2E-EFF3EF8DCA79}"/>
                  </a:ext>
                </a:extLst>
              </p:cNvPr>
              <p:cNvSpPr txBox="1"/>
              <p:nvPr/>
            </p:nvSpPr>
            <p:spPr>
              <a:xfrm>
                <a:off x="22475" y="1144675"/>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Admin2 Districts</a:t>
                </a:r>
                <a:endParaRPr lang="en-GB" sz="1600" b="1">
                  <a:effectLst/>
                  <a:ea typeface="Calibri" panose="020F0502020204030204" pitchFamily="34" charset="0"/>
                  <a:cs typeface="Arial" panose="020B0604020202020204" pitchFamily="34" charset="0"/>
                </a:endParaRPr>
              </a:p>
            </p:txBody>
          </p:sp>
          <p:sp>
            <p:nvSpPr>
              <p:cNvPr id="10" name="Arrow: Up 9">
                <a:extLst>
                  <a:ext uri="{FF2B5EF4-FFF2-40B4-BE49-F238E27FC236}">
                    <a16:creationId xmlns:a16="http://schemas.microsoft.com/office/drawing/2014/main" id="{0BF28807-709E-8AAD-95D9-B098D2B1A2B1}"/>
                  </a:ext>
                </a:extLst>
              </p:cNvPr>
              <p:cNvSpPr/>
              <p:nvPr/>
            </p:nvSpPr>
            <p:spPr>
              <a:xfrm rot="10800000">
                <a:off x="941897" y="1428979"/>
                <a:ext cx="223021" cy="369593"/>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1" name="Text Box 3">
                <a:extLst>
                  <a:ext uri="{FF2B5EF4-FFF2-40B4-BE49-F238E27FC236}">
                    <a16:creationId xmlns:a16="http://schemas.microsoft.com/office/drawing/2014/main" id="{7CBD16F1-1AF8-5DB8-D035-4491C52E0BBD}"/>
                  </a:ext>
                </a:extLst>
              </p:cNvPr>
              <p:cNvSpPr txBox="1"/>
              <p:nvPr/>
            </p:nvSpPr>
            <p:spPr>
              <a:xfrm>
                <a:off x="22475" y="532827"/>
                <a:ext cx="2130846" cy="286832"/>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Livelihood Zones/Admin1 Area </a:t>
                </a:r>
                <a:endParaRPr lang="en-GB" sz="1600" b="1">
                  <a:effectLst/>
                  <a:ea typeface="Calibri" panose="020F0502020204030204" pitchFamily="34" charset="0"/>
                  <a:cs typeface="Arial" panose="020B0604020202020204" pitchFamily="34" charset="0"/>
                </a:endParaRPr>
              </a:p>
            </p:txBody>
          </p:sp>
          <p:sp>
            <p:nvSpPr>
              <p:cNvPr id="12" name="Text Box 6">
                <a:extLst>
                  <a:ext uri="{FF2B5EF4-FFF2-40B4-BE49-F238E27FC236}">
                    <a16:creationId xmlns:a16="http://schemas.microsoft.com/office/drawing/2014/main" id="{E6FB7428-94C4-A6D9-386D-79FA8AE624B9}"/>
                  </a:ext>
                </a:extLst>
              </p:cNvPr>
              <p:cNvSpPr txBox="1"/>
              <p:nvPr/>
            </p:nvSpPr>
            <p:spPr>
              <a:xfrm>
                <a:off x="22475" y="1812799"/>
                <a:ext cx="2130846" cy="284306"/>
              </a:xfrm>
              <a:prstGeom prst="rect">
                <a:avLst/>
              </a:prstGeom>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400"/>
                  </a:spcAft>
                </a:pPr>
                <a:r>
                  <a:rPr lang="en-GB" sz="1600" b="1">
                    <a:effectLst/>
                    <a:ea typeface="Calibri" panose="020F0502020204030204" pitchFamily="34" charset="0"/>
                    <a:cs typeface="Calibri" panose="020F0502020204030204" pitchFamily="34" charset="0"/>
                  </a:rPr>
                  <a:t>Admin3 Villages/Communities</a:t>
                </a:r>
                <a:endParaRPr lang="en-GB" sz="1600" b="1">
                  <a:effectLst/>
                  <a:ea typeface="Calibri" panose="020F0502020204030204" pitchFamily="34" charset="0"/>
                  <a:cs typeface="Arial" panose="020B0604020202020204" pitchFamily="34" charset="0"/>
                </a:endParaRPr>
              </a:p>
            </p:txBody>
          </p:sp>
          <p:sp>
            <p:nvSpPr>
              <p:cNvPr id="13" name="Arrow: Up 12">
                <a:extLst>
                  <a:ext uri="{FF2B5EF4-FFF2-40B4-BE49-F238E27FC236}">
                    <a16:creationId xmlns:a16="http://schemas.microsoft.com/office/drawing/2014/main" id="{24258C1D-FB17-2F73-BB32-6F812F230275}"/>
                  </a:ext>
                </a:extLst>
              </p:cNvPr>
              <p:cNvSpPr/>
              <p:nvPr/>
            </p:nvSpPr>
            <p:spPr>
              <a:xfrm rot="10800000">
                <a:off x="932846" y="2097105"/>
                <a:ext cx="258884" cy="318374"/>
              </a:xfrm>
              <a:prstGeom prst="upArrow">
                <a:avLst/>
              </a:prstGeom>
              <a:solidFill>
                <a:srgbClr val="FFFFFF"/>
              </a:solidFill>
              <a:ln>
                <a:solidFill>
                  <a:srgbClr val="0070BA"/>
                </a:solidFill>
              </a:ln>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4" name="Speech Bubble: Rectangle with Corners Rounded 13">
                <a:extLst>
                  <a:ext uri="{FF2B5EF4-FFF2-40B4-BE49-F238E27FC236}">
                    <a16:creationId xmlns:a16="http://schemas.microsoft.com/office/drawing/2014/main" id="{F8526570-F905-CD9B-1DE6-A402E855E769}"/>
                  </a:ext>
                </a:extLst>
              </p:cNvPr>
              <p:cNvSpPr/>
              <p:nvPr/>
            </p:nvSpPr>
            <p:spPr>
              <a:xfrm>
                <a:off x="2658672" y="-51529"/>
                <a:ext cx="2432660" cy="559234"/>
              </a:xfrm>
              <a:prstGeom prst="wedgeRoundRectCallout">
                <a:avLst>
                  <a:gd name="adj1" fmla="val -70713"/>
                  <a:gd name="adj2" fmla="val 82654"/>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Simple random sampling to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at least 2 regions /livelihood zones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based on the food security situation.</a:t>
                </a:r>
                <a:endParaRPr lang="en-GB" sz="2000">
                  <a:effectLst/>
                  <a:ea typeface="Calibri" panose="020F0502020204030204" pitchFamily="34" charset="0"/>
                  <a:cs typeface="Arial" panose="020B0604020202020204" pitchFamily="34" charset="0"/>
                </a:endParaRPr>
              </a:p>
            </p:txBody>
          </p:sp>
          <p:sp>
            <p:nvSpPr>
              <p:cNvPr id="15" name="Speech Bubble: Rectangle with Corners Rounded 30">
                <a:extLst>
                  <a:ext uri="{FF2B5EF4-FFF2-40B4-BE49-F238E27FC236}">
                    <a16:creationId xmlns:a16="http://schemas.microsoft.com/office/drawing/2014/main" id="{614394D9-E434-778B-7473-0A6541FB4AEB}"/>
                  </a:ext>
                </a:extLst>
              </p:cNvPr>
              <p:cNvSpPr/>
              <p:nvPr/>
            </p:nvSpPr>
            <p:spPr>
              <a:xfrm>
                <a:off x="2153321" y="728825"/>
                <a:ext cx="2938012" cy="625484"/>
              </a:xfrm>
              <a:custGeom>
                <a:avLst/>
                <a:gdLst>
                  <a:gd name="connsiteX0" fmla="*/ 0 w 2876344"/>
                  <a:gd name="connsiteY0" fmla="*/ 97367 h 584188"/>
                  <a:gd name="connsiteX1" fmla="*/ 97367 w 2876344"/>
                  <a:gd name="connsiteY1" fmla="*/ 0 h 584188"/>
                  <a:gd name="connsiteX2" fmla="*/ 479391 w 2876344"/>
                  <a:gd name="connsiteY2" fmla="*/ 0 h 584188"/>
                  <a:gd name="connsiteX3" fmla="*/ 479391 w 2876344"/>
                  <a:gd name="connsiteY3" fmla="*/ 0 h 584188"/>
                  <a:gd name="connsiteX4" fmla="*/ 1198477 w 2876344"/>
                  <a:gd name="connsiteY4" fmla="*/ 0 h 584188"/>
                  <a:gd name="connsiteX5" fmla="*/ 2778977 w 2876344"/>
                  <a:gd name="connsiteY5" fmla="*/ 0 h 584188"/>
                  <a:gd name="connsiteX6" fmla="*/ 2876344 w 2876344"/>
                  <a:gd name="connsiteY6" fmla="*/ 97367 h 584188"/>
                  <a:gd name="connsiteX7" fmla="*/ 2876344 w 2876344"/>
                  <a:gd name="connsiteY7" fmla="*/ 340776 h 584188"/>
                  <a:gd name="connsiteX8" fmla="*/ 2876344 w 2876344"/>
                  <a:gd name="connsiteY8" fmla="*/ 340776 h 584188"/>
                  <a:gd name="connsiteX9" fmla="*/ 2876344 w 2876344"/>
                  <a:gd name="connsiteY9" fmla="*/ 486823 h 584188"/>
                  <a:gd name="connsiteX10" fmla="*/ 2876344 w 2876344"/>
                  <a:gd name="connsiteY10" fmla="*/ 486821 h 584188"/>
                  <a:gd name="connsiteX11" fmla="*/ 2778977 w 2876344"/>
                  <a:gd name="connsiteY11" fmla="*/ 584188 h 584188"/>
                  <a:gd name="connsiteX12" fmla="*/ 1198477 w 2876344"/>
                  <a:gd name="connsiteY12" fmla="*/ 584188 h 584188"/>
                  <a:gd name="connsiteX13" fmla="*/ 479391 w 2876344"/>
                  <a:gd name="connsiteY13" fmla="*/ 584188 h 584188"/>
                  <a:gd name="connsiteX14" fmla="*/ 479391 w 2876344"/>
                  <a:gd name="connsiteY14" fmla="*/ 584188 h 584188"/>
                  <a:gd name="connsiteX15" fmla="*/ 97367 w 2876344"/>
                  <a:gd name="connsiteY15" fmla="*/ 584188 h 584188"/>
                  <a:gd name="connsiteX16" fmla="*/ 0 w 2876344"/>
                  <a:gd name="connsiteY16" fmla="*/ 486821 h 584188"/>
                  <a:gd name="connsiteX17" fmla="*/ 0 w 2876344"/>
                  <a:gd name="connsiteY17" fmla="*/ 486823 h 584188"/>
                  <a:gd name="connsiteX18" fmla="*/ -629689 w 2876344"/>
                  <a:gd name="connsiteY18" fmla="*/ 577879 h 584188"/>
                  <a:gd name="connsiteX19" fmla="*/ 0 w 2876344"/>
                  <a:gd name="connsiteY19" fmla="*/ 340776 h 584188"/>
                  <a:gd name="connsiteX20" fmla="*/ 0 w 2876344"/>
                  <a:gd name="connsiteY20" fmla="*/ 97367 h 584188"/>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7223 w 3393567"/>
                  <a:gd name="connsiteY19" fmla="*/ 340776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7223 w 3393567"/>
                  <a:gd name="connsiteY17" fmla="*/ 486823 h 851710"/>
                  <a:gd name="connsiteX18" fmla="*/ 0 w 3393567"/>
                  <a:gd name="connsiteY18" fmla="*/ 851710 h 851710"/>
                  <a:gd name="connsiteX19" fmla="*/ 512333 w 3393567"/>
                  <a:gd name="connsiteY19" fmla="*/ 277208 h 851710"/>
                  <a:gd name="connsiteX20" fmla="*/ 517223 w 3393567"/>
                  <a:gd name="connsiteY20" fmla="*/ 97367 h 851710"/>
                  <a:gd name="connsiteX0" fmla="*/ 517223 w 3393567"/>
                  <a:gd name="connsiteY0" fmla="*/ 97367 h 851710"/>
                  <a:gd name="connsiteX1" fmla="*/ 614590 w 3393567"/>
                  <a:gd name="connsiteY1" fmla="*/ 0 h 851710"/>
                  <a:gd name="connsiteX2" fmla="*/ 996614 w 3393567"/>
                  <a:gd name="connsiteY2" fmla="*/ 0 h 851710"/>
                  <a:gd name="connsiteX3" fmla="*/ 996614 w 3393567"/>
                  <a:gd name="connsiteY3" fmla="*/ 0 h 851710"/>
                  <a:gd name="connsiteX4" fmla="*/ 1715700 w 3393567"/>
                  <a:gd name="connsiteY4" fmla="*/ 0 h 851710"/>
                  <a:gd name="connsiteX5" fmla="*/ 3296200 w 3393567"/>
                  <a:gd name="connsiteY5" fmla="*/ 0 h 851710"/>
                  <a:gd name="connsiteX6" fmla="*/ 3393567 w 3393567"/>
                  <a:gd name="connsiteY6" fmla="*/ 97367 h 851710"/>
                  <a:gd name="connsiteX7" fmla="*/ 3393567 w 3393567"/>
                  <a:gd name="connsiteY7" fmla="*/ 340776 h 851710"/>
                  <a:gd name="connsiteX8" fmla="*/ 3393567 w 3393567"/>
                  <a:gd name="connsiteY8" fmla="*/ 340776 h 851710"/>
                  <a:gd name="connsiteX9" fmla="*/ 3393567 w 3393567"/>
                  <a:gd name="connsiteY9" fmla="*/ 486823 h 851710"/>
                  <a:gd name="connsiteX10" fmla="*/ 3393567 w 3393567"/>
                  <a:gd name="connsiteY10" fmla="*/ 486821 h 851710"/>
                  <a:gd name="connsiteX11" fmla="*/ 3296200 w 3393567"/>
                  <a:gd name="connsiteY11" fmla="*/ 584188 h 851710"/>
                  <a:gd name="connsiteX12" fmla="*/ 1715700 w 3393567"/>
                  <a:gd name="connsiteY12" fmla="*/ 584188 h 851710"/>
                  <a:gd name="connsiteX13" fmla="*/ 996614 w 3393567"/>
                  <a:gd name="connsiteY13" fmla="*/ 584188 h 851710"/>
                  <a:gd name="connsiteX14" fmla="*/ 996614 w 3393567"/>
                  <a:gd name="connsiteY14" fmla="*/ 584188 h 851710"/>
                  <a:gd name="connsiteX15" fmla="*/ 614590 w 3393567"/>
                  <a:gd name="connsiteY15" fmla="*/ 584188 h 851710"/>
                  <a:gd name="connsiteX16" fmla="*/ 517223 w 3393567"/>
                  <a:gd name="connsiteY16" fmla="*/ 486821 h 851710"/>
                  <a:gd name="connsiteX17" fmla="*/ 512333 w 3393567"/>
                  <a:gd name="connsiteY17" fmla="*/ 437925 h 851710"/>
                  <a:gd name="connsiteX18" fmla="*/ 0 w 3393567"/>
                  <a:gd name="connsiteY18" fmla="*/ 851710 h 851710"/>
                  <a:gd name="connsiteX19" fmla="*/ 512333 w 3393567"/>
                  <a:gd name="connsiteY19" fmla="*/ 277208 h 851710"/>
                  <a:gd name="connsiteX20" fmla="*/ 517223 w 3393567"/>
                  <a:gd name="connsiteY20" fmla="*/ 97367 h 851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393567" h="851710">
                    <a:moveTo>
                      <a:pt x="517223" y="97367"/>
                    </a:moveTo>
                    <a:cubicBezTo>
                      <a:pt x="517223" y="43593"/>
                      <a:pt x="560816" y="0"/>
                      <a:pt x="614590" y="0"/>
                    </a:cubicBezTo>
                    <a:lnTo>
                      <a:pt x="996614" y="0"/>
                    </a:lnTo>
                    <a:lnTo>
                      <a:pt x="996614" y="0"/>
                    </a:lnTo>
                    <a:lnTo>
                      <a:pt x="1715700" y="0"/>
                    </a:lnTo>
                    <a:lnTo>
                      <a:pt x="3296200" y="0"/>
                    </a:lnTo>
                    <a:cubicBezTo>
                      <a:pt x="3349974" y="0"/>
                      <a:pt x="3393567" y="43593"/>
                      <a:pt x="3393567" y="97367"/>
                    </a:cubicBezTo>
                    <a:lnTo>
                      <a:pt x="3393567" y="340776"/>
                    </a:lnTo>
                    <a:lnTo>
                      <a:pt x="3393567" y="340776"/>
                    </a:lnTo>
                    <a:lnTo>
                      <a:pt x="3393567" y="486823"/>
                    </a:lnTo>
                    <a:lnTo>
                      <a:pt x="3393567" y="486821"/>
                    </a:lnTo>
                    <a:cubicBezTo>
                      <a:pt x="3393567" y="540595"/>
                      <a:pt x="3349974" y="584188"/>
                      <a:pt x="3296200" y="584188"/>
                    </a:cubicBezTo>
                    <a:lnTo>
                      <a:pt x="1715700" y="584188"/>
                    </a:lnTo>
                    <a:lnTo>
                      <a:pt x="996614" y="584188"/>
                    </a:lnTo>
                    <a:lnTo>
                      <a:pt x="996614" y="584188"/>
                    </a:lnTo>
                    <a:lnTo>
                      <a:pt x="614590" y="584188"/>
                    </a:lnTo>
                    <a:cubicBezTo>
                      <a:pt x="560816" y="584188"/>
                      <a:pt x="517223" y="540595"/>
                      <a:pt x="517223" y="486821"/>
                    </a:cubicBezTo>
                    <a:lnTo>
                      <a:pt x="512333" y="437925"/>
                    </a:lnTo>
                    <a:lnTo>
                      <a:pt x="0" y="851710"/>
                    </a:lnTo>
                    <a:lnTo>
                      <a:pt x="512333" y="277208"/>
                    </a:lnTo>
                    <a:lnTo>
                      <a:pt x="517223" y="97367"/>
                    </a:lnTo>
                    <a:close/>
                  </a:path>
                </a:pathLst>
              </a:cu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554038">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Based on the number of regions selected, draw a list of      	districts from the selected regions 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select  	min. of 4 districts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Equally distributed in the Admin1</a:t>
                </a:r>
                <a:endParaRPr lang="en-GB" sz="2000">
                  <a:effectLst/>
                  <a:ea typeface="Calibri" panose="020F0502020204030204" pitchFamily="34" charset="0"/>
                  <a:cs typeface="Arial" panose="020B0604020202020204" pitchFamily="34" charset="0"/>
                </a:endParaRPr>
              </a:p>
            </p:txBody>
          </p:sp>
          <p:sp>
            <p:nvSpPr>
              <p:cNvPr id="16" name="Speech Bubble: Rectangle with Corners Rounded 15">
                <a:extLst>
                  <a:ext uri="{FF2B5EF4-FFF2-40B4-BE49-F238E27FC236}">
                    <a16:creationId xmlns:a16="http://schemas.microsoft.com/office/drawing/2014/main" id="{3B004D5D-C036-CE5B-9E0D-EBA11EA6250D}"/>
                  </a:ext>
                </a:extLst>
              </p:cNvPr>
              <p:cNvSpPr/>
              <p:nvPr/>
            </p:nvSpPr>
            <p:spPr>
              <a:xfrm>
                <a:off x="2658672" y="1400112"/>
                <a:ext cx="2432661" cy="586133"/>
              </a:xfrm>
              <a:prstGeom prst="wedgeRoundRectCallout">
                <a:avLst>
                  <a:gd name="adj1" fmla="val -70389"/>
                  <a:gd name="adj2" fmla="val 39088"/>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In the same manner, list all the smallest administrative units within the Admin2 (e.g., villages) and randomly select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20 ADMIN3 Units as sampling clusters.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sp>
            <p:nvSpPr>
              <p:cNvPr id="17" name="Speech Bubble: Rectangle with Corners Rounded 16">
                <a:extLst>
                  <a:ext uri="{FF2B5EF4-FFF2-40B4-BE49-F238E27FC236}">
                    <a16:creationId xmlns:a16="http://schemas.microsoft.com/office/drawing/2014/main" id="{D11FAE89-4AB7-D485-D8A2-0FA22C96BC99}"/>
                  </a:ext>
                </a:extLst>
              </p:cNvPr>
              <p:cNvSpPr/>
              <p:nvPr/>
            </p:nvSpPr>
            <p:spPr>
              <a:xfrm>
                <a:off x="2658672" y="3216142"/>
                <a:ext cx="2432661" cy="587952"/>
              </a:xfrm>
              <a:prstGeom prst="wedgeRoundRectCallout">
                <a:avLst>
                  <a:gd name="adj1" fmla="val -69389"/>
                  <a:gd name="adj2" fmla="val -800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400"/>
                  </a:spcAft>
                </a:pP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CARI Sample will</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receive the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Face-2-Face modules while rCARI Sample will receive the Remote modules simultaneously.</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a:t>
                </a:r>
                <a:endParaRPr lang="en-GB" sz="2000">
                  <a:effectLst/>
                  <a:ea typeface="Calibri" panose="020F050202020403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D473FE96-34B6-643C-35D6-74804ABCE7CB}"/>
                </a:ext>
              </a:extLst>
            </p:cNvPr>
            <p:cNvGrpSpPr/>
            <p:nvPr/>
          </p:nvGrpSpPr>
          <p:grpSpPr>
            <a:xfrm>
              <a:off x="3229925" y="3628700"/>
              <a:ext cx="5421755" cy="1543588"/>
              <a:chOff x="-208283" y="-54149"/>
              <a:chExt cx="5421755" cy="1543622"/>
            </a:xfrm>
          </p:grpSpPr>
          <p:grpSp>
            <p:nvGrpSpPr>
              <p:cNvPr id="19" name="Group 18">
                <a:extLst>
                  <a:ext uri="{FF2B5EF4-FFF2-40B4-BE49-F238E27FC236}">
                    <a16:creationId xmlns:a16="http://schemas.microsoft.com/office/drawing/2014/main" id="{FD19CA78-1B62-5A7F-4DA9-455266F686F8}"/>
                  </a:ext>
                </a:extLst>
              </p:cNvPr>
              <p:cNvGrpSpPr/>
              <p:nvPr/>
            </p:nvGrpSpPr>
            <p:grpSpPr>
              <a:xfrm>
                <a:off x="-208283" y="577012"/>
                <a:ext cx="2380365" cy="912461"/>
                <a:chOff x="-151107" y="-364370"/>
                <a:chExt cx="2404114" cy="898877"/>
              </a:xfrm>
            </p:grpSpPr>
            <p:sp>
              <p:nvSpPr>
                <p:cNvPr id="21" name="Speech Bubble: Rectangle with Corners Rounded 20">
                  <a:extLst>
                    <a:ext uri="{FF2B5EF4-FFF2-40B4-BE49-F238E27FC236}">
                      <a16:creationId xmlns:a16="http://schemas.microsoft.com/office/drawing/2014/main" id="{B3B76EB0-5246-0D8C-ABA4-2CFB6587BAA7}"/>
                    </a:ext>
                  </a:extLst>
                </p:cNvPr>
                <p:cNvSpPr/>
                <p:nvPr/>
              </p:nvSpPr>
              <p:spPr>
                <a:xfrm>
                  <a:off x="1326328" y="49153"/>
                  <a:ext cx="926679" cy="485354"/>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rCARI Sample</a:t>
                  </a:r>
                  <a:endParaRPr lang="en-GB" sz="2000" b="1">
                    <a:effectLst/>
                    <a:ea typeface="Calibri" panose="020F0502020204030204" pitchFamily="34" charset="0"/>
                    <a:cs typeface="Arial" panose="020B0604020202020204" pitchFamily="34" charset="0"/>
                  </a:endParaRPr>
                </a:p>
                <a:p>
                  <a:pPr algn="ctr">
                    <a:lnSpc>
                      <a:spcPct val="107000"/>
                    </a:lnSpc>
                    <a:spcAft>
                      <a:spcPts val="800"/>
                    </a:spcAft>
                  </a:pPr>
                  <a:r>
                    <a:rPr lang="en-GB" b="1">
                      <a:effectLst/>
                      <a:ea typeface="Calibri" panose="020F0502020204030204" pitchFamily="34" charset="0"/>
                      <a:cs typeface="Calibri" panose="020F0502020204030204" pitchFamily="34" charset="0"/>
                    </a:rPr>
                    <a:t>(</a:t>
                  </a:r>
                  <a:r>
                    <a:rPr lang="en-GB" b="1">
                      <a:ea typeface="Calibri" panose="020F0502020204030204" pitchFamily="34" charset="0"/>
                      <a:cs typeface="Calibri" panose="020F0502020204030204" pitchFamily="34" charset="0"/>
                    </a:rPr>
                    <a:t>Remote)</a:t>
                  </a:r>
                  <a:endParaRPr lang="en-GB" sz="3200" b="1">
                    <a:effectLst/>
                    <a:ea typeface="Calibri" panose="020F0502020204030204" pitchFamily="34" charset="0"/>
                    <a:cs typeface="Arial" panose="020B0604020202020204" pitchFamily="34" charset="0"/>
                  </a:endParaRPr>
                </a:p>
              </p:txBody>
            </p:sp>
            <p:sp>
              <p:nvSpPr>
                <p:cNvPr id="22" name="Speech Bubble: Rectangle with Corners Rounded 21">
                  <a:extLst>
                    <a:ext uri="{FF2B5EF4-FFF2-40B4-BE49-F238E27FC236}">
                      <a16:creationId xmlns:a16="http://schemas.microsoft.com/office/drawing/2014/main" id="{1306DAD5-74B8-1B39-3114-55DE3DFA1D97}"/>
                    </a:ext>
                  </a:extLst>
                </p:cNvPr>
                <p:cNvSpPr/>
                <p:nvPr/>
              </p:nvSpPr>
              <p:spPr>
                <a:xfrm>
                  <a:off x="-151107" y="48428"/>
                  <a:ext cx="926679" cy="485763"/>
                </a:xfrm>
                <a:prstGeom prst="wedgeRoundRectCallout">
                  <a:avLst>
                    <a:gd name="adj1" fmla="val -2846"/>
                    <a:gd name="adj2" fmla="val 24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GB" sz="1400" b="1">
                      <a:effectLst/>
                      <a:ea typeface="Calibri" panose="020F0502020204030204" pitchFamily="34" charset="0"/>
                      <a:cs typeface="Calibri" panose="020F0502020204030204" pitchFamily="34" charset="0"/>
                    </a:rPr>
                    <a:t>CARI Sample</a:t>
                  </a:r>
                  <a:endParaRPr lang="en-GB" sz="2000" b="1">
                    <a:effectLst/>
                    <a:ea typeface="Calibri" panose="020F0502020204030204" pitchFamily="34" charset="0"/>
                    <a:cs typeface="Arial" panose="020B0604020202020204" pitchFamily="34" charset="0"/>
                  </a:endParaRPr>
                </a:p>
                <a:p>
                  <a:pPr algn="ctr">
                    <a:lnSpc>
                      <a:spcPct val="107000"/>
                    </a:lnSpc>
                    <a:spcAft>
                      <a:spcPts val="800"/>
                    </a:spcAft>
                  </a:pPr>
                  <a:r>
                    <a:rPr lang="en-GB" sz="1600" b="1">
                      <a:effectLst/>
                      <a:ea typeface="Calibri" panose="020F0502020204030204" pitchFamily="34" charset="0"/>
                      <a:cs typeface="Calibri" panose="020F0502020204030204" pitchFamily="34" charset="0"/>
                    </a:rPr>
                    <a:t> (</a:t>
                  </a:r>
                  <a:r>
                    <a:rPr lang="en-GB" sz="1600" b="1">
                      <a:ea typeface="Calibri" panose="020F0502020204030204" pitchFamily="34" charset="0"/>
                      <a:cs typeface="Calibri" panose="020F0502020204030204" pitchFamily="34" charset="0"/>
                    </a:rPr>
                    <a:t>F2F</a:t>
                  </a:r>
                  <a:r>
                    <a:rPr lang="en-GB" sz="1600" b="1">
                      <a:effectLst/>
                      <a:ea typeface="Calibri" panose="020F0502020204030204" pitchFamily="34" charset="0"/>
                      <a:cs typeface="Calibri" panose="020F0502020204030204" pitchFamily="34" charset="0"/>
                    </a:rPr>
                    <a:t>)</a:t>
                  </a:r>
                  <a:endParaRPr lang="en-GB" sz="1600" b="1">
                    <a:effectLst/>
                    <a:ea typeface="Calibri" panose="020F0502020204030204" pitchFamily="34" charset="0"/>
                    <a:cs typeface="Arial" panose="020B0604020202020204" pitchFamily="34" charset="0"/>
                  </a:endParaRPr>
                </a:p>
              </p:txBody>
            </p:sp>
            <p:sp>
              <p:nvSpPr>
                <p:cNvPr id="23" name="Arrow: Left-Right-Up 22">
                  <a:extLst>
                    <a:ext uri="{FF2B5EF4-FFF2-40B4-BE49-F238E27FC236}">
                      <a16:creationId xmlns:a16="http://schemas.microsoft.com/office/drawing/2014/main" id="{030490AA-BF51-D621-7570-655692D165E4}"/>
                    </a:ext>
                  </a:extLst>
                </p:cNvPr>
                <p:cNvSpPr/>
                <p:nvPr/>
              </p:nvSpPr>
              <p:spPr>
                <a:xfrm>
                  <a:off x="775571" y="-364370"/>
                  <a:ext cx="553527" cy="723304"/>
                </a:xfrm>
                <a:prstGeom prst="leftRightUpArrow">
                  <a:avLst>
                    <a:gd name="adj1" fmla="val 19774"/>
                    <a:gd name="adj2" fmla="val 21387"/>
                    <a:gd name="adj3" fmla="val 29408"/>
                  </a:avLst>
                </a:prstGeom>
                <a:solidFill>
                  <a:srgbClr val="FFFFFF"/>
                </a:solidFill>
                <a:ln>
                  <a:solidFill>
                    <a:srgbClr val="0070B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grpSp>
          <p:sp>
            <p:nvSpPr>
              <p:cNvPr id="20" name="Speech Bubble: Rectangle with Corners Rounded 19">
                <a:extLst>
                  <a:ext uri="{FF2B5EF4-FFF2-40B4-BE49-F238E27FC236}">
                    <a16:creationId xmlns:a16="http://schemas.microsoft.com/office/drawing/2014/main" id="{97F46167-A644-7B36-5C95-F3E89E13529B}"/>
                  </a:ext>
                </a:extLst>
              </p:cNvPr>
              <p:cNvSpPr/>
              <p:nvPr/>
            </p:nvSpPr>
            <p:spPr>
              <a:xfrm>
                <a:off x="2647950" y="-54149"/>
                <a:ext cx="2565522" cy="1001078"/>
              </a:xfrm>
              <a:prstGeom prst="wedgeRoundRectCallout">
                <a:avLst>
                  <a:gd name="adj1" fmla="val -70460"/>
                  <a:gd name="adj2" fmla="val -3435"/>
                  <a:gd name="adj3" fmla="val 16667"/>
                </a:avLst>
              </a:prstGeom>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From each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PSU, 100 households</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will be randomly selected. Final sampled households (2000) will be randomized into two groups, i.e.,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Control Group </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and </a:t>
                </a:r>
                <a:r>
                  <a:rPr lang="en-GB" sz="1200" b="1">
                    <a:solidFill>
                      <a:srgbClr val="000000"/>
                    </a:solidFill>
                    <a:effectLst/>
                    <a:latin typeface="Calibri Light" panose="020F0302020204030204" pitchFamily="34" charset="0"/>
                    <a:ea typeface="Calibri" panose="020F0502020204030204" pitchFamily="34" charset="0"/>
                    <a:cs typeface="Arial" panose="020B0604020202020204" pitchFamily="34" charset="0"/>
                  </a:rPr>
                  <a:t>Treated Group (1000 households per group)</a:t>
                </a:r>
                <a:r>
                  <a:rPr lang="en-GB" sz="1200">
                    <a:solidFill>
                      <a:srgbClr val="000000"/>
                    </a:solidFill>
                    <a:effectLst/>
                    <a:latin typeface="Calibri Light" panose="020F0302020204030204" pitchFamily="34" charset="0"/>
                    <a:ea typeface="Calibri" panose="020F0502020204030204" pitchFamily="34" charset="0"/>
                    <a:cs typeface="Arial" panose="020B0604020202020204" pitchFamily="34" charset="0"/>
                  </a:rPr>
                  <a:t>. The interviews will be conducted simultaneous to avoid significant changes that may affect the food security between the groups.</a:t>
                </a:r>
                <a:endParaRPr lang="en-GB" sz="2000">
                  <a:effectLst/>
                  <a:ea typeface="Calibri" panose="020F0502020204030204" pitchFamily="34" charset="0"/>
                  <a:cs typeface="Arial" panose="020B0604020202020204" pitchFamily="34" charset="0"/>
                </a:endParaRPr>
              </a:p>
            </p:txBody>
          </p:sp>
        </p:grpSp>
      </p:grpSp>
      <p:sp>
        <p:nvSpPr>
          <p:cNvPr id="25" name="Title 1">
            <a:extLst>
              <a:ext uri="{FF2B5EF4-FFF2-40B4-BE49-F238E27FC236}">
                <a16:creationId xmlns:a16="http://schemas.microsoft.com/office/drawing/2014/main" id="{C4793960-97FD-5AE3-34FE-71F229830B09}"/>
              </a:ext>
            </a:extLst>
          </p:cNvPr>
          <p:cNvSpPr>
            <a:spLocks noGrp="1"/>
          </p:cNvSpPr>
          <p:nvPr>
            <p:ph type="title"/>
          </p:nvPr>
        </p:nvSpPr>
        <p:spPr>
          <a:xfrm>
            <a:off x="449201" y="2485616"/>
            <a:ext cx="3900023" cy="2067230"/>
          </a:xfrm>
        </p:spPr>
        <p:txBody>
          <a:bodyPr/>
          <a:lstStyle/>
          <a:p>
            <a:r>
              <a:rPr lang="en-GB" sz="2800"/>
              <a:t>Overall sampling framework</a:t>
            </a:r>
          </a:p>
        </p:txBody>
      </p:sp>
    </p:spTree>
    <p:extLst>
      <p:ext uri="{BB962C8B-B14F-4D97-AF65-F5344CB8AC3E}">
        <p14:creationId xmlns:p14="http://schemas.microsoft.com/office/powerpoint/2010/main" val="3116758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A77ED1-5BEC-95BD-E876-FF96B3716765}"/>
              </a:ext>
            </a:extLst>
          </p:cNvPr>
          <p:cNvSpPr>
            <a:spLocks noGrp="1"/>
          </p:cNvSpPr>
          <p:nvPr>
            <p:ph type="title"/>
          </p:nvPr>
        </p:nvSpPr>
        <p:spPr>
          <a:xfrm>
            <a:off x="284238" y="2310872"/>
            <a:ext cx="11008379" cy="1273730"/>
          </a:xfrm>
        </p:spPr>
        <p:txBody>
          <a:bodyPr/>
          <a:lstStyle/>
          <a:p>
            <a:r>
              <a:rPr lang="en-GB"/>
              <a:t>RCT Design</a:t>
            </a:r>
          </a:p>
        </p:txBody>
      </p:sp>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sp>
        <p:nvSpPr>
          <p:cNvPr id="34" name="TextBox 33">
            <a:extLst>
              <a:ext uri="{FF2B5EF4-FFF2-40B4-BE49-F238E27FC236}">
                <a16:creationId xmlns:a16="http://schemas.microsoft.com/office/drawing/2014/main" id="{CC10B166-C624-C74D-55EB-337080D15D3D}"/>
              </a:ext>
            </a:extLst>
          </p:cNvPr>
          <p:cNvSpPr txBox="1"/>
          <p:nvPr/>
        </p:nvSpPr>
        <p:spPr>
          <a:xfrm>
            <a:off x="9279895" y="5189874"/>
            <a:ext cx="2895344" cy="369332"/>
          </a:xfrm>
          <a:prstGeom prst="rect">
            <a:avLst/>
          </a:prstGeom>
          <a:noFill/>
        </p:spPr>
        <p:txBody>
          <a:bodyPr wrap="none" rtlCol="0">
            <a:spAutoFit/>
          </a:bodyPr>
          <a:lstStyle/>
          <a:p>
            <a:r>
              <a:rPr lang="en-US" b="1">
                <a:solidFill>
                  <a:srgbClr val="0070BA"/>
                </a:solidFill>
                <a:latin typeface="Open Sans" pitchFamily="2" charset="0"/>
                <a:ea typeface="Open Sans" pitchFamily="2" charset="0"/>
                <a:cs typeface="Open Sans" pitchFamily="2" charset="0"/>
              </a:rPr>
              <a:t>1</a:t>
            </a:r>
            <a:r>
              <a:rPr lang="en-US" b="1" baseline="30000">
                <a:solidFill>
                  <a:srgbClr val="0070BA"/>
                </a:solidFill>
                <a:latin typeface="Open Sans" pitchFamily="2" charset="0"/>
                <a:ea typeface="Open Sans" pitchFamily="2" charset="0"/>
                <a:cs typeface="Open Sans" pitchFamily="2" charset="0"/>
              </a:rPr>
              <a:t>st</a:t>
            </a:r>
            <a:r>
              <a:rPr lang="en-US" b="1">
                <a:solidFill>
                  <a:srgbClr val="0070BA"/>
                </a:solidFill>
                <a:latin typeface="Open Sans" pitchFamily="2" charset="0"/>
                <a:ea typeface="Open Sans" pitchFamily="2" charset="0"/>
                <a:cs typeface="Open Sans" pitchFamily="2" charset="0"/>
              </a:rPr>
              <a:t> Random Assignment</a:t>
            </a:r>
          </a:p>
        </p:txBody>
      </p:sp>
      <p:sp>
        <p:nvSpPr>
          <p:cNvPr id="7" name="Speech Bubble: Rectangle with Corners Rounded 6">
            <a:extLst>
              <a:ext uri="{FF2B5EF4-FFF2-40B4-BE49-F238E27FC236}">
                <a16:creationId xmlns:a16="http://schemas.microsoft.com/office/drawing/2014/main" id="{93750393-C4E8-2A3B-967F-A064AE94C8AB}"/>
              </a:ext>
            </a:extLst>
          </p:cNvPr>
          <p:cNvSpPr/>
          <p:nvPr/>
        </p:nvSpPr>
        <p:spPr>
          <a:xfrm>
            <a:off x="2041570" y="4564527"/>
            <a:ext cx="3330774" cy="1659799"/>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2000" b="1">
                <a:solidFill>
                  <a:srgbClr val="002060"/>
                </a:solidFill>
                <a:latin typeface="Open Sans" pitchFamily="2" charset="0"/>
                <a:ea typeface="Open Sans" pitchFamily="2" charset="0"/>
                <a:cs typeface="Open Sans" pitchFamily="2" charset="0"/>
              </a:rPr>
              <a:t>F2F</a:t>
            </a:r>
          </a:p>
          <a:p>
            <a:pPr algn="ctr"/>
            <a:endParaRPr lang="en-US" sz="2000" b="1">
              <a:solidFill>
                <a:srgbClr val="002060"/>
              </a:solidFill>
              <a:latin typeface="Open Sans" pitchFamily="2" charset="0"/>
              <a:ea typeface="Open Sans" pitchFamily="2" charset="0"/>
              <a:cs typeface="Open Sans" pitchFamily="2" charset="0"/>
            </a:endParaRPr>
          </a:p>
          <a:p>
            <a:pPr algn="ctr"/>
            <a:r>
              <a:rPr lang="en-US" sz="2000" b="1">
                <a:solidFill>
                  <a:srgbClr val="002060"/>
                </a:solidFill>
                <a:latin typeface="Open Sans" pitchFamily="2" charset="0"/>
                <a:ea typeface="Open Sans" pitchFamily="2" charset="0"/>
                <a:cs typeface="Open Sans" pitchFamily="2" charset="0"/>
              </a:rPr>
              <a:t>Half of the sample</a:t>
            </a:r>
          </a:p>
          <a:p>
            <a:pPr algn="ctr"/>
            <a:r>
              <a:rPr lang="en-US" sz="2000" b="1">
                <a:solidFill>
                  <a:srgbClr val="002060"/>
                </a:solidFill>
                <a:latin typeface="Open Sans" pitchFamily="2" charset="0"/>
                <a:ea typeface="Open Sans" pitchFamily="2" charset="0"/>
                <a:cs typeface="Open Sans" pitchFamily="2" charset="0"/>
              </a:rPr>
              <a:t>(~600HHs)</a:t>
            </a:r>
            <a:endParaRPr lang="en-GB" sz="2000">
              <a:solidFill>
                <a:srgbClr val="002060"/>
              </a:solidFill>
              <a:latin typeface="Open Sans" pitchFamily="2" charset="0"/>
              <a:ea typeface="Open Sans" pitchFamily="2" charset="0"/>
              <a:cs typeface="Open Sans" pitchFamily="2" charset="0"/>
            </a:endParaRPr>
          </a:p>
        </p:txBody>
      </p:sp>
      <p:cxnSp>
        <p:nvCxnSpPr>
          <p:cNvPr id="58" name="Straight Arrow Connector 57">
            <a:extLst>
              <a:ext uri="{FF2B5EF4-FFF2-40B4-BE49-F238E27FC236}">
                <a16:creationId xmlns:a16="http://schemas.microsoft.com/office/drawing/2014/main" id="{B60F1896-1466-4105-B802-82071799A00B}"/>
              </a:ext>
            </a:extLst>
          </p:cNvPr>
          <p:cNvCxnSpPr>
            <a:cxnSpLocks/>
            <a:stCxn id="9" idx="2"/>
            <a:endCxn id="7" idx="0"/>
          </p:cNvCxnSpPr>
          <p:nvPr/>
        </p:nvCxnSpPr>
        <p:spPr>
          <a:xfrm flipH="1">
            <a:off x="3706957" y="3333606"/>
            <a:ext cx="1611653" cy="123092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5" name="Speech Bubble: Rectangle with Corners Rounded 6">
            <a:extLst>
              <a:ext uri="{FF2B5EF4-FFF2-40B4-BE49-F238E27FC236}">
                <a16:creationId xmlns:a16="http://schemas.microsoft.com/office/drawing/2014/main" id="{D4F18B0C-7E08-2DFA-2D85-1A2DF7C9DBE4}"/>
              </a:ext>
            </a:extLst>
          </p:cNvPr>
          <p:cNvSpPr/>
          <p:nvPr/>
        </p:nvSpPr>
        <p:spPr>
          <a:xfrm>
            <a:off x="5660732" y="4574818"/>
            <a:ext cx="3330774" cy="1639215"/>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GB" sz="2000" b="1">
                <a:solidFill>
                  <a:srgbClr val="002060"/>
                </a:solidFill>
                <a:latin typeface="Open Sans" pitchFamily="2" charset="0"/>
                <a:ea typeface="Open Sans" pitchFamily="2" charset="0"/>
                <a:cs typeface="Open Sans" pitchFamily="2" charset="0"/>
              </a:rPr>
              <a:t>Remote</a:t>
            </a:r>
          </a:p>
          <a:p>
            <a:pPr algn="ctr"/>
            <a:endParaRPr lang="en-GB" sz="2000" b="1">
              <a:solidFill>
                <a:srgbClr val="002060"/>
              </a:solidFill>
              <a:latin typeface="Open Sans" pitchFamily="2" charset="0"/>
              <a:ea typeface="Open Sans" pitchFamily="2" charset="0"/>
              <a:cs typeface="Open Sans" pitchFamily="2" charset="0"/>
            </a:endParaRPr>
          </a:p>
          <a:p>
            <a:pPr algn="ctr"/>
            <a:r>
              <a:rPr lang="en-GB" sz="2000" b="1">
                <a:solidFill>
                  <a:srgbClr val="002060"/>
                </a:solidFill>
                <a:latin typeface="Open Sans" pitchFamily="2" charset="0"/>
                <a:ea typeface="Open Sans" pitchFamily="2" charset="0"/>
                <a:cs typeface="Open Sans" pitchFamily="2" charset="0"/>
              </a:rPr>
              <a:t>Half of the sample</a:t>
            </a:r>
          </a:p>
          <a:p>
            <a:pPr algn="ctr"/>
            <a:r>
              <a:rPr lang="en-GB" sz="2000" b="1">
                <a:solidFill>
                  <a:srgbClr val="002060"/>
                </a:solidFill>
                <a:latin typeface="Open Sans" pitchFamily="2" charset="0"/>
                <a:ea typeface="Open Sans" pitchFamily="2" charset="0"/>
                <a:cs typeface="Open Sans" pitchFamily="2" charset="0"/>
              </a:rPr>
              <a:t>(~600HHs) </a:t>
            </a:r>
          </a:p>
        </p:txBody>
      </p:sp>
      <p:sp>
        <p:nvSpPr>
          <p:cNvPr id="9" name="Speech Bubble: Rectangle with Corners Rounded 8">
            <a:extLst>
              <a:ext uri="{FF2B5EF4-FFF2-40B4-BE49-F238E27FC236}">
                <a16:creationId xmlns:a16="http://schemas.microsoft.com/office/drawing/2014/main" id="{5C2CACA0-144C-1FA4-3B93-3821251A134B}"/>
              </a:ext>
            </a:extLst>
          </p:cNvPr>
          <p:cNvSpPr/>
          <p:nvPr/>
        </p:nvSpPr>
        <p:spPr>
          <a:xfrm>
            <a:off x="3626302" y="2102684"/>
            <a:ext cx="3384615" cy="1230922"/>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2000" b="1">
                <a:solidFill>
                  <a:srgbClr val="FFFFFE"/>
                </a:solidFill>
                <a:latin typeface="Open Sans" pitchFamily="2" charset="0"/>
                <a:ea typeface="Open Sans" pitchFamily="2" charset="0"/>
                <a:cs typeface="Open Sans" pitchFamily="2" charset="0"/>
              </a:rPr>
              <a:t>1200</a:t>
            </a:r>
            <a:r>
              <a:rPr lang="zh-TW" altLang="en-US" sz="2000" b="1">
                <a:solidFill>
                  <a:srgbClr val="FFFFFE"/>
                </a:solidFill>
                <a:latin typeface="Open Sans" pitchFamily="2" charset="0"/>
                <a:ea typeface="Open Sans" pitchFamily="2" charset="0"/>
                <a:cs typeface="Open Sans" pitchFamily="2" charset="0"/>
              </a:rPr>
              <a:t> </a:t>
            </a:r>
            <a:r>
              <a:rPr lang="en-GB" sz="2000" b="1">
                <a:solidFill>
                  <a:srgbClr val="FFFFFE"/>
                </a:solidFill>
                <a:latin typeface="Open Sans" pitchFamily="2" charset="0"/>
                <a:ea typeface="Open Sans" pitchFamily="2" charset="0"/>
                <a:cs typeface="Open Sans" pitchFamily="2" charset="0"/>
              </a:rPr>
              <a:t>Sampled Households </a:t>
            </a:r>
          </a:p>
          <a:p>
            <a:pPr algn="ctr"/>
            <a:r>
              <a:rPr lang="en-GB" b="1">
                <a:solidFill>
                  <a:srgbClr val="FFFFFE"/>
                </a:solidFill>
                <a:latin typeface="Open Sans" pitchFamily="2" charset="0"/>
                <a:ea typeface="Open Sans" pitchFamily="2" charset="0"/>
                <a:cs typeface="Open Sans" pitchFamily="2" charset="0"/>
              </a:rPr>
              <a:t>(+ ~20%</a:t>
            </a:r>
            <a:r>
              <a:rPr lang="zh-TW" altLang="en-US" b="1">
                <a:solidFill>
                  <a:srgbClr val="FFFFFE"/>
                </a:solidFill>
                <a:latin typeface="Open Sans" pitchFamily="2" charset="0"/>
                <a:ea typeface="Open Sans" pitchFamily="2" charset="0"/>
                <a:cs typeface="Open Sans" pitchFamily="2" charset="0"/>
              </a:rPr>
              <a:t> </a:t>
            </a:r>
            <a:r>
              <a:rPr lang="en-US" altLang="zh-TW" b="1">
                <a:solidFill>
                  <a:srgbClr val="FFFFFE"/>
                </a:solidFill>
                <a:latin typeface="Open Sans" pitchFamily="2" charset="0"/>
                <a:ea typeface="Open Sans" pitchFamily="2" charset="0"/>
                <a:cs typeface="Open Sans" pitchFamily="2" charset="0"/>
              </a:rPr>
              <a:t>for</a:t>
            </a:r>
            <a:r>
              <a:rPr lang="zh-CN" altLang="en-US" b="1">
                <a:solidFill>
                  <a:srgbClr val="FFFFFE"/>
                </a:solidFill>
                <a:latin typeface="Open Sans" pitchFamily="2" charset="0"/>
                <a:ea typeface="Open Sans" pitchFamily="2" charset="0"/>
                <a:cs typeface="Open Sans" pitchFamily="2" charset="0"/>
              </a:rPr>
              <a:t> </a:t>
            </a:r>
            <a:r>
              <a:rPr lang="en-US" altLang="zh-CN" b="1">
                <a:solidFill>
                  <a:srgbClr val="FFFFFE"/>
                </a:solidFill>
                <a:latin typeface="Open Sans" pitchFamily="2" charset="0"/>
                <a:ea typeface="Open Sans" pitchFamily="2" charset="0"/>
                <a:cs typeface="Open Sans" pitchFamily="2" charset="0"/>
              </a:rPr>
              <a:t>non-response</a:t>
            </a:r>
            <a:r>
              <a:rPr lang="en-GB" b="1">
                <a:solidFill>
                  <a:srgbClr val="FFFFFE"/>
                </a:solidFill>
                <a:latin typeface="Open Sans" pitchFamily="2" charset="0"/>
                <a:ea typeface="Open Sans" pitchFamily="2" charset="0"/>
                <a:cs typeface="Open Sans" pitchFamily="2" charset="0"/>
              </a:rPr>
              <a:t>)</a:t>
            </a:r>
          </a:p>
        </p:txBody>
      </p:sp>
      <p:cxnSp>
        <p:nvCxnSpPr>
          <p:cNvPr id="20" name="Straight Arrow Connector 19">
            <a:extLst>
              <a:ext uri="{FF2B5EF4-FFF2-40B4-BE49-F238E27FC236}">
                <a16:creationId xmlns:a16="http://schemas.microsoft.com/office/drawing/2014/main" id="{4BD0F997-4148-528C-D6B2-9C613B3C7706}"/>
              </a:ext>
            </a:extLst>
          </p:cNvPr>
          <p:cNvCxnSpPr>
            <a:cxnSpLocks/>
            <a:stCxn id="9" idx="2"/>
            <a:endCxn id="25" idx="0"/>
          </p:cNvCxnSpPr>
          <p:nvPr/>
        </p:nvCxnSpPr>
        <p:spPr>
          <a:xfrm>
            <a:off x="5318610" y="3333606"/>
            <a:ext cx="2007509" cy="1241212"/>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6" name="Speech Bubble: Rectangle with Corners Rounded 25">
            <a:extLst>
              <a:ext uri="{FF2B5EF4-FFF2-40B4-BE49-F238E27FC236}">
                <a16:creationId xmlns:a16="http://schemas.microsoft.com/office/drawing/2014/main" id="{6E95D51D-A3C2-CD0F-31BA-36DE4A850411}"/>
              </a:ext>
            </a:extLst>
          </p:cNvPr>
          <p:cNvSpPr/>
          <p:nvPr/>
        </p:nvSpPr>
        <p:spPr>
          <a:xfrm>
            <a:off x="3908846" y="633672"/>
            <a:ext cx="2888148" cy="797546"/>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FFFFFE"/>
                </a:solidFill>
                <a:latin typeface="Open Sans" pitchFamily="2" charset="0"/>
                <a:ea typeface="Open Sans" pitchFamily="2" charset="0"/>
                <a:cs typeface="Open Sans" pitchFamily="2" charset="0"/>
              </a:rPr>
              <a:t>Listing of HHs</a:t>
            </a:r>
          </a:p>
        </p:txBody>
      </p:sp>
      <p:cxnSp>
        <p:nvCxnSpPr>
          <p:cNvPr id="27" name="Straight Arrow Connector 26">
            <a:extLst>
              <a:ext uri="{FF2B5EF4-FFF2-40B4-BE49-F238E27FC236}">
                <a16:creationId xmlns:a16="http://schemas.microsoft.com/office/drawing/2014/main" id="{068FBBD6-EA21-932E-06E7-072E72A9DAB2}"/>
              </a:ext>
            </a:extLst>
          </p:cNvPr>
          <p:cNvCxnSpPr>
            <a:cxnSpLocks/>
          </p:cNvCxnSpPr>
          <p:nvPr/>
        </p:nvCxnSpPr>
        <p:spPr>
          <a:xfrm>
            <a:off x="5352920" y="1433667"/>
            <a:ext cx="0" cy="66412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3" name="TextBox 2">
            <a:extLst>
              <a:ext uri="{FF2B5EF4-FFF2-40B4-BE49-F238E27FC236}">
                <a16:creationId xmlns:a16="http://schemas.microsoft.com/office/drawing/2014/main" id="{2EA871E0-F985-1862-2E96-44A4628DBEA0}"/>
              </a:ext>
            </a:extLst>
          </p:cNvPr>
          <p:cNvSpPr txBox="1"/>
          <p:nvPr/>
        </p:nvSpPr>
        <p:spPr>
          <a:xfrm>
            <a:off x="7599269" y="670198"/>
            <a:ext cx="4143534" cy="646331"/>
          </a:xfrm>
          <a:prstGeom prst="rect">
            <a:avLst/>
          </a:prstGeom>
          <a:noFill/>
        </p:spPr>
        <p:txBody>
          <a:bodyPr wrap="square" rtlCol="0">
            <a:spAutoFit/>
          </a:bodyPr>
          <a:lstStyle/>
          <a:p>
            <a:r>
              <a:rPr lang="en-US" b="1">
                <a:solidFill>
                  <a:srgbClr val="0070BA"/>
                </a:solidFill>
                <a:latin typeface="Open Sans" pitchFamily="2" charset="0"/>
                <a:ea typeface="Open Sans" pitchFamily="2" charset="0"/>
                <a:cs typeface="Open Sans" pitchFamily="2" charset="0"/>
              </a:rPr>
              <a:t>Contact details &amp; baseline demographics collected</a:t>
            </a:r>
          </a:p>
        </p:txBody>
      </p:sp>
      <p:sp>
        <p:nvSpPr>
          <p:cNvPr id="44" name="Speech Bubble: Rectangle with Corners Rounded 43">
            <a:extLst>
              <a:ext uri="{FF2B5EF4-FFF2-40B4-BE49-F238E27FC236}">
                <a16:creationId xmlns:a16="http://schemas.microsoft.com/office/drawing/2014/main" id="{750DF84A-DC1E-B25F-0276-9641ECD06FAB}"/>
              </a:ext>
            </a:extLst>
          </p:cNvPr>
          <p:cNvSpPr/>
          <p:nvPr/>
        </p:nvSpPr>
        <p:spPr>
          <a:xfrm>
            <a:off x="3626302" y="2099011"/>
            <a:ext cx="3384615" cy="1230922"/>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2000" b="1">
                <a:solidFill>
                  <a:srgbClr val="FFFFFE"/>
                </a:solidFill>
                <a:latin typeface="Open Sans" pitchFamily="2" charset="0"/>
                <a:ea typeface="Open Sans" pitchFamily="2" charset="0"/>
                <a:cs typeface="Open Sans" pitchFamily="2" charset="0"/>
              </a:rPr>
              <a:t>1200</a:t>
            </a:r>
            <a:r>
              <a:rPr lang="zh-TW" altLang="en-US" sz="2000" b="1">
                <a:solidFill>
                  <a:srgbClr val="FFFFFE"/>
                </a:solidFill>
                <a:latin typeface="Open Sans" pitchFamily="2" charset="0"/>
                <a:ea typeface="Open Sans" pitchFamily="2" charset="0"/>
                <a:cs typeface="Open Sans" pitchFamily="2" charset="0"/>
              </a:rPr>
              <a:t> </a:t>
            </a:r>
            <a:r>
              <a:rPr lang="en-GB" sz="2000" b="1">
                <a:solidFill>
                  <a:srgbClr val="FFFFFE"/>
                </a:solidFill>
                <a:latin typeface="Open Sans" pitchFamily="2" charset="0"/>
                <a:ea typeface="Open Sans" pitchFamily="2" charset="0"/>
                <a:cs typeface="Open Sans" pitchFamily="2" charset="0"/>
              </a:rPr>
              <a:t>Sampled Households </a:t>
            </a:r>
          </a:p>
          <a:p>
            <a:pPr algn="ctr"/>
            <a:r>
              <a:rPr lang="en-GB" b="1">
                <a:solidFill>
                  <a:srgbClr val="FFFFFE"/>
                </a:solidFill>
                <a:latin typeface="Open Sans" pitchFamily="2" charset="0"/>
                <a:ea typeface="Open Sans" pitchFamily="2" charset="0"/>
                <a:cs typeface="Open Sans" pitchFamily="2" charset="0"/>
              </a:rPr>
              <a:t>(+ ~20%</a:t>
            </a:r>
            <a:r>
              <a:rPr lang="zh-TW" altLang="en-US" b="1">
                <a:solidFill>
                  <a:srgbClr val="FFFFFE"/>
                </a:solidFill>
                <a:latin typeface="Open Sans" pitchFamily="2" charset="0"/>
                <a:ea typeface="Open Sans" pitchFamily="2" charset="0"/>
                <a:cs typeface="Open Sans" pitchFamily="2" charset="0"/>
              </a:rPr>
              <a:t> </a:t>
            </a:r>
            <a:r>
              <a:rPr lang="en-US" altLang="zh-TW" b="1">
                <a:solidFill>
                  <a:srgbClr val="FFFFFE"/>
                </a:solidFill>
                <a:latin typeface="Open Sans" pitchFamily="2" charset="0"/>
                <a:ea typeface="Open Sans" pitchFamily="2" charset="0"/>
                <a:cs typeface="Open Sans" pitchFamily="2" charset="0"/>
              </a:rPr>
              <a:t>for</a:t>
            </a:r>
            <a:r>
              <a:rPr lang="zh-CN" altLang="en-US" b="1">
                <a:solidFill>
                  <a:srgbClr val="FFFFFE"/>
                </a:solidFill>
                <a:latin typeface="Open Sans" pitchFamily="2" charset="0"/>
                <a:ea typeface="Open Sans" pitchFamily="2" charset="0"/>
                <a:cs typeface="Open Sans" pitchFamily="2" charset="0"/>
              </a:rPr>
              <a:t> </a:t>
            </a:r>
            <a:r>
              <a:rPr lang="en-US" altLang="zh-CN" b="1">
                <a:solidFill>
                  <a:srgbClr val="FFFFFE"/>
                </a:solidFill>
                <a:latin typeface="Open Sans" pitchFamily="2" charset="0"/>
                <a:ea typeface="Open Sans" pitchFamily="2" charset="0"/>
                <a:cs typeface="Open Sans" pitchFamily="2" charset="0"/>
              </a:rPr>
              <a:t>non-response</a:t>
            </a:r>
            <a:r>
              <a:rPr lang="en-GB" b="1">
                <a:solidFill>
                  <a:srgbClr val="FFFFFE"/>
                </a:solidFill>
                <a:latin typeface="Open Sans" pitchFamily="2" charset="0"/>
                <a:ea typeface="Open Sans" pitchFamily="2" charset="0"/>
                <a:cs typeface="Open Sans" pitchFamily="2" charset="0"/>
              </a:rPr>
              <a:t>)</a:t>
            </a:r>
          </a:p>
        </p:txBody>
      </p:sp>
      <p:cxnSp>
        <p:nvCxnSpPr>
          <p:cNvPr id="45" name="Straight Arrow Connector 44">
            <a:extLst>
              <a:ext uri="{FF2B5EF4-FFF2-40B4-BE49-F238E27FC236}">
                <a16:creationId xmlns:a16="http://schemas.microsoft.com/office/drawing/2014/main" id="{2E4D725E-B518-11F5-4901-309E15B4D691}"/>
              </a:ext>
            </a:extLst>
          </p:cNvPr>
          <p:cNvCxnSpPr>
            <a:cxnSpLocks/>
          </p:cNvCxnSpPr>
          <p:nvPr/>
        </p:nvCxnSpPr>
        <p:spPr>
          <a:xfrm>
            <a:off x="5352920" y="1431218"/>
            <a:ext cx="0" cy="66412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68869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A77ED1-5BEC-95BD-E876-FF96B3716765}"/>
              </a:ext>
            </a:extLst>
          </p:cNvPr>
          <p:cNvSpPr>
            <a:spLocks noGrp="1"/>
          </p:cNvSpPr>
          <p:nvPr>
            <p:ph type="title"/>
          </p:nvPr>
        </p:nvSpPr>
        <p:spPr>
          <a:xfrm>
            <a:off x="284238" y="2310872"/>
            <a:ext cx="11008379" cy="1273730"/>
          </a:xfrm>
        </p:spPr>
        <p:txBody>
          <a:bodyPr/>
          <a:lstStyle/>
          <a:p>
            <a:r>
              <a:rPr lang="en-GB"/>
              <a:t>RCT Design</a:t>
            </a:r>
          </a:p>
        </p:txBody>
      </p:sp>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grpSp>
        <p:nvGrpSpPr>
          <p:cNvPr id="33" name="Group 32">
            <a:extLst>
              <a:ext uri="{FF2B5EF4-FFF2-40B4-BE49-F238E27FC236}">
                <a16:creationId xmlns:a16="http://schemas.microsoft.com/office/drawing/2014/main" id="{2C2DF42A-ABC6-49D7-6506-2A399396AF3F}"/>
              </a:ext>
            </a:extLst>
          </p:cNvPr>
          <p:cNvGrpSpPr/>
          <p:nvPr/>
        </p:nvGrpSpPr>
        <p:grpSpPr>
          <a:xfrm>
            <a:off x="2065927" y="623733"/>
            <a:ext cx="6920780" cy="5590655"/>
            <a:chOff x="1926779" y="1267344"/>
            <a:chExt cx="6920780" cy="5590655"/>
          </a:xfrm>
        </p:grpSpPr>
        <p:grpSp>
          <p:nvGrpSpPr>
            <p:cNvPr id="15" name="Group 14">
              <a:extLst>
                <a:ext uri="{FF2B5EF4-FFF2-40B4-BE49-F238E27FC236}">
                  <a16:creationId xmlns:a16="http://schemas.microsoft.com/office/drawing/2014/main" id="{0BEE7676-0C97-5601-EDF9-F44557AC3417}"/>
                </a:ext>
              </a:extLst>
            </p:cNvPr>
            <p:cNvGrpSpPr/>
            <p:nvPr/>
          </p:nvGrpSpPr>
          <p:grpSpPr>
            <a:xfrm>
              <a:off x="1926779" y="2736357"/>
              <a:ext cx="6920780" cy="4121642"/>
              <a:chOff x="1092200" y="1828774"/>
              <a:chExt cx="6920780" cy="4121642"/>
            </a:xfrm>
          </p:grpSpPr>
          <p:cxnSp>
            <p:nvCxnSpPr>
              <p:cNvPr id="58" name="Straight Arrow Connector 57">
                <a:extLst>
                  <a:ext uri="{FF2B5EF4-FFF2-40B4-BE49-F238E27FC236}">
                    <a16:creationId xmlns:a16="http://schemas.microsoft.com/office/drawing/2014/main" id="{B60F1896-1466-4105-B802-82071799A00B}"/>
                  </a:ext>
                </a:extLst>
              </p:cNvPr>
              <p:cNvCxnSpPr>
                <a:cxnSpLocks/>
                <a:stCxn id="9" idx="2"/>
                <a:endCxn id="7" idx="0"/>
              </p:cNvCxnSpPr>
              <p:nvPr/>
            </p:nvCxnSpPr>
            <p:spPr>
              <a:xfrm flipH="1">
                <a:off x="2757587" y="3059696"/>
                <a:ext cx="1611653" cy="1230921"/>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nvGrpSpPr>
              <p:cNvPr id="14" name="Group 13">
                <a:extLst>
                  <a:ext uri="{FF2B5EF4-FFF2-40B4-BE49-F238E27FC236}">
                    <a16:creationId xmlns:a16="http://schemas.microsoft.com/office/drawing/2014/main" id="{059EBAA2-DCB2-1066-C49D-16416B1BE106}"/>
                  </a:ext>
                </a:extLst>
              </p:cNvPr>
              <p:cNvGrpSpPr/>
              <p:nvPr/>
            </p:nvGrpSpPr>
            <p:grpSpPr>
              <a:xfrm>
                <a:off x="4682206" y="4311201"/>
                <a:ext cx="3330774" cy="1639215"/>
                <a:chOff x="4919254" y="4191297"/>
                <a:chExt cx="3330774" cy="1639215"/>
              </a:xfrm>
            </p:grpSpPr>
            <p:sp>
              <p:nvSpPr>
                <p:cNvPr id="25" name="Speech Bubble: Rectangle with Corners Rounded 6">
                  <a:extLst>
                    <a:ext uri="{FF2B5EF4-FFF2-40B4-BE49-F238E27FC236}">
                      <a16:creationId xmlns:a16="http://schemas.microsoft.com/office/drawing/2014/main" id="{D4F18B0C-7E08-2DFA-2D85-1A2DF7C9DBE4}"/>
                    </a:ext>
                  </a:extLst>
                </p:cNvPr>
                <p:cNvSpPr/>
                <p:nvPr/>
              </p:nvSpPr>
              <p:spPr>
                <a:xfrm>
                  <a:off x="4919254" y="4191297"/>
                  <a:ext cx="3330774" cy="1639215"/>
                </a:xfrm>
                <a:prstGeom prst="wedgeRoundRectCallout">
                  <a:avLst>
                    <a:gd name="adj1" fmla="val -20611"/>
                    <a:gd name="adj2" fmla="val 49015"/>
                    <a:gd name="adj3" fmla="val 16667"/>
                  </a:avLst>
                </a:prstGeom>
                <a:solidFill>
                  <a:srgbClr val="92D05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GB" sz="2000" b="1">
                      <a:solidFill>
                        <a:srgbClr val="002060"/>
                      </a:solidFill>
                      <a:latin typeface="Open Sans" pitchFamily="2" charset="0"/>
                      <a:ea typeface="Open Sans" pitchFamily="2" charset="0"/>
                      <a:cs typeface="Open Sans" pitchFamily="2" charset="0"/>
                    </a:rPr>
                    <a:t>Remote</a:t>
                  </a:r>
                </a:p>
              </p:txBody>
            </p:sp>
            <p:sp>
              <p:nvSpPr>
                <p:cNvPr id="17" name="Rectangle 16">
                  <a:extLst>
                    <a:ext uri="{FF2B5EF4-FFF2-40B4-BE49-F238E27FC236}">
                      <a16:creationId xmlns:a16="http://schemas.microsoft.com/office/drawing/2014/main" id="{EBE5976E-B8EE-C91A-61C7-41EE920339DA}"/>
                    </a:ext>
                  </a:extLst>
                </p:cNvPr>
                <p:cNvSpPr/>
                <p:nvPr/>
              </p:nvSpPr>
              <p:spPr>
                <a:xfrm>
                  <a:off x="5107886" y="4606104"/>
                  <a:ext cx="2953510" cy="472154"/>
                </a:xfrm>
                <a:prstGeom prst="rect">
                  <a:avLst/>
                </a:prstGeom>
                <a:solidFill>
                  <a:srgbClr val="007CC5"/>
                </a:solidFill>
                <a:ln w="28575">
                  <a:solidFill>
                    <a:srgbClr val="57C5F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300 HH Long-modules</a:t>
                  </a:r>
                </a:p>
              </p:txBody>
            </p:sp>
            <p:sp>
              <p:nvSpPr>
                <p:cNvPr id="18" name="Rectangle 17">
                  <a:extLst>
                    <a:ext uri="{FF2B5EF4-FFF2-40B4-BE49-F238E27FC236}">
                      <a16:creationId xmlns:a16="http://schemas.microsoft.com/office/drawing/2014/main" id="{D18ED16F-1385-C386-3999-5DBC532DC256}"/>
                    </a:ext>
                  </a:extLst>
                </p:cNvPr>
                <p:cNvSpPr/>
                <p:nvPr/>
              </p:nvSpPr>
              <p:spPr>
                <a:xfrm>
                  <a:off x="5107886" y="5155893"/>
                  <a:ext cx="2953511" cy="496362"/>
                </a:xfrm>
                <a:prstGeom prst="rect">
                  <a:avLst/>
                </a:prstGeom>
                <a:solidFill>
                  <a:srgbClr val="007CC5"/>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300 HH Short Modules</a:t>
                  </a:r>
                </a:p>
              </p:txBody>
            </p:sp>
          </p:grpSp>
          <p:grpSp>
            <p:nvGrpSpPr>
              <p:cNvPr id="12" name="Group 11">
                <a:extLst>
                  <a:ext uri="{FF2B5EF4-FFF2-40B4-BE49-F238E27FC236}">
                    <a16:creationId xmlns:a16="http://schemas.microsoft.com/office/drawing/2014/main" id="{85E2DAA7-5DBC-B96B-EF30-53E608FAC5A7}"/>
                  </a:ext>
                </a:extLst>
              </p:cNvPr>
              <p:cNvGrpSpPr/>
              <p:nvPr/>
            </p:nvGrpSpPr>
            <p:grpSpPr>
              <a:xfrm>
                <a:off x="1092200" y="4290617"/>
                <a:ext cx="3330774" cy="1659799"/>
                <a:chOff x="752210" y="4179035"/>
                <a:chExt cx="3330774" cy="1659799"/>
              </a:xfrm>
            </p:grpSpPr>
            <p:sp>
              <p:nvSpPr>
                <p:cNvPr id="7" name="Speech Bubble: Rectangle with Corners Rounded 6">
                  <a:extLst>
                    <a:ext uri="{FF2B5EF4-FFF2-40B4-BE49-F238E27FC236}">
                      <a16:creationId xmlns:a16="http://schemas.microsoft.com/office/drawing/2014/main" id="{93750393-C4E8-2A3B-967F-A064AE94C8AB}"/>
                    </a:ext>
                  </a:extLst>
                </p:cNvPr>
                <p:cNvSpPr/>
                <p:nvPr/>
              </p:nvSpPr>
              <p:spPr>
                <a:xfrm>
                  <a:off x="752210" y="4179035"/>
                  <a:ext cx="3330774" cy="1659799"/>
                </a:xfrm>
                <a:prstGeom prst="wedgeRoundRectCallout">
                  <a:avLst>
                    <a:gd name="adj1" fmla="val -20611"/>
                    <a:gd name="adj2" fmla="val 49015"/>
                    <a:gd name="adj3" fmla="val 16667"/>
                  </a:avLst>
                </a:prstGeom>
                <a:solidFill>
                  <a:srgbClr val="FFC000"/>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r>
                    <a:rPr lang="en-US" sz="2000" b="1">
                      <a:solidFill>
                        <a:srgbClr val="002060"/>
                      </a:solidFill>
                      <a:latin typeface="Open Sans" pitchFamily="2" charset="0"/>
                      <a:ea typeface="Open Sans" pitchFamily="2" charset="0"/>
                      <a:cs typeface="Open Sans" pitchFamily="2" charset="0"/>
                    </a:rPr>
                    <a:t>F2F</a:t>
                  </a:r>
                  <a:endParaRPr lang="en-GB" sz="2000">
                    <a:solidFill>
                      <a:srgbClr val="002060"/>
                    </a:solidFill>
                    <a:latin typeface="Open Sans" pitchFamily="2" charset="0"/>
                    <a:ea typeface="Open Sans" pitchFamily="2" charset="0"/>
                    <a:cs typeface="Open Sans" pitchFamily="2" charset="0"/>
                  </a:endParaRPr>
                </a:p>
              </p:txBody>
            </p:sp>
            <p:sp>
              <p:nvSpPr>
                <p:cNvPr id="5" name="Rectangle 4">
                  <a:extLst>
                    <a:ext uri="{FF2B5EF4-FFF2-40B4-BE49-F238E27FC236}">
                      <a16:creationId xmlns:a16="http://schemas.microsoft.com/office/drawing/2014/main" id="{974D01CA-E7C1-205C-7EDF-BEF60690F3B2}"/>
                    </a:ext>
                  </a:extLst>
                </p:cNvPr>
                <p:cNvSpPr/>
                <p:nvPr/>
              </p:nvSpPr>
              <p:spPr>
                <a:xfrm>
                  <a:off x="940842" y="4611591"/>
                  <a:ext cx="2953510" cy="472154"/>
                </a:xfrm>
                <a:prstGeom prst="rect">
                  <a:avLst/>
                </a:prstGeom>
                <a:solidFill>
                  <a:srgbClr val="007CC5"/>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19050" dir="2700000" algn="tl" rotWithShape="0">
                          <a:schemeClr val="dk1">
                            <a:alpha val="40000"/>
                          </a:schemeClr>
                        </a:outerShdw>
                      </a:effectLst>
                      <a:latin typeface="Open Sans" pitchFamily="2" charset="0"/>
                      <a:ea typeface="Open Sans" pitchFamily="2" charset="0"/>
                      <a:cs typeface="Open Sans" pitchFamily="2" charset="0"/>
                    </a:rPr>
                    <a:t>300 HH Long-modules</a:t>
                  </a:r>
                </a:p>
              </p:txBody>
            </p:sp>
            <p:sp>
              <p:nvSpPr>
                <p:cNvPr id="6" name="Rectangle 5">
                  <a:extLst>
                    <a:ext uri="{FF2B5EF4-FFF2-40B4-BE49-F238E27FC236}">
                      <a16:creationId xmlns:a16="http://schemas.microsoft.com/office/drawing/2014/main" id="{5C28ED0F-3DF9-473D-5DD5-50D48ED082FA}"/>
                    </a:ext>
                  </a:extLst>
                </p:cNvPr>
                <p:cNvSpPr/>
                <p:nvPr/>
              </p:nvSpPr>
              <p:spPr>
                <a:xfrm>
                  <a:off x="940841" y="5164215"/>
                  <a:ext cx="2953511" cy="496362"/>
                </a:xfrm>
                <a:prstGeom prst="rect">
                  <a:avLst/>
                </a:prstGeom>
                <a:solidFill>
                  <a:srgbClr val="007CC5"/>
                </a:solidFill>
                <a:ln w="28575">
                  <a:solidFill>
                    <a:srgbClr val="007C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ln w="0"/>
                      <a:solidFill>
                        <a:srgbClr val="FFFFFE"/>
                      </a:solidFill>
                      <a:effectLst>
                        <a:outerShdw blurRad="38100" dist="25400" dir="5400000" algn="ctr" rotWithShape="0">
                          <a:srgbClr val="6E747A">
                            <a:alpha val="43000"/>
                          </a:srgbClr>
                        </a:outerShdw>
                      </a:effectLst>
                      <a:latin typeface="Open Sans" pitchFamily="2" charset="0"/>
                      <a:ea typeface="Open Sans" pitchFamily="2" charset="0"/>
                      <a:cs typeface="Open Sans" pitchFamily="2" charset="0"/>
                    </a:rPr>
                    <a:t>300 HH Short Modules</a:t>
                  </a:r>
                </a:p>
              </p:txBody>
            </p:sp>
          </p:grpSp>
          <p:sp>
            <p:nvSpPr>
              <p:cNvPr id="9" name="Speech Bubble: Rectangle with Corners Rounded 8">
                <a:extLst>
                  <a:ext uri="{FF2B5EF4-FFF2-40B4-BE49-F238E27FC236}">
                    <a16:creationId xmlns:a16="http://schemas.microsoft.com/office/drawing/2014/main" id="{5C2CACA0-144C-1FA4-3B93-3821251A134B}"/>
                  </a:ext>
                </a:extLst>
              </p:cNvPr>
              <p:cNvSpPr/>
              <p:nvPr/>
            </p:nvSpPr>
            <p:spPr>
              <a:xfrm>
                <a:off x="2676932" y="1828774"/>
                <a:ext cx="3384615" cy="1230922"/>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altLang="zh-TW" sz="2000" b="1">
                    <a:solidFill>
                      <a:srgbClr val="FFFFFE"/>
                    </a:solidFill>
                    <a:latin typeface="Open Sans" pitchFamily="2" charset="0"/>
                    <a:ea typeface="Open Sans" pitchFamily="2" charset="0"/>
                    <a:cs typeface="Open Sans" pitchFamily="2" charset="0"/>
                  </a:rPr>
                  <a:t>1200</a:t>
                </a:r>
                <a:r>
                  <a:rPr lang="zh-TW" altLang="en-US" sz="2000" b="1">
                    <a:solidFill>
                      <a:srgbClr val="FFFFFE"/>
                    </a:solidFill>
                    <a:latin typeface="Open Sans" pitchFamily="2" charset="0"/>
                    <a:ea typeface="Open Sans" pitchFamily="2" charset="0"/>
                    <a:cs typeface="Open Sans" pitchFamily="2" charset="0"/>
                  </a:rPr>
                  <a:t> </a:t>
                </a:r>
                <a:r>
                  <a:rPr lang="en-GB" sz="2000" b="1">
                    <a:solidFill>
                      <a:srgbClr val="FFFFFE"/>
                    </a:solidFill>
                    <a:latin typeface="Open Sans" pitchFamily="2" charset="0"/>
                    <a:ea typeface="Open Sans" pitchFamily="2" charset="0"/>
                    <a:cs typeface="Open Sans" pitchFamily="2" charset="0"/>
                  </a:rPr>
                  <a:t>Sampled Households </a:t>
                </a:r>
              </a:p>
              <a:p>
                <a:pPr algn="ctr"/>
                <a:r>
                  <a:rPr lang="en-GB" b="1">
                    <a:solidFill>
                      <a:srgbClr val="FFFFFE"/>
                    </a:solidFill>
                    <a:latin typeface="Open Sans" pitchFamily="2" charset="0"/>
                    <a:ea typeface="Open Sans" pitchFamily="2" charset="0"/>
                    <a:cs typeface="Open Sans" pitchFamily="2" charset="0"/>
                  </a:rPr>
                  <a:t>(+ ~20%</a:t>
                </a:r>
                <a:r>
                  <a:rPr lang="zh-TW" altLang="en-US" b="1">
                    <a:solidFill>
                      <a:srgbClr val="FFFFFE"/>
                    </a:solidFill>
                    <a:latin typeface="Open Sans" pitchFamily="2" charset="0"/>
                    <a:ea typeface="Open Sans" pitchFamily="2" charset="0"/>
                    <a:cs typeface="Open Sans" pitchFamily="2" charset="0"/>
                  </a:rPr>
                  <a:t> </a:t>
                </a:r>
                <a:r>
                  <a:rPr lang="en-US" altLang="zh-TW" b="1">
                    <a:solidFill>
                      <a:srgbClr val="FFFFFE"/>
                    </a:solidFill>
                    <a:latin typeface="Open Sans" pitchFamily="2" charset="0"/>
                    <a:ea typeface="Open Sans" pitchFamily="2" charset="0"/>
                    <a:cs typeface="Open Sans" pitchFamily="2" charset="0"/>
                  </a:rPr>
                  <a:t>for</a:t>
                </a:r>
                <a:r>
                  <a:rPr lang="zh-CN" altLang="en-US" b="1">
                    <a:solidFill>
                      <a:srgbClr val="FFFFFE"/>
                    </a:solidFill>
                    <a:latin typeface="Open Sans" pitchFamily="2" charset="0"/>
                    <a:ea typeface="Open Sans" pitchFamily="2" charset="0"/>
                    <a:cs typeface="Open Sans" pitchFamily="2" charset="0"/>
                  </a:rPr>
                  <a:t> </a:t>
                </a:r>
                <a:r>
                  <a:rPr lang="en-US" altLang="zh-CN" b="1">
                    <a:solidFill>
                      <a:srgbClr val="FFFFFE"/>
                    </a:solidFill>
                    <a:latin typeface="Open Sans" pitchFamily="2" charset="0"/>
                    <a:ea typeface="Open Sans" pitchFamily="2" charset="0"/>
                    <a:cs typeface="Open Sans" pitchFamily="2" charset="0"/>
                  </a:rPr>
                  <a:t>non-response</a:t>
                </a:r>
                <a:r>
                  <a:rPr lang="en-GB" b="1">
                    <a:solidFill>
                      <a:srgbClr val="FFFFFE"/>
                    </a:solidFill>
                    <a:latin typeface="Open Sans" pitchFamily="2" charset="0"/>
                    <a:ea typeface="Open Sans" pitchFamily="2" charset="0"/>
                    <a:cs typeface="Open Sans" pitchFamily="2" charset="0"/>
                  </a:rPr>
                  <a:t>)</a:t>
                </a:r>
              </a:p>
            </p:txBody>
          </p:sp>
          <p:cxnSp>
            <p:nvCxnSpPr>
              <p:cNvPr id="20" name="Straight Arrow Connector 19">
                <a:extLst>
                  <a:ext uri="{FF2B5EF4-FFF2-40B4-BE49-F238E27FC236}">
                    <a16:creationId xmlns:a16="http://schemas.microsoft.com/office/drawing/2014/main" id="{4BD0F997-4148-528C-D6B2-9C613B3C7706}"/>
                  </a:ext>
                </a:extLst>
              </p:cNvPr>
              <p:cNvCxnSpPr>
                <a:cxnSpLocks/>
                <a:stCxn id="9" idx="2"/>
                <a:endCxn id="25" idx="0"/>
              </p:cNvCxnSpPr>
              <p:nvPr/>
            </p:nvCxnSpPr>
            <p:spPr>
              <a:xfrm>
                <a:off x="4369240" y="3059696"/>
                <a:ext cx="1978353" cy="125150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sp>
          <p:nvSpPr>
            <p:cNvPr id="26" name="Speech Bubble: Rectangle with Corners Rounded 25">
              <a:extLst>
                <a:ext uri="{FF2B5EF4-FFF2-40B4-BE49-F238E27FC236}">
                  <a16:creationId xmlns:a16="http://schemas.microsoft.com/office/drawing/2014/main" id="{6E95D51D-A3C2-CD0F-31BA-36DE4A850411}"/>
                </a:ext>
              </a:extLst>
            </p:cNvPr>
            <p:cNvSpPr/>
            <p:nvPr/>
          </p:nvSpPr>
          <p:spPr>
            <a:xfrm>
              <a:off x="3794055" y="1267344"/>
              <a:ext cx="2888148" cy="797546"/>
            </a:xfrm>
            <a:prstGeom prst="wedgeRoundRectCallout">
              <a:avLst>
                <a:gd name="adj1" fmla="val -20611"/>
                <a:gd name="adj2" fmla="val 49015"/>
                <a:gd name="adj3" fmla="val 16667"/>
              </a:avLst>
            </a:prstGeom>
            <a:solidFill>
              <a:srgbClr val="007CC5"/>
            </a:solidFill>
            <a:ln>
              <a:solidFill>
                <a:srgbClr val="007CC5"/>
              </a:solid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GB" b="1">
                  <a:solidFill>
                    <a:srgbClr val="FFFFFE"/>
                  </a:solidFill>
                  <a:latin typeface="Open Sans" pitchFamily="2" charset="0"/>
                  <a:ea typeface="Open Sans" pitchFamily="2" charset="0"/>
                  <a:cs typeface="Open Sans" pitchFamily="2" charset="0"/>
                </a:rPr>
                <a:t>Listing of HHs</a:t>
              </a:r>
            </a:p>
          </p:txBody>
        </p:sp>
        <p:cxnSp>
          <p:nvCxnSpPr>
            <p:cNvPr id="27" name="Straight Arrow Connector 26">
              <a:extLst>
                <a:ext uri="{FF2B5EF4-FFF2-40B4-BE49-F238E27FC236}">
                  <a16:creationId xmlns:a16="http://schemas.microsoft.com/office/drawing/2014/main" id="{068FBBD6-EA21-932E-06E7-072E72A9DAB2}"/>
                </a:ext>
              </a:extLst>
            </p:cNvPr>
            <p:cNvCxnSpPr>
              <a:cxnSpLocks/>
            </p:cNvCxnSpPr>
            <p:nvPr/>
          </p:nvCxnSpPr>
          <p:spPr>
            <a:xfrm>
              <a:off x="5238129" y="2067339"/>
              <a:ext cx="0" cy="66412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grpSp>
      <p:sp>
        <p:nvSpPr>
          <p:cNvPr id="3" name="TextBox 2">
            <a:extLst>
              <a:ext uri="{FF2B5EF4-FFF2-40B4-BE49-F238E27FC236}">
                <a16:creationId xmlns:a16="http://schemas.microsoft.com/office/drawing/2014/main" id="{2EA871E0-F985-1862-2E96-44A4628DBEA0}"/>
              </a:ext>
            </a:extLst>
          </p:cNvPr>
          <p:cNvSpPr txBox="1"/>
          <p:nvPr/>
        </p:nvSpPr>
        <p:spPr>
          <a:xfrm>
            <a:off x="7455431" y="709279"/>
            <a:ext cx="4143534" cy="646331"/>
          </a:xfrm>
          <a:prstGeom prst="rect">
            <a:avLst/>
          </a:prstGeom>
          <a:noFill/>
        </p:spPr>
        <p:txBody>
          <a:bodyPr wrap="square" rtlCol="0">
            <a:spAutoFit/>
          </a:bodyPr>
          <a:lstStyle/>
          <a:p>
            <a:r>
              <a:rPr lang="en-US" b="1">
                <a:solidFill>
                  <a:srgbClr val="0070BA"/>
                </a:solidFill>
                <a:latin typeface="Open Sans" pitchFamily="2" charset="0"/>
                <a:ea typeface="Open Sans" pitchFamily="2" charset="0"/>
                <a:cs typeface="Open Sans" pitchFamily="2" charset="0"/>
              </a:rPr>
              <a:t>Contact details &amp; baseline demographics collected</a:t>
            </a:r>
          </a:p>
        </p:txBody>
      </p:sp>
      <p:sp>
        <p:nvSpPr>
          <p:cNvPr id="8" name="TextBox 7">
            <a:extLst>
              <a:ext uri="{FF2B5EF4-FFF2-40B4-BE49-F238E27FC236}">
                <a16:creationId xmlns:a16="http://schemas.microsoft.com/office/drawing/2014/main" id="{500C7F1C-2DBD-4AF2-50A6-C98C919AB7FC}"/>
              </a:ext>
            </a:extLst>
          </p:cNvPr>
          <p:cNvSpPr txBox="1"/>
          <p:nvPr/>
        </p:nvSpPr>
        <p:spPr>
          <a:xfrm>
            <a:off x="9279895" y="5189874"/>
            <a:ext cx="2949846" cy="369332"/>
          </a:xfrm>
          <a:prstGeom prst="rect">
            <a:avLst/>
          </a:prstGeom>
          <a:noFill/>
        </p:spPr>
        <p:txBody>
          <a:bodyPr wrap="none" rtlCol="0">
            <a:spAutoFit/>
          </a:bodyPr>
          <a:lstStyle/>
          <a:p>
            <a:r>
              <a:rPr lang="en-US" b="1">
                <a:solidFill>
                  <a:srgbClr val="0070BA"/>
                </a:solidFill>
                <a:latin typeface="Open Sans" pitchFamily="2" charset="0"/>
                <a:ea typeface="Open Sans" pitchFamily="2" charset="0"/>
                <a:cs typeface="Open Sans" pitchFamily="2" charset="0"/>
              </a:rPr>
              <a:t>2</a:t>
            </a:r>
            <a:r>
              <a:rPr lang="en-US" b="1" baseline="30000">
                <a:solidFill>
                  <a:srgbClr val="0070BA"/>
                </a:solidFill>
                <a:latin typeface="Open Sans" pitchFamily="2" charset="0"/>
                <a:ea typeface="Open Sans" pitchFamily="2" charset="0"/>
                <a:cs typeface="Open Sans" pitchFamily="2" charset="0"/>
              </a:rPr>
              <a:t>nd</a:t>
            </a:r>
            <a:r>
              <a:rPr lang="en-US" b="1">
                <a:solidFill>
                  <a:srgbClr val="0070BA"/>
                </a:solidFill>
                <a:latin typeface="Open Sans" pitchFamily="2" charset="0"/>
                <a:ea typeface="Open Sans" pitchFamily="2" charset="0"/>
                <a:cs typeface="Open Sans" pitchFamily="2" charset="0"/>
              </a:rPr>
              <a:t> Random Assignment</a:t>
            </a:r>
          </a:p>
        </p:txBody>
      </p:sp>
    </p:spTree>
    <p:extLst>
      <p:ext uri="{BB962C8B-B14F-4D97-AF65-F5344CB8AC3E}">
        <p14:creationId xmlns:p14="http://schemas.microsoft.com/office/powerpoint/2010/main" val="3597677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5A77ED1-5BEC-95BD-E876-FF96B3716765}"/>
              </a:ext>
            </a:extLst>
          </p:cNvPr>
          <p:cNvSpPr>
            <a:spLocks noGrp="1"/>
          </p:cNvSpPr>
          <p:nvPr>
            <p:ph type="title"/>
          </p:nvPr>
        </p:nvSpPr>
        <p:spPr>
          <a:xfrm>
            <a:off x="289099" y="852467"/>
            <a:ext cx="11008379" cy="1273730"/>
          </a:xfrm>
        </p:spPr>
        <p:txBody>
          <a:bodyPr/>
          <a:lstStyle/>
          <a:p>
            <a:r>
              <a:rPr lang="en-GB"/>
              <a:t>Study Design Caveats</a:t>
            </a:r>
          </a:p>
        </p:txBody>
      </p:sp>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sp>
        <p:nvSpPr>
          <p:cNvPr id="8" name="TextBox 7">
            <a:extLst>
              <a:ext uri="{FF2B5EF4-FFF2-40B4-BE49-F238E27FC236}">
                <a16:creationId xmlns:a16="http://schemas.microsoft.com/office/drawing/2014/main" id="{F6408080-6780-95D1-DE2E-434D7DF66BC7}"/>
              </a:ext>
            </a:extLst>
          </p:cNvPr>
          <p:cNvSpPr txBox="1"/>
          <p:nvPr/>
        </p:nvSpPr>
        <p:spPr>
          <a:xfrm>
            <a:off x="651986" y="2769593"/>
            <a:ext cx="6832179" cy="1544975"/>
          </a:xfrm>
          <a:prstGeom prst="rect">
            <a:avLst/>
          </a:prstGeom>
          <a:noFill/>
          <a:ln w="28575">
            <a:solidFill>
              <a:srgbClr val="0070BA"/>
            </a:solidFill>
          </a:ln>
        </p:spPr>
        <p:txBody>
          <a:bodyPr wrap="square">
            <a:spAutoFit/>
          </a:bodyPr>
          <a:lstStyle/>
          <a:p>
            <a:pPr marL="285750" indent="-285750" algn="just">
              <a:lnSpc>
                <a:spcPct val="115000"/>
              </a:lnSpc>
              <a:spcAft>
                <a:spcPts val="800"/>
              </a:spcAft>
              <a:buFont typeface="Arial" panose="020B0604020202020204" pitchFamily="34" charset="0"/>
              <a:buChar char="•"/>
            </a:pPr>
            <a:r>
              <a:rPr lang="en-GB" sz="2400">
                <a:solidFill>
                  <a:schemeClr val="tx1">
                    <a:lumMod val="50000"/>
                  </a:schemeClr>
                </a:solidFill>
                <a:latin typeface="Open Sans"/>
                <a:ea typeface="Open Sans"/>
                <a:cs typeface="Times New Roman"/>
              </a:rPr>
              <a:t>Mobile phone penetration</a:t>
            </a:r>
          </a:p>
          <a:p>
            <a:pPr marL="984250" lvl="3" indent="-268288" algn="just">
              <a:lnSpc>
                <a:spcPct val="115000"/>
              </a:lnSpc>
              <a:spcAft>
                <a:spcPts val="800"/>
              </a:spcAft>
              <a:buFont typeface="Arial" panose="020B0604020202020204" pitchFamily="34" charset="0"/>
              <a:buChar char="•"/>
            </a:pPr>
            <a:r>
              <a:rPr lang="en-GB" sz="2400">
                <a:solidFill>
                  <a:schemeClr val="tx1">
                    <a:lumMod val="50000"/>
                  </a:schemeClr>
                </a:solidFill>
                <a:latin typeface="Open Sans"/>
                <a:ea typeface="Open Sans"/>
                <a:cs typeface="Times New Roman"/>
              </a:rPr>
              <a:t>Mobile phone network</a:t>
            </a:r>
          </a:p>
          <a:p>
            <a:pPr marL="1609725" lvl="6" indent="368300" algn="just">
              <a:lnSpc>
                <a:spcPct val="115000"/>
              </a:lnSpc>
              <a:spcAft>
                <a:spcPts val="800"/>
              </a:spcAft>
              <a:buFont typeface="Arial" panose="020B0604020202020204" pitchFamily="34" charset="0"/>
              <a:buChar char="•"/>
            </a:pPr>
            <a:r>
              <a:rPr lang="en-GB" sz="2400">
                <a:solidFill>
                  <a:schemeClr val="tx1">
                    <a:lumMod val="50000"/>
                  </a:schemeClr>
                </a:solidFill>
                <a:latin typeface="Open Sans"/>
                <a:ea typeface="Open Sans"/>
                <a:cs typeface="Times New Roman"/>
              </a:rPr>
              <a:t>Response rate of mobile surveys</a:t>
            </a:r>
          </a:p>
        </p:txBody>
      </p:sp>
      <p:sp>
        <p:nvSpPr>
          <p:cNvPr id="10" name="Right Brace 9">
            <a:extLst>
              <a:ext uri="{FF2B5EF4-FFF2-40B4-BE49-F238E27FC236}">
                <a16:creationId xmlns:a16="http://schemas.microsoft.com/office/drawing/2014/main" id="{3518D382-AA17-0FB3-A266-C2A593AE5492}"/>
              </a:ext>
            </a:extLst>
          </p:cNvPr>
          <p:cNvSpPr/>
          <p:nvPr/>
        </p:nvSpPr>
        <p:spPr>
          <a:xfrm>
            <a:off x="7568648" y="2540995"/>
            <a:ext cx="566530" cy="1941553"/>
          </a:xfrm>
          <a:prstGeom prst="rightBrace">
            <a:avLst/>
          </a:prstGeom>
          <a:ln w="38100"/>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p:sp>
        <p:nvSpPr>
          <p:cNvPr id="11" name="TextBox 10">
            <a:extLst>
              <a:ext uri="{FF2B5EF4-FFF2-40B4-BE49-F238E27FC236}">
                <a16:creationId xmlns:a16="http://schemas.microsoft.com/office/drawing/2014/main" id="{7500551A-C85F-30FE-D328-A51322C72D50}"/>
              </a:ext>
            </a:extLst>
          </p:cNvPr>
          <p:cNvSpPr txBox="1"/>
          <p:nvPr/>
        </p:nvSpPr>
        <p:spPr>
          <a:xfrm>
            <a:off x="8850461" y="2543515"/>
            <a:ext cx="2442156" cy="1764522"/>
          </a:xfrm>
          <a:prstGeom prst="rect">
            <a:avLst/>
          </a:prstGeom>
          <a:noFill/>
          <a:ln w="28575">
            <a:solidFill>
              <a:srgbClr val="C00000"/>
            </a:solidFill>
          </a:ln>
        </p:spPr>
        <p:txBody>
          <a:bodyPr wrap="square" rtlCol="0">
            <a:spAutoFit/>
          </a:bodyPr>
          <a:lstStyle/>
          <a:p>
            <a:pPr marL="0" lvl="3">
              <a:lnSpc>
                <a:spcPct val="115000"/>
              </a:lnSpc>
              <a:spcAft>
                <a:spcPts val="800"/>
              </a:spcAft>
            </a:pPr>
            <a:r>
              <a:rPr lang="en-GB" sz="2400">
                <a:solidFill>
                  <a:schemeClr val="tx1">
                    <a:lumMod val="50000"/>
                  </a:schemeClr>
                </a:solidFill>
                <a:latin typeface="Open Sans"/>
                <a:ea typeface="Open Sans"/>
                <a:cs typeface="Times New Roman"/>
              </a:rPr>
              <a:t>These factors can result in skewed/bias data</a:t>
            </a:r>
          </a:p>
        </p:txBody>
      </p:sp>
      <p:sp>
        <p:nvSpPr>
          <p:cNvPr id="16" name="TextBox 15">
            <a:extLst>
              <a:ext uri="{FF2B5EF4-FFF2-40B4-BE49-F238E27FC236}">
                <a16:creationId xmlns:a16="http://schemas.microsoft.com/office/drawing/2014/main" id="{DE215E3B-A317-2B96-8370-007D27E127CC}"/>
              </a:ext>
            </a:extLst>
          </p:cNvPr>
          <p:cNvSpPr txBox="1"/>
          <p:nvPr/>
        </p:nvSpPr>
        <p:spPr>
          <a:xfrm>
            <a:off x="3253066" y="5429274"/>
            <a:ext cx="7471255" cy="915059"/>
          </a:xfrm>
          <a:prstGeom prst="rect">
            <a:avLst/>
          </a:prstGeom>
          <a:noFill/>
          <a:ln w="28575">
            <a:solidFill>
              <a:srgbClr val="0070BA"/>
            </a:solidFill>
          </a:ln>
        </p:spPr>
        <p:txBody>
          <a:bodyPr wrap="square">
            <a:spAutoFit/>
          </a:bodyPr>
          <a:lstStyle/>
          <a:p>
            <a:pPr marL="0" lvl="3" algn="ctr">
              <a:lnSpc>
                <a:spcPct val="115000"/>
              </a:lnSpc>
              <a:spcAft>
                <a:spcPts val="800"/>
              </a:spcAft>
            </a:pPr>
            <a:r>
              <a:rPr lang="en-GB" sz="2400">
                <a:solidFill>
                  <a:schemeClr val="tx1">
                    <a:lumMod val="50000"/>
                  </a:schemeClr>
                </a:solidFill>
                <a:latin typeface="Open Sans"/>
                <a:ea typeface="Open Sans"/>
                <a:cs typeface="Times New Roman"/>
              </a:rPr>
              <a:t>Corrected statistically through weighting - Geographical representativeness</a:t>
            </a:r>
          </a:p>
        </p:txBody>
      </p:sp>
    </p:spTree>
    <p:extLst>
      <p:ext uri="{BB962C8B-B14F-4D97-AF65-F5344CB8AC3E}">
        <p14:creationId xmlns:p14="http://schemas.microsoft.com/office/powerpoint/2010/main" val="47596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B19E24-AEAB-3184-C58A-71D37A201BC0}"/>
              </a:ext>
            </a:extLst>
          </p:cNvPr>
          <p:cNvPicPr>
            <a:picLocks noChangeAspect="1"/>
          </p:cNvPicPr>
          <p:nvPr/>
        </p:nvPicPr>
        <p:blipFill>
          <a:blip r:embed="rId3"/>
          <a:stretch>
            <a:fillRect/>
          </a:stretch>
        </p:blipFill>
        <p:spPr>
          <a:xfrm>
            <a:off x="-23225" y="-363287"/>
            <a:ext cx="1202647" cy="320706"/>
          </a:xfrm>
          <a:prstGeom prst="rect">
            <a:avLst/>
          </a:prstGeom>
        </p:spPr>
      </p:pic>
      <p:sp>
        <p:nvSpPr>
          <p:cNvPr id="16" name="TextBox 15">
            <a:extLst>
              <a:ext uri="{FF2B5EF4-FFF2-40B4-BE49-F238E27FC236}">
                <a16:creationId xmlns:a16="http://schemas.microsoft.com/office/drawing/2014/main" id="{DE215E3B-A317-2B96-8370-007D27E127CC}"/>
              </a:ext>
            </a:extLst>
          </p:cNvPr>
          <p:cNvSpPr txBox="1"/>
          <p:nvPr/>
        </p:nvSpPr>
        <p:spPr>
          <a:xfrm>
            <a:off x="390596" y="2306217"/>
            <a:ext cx="11517166" cy="3554435"/>
          </a:xfrm>
          <a:prstGeom prst="rect">
            <a:avLst/>
          </a:prstGeom>
          <a:noFill/>
          <a:ln w="28575">
            <a:solidFill>
              <a:srgbClr val="0070BA"/>
            </a:solidFill>
          </a:ln>
        </p:spPr>
        <p:txBody>
          <a:bodyPr wrap="square">
            <a:spAutoFit/>
          </a:bodyPr>
          <a:lstStyle/>
          <a:p>
            <a:pPr marL="0" lvl="3">
              <a:lnSpc>
                <a:spcPct val="115000"/>
              </a:lnSpc>
              <a:spcAft>
                <a:spcPts val="800"/>
              </a:spcAft>
            </a:pPr>
            <a:r>
              <a:rPr lang="en-GB" sz="2800">
                <a:solidFill>
                  <a:schemeClr val="tx1">
                    <a:lumMod val="50000"/>
                  </a:schemeClr>
                </a:solidFill>
                <a:latin typeface="Open Sans"/>
                <a:ea typeface="Open Sans"/>
                <a:cs typeface="Times New Roman"/>
              </a:rPr>
              <a:t>Current study is different:</a:t>
            </a:r>
          </a:p>
          <a:p>
            <a:pPr marL="0" lvl="3">
              <a:lnSpc>
                <a:spcPct val="115000"/>
              </a:lnSpc>
              <a:spcAft>
                <a:spcPts val="800"/>
              </a:spcAft>
            </a:pPr>
            <a:r>
              <a:rPr lang="en-GB" sz="2800">
                <a:solidFill>
                  <a:schemeClr val="tx1">
                    <a:lumMod val="50000"/>
                  </a:schemeClr>
                </a:solidFill>
                <a:latin typeface="Open Sans"/>
                <a:ea typeface="Open Sans"/>
                <a:cs typeface="Times New Roman"/>
              </a:rPr>
              <a:t>	Nationally representative sample</a:t>
            </a:r>
          </a:p>
          <a:p>
            <a:pPr marL="0" lvl="3">
              <a:lnSpc>
                <a:spcPct val="115000"/>
              </a:lnSpc>
              <a:spcAft>
                <a:spcPts val="800"/>
              </a:spcAft>
            </a:pPr>
            <a:r>
              <a:rPr lang="en-GB" sz="2800">
                <a:solidFill>
                  <a:schemeClr val="tx1">
                    <a:lumMod val="50000"/>
                  </a:schemeClr>
                </a:solidFill>
                <a:latin typeface="Open Sans"/>
                <a:ea typeface="Open Sans"/>
                <a:cs typeface="Times New Roman"/>
              </a:rPr>
              <a:t>		</a:t>
            </a:r>
            <a:r>
              <a:rPr lang="en-US" sz="2800" b="0" i="0" kern="1200">
                <a:solidFill>
                  <a:srgbClr val="002060"/>
                </a:solidFill>
                <a:effectLst/>
                <a:latin typeface="Open Sans" pitchFamily="2" charset="0"/>
                <a:ea typeface="Open Sans" pitchFamily="2" charset="0"/>
                <a:cs typeface="Open Sans" pitchFamily="2" charset="0"/>
              </a:rPr>
              <a:t> ✓ 	</a:t>
            </a:r>
            <a:r>
              <a:rPr lang="en-GB" sz="2800">
                <a:solidFill>
                  <a:schemeClr val="tx1">
                    <a:lumMod val="50000"/>
                  </a:schemeClr>
                </a:solidFill>
                <a:latin typeface="Open Sans"/>
                <a:ea typeface="Open Sans"/>
                <a:cs typeface="Times New Roman"/>
              </a:rPr>
              <a:t>Comparison is on unweighted data not at 					geographical areas FI</a:t>
            </a:r>
          </a:p>
          <a:p>
            <a:pPr marL="0" lvl="3">
              <a:lnSpc>
                <a:spcPct val="115000"/>
              </a:lnSpc>
              <a:spcAft>
                <a:spcPts val="800"/>
              </a:spcAft>
            </a:pPr>
            <a:r>
              <a:rPr lang="en-US" sz="2800" b="0" i="0" kern="1200">
                <a:solidFill>
                  <a:srgbClr val="002060"/>
                </a:solidFill>
                <a:effectLst/>
                <a:latin typeface="Open Sans" pitchFamily="2" charset="0"/>
                <a:ea typeface="Open Sans" pitchFamily="2" charset="0"/>
                <a:cs typeface="Open Sans" pitchFamily="2" charset="0"/>
              </a:rPr>
              <a:t>    </a:t>
            </a:r>
            <a:r>
              <a:rPr lang="en-US" sz="4000" b="0" i="0" kern="1200">
                <a:solidFill>
                  <a:srgbClr val="002060"/>
                </a:solidFill>
                <a:effectLst/>
                <a:latin typeface="Open Sans" pitchFamily="2" charset="0"/>
                <a:ea typeface="Open Sans" pitchFamily="2" charset="0"/>
                <a:cs typeface="Open Sans" pitchFamily="2" charset="0"/>
              </a:rPr>
              <a:t>✓</a:t>
            </a:r>
            <a:r>
              <a:rPr lang="en-US" sz="2800" b="0" i="0" kern="1200">
                <a:solidFill>
                  <a:srgbClr val="002060"/>
                </a:solidFill>
                <a:effectLst/>
                <a:latin typeface="Open Sans" pitchFamily="2" charset="0"/>
                <a:ea typeface="Open Sans" pitchFamily="2" charset="0"/>
                <a:cs typeface="Open Sans" pitchFamily="2" charset="0"/>
              </a:rPr>
              <a:t>	</a:t>
            </a:r>
            <a:r>
              <a:rPr lang="en-GB" sz="2800">
                <a:solidFill>
                  <a:schemeClr val="tx1">
                    <a:lumMod val="50000"/>
                  </a:schemeClr>
                </a:solidFill>
                <a:latin typeface="Open Sans"/>
                <a:ea typeface="Open Sans"/>
                <a:cs typeface="Times New Roman"/>
              </a:rPr>
              <a:t>Test remote collection of F2F indicators using same population 	(comparable statistically)</a:t>
            </a:r>
          </a:p>
        </p:txBody>
      </p:sp>
      <p:sp>
        <p:nvSpPr>
          <p:cNvPr id="3" name="Multiplication Sign 2">
            <a:extLst>
              <a:ext uri="{FF2B5EF4-FFF2-40B4-BE49-F238E27FC236}">
                <a16:creationId xmlns:a16="http://schemas.microsoft.com/office/drawing/2014/main" id="{221E7C27-0E56-9287-E78F-E752CA7EC760}"/>
              </a:ext>
            </a:extLst>
          </p:cNvPr>
          <p:cNvSpPr/>
          <p:nvPr/>
        </p:nvSpPr>
        <p:spPr>
          <a:xfrm>
            <a:off x="745435" y="2985485"/>
            <a:ext cx="506895" cy="450686"/>
          </a:xfrm>
          <a:prstGeom prst="mathMultiply">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8E5A1956-1449-CDAD-873F-62EA19A6928E}"/>
              </a:ext>
            </a:extLst>
          </p:cNvPr>
          <p:cNvSpPr>
            <a:spLocks noGrp="1"/>
          </p:cNvSpPr>
          <p:nvPr>
            <p:ph type="title"/>
          </p:nvPr>
        </p:nvSpPr>
        <p:spPr>
          <a:xfrm>
            <a:off x="289099" y="852467"/>
            <a:ext cx="11008379" cy="1273730"/>
          </a:xfrm>
        </p:spPr>
        <p:txBody>
          <a:bodyPr/>
          <a:lstStyle/>
          <a:p>
            <a:r>
              <a:rPr lang="en-GB"/>
              <a:t>Study Design Caveats</a:t>
            </a:r>
          </a:p>
        </p:txBody>
      </p:sp>
    </p:spTree>
    <p:extLst>
      <p:ext uri="{BB962C8B-B14F-4D97-AF65-F5344CB8AC3E}">
        <p14:creationId xmlns:p14="http://schemas.microsoft.com/office/powerpoint/2010/main" val="3453604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barn(inVertical)">
                                      <p:cBhvr>
                                        <p:cTn id="7" dur="500"/>
                                        <p:tgtEl>
                                          <p:spTgt spid="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6">
                                            <p:txEl>
                                              <p:pRg st="2" end="2"/>
                                            </p:txEl>
                                          </p:spTgt>
                                        </p:tgtEl>
                                        <p:attrNameLst>
                                          <p:attrName>style.visibility</p:attrName>
                                        </p:attrNameLst>
                                      </p:cBhvr>
                                      <p:to>
                                        <p:strVal val="visible"/>
                                      </p:to>
                                    </p:set>
                                    <p:animEffect transition="in" filter="barn(inVertical)">
                                      <p:cBhvr>
                                        <p:cTn id="12" dur="500"/>
                                        <p:tgtEl>
                                          <p:spTgt spid="1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6">
                                            <p:txEl>
                                              <p:pRg st="3" end="3"/>
                                            </p:txEl>
                                          </p:spTgt>
                                        </p:tgtEl>
                                        <p:attrNameLst>
                                          <p:attrName>style.visibility</p:attrName>
                                        </p:attrNameLst>
                                      </p:cBhvr>
                                      <p:to>
                                        <p:strVal val="visible"/>
                                      </p:to>
                                    </p:set>
                                    <p:animEffect transition="in" filter="barn(inVertical)">
                                      <p:cBhvr>
                                        <p:cTn id="17"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9FF3-0E37-AD51-18F7-3D20C12981BD}"/>
              </a:ext>
            </a:extLst>
          </p:cNvPr>
          <p:cNvSpPr>
            <a:spLocks noGrp="1"/>
          </p:cNvSpPr>
          <p:nvPr>
            <p:ph type="title"/>
          </p:nvPr>
        </p:nvSpPr>
        <p:spPr>
          <a:xfrm>
            <a:off x="1092199" y="530226"/>
            <a:ext cx="10542127" cy="909692"/>
          </a:xfrm>
        </p:spPr>
        <p:txBody>
          <a:bodyPr anchor="ctr">
            <a:normAutofit/>
          </a:bodyPr>
          <a:lstStyle/>
          <a:p>
            <a:r>
              <a:rPr lang="en-GB"/>
              <a:t>Sample Completion</a:t>
            </a:r>
          </a:p>
        </p:txBody>
      </p:sp>
      <p:pic>
        <p:nvPicPr>
          <p:cNvPr id="4" name="Picture 3">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23225" y="-363287"/>
            <a:ext cx="1202647" cy="320706"/>
          </a:xfrm>
          <a:prstGeom prst="rect">
            <a:avLst/>
          </a:prstGeom>
        </p:spPr>
      </p:pic>
      <p:graphicFrame>
        <p:nvGraphicFramePr>
          <p:cNvPr id="11" name="Content Placeholder 10">
            <a:extLst>
              <a:ext uri="{FF2B5EF4-FFF2-40B4-BE49-F238E27FC236}">
                <a16:creationId xmlns:a16="http://schemas.microsoft.com/office/drawing/2014/main" id="{AB895958-F1DD-9FAC-D58D-B6234CC9C4DB}"/>
              </a:ext>
            </a:extLst>
          </p:cNvPr>
          <p:cNvGraphicFramePr>
            <a:graphicFrameLocks noGrp="1"/>
          </p:cNvGraphicFramePr>
          <p:nvPr>
            <p:ph idx="1"/>
            <p:extLst>
              <p:ext uri="{D42A27DB-BD31-4B8C-83A1-F6EECF244321}">
                <p14:modId xmlns:p14="http://schemas.microsoft.com/office/powerpoint/2010/main" val="1162185263"/>
              </p:ext>
            </p:extLst>
          </p:nvPr>
        </p:nvGraphicFramePr>
        <p:xfrm>
          <a:off x="1092199" y="1618267"/>
          <a:ext cx="10542126" cy="4074879"/>
        </p:xfrm>
        <a:graphic>
          <a:graphicData uri="http://schemas.openxmlformats.org/drawingml/2006/table">
            <a:tbl>
              <a:tblPr firstRow="1" firstCol="1" bandRow="1">
                <a:tableStyleId>{616DA210-FB5B-4158-B5E0-FEB733F419BA}</a:tableStyleId>
              </a:tblPr>
              <a:tblGrid>
                <a:gridCol w="3568102">
                  <a:extLst>
                    <a:ext uri="{9D8B030D-6E8A-4147-A177-3AD203B41FA5}">
                      <a16:colId xmlns:a16="http://schemas.microsoft.com/office/drawing/2014/main" val="438933011"/>
                    </a:ext>
                  </a:extLst>
                </a:gridCol>
                <a:gridCol w="1743506">
                  <a:extLst>
                    <a:ext uri="{9D8B030D-6E8A-4147-A177-3AD203B41FA5}">
                      <a16:colId xmlns:a16="http://schemas.microsoft.com/office/drawing/2014/main" val="1685720268"/>
                    </a:ext>
                  </a:extLst>
                </a:gridCol>
                <a:gridCol w="1743506">
                  <a:extLst>
                    <a:ext uri="{9D8B030D-6E8A-4147-A177-3AD203B41FA5}">
                      <a16:colId xmlns:a16="http://schemas.microsoft.com/office/drawing/2014/main" val="2438233364"/>
                    </a:ext>
                  </a:extLst>
                </a:gridCol>
                <a:gridCol w="1743506">
                  <a:extLst>
                    <a:ext uri="{9D8B030D-6E8A-4147-A177-3AD203B41FA5}">
                      <a16:colId xmlns:a16="http://schemas.microsoft.com/office/drawing/2014/main" val="424258167"/>
                    </a:ext>
                  </a:extLst>
                </a:gridCol>
                <a:gridCol w="1743506">
                  <a:extLst>
                    <a:ext uri="{9D8B030D-6E8A-4147-A177-3AD203B41FA5}">
                      <a16:colId xmlns:a16="http://schemas.microsoft.com/office/drawing/2014/main" val="2345839991"/>
                    </a:ext>
                  </a:extLst>
                </a:gridCol>
              </a:tblGrid>
              <a:tr h="499095">
                <a:tc>
                  <a:txBody>
                    <a:bodyPr/>
                    <a:lstStyle/>
                    <a:p>
                      <a:pPr marL="0" marR="0" algn="ctr">
                        <a:lnSpc>
                          <a:spcPct val="115000"/>
                        </a:lnSpc>
                        <a:spcBef>
                          <a:spcPts val="0"/>
                        </a:spcBef>
                        <a:spcAft>
                          <a:spcPts val="0"/>
                        </a:spcAft>
                      </a:pPr>
                      <a:r>
                        <a:rPr lang="en-US" sz="1200">
                          <a:effectLst/>
                          <a:latin typeface="Open Sans" pitchFamily="2" charset="0"/>
                          <a:ea typeface="Open Sans" pitchFamily="2" charset="0"/>
                          <a:cs typeface="Open Sans" pitchFamily="2" charset="0"/>
                        </a:rPr>
                        <a:t> </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25400" cmpd="sng">
                      <a:noFill/>
                    </a:lnB>
                    <a:lnTlToBr w="12700" cmpd="sng">
                      <a:noFill/>
                      <a:prstDash val="solid"/>
                    </a:lnTlToBr>
                    <a:lnBlToTr w="12700" cmpd="sng">
                      <a:noFill/>
                      <a:prstDash val="solid"/>
                    </a:lnBlToTr>
                  </a:tcPr>
                </a:tc>
                <a:tc gridSpan="4">
                  <a:txBody>
                    <a:bodyPr/>
                    <a:lstStyle/>
                    <a:p>
                      <a:pPr marL="0" marR="0" algn="ctr">
                        <a:lnSpc>
                          <a:spcPct val="115000"/>
                        </a:lnSpc>
                        <a:spcBef>
                          <a:spcPts val="0"/>
                        </a:spcBef>
                        <a:spcAft>
                          <a:spcPts val="0"/>
                        </a:spcAft>
                      </a:pPr>
                      <a:r>
                        <a:rPr lang="en-US" sz="2000" b="1" kern="1200">
                          <a:solidFill>
                            <a:schemeClr val="tx1">
                              <a:lumMod val="50000"/>
                            </a:schemeClr>
                          </a:solidFill>
                          <a:effectLst/>
                          <a:latin typeface="Open Sans" pitchFamily="2" charset="0"/>
                          <a:ea typeface="Open Sans" pitchFamily="2" charset="0"/>
                          <a:cs typeface="Open Sans" pitchFamily="2" charset="0"/>
                        </a:rPr>
                        <a:t>Country</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5601818"/>
                  </a:ext>
                </a:extLst>
              </a:tr>
              <a:tr h="499095">
                <a:tc>
                  <a:txBody>
                    <a:bodyPr/>
                    <a:lstStyle/>
                    <a:p>
                      <a:pPr marL="0" marR="0" algn="ctr">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a:t>
                      </a:r>
                    </a:p>
                  </a:txBody>
                  <a:tcPr marL="68580" marR="68580" marT="0" marB="0" anchor="ctr">
                    <a:lnL w="12700" cmpd="sng">
                      <a:noFill/>
                    </a:lnL>
                    <a:lnR w="12700" cmpd="sng">
                      <a:noFill/>
                    </a:lnR>
                    <a:lnT w="254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Myanmar</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Ecuador</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CAR</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Total</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1672722"/>
                  </a:ext>
                </a:extLst>
              </a:tr>
              <a:tr h="499095">
                <a:tc>
                  <a:txBody>
                    <a:bodyPr/>
                    <a:lstStyle/>
                    <a:p>
                      <a:pPr marL="0" marR="0" algn="l">
                        <a:lnSpc>
                          <a:spcPct val="115000"/>
                        </a:lnSpc>
                        <a:spcBef>
                          <a:spcPts val="0"/>
                        </a:spcBef>
                        <a:spcAft>
                          <a:spcPts val="0"/>
                        </a:spcAft>
                      </a:pPr>
                      <a:r>
                        <a:rPr lang="en-US" sz="1600" b="1">
                          <a:solidFill>
                            <a:srgbClr val="002060"/>
                          </a:solidFill>
                          <a:effectLst/>
                          <a:latin typeface="Open Sans" pitchFamily="2" charset="0"/>
                          <a:ea typeface="Open Sans" pitchFamily="2" charset="0"/>
                          <a:cs typeface="Open Sans" pitchFamily="2" charset="0"/>
                        </a:rPr>
                        <a:t>N</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1,665 (27.2%)</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2,372 (38.8%)</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2,080 (34.0%)</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6,117 (100.0%)</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28526945"/>
                  </a:ext>
                </a:extLst>
              </a:tr>
              <a:tr h="429599">
                <a:tc gridSpan="5">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Survey Progress</a:t>
                      </a:r>
                      <a:r>
                        <a:rPr lang="en-US" sz="1400">
                          <a:solidFill>
                            <a:srgbClr val="002060"/>
                          </a:solidFill>
                          <a:effectLst/>
                          <a:latin typeface="Open Sans" pitchFamily="2" charset="0"/>
                          <a:ea typeface="Open Sans" pitchFamily="2" charset="0"/>
                          <a:cs typeface="Open Sans" pitchFamily="2" charset="0"/>
                        </a:rPr>
                        <a:t> </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extLst>
                  <a:ext uri="{0D108BD9-81ED-4DB2-BD59-A6C34878D82A}">
                    <a16:rowId xmlns:a16="http://schemas.microsoft.com/office/drawing/2014/main" val="3775654628"/>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Not Completed</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572 (34.4%)</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956 (40.3%)</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835 (40.1%)</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a:solidFill>
                            <a:srgbClr val="002060"/>
                          </a:solidFill>
                          <a:effectLst/>
                          <a:latin typeface="Open Sans" pitchFamily="2" charset="0"/>
                          <a:ea typeface="Open Sans" pitchFamily="2" charset="0"/>
                          <a:cs typeface="Open Sans" pitchFamily="2" charset="0"/>
                        </a:rPr>
                        <a:t>2,363 (38.6%)</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1135992"/>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Completed</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1,093 (65.6%)</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1,416 (59.7%)</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1,245 (59.9%)</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3,754 (61.4%)</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7399857"/>
                  </a:ext>
                </a:extLst>
              </a:tr>
              <a:tr h="429599">
                <a:tc gridSpan="5">
                  <a:txBody>
                    <a:bodyPr/>
                    <a:lstStyle/>
                    <a:p>
                      <a:pPr marL="0" marR="0" algn="l">
                        <a:lnSpc>
                          <a:spcPct val="115000"/>
                        </a:lnSpc>
                        <a:spcBef>
                          <a:spcPts val="0"/>
                        </a:spcBef>
                        <a:spcAft>
                          <a:spcPts val="0"/>
                        </a:spcAft>
                      </a:pPr>
                      <a:r>
                        <a:rPr lang="en-US" sz="1600" b="1" kern="1200">
                          <a:solidFill>
                            <a:srgbClr val="002060"/>
                          </a:solidFill>
                          <a:effectLst/>
                          <a:latin typeface="Open Sans" pitchFamily="2" charset="0"/>
                          <a:ea typeface="Open Sans" pitchFamily="2" charset="0"/>
                          <a:cs typeface="Open Sans" pitchFamily="2" charset="0"/>
                        </a:rPr>
                        <a:t>Survey Modality</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extLst>
                  <a:ext uri="{0D108BD9-81ED-4DB2-BD59-A6C34878D82A}">
                    <a16:rowId xmlns:a16="http://schemas.microsoft.com/office/drawing/2014/main" val="600601668"/>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Face-to-Face</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610 (55.8%)</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760 (53.7%)</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969 (77.8%)</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2,339 (62.3%)</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9452903"/>
                  </a:ext>
                </a:extLst>
              </a:tr>
              <a:tr h="429599">
                <a:tc>
                  <a:txBody>
                    <a:bodyPr/>
                    <a:lstStyle/>
                    <a:p>
                      <a:pPr marL="0" marR="0" algn="l">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  Remote</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483 (44.2%)</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656 (46.3%)</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276 (22.2%)</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a:solidFill>
                            <a:srgbClr val="002060"/>
                          </a:solidFill>
                          <a:effectLst/>
                          <a:latin typeface="Open Sans" pitchFamily="2" charset="0"/>
                          <a:ea typeface="Open Sans" pitchFamily="2" charset="0"/>
                          <a:cs typeface="Open Sans" pitchFamily="2" charset="0"/>
                        </a:rPr>
                        <a:t>1,415 (37.7%)</a:t>
                      </a:r>
                    </a:p>
                  </a:txBody>
                  <a:tcPr marL="68580" marR="68580"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713245"/>
                  </a:ext>
                </a:extLst>
              </a:tr>
            </a:tbl>
          </a:graphicData>
        </a:graphic>
      </p:graphicFrame>
      <p:sp>
        <p:nvSpPr>
          <p:cNvPr id="12" name="TextBox 11">
            <a:extLst>
              <a:ext uri="{FF2B5EF4-FFF2-40B4-BE49-F238E27FC236}">
                <a16:creationId xmlns:a16="http://schemas.microsoft.com/office/drawing/2014/main" id="{78F8510D-4F5B-1C05-9E49-E3797DA58C4A}"/>
              </a:ext>
            </a:extLst>
          </p:cNvPr>
          <p:cNvSpPr txBox="1"/>
          <p:nvPr/>
        </p:nvSpPr>
        <p:spPr>
          <a:xfrm>
            <a:off x="1092198" y="5725814"/>
            <a:ext cx="10548939" cy="324512"/>
          </a:xfrm>
          <a:prstGeom prst="rect">
            <a:avLst/>
          </a:prstGeom>
          <a:noFill/>
        </p:spPr>
        <p:txBody>
          <a:bodyPr wrap="square">
            <a:spAutoFit/>
          </a:bodyPr>
          <a:lstStyle/>
          <a:p>
            <a:pPr algn="just">
              <a:lnSpc>
                <a:spcPct val="115000"/>
              </a:lnSpc>
            </a:pPr>
            <a:r>
              <a:rPr lang="en-GB" sz="1400" b="1">
                <a:solidFill>
                  <a:schemeClr val="tx1">
                    <a:lumMod val="50000"/>
                  </a:schemeClr>
                </a:solidFill>
                <a:effectLst/>
                <a:latin typeface="Open Sans" pitchFamily="2" charset="0"/>
                <a:ea typeface="Open Sans" pitchFamily="2" charset="0"/>
                <a:cs typeface="Open Sans" pitchFamily="2" charset="0"/>
              </a:rPr>
              <a:t>Source:</a:t>
            </a:r>
            <a:r>
              <a:rPr lang="en-GB" sz="1400">
                <a:solidFill>
                  <a:schemeClr val="tx1">
                    <a:lumMod val="50000"/>
                  </a:schemeClr>
                </a:solidFill>
                <a:effectLst/>
                <a:latin typeface="Open Sans" pitchFamily="2" charset="0"/>
                <a:ea typeface="Open Sans" pitchFamily="2" charset="0"/>
                <a:cs typeface="Open Sans" pitchFamily="2" charset="0"/>
              </a:rPr>
              <a:t> rCARI survey 2023; </a:t>
            </a:r>
            <a:r>
              <a:rPr lang="en-US" sz="1400">
                <a:effectLst/>
                <a:latin typeface="Open Sans" pitchFamily="2" charset="0"/>
                <a:ea typeface="Open Sans" pitchFamily="2" charset="0"/>
                <a:cs typeface="Open Sans" pitchFamily="2" charset="0"/>
              </a:rPr>
              <a:t>For CAR, the current analysis is limited to phone owners only. </a:t>
            </a:r>
            <a:endParaRPr lang="en-US" sz="1400">
              <a:latin typeface="Open Sans" pitchFamily="2" charset="0"/>
              <a:ea typeface="Open Sans" pitchFamily="2" charset="0"/>
              <a:cs typeface="Open Sans" pitchFamily="2" charset="0"/>
            </a:endParaRPr>
          </a:p>
        </p:txBody>
      </p:sp>
      <p:sp>
        <p:nvSpPr>
          <p:cNvPr id="3" name="Rectangle: Rounded Corners 2">
            <a:extLst>
              <a:ext uri="{FF2B5EF4-FFF2-40B4-BE49-F238E27FC236}">
                <a16:creationId xmlns:a16="http://schemas.microsoft.com/office/drawing/2014/main" id="{2173EE80-3268-1024-AC8B-35C535701CBA}"/>
              </a:ext>
            </a:extLst>
          </p:cNvPr>
          <p:cNvSpPr/>
          <p:nvPr/>
        </p:nvSpPr>
        <p:spPr>
          <a:xfrm>
            <a:off x="1179422" y="3945835"/>
            <a:ext cx="10454903" cy="467139"/>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3785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9B9FE49-2A1D-2C9E-99CD-1AAD4C95E1BB}"/>
              </a:ext>
            </a:extLst>
          </p:cNvPr>
          <p:cNvSpPr>
            <a:spLocks noGrp="1"/>
          </p:cNvSpPr>
          <p:nvPr>
            <p:ph type="title"/>
          </p:nvPr>
        </p:nvSpPr>
        <p:spPr>
          <a:xfrm>
            <a:off x="846311" y="664870"/>
            <a:ext cx="10542124" cy="1152000"/>
          </a:xfrm>
        </p:spPr>
        <p:txBody>
          <a:bodyPr anchor="ctr">
            <a:normAutofit/>
          </a:bodyPr>
          <a:lstStyle/>
          <a:p>
            <a:r>
              <a:rPr lang="en-US"/>
              <a:t>Myanmar Sample Balance</a:t>
            </a:r>
          </a:p>
        </p:txBody>
      </p:sp>
      <p:pic>
        <p:nvPicPr>
          <p:cNvPr id="9" name="Picture 8" descr="A table with numbers and a number of people&#10;&#10;Description automatically generated with medium confidence">
            <a:extLst>
              <a:ext uri="{FF2B5EF4-FFF2-40B4-BE49-F238E27FC236}">
                <a16:creationId xmlns:a16="http://schemas.microsoft.com/office/drawing/2014/main" id="{FA22DADC-10C4-CCDC-DBB4-4680AD0A784E}"/>
              </a:ext>
            </a:extLst>
          </p:cNvPr>
          <p:cNvPicPr>
            <a:picLocks noChangeAspect="1"/>
          </p:cNvPicPr>
          <p:nvPr/>
        </p:nvPicPr>
        <p:blipFill rotWithShape="1">
          <a:blip r:embed="rId3"/>
          <a:srcRect t="12273"/>
          <a:stretch/>
        </p:blipFill>
        <p:spPr>
          <a:xfrm>
            <a:off x="1999620" y="1919941"/>
            <a:ext cx="8235507" cy="4100053"/>
          </a:xfrm>
          <a:prstGeom prst="rect">
            <a:avLst/>
          </a:prstGeom>
          <a:noFill/>
        </p:spPr>
      </p:pic>
      <p:pic>
        <p:nvPicPr>
          <p:cNvPr id="4" name="Picture 3" descr="A close-up of a color palette&#10;&#10;Description automatically generated">
            <a:extLst>
              <a:ext uri="{FF2B5EF4-FFF2-40B4-BE49-F238E27FC236}">
                <a16:creationId xmlns:a16="http://schemas.microsoft.com/office/drawing/2014/main" id="{7043CEEA-DFD5-78AB-FD60-97153E800CDC}"/>
              </a:ext>
            </a:extLst>
          </p:cNvPr>
          <p:cNvPicPr>
            <a:picLocks noChangeAspect="1"/>
          </p:cNvPicPr>
          <p:nvPr/>
        </p:nvPicPr>
        <p:blipFill>
          <a:blip r:embed="rId4"/>
          <a:stretch>
            <a:fillRect/>
          </a:stretch>
        </p:blipFill>
        <p:spPr>
          <a:xfrm>
            <a:off x="-23225" y="-363287"/>
            <a:ext cx="1202647" cy="320706"/>
          </a:xfrm>
          <a:prstGeom prst="rect">
            <a:avLst/>
          </a:prstGeom>
        </p:spPr>
      </p:pic>
    </p:spTree>
    <p:extLst>
      <p:ext uri="{BB962C8B-B14F-4D97-AF65-F5344CB8AC3E}">
        <p14:creationId xmlns:p14="http://schemas.microsoft.com/office/powerpoint/2010/main" val="563075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DB6E653-E9D0-308B-28AC-1239DB9336D1}"/>
              </a:ext>
            </a:extLst>
          </p:cNvPr>
          <p:cNvSpPr>
            <a:spLocks noGrp="1"/>
          </p:cNvSpPr>
          <p:nvPr>
            <p:ph type="title"/>
          </p:nvPr>
        </p:nvSpPr>
        <p:spPr>
          <a:xfrm>
            <a:off x="1092200" y="518414"/>
            <a:ext cx="10542124" cy="844042"/>
          </a:xfrm>
        </p:spPr>
        <p:txBody>
          <a:bodyPr anchor="ctr">
            <a:normAutofit/>
          </a:bodyPr>
          <a:lstStyle/>
          <a:p>
            <a:r>
              <a:rPr lang="en-US"/>
              <a:t>Ecuador - Sampling &amp; Completion </a:t>
            </a:r>
            <a:endParaRPr lang="en-GB"/>
          </a:p>
        </p:txBody>
      </p:sp>
      <p:grpSp>
        <p:nvGrpSpPr>
          <p:cNvPr id="4" name="Group 3">
            <a:extLst>
              <a:ext uri="{FF2B5EF4-FFF2-40B4-BE49-F238E27FC236}">
                <a16:creationId xmlns:a16="http://schemas.microsoft.com/office/drawing/2014/main" id="{B5F41C29-6B90-E952-1E6E-BB1CE411886B}"/>
              </a:ext>
            </a:extLst>
          </p:cNvPr>
          <p:cNvGrpSpPr/>
          <p:nvPr/>
        </p:nvGrpSpPr>
        <p:grpSpPr>
          <a:xfrm>
            <a:off x="1997765" y="1531593"/>
            <a:ext cx="7551588" cy="4468524"/>
            <a:chOff x="1997765" y="1531593"/>
            <a:chExt cx="7551588" cy="4468524"/>
          </a:xfrm>
        </p:grpSpPr>
        <p:grpSp>
          <p:nvGrpSpPr>
            <p:cNvPr id="2" name="Group 1">
              <a:extLst>
                <a:ext uri="{FF2B5EF4-FFF2-40B4-BE49-F238E27FC236}">
                  <a16:creationId xmlns:a16="http://schemas.microsoft.com/office/drawing/2014/main" id="{50704FD2-7E0C-F8BA-AC38-CE4992FBFCC2}"/>
                </a:ext>
              </a:extLst>
            </p:cNvPr>
            <p:cNvGrpSpPr>
              <a:grpSpLocks noChangeAspect="1"/>
            </p:cNvGrpSpPr>
            <p:nvPr/>
          </p:nvGrpSpPr>
          <p:grpSpPr>
            <a:xfrm>
              <a:off x="2017016" y="5473508"/>
              <a:ext cx="6399870" cy="526609"/>
              <a:chOff x="3550323" y="5247527"/>
              <a:chExt cx="6963343" cy="664697"/>
            </a:xfrm>
          </p:grpSpPr>
          <p:sp>
            <p:nvSpPr>
              <p:cNvPr id="9" name="Rounded Rectangle 8">
                <a:extLst>
                  <a:ext uri="{FF2B5EF4-FFF2-40B4-BE49-F238E27FC236}">
                    <a16:creationId xmlns:a16="http://schemas.microsoft.com/office/drawing/2014/main" id="{BB101F80-77AF-588D-6BD3-604F089FB56B}"/>
                  </a:ext>
                </a:extLst>
              </p:cNvPr>
              <p:cNvSpPr/>
              <p:nvPr/>
            </p:nvSpPr>
            <p:spPr>
              <a:xfrm>
                <a:off x="3550323" y="5267437"/>
                <a:ext cx="6963343" cy="644787"/>
              </a:xfrm>
              <a:prstGeom prst="roundRect">
                <a:avLst/>
              </a:prstGeom>
              <a:solidFill>
                <a:srgbClr val="CFD6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solidFill>
                      <a:srgbClr val="002060"/>
                    </a:solidFill>
                    <a:ea typeface="Open Sans" pitchFamily="2" charset="0"/>
                    <a:cs typeface="Times New Roman" panose="02020603050405020304" pitchFamily="18" charset="0"/>
                  </a:rPr>
                  <a:t>Final Completion</a:t>
                </a:r>
              </a:p>
            </p:txBody>
          </p:sp>
          <p:sp>
            <p:nvSpPr>
              <p:cNvPr id="7" name="Speech Bubble: Rectangle with Corners Rounded 8">
                <a:extLst>
                  <a:ext uri="{FF2B5EF4-FFF2-40B4-BE49-F238E27FC236}">
                    <a16:creationId xmlns:a16="http://schemas.microsoft.com/office/drawing/2014/main" id="{6653D16C-1B71-7FA4-7712-4C5FB7097EC2}"/>
                  </a:ext>
                </a:extLst>
              </p:cNvPr>
              <p:cNvSpPr/>
              <p:nvPr/>
            </p:nvSpPr>
            <p:spPr>
              <a:xfrm>
                <a:off x="5986021" y="5247559"/>
                <a:ext cx="1640264" cy="644787"/>
              </a:xfrm>
              <a:prstGeom prst="wedgeRoundRectCallout">
                <a:avLst>
                  <a:gd name="adj1" fmla="val -20611"/>
                  <a:gd name="adj2" fmla="val 49015"/>
                  <a:gd name="adj3" fmla="val 16667"/>
                </a:avLst>
              </a:prstGeom>
              <a:solidFill>
                <a:srgbClr val="A9D18E"/>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solidFill>
                      <a:srgbClr val="FFFFFE"/>
                    </a:solidFill>
                    <a:ea typeface="Open Sans" pitchFamily="2" charset="0"/>
                    <a:cs typeface="Times New Roman" panose="02020603050405020304" pitchFamily="18" charset="0"/>
                  </a:rPr>
                  <a:t>Completed Remote</a:t>
                </a:r>
              </a:p>
              <a:p>
                <a:pPr algn="ctr"/>
                <a:r>
                  <a:rPr lang="en-GB" sz="1100">
                    <a:solidFill>
                      <a:srgbClr val="FFFFFE"/>
                    </a:solidFill>
                    <a:ea typeface="Open Sans" pitchFamily="2" charset="0"/>
                    <a:cs typeface="Times New Roman" panose="02020603050405020304" pitchFamily="18" charset="0"/>
                  </a:rPr>
                  <a:t>656 HHs</a:t>
                </a:r>
              </a:p>
            </p:txBody>
          </p:sp>
          <p:sp>
            <p:nvSpPr>
              <p:cNvPr id="8" name="Speech Bubble: Rectangle with Corners Rounded 8">
                <a:extLst>
                  <a:ext uri="{FF2B5EF4-FFF2-40B4-BE49-F238E27FC236}">
                    <a16:creationId xmlns:a16="http://schemas.microsoft.com/office/drawing/2014/main" id="{865629D5-8E0F-9CE2-B53C-F344958AC59F}"/>
                  </a:ext>
                </a:extLst>
              </p:cNvPr>
              <p:cNvSpPr/>
              <p:nvPr/>
            </p:nvSpPr>
            <p:spPr>
              <a:xfrm>
                <a:off x="8940961" y="5247527"/>
                <a:ext cx="1572705" cy="644787"/>
              </a:xfrm>
              <a:prstGeom prst="wedgeRoundRectCallout">
                <a:avLst>
                  <a:gd name="adj1" fmla="val -20611"/>
                  <a:gd name="adj2" fmla="val 49015"/>
                  <a:gd name="adj3" fmla="val 16667"/>
                </a:avLst>
              </a:prstGeom>
              <a:solidFill>
                <a:srgbClr val="F5B183"/>
              </a:solidFill>
              <a:ln>
                <a:noFill/>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solidFill>
                      <a:srgbClr val="FFFFFE"/>
                    </a:solidFill>
                    <a:ea typeface="Open Sans" pitchFamily="2" charset="0"/>
                    <a:cs typeface="Times New Roman" panose="02020603050405020304" pitchFamily="18" charset="0"/>
                  </a:rPr>
                  <a:t>Completed </a:t>
                </a:r>
              </a:p>
              <a:p>
                <a:pPr algn="ctr"/>
                <a:r>
                  <a:rPr lang="en-US" sz="1100" b="1">
                    <a:solidFill>
                      <a:srgbClr val="FFFFFE"/>
                    </a:solidFill>
                    <a:ea typeface="Open Sans" pitchFamily="2" charset="0"/>
                    <a:cs typeface="Times New Roman" panose="02020603050405020304" pitchFamily="18" charset="0"/>
                  </a:rPr>
                  <a:t>F2F</a:t>
                </a:r>
              </a:p>
              <a:p>
                <a:pPr algn="ctr"/>
                <a:r>
                  <a:rPr lang="en-GB" sz="1100">
                    <a:solidFill>
                      <a:srgbClr val="FFFFFE"/>
                    </a:solidFill>
                    <a:ea typeface="Open Sans" pitchFamily="2" charset="0"/>
                    <a:cs typeface="Times New Roman" panose="02020603050405020304" pitchFamily="18" charset="0"/>
                  </a:rPr>
                  <a:t>760 HHs</a:t>
                </a:r>
              </a:p>
            </p:txBody>
          </p:sp>
        </p:grpSp>
        <p:graphicFrame>
          <p:nvGraphicFramePr>
            <p:cNvPr id="3" name="Diagram 2">
              <a:extLst>
                <a:ext uri="{FF2B5EF4-FFF2-40B4-BE49-F238E27FC236}">
                  <a16:creationId xmlns:a16="http://schemas.microsoft.com/office/drawing/2014/main" id="{ED43CCAC-3BA2-4D3E-24CF-A700FACA39B3}"/>
                </a:ext>
              </a:extLst>
            </p:cNvPr>
            <p:cNvGraphicFramePr/>
            <p:nvPr>
              <p:extLst>
                <p:ext uri="{D42A27DB-BD31-4B8C-83A1-F6EECF244321}">
                  <p14:modId xmlns:p14="http://schemas.microsoft.com/office/powerpoint/2010/main" val="2610217200"/>
                </p:ext>
              </p:extLst>
            </p:nvPr>
          </p:nvGraphicFramePr>
          <p:xfrm>
            <a:off x="1997765" y="1531593"/>
            <a:ext cx="7551588" cy="4019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Tree>
    <p:extLst>
      <p:ext uri="{BB962C8B-B14F-4D97-AF65-F5344CB8AC3E}">
        <p14:creationId xmlns:p14="http://schemas.microsoft.com/office/powerpoint/2010/main" val="3753982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9B9FE49-2A1D-2C9E-99CD-1AAD4C95E1BB}"/>
              </a:ext>
            </a:extLst>
          </p:cNvPr>
          <p:cNvSpPr>
            <a:spLocks noGrp="1"/>
          </p:cNvSpPr>
          <p:nvPr>
            <p:ph type="title"/>
          </p:nvPr>
        </p:nvSpPr>
        <p:spPr>
          <a:xfrm>
            <a:off x="846311" y="664870"/>
            <a:ext cx="10542124" cy="1152000"/>
          </a:xfrm>
        </p:spPr>
        <p:txBody>
          <a:bodyPr anchor="ctr">
            <a:normAutofit/>
          </a:bodyPr>
          <a:lstStyle/>
          <a:p>
            <a:r>
              <a:rPr lang="en-US"/>
              <a:t>Ecuador Sample Balance</a:t>
            </a:r>
          </a:p>
        </p:txBody>
      </p:sp>
      <p:pic>
        <p:nvPicPr>
          <p:cNvPr id="6" name="Picture 5" descr="A table with numbers and a number of people&#10;&#10;Description automatically generated with medium confidence">
            <a:extLst>
              <a:ext uri="{FF2B5EF4-FFF2-40B4-BE49-F238E27FC236}">
                <a16:creationId xmlns:a16="http://schemas.microsoft.com/office/drawing/2014/main" id="{E4C1EB79-EEA1-E801-D38C-5625E39A010E}"/>
              </a:ext>
            </a:extLst>
          </p:cNvPr>
          <p:cNvPicPr>
            <a:picLocks noChangeAspect="1"/>
          </p:cNvPicPr>
          <p:nvPr/>
        </p:nvPicPr>
        <p:blipFill>
          <a:blip r:embed="rId3"/>
          <a:stretch>
            <a:fillRect/>
          </a:stretch>
        </p:blipFill>
        <p:spPr>
          <a:xfrm>
            <a:off x="2115365" y="1919941"/>
            <a:ext cx="7961270" cy="4100053"/>
          </a:xfrm>
          <a:prstGeom prst="rect">
            <a:avLst/>
          </a:prstGeom>
          <a:noFill/>
        </p:spPr>
      </p:pic>
      <p:pic>
        <p:nvPicPr>
          <p:cNvPr id="4" name="Picture 3" descr="A close-up of a color palette&#10;&#10;Description automatically generated">
            <a:extLst>
              <a:ext uri="{FF2B5EF4-FFF2-40B4-BE49-F238E27FC236}">
                <a16:creationId xmlns:a16="http://schemas.microsoft.com/office/drawing/2014/main" id="{7043CEEA-DFD5-78AB-FD60-97153E800CDC}"/>
              </a:ext>
            </a:extLst>
          </p:cNvPr>
          <p:cNvPicPr>
            <a:picLocks noChangeAspect="1"/>
          </p:cNvPicPr>
          <p:nvPr/>
        </p:nvPicPr>
        <p:blipFill>
          <a:blip r:embed="rId4"/>
          <a:stretch>
            <a:fillRect/>
          </a:stretch>
        </p:blipFill>
        <p:spPr>
          <a:xfrm>
            <a:off x="-23225" y="-363287"/>
            <a:ext cx="1202647" cy="320706"/>
          </a:xfrm>
          <a:prstGeom prst="rect">
            <a:avLst/>
          </a:prstGeom>
        </p:spPr>
      </p:pic>
    </p:spTree>
    <p:extLst>
      <p:ext uri="{BB962C8B-B14F-4D97-AF65-F5344CB8AC3E}">
        <p14:creationId xmlns:p14="http://schemas.microsoft.com/office/powerpoint/2010/main" val="4272251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5A53646E-6FED-CFF5-990E-258CD0670F6F}"/>
              </a:ext>
            </a:extLst>
          </p:cNvPr>
          <p:cNvGraphicFramePr/>
          <p:nvPr>
            <p:extLst>
              <p:ext uri="{D42A27DB-BD31-4B8C-83A1-F6EECF244321}">
                <p14:modId xmlns:p14="http://schemas.microsoft.com/office/powerpoint/2010/main" val="1251953019"/>
              </p:ext>
            </p:extLst>
          </p:nvPr>
        </p:nvGraphicFramePr>
        <p:xfrm>
          <a:off x="2949576" y="-1"/>
          <a:ext cx="8814109" cy="67164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 name="Straight Arrow Connector 2">
            <a:extLst>
              <a:ext uri="{FF2B5EF4-FFF2-40B4-BE49-F238E27FC236}">
                <a16:creationId xmlns:a16="http://schemas.microsoft.com/office/drawing/2014/main" id="{EE523D40-CE33-720A-20EC-F123B441C2FF}"/>
              </a:ext>
            </a:extLst>
          </p:cNvPr>
          <p:cNvCxnSpPr>
            <a:cxnSpLocks/>
          </p:cNvCxnSpPr>
          <p:nvPr/>
        </p:nvCxnSpPr>
        <p:spPr>
          <a:xfrm>
            <a:off x="9601200" y="5334000"/>
            <a:ext cx="0" cy="9797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7D22035A-239E-0FDD-53B6-BCE587C0A4F6}"/>
              </a:ext>
            </a:extLst>
          </p:cNvPr>
          <p:cNvCxnSpPr>
            <a:cxnSpLocks/>
          </p:cNvCxnSpPr>
          <p:nvPr/>
        </p:nvCxnSpPr>
        <p:spPr>
          <a:xfrm>
            <a:off x="11473543" y="3276600"/>
            <a:ext cx="0" cy="303711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53999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9B9FE49-2A1D-2C9E-99CD-1AAD4C95E1BB}"/>
              </a:ext>
            </a:extLst>
          </p:cNvPr>
          <p:cNvSpPr>
            <a:spLocks noGrp="1"/>
          </p:cNvSpPr>
          <p:nvPr>
            <p:ph type="title"/>
          </p:nvPr>
        </p:nvSpPr>
        <p:spPr>
          <a:xfrm>
            <a:off x="1099014" y="530225"/>
            <a:ext cx="10542124" cy="676783"/>
          </a:xfrm>
        </p:spPr>
        <p:txBody>
          <a:bodyPr anchor="ctr">
            <a:normAutofit/>
          </a:bodyPr>
          <a:lstStyle/>
          <a:p>
            <a:r>
              <a:rPr lang="en-US"/>
              <a:t>CAR Sample Balance – Phone Owners</a:t>
            </a:r>
          </a:p>
        </p:txBody>
      </p:sp>
      <p:pic>
        <p:nvPicPr>
          <p:cNvPr id="4" name="Picture 3" descr="A close-up of a color palette&#10;&#10;Description automatically generated">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23225" y="-363287"/>
            <a:ext cx="1202647" cy="320706"/>
          </a:xfrm>
          <a:prstGeom prst="rect">
            <a:avLst/>
          </a:prstGeom>
        </p:spPr>
      </p:pic>
      <p:pic>
        <p:nvPicPr>
          <p:cNvPr id="5" name="Picture 4" descr="A table with numbers and text&#10;&#10;Description automatically generated">
            <a:extLst>
              <a:ext uri="{FF2B5EF4-FFF2-40B4-BE49-F238E27FC236}">
                <a16:creationId xmlns:a16="http://schemas.microsoft.com/office/drawing/2014/main" id="{F7115F5B-EDA8-178B-57B7-CBCF3ACBD1EF}"/>
              </a:ext>
            </a:extLst>
          </p:cNvPr>
          <p:cNvPicPr>
            <a:picLocks noChangeAspect="1"/>
          </p:cNvPicPr>
          <p:nvPr/>
        </p:nvPicPr>
        <p:blipFill>
          <a:blip r:embed="rId4"/>
          <a:stretch>
            <a:fillRect/>
          </a:stretch>
        </p:blipFill>
        <p:spPr>
          <a:xfrm>
            <a:off x="2621963" y="1133376"/>
            <a:ext cx="6342928" cy="5724624"/>
          </a:xfrm>
          <a:prstGeom prst="rect">
            <a:avLst/>
          </a:prstGeom>
        </p:spPr>
      </p:pic>
    </p:spTree>
    <p:extLst>
      <p:ext uri="{BB962C8B-B14F-4D97-AF65-F5344CB8AC3E}">
        <p14:creationId xmlns:p14="http://schemas.microsoft.com/office/powerpoint/2010/main" val="1857233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1234B8F7-29E5-7227-E3D8-044C78BA2A1F}"/>
              </a:ext>
            </a:extLst>
          </p:cNvPr>
          <p:cNvSpPr>
            <a:spLocks noGrp="1"/>
          </p:cNvSpPr>
          <p:nvPr>
            <p:ph type="title"/>
          </p:nvPr>
        </p:nvSpPr>
        <p:spPr>
          <a:xfrm>
            <a:off x="415600" y="2867800"/>
            <a:ext cx="11360800" cy="1122400"/>
          </a:xfrm>
        </p:spPr>
        <p:txBody>
          <a:bodyPr/>
          <a:lstStyle/>
          <a:p>
            <a:r>
              <a:rPr lang="en-GB"/>
              <a:t>Main findings</a:t>
            </a:r>
          </a:p>
        </p:txBody>
      </p:sp>
    </p:spTree>
    <p:extLst>
      <p:ext uri="{BB962C8B-B14F-4D97-AF65-F5344CB8AC3E}">
        <p14:creationId xmlns:p14="http://schemas.microsoft.com/office/powerpoint/2010/main" val="1031546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1234B8F7-29E5-7227-E3D8-044C78BA2A1F}"/>
              </a:ext>
            </a:extLst>
          </p:cNvPr>
          <p:cNvSpPr>
            <a:spLocks noGrp="1"/>
          </p:cNvSpPr>
          <p:nvPr>
            <p:ph type="title"/>
          </p:nvPr>
        </p:nvSpPr>
        <p:spPr>
          <a:xfrm>
            <a:off x="415600" y="2867800"/>
            <a:ext cx="11360800" cy="1122400"/>
          </a:xfrm>
        </p:spPr>
        <p:txBody>
          <a:bodyPr/>
          <a:lstStyle/>
          <a:p>
            <a:r>
              <a:rPr lang="en-GB"/>
              <a:t>CARI vs. rCARI</a:t>
            </a:r>
          </a:p>
        </p:txBody>
      </p:sp>
    </p:spTree>
    <p:extLst>
      <p:ext uri="{BB962C8B-B14F-4D97-AF65-F5344CB8AC3E}">
        <p14:creationId xmlns:p14="http://schemas.microsoft.com/office/powerpoint/2010/main" val="2355752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8F16BC6-4EB0-D038-A32F-D9023BF114F8}"/>
              </a:ext>
            </a:extLst>
          </p:cNvPr>
          <p:cNvSpPr>
            <a:spLocks noGrp="1"/>
          </p:cNvSpPr>
          <p:nvPr>
            <p:ph type="title"/>
          </p:nvPr>
        </p:nvSpPr>
        <p:spPr>
          <a:xfrm>
            <a:off x="532489" y="629615"/>
            <a:ext cx="10542124" cy="1152000"/>
          </a:xfrm>
        </p:spPr>
        <p:txBody>
          <a:bodyPr anchor="ctr">
            <a:normAutofit/>
          </a:bodyPr>
          <a:lstStyle/>
          <a:p>
            <a:r>
              <a:rPr lang="en-GB"/>
              <a:t>Aggregation methods to be tested</a:t>
            </a:r>
          </a:p>
        </p:txBody>
      </p:sp>
      <p:graphicFrame>
        <p:nvGraphicFramePr>
          <p:cNvPr id="4" name="Content Placeholder 10">
            <a:extLst>
              <a:ext uri="{FF2B5EF4-FFF2-40B4-BE49-F238E27FC236}">
                <a16:creationId xmlns:a16="http://schemas.microsoft.com/office/drawing/2014/main" id="{403D1D6D-6292-E639-D4AF-073B49922A77}"/>
              </a:ext>
            </a:extLst>
          </p:cNvPr>
          <p:cNvGraphicFramePr>
            <a:graphicFrameLocks noGrp="1"/>
          </p:cNvGraphicFramePr>
          <p:nvPr>
            <p:ph idx="1"/>
            <p:extLst>
              <p:ext uri="{D42A27DB-BD31-4B8C-83A1-F6EECF244321}">
                <p14:modId xmlns:p14="http://schemas.microsoft.com/office/powerpoint/2010/main" val="2388058306"/>
              </p:ext>
            </p:extLst>
          </p:nvPr>
        </p:nvGraphicFramePr>
        <p:xfrm>
          <a:off x="5951449" y="1785424"/>
          <a:ext cx="6240551" cy="4317506"/>
        </p:xfrm>
        <a:graphic>
          <a:graphicData uri="http://schemas.openxmlformats.org/drawingml/2006/table">
            <a:tbl>
              <a:tblPr firstRow="1" firstCol="1" bandRow="1">
                <a:tableStyleId>{616DA210-FB5B-4158-B5E0-FEB733F419BA}</a:tableStyleId>
              </a:tblPr>
              <a:tblGrid>
                <a:gridCol w="1649344">
                  <a:extLst>
                    <a:ext uri="{9D8B030D-6E8A-4147-A177-3AD203B41FA5}">
                      <a16:colId xmlns:a16="http://schemas.microsoft.com/office/drawing/2014/main" val="438933011"/>
                    </a:ext>
                  </a:extLst>
                </a:gridCol>
                <a:gridCol w="1103586">
                  <a:extLst>
                    <a:ext uri="{9D8B030D-6E8A-4147-A177-3AD203B41FA5}">
                      <a16:colId xmlns:a16="http://schemas.microsoft.com/office/drawing/2014/main" val="1685720268"/>
                    </a:ext>
                  </a:extLst>
                </a:gridCol>
                <a:gridCol w="1262057">
                  <a:extLst>
                    <a:ext uri="{9D8B030D-6E8A-4147-A177-3AD203B41FA5}">
                      <a16:colId xmlns:a16="http://schemas.microsoft.com/office/drawing/2014/main" val="2438233364"/>
                    </a:ext>
                  </a:extLst>
                </a:gridCol>
                <a:gridCol w="1108384">
                  <a:extLst>
                    <a:ext uri="{9D8B030D-6E8A-4147-A177-3AD203B41FA5}">
                      <a16:colId xmlns:a16="http://schemas.microsoft.com/office/drawing/2014/main" val="424258167"/>
                    </a:ext>
                  </a:extLst>
                </a:gridCol>
                <a:gridCol w="1117180">
                  <a:extLst>
                    <a:ext uri="{9D8B030D-6E8A-4147-A177-3AD203B41FA5}">
                      <a16:colId xmlns:a16="http://schemas.microsoft.com/office/drawing/2014/main" val="2345839991"/>
                    </a:ext>
                  </a:extLst>
                </a:gridCol>
              </a:tblGrid>
              <a:tr h="558582">
                <a:tc gridSpan="5">
                  <a:txBody>
                    <a:bodyPr/>
                    <a:lstStyle/>
                    <a:p>
                      <a:pPr marL="0" marR="0" algn="ctr">
                        <a:lnSpc>
                          <a:spcPct val="115000"/>
                        </a:lnSpc>
                        <a:spcBef>
                          <a:spcPts val="0"/>
                        </a:spcBef>
                        <a:spcAft>
                          <a:spcPts val="0"/>
                        </a:spcAft>
                      </a:pPr>
                      <a:r>
                        <a:rPr lang="en-US" sz="1800" b="1" kern="1200">
                          <a:solidFill>
                            <a:srgbClr val="FFFFFF"/>
                          </a:solidFill>
                          <a:effectLst/>
                          <a:latin typeface="Open Sans"/>
                          <a:ea typeface="Open Sans"/>
                          <a:cs typeface="Open Sans"/>
                        </a:rPr>
                        <a:t>Aggregation Methodology</a:t>
                      </a: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0070BA"/>
                    </a:solidFill>
                  </a:tcPr>
                </a:tc>
                <a:tc hMerge="1">
                  <a:txBody>
                    <a:bodyPr/>
                    <a:lstStyle/>
                    <a:p>
                      <a:pPr marL="0" marR="0" algn="ctr">
                        <a:lnSpc>
                          <a:spcPct val="115000"/>
                        </a:lnSpc>
                        <a:spcBef>
                          <a:spcPts val="0"/>
                        </a:spcBef>
                        <a:spcAft>
                          <a:spcPts val="0"/>
                        </a:spcAft>
                      </a:pPr>
                      <a:r>
                        <a:rPr lang="en-US" sz="1600" b="1" kern="1200">
                          <a:solidFill>
                            <a:srgbClr val="FFFFFF"/>
                          </a:solidFill>
                          <a:effectLst/>
                          <a:latin typeface="Open Sans" pitchFamily="2" charset="0"/>
                          <a:ea typeface="Open Sans" pitchFamily="2" charset="0"/>
                          <a:cs typeface="Open Sans" pitchFamily="2" charset="0"/>
                        </a:rPr>
                        <a:t>Aggregation Methodology</a:t>
                      </a: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rgbClr val="0070BA"/>
                    </a:solidFill>
                  </a:tcPr>
                </a:tc>
                <a:tc hMerge="1">
                  <a:txBody>
                    <a:bodyPr/>
                    <a:lstStyle/>
                    <a:p>
                      <a:endParaRPr lang="en-US"/>
                    </a:p>
                  </a:txBody>
                  <a:tcPr>
                    <a:lnL w="12700" cmpd="sng">
                      <a:noFill/>
                    </a:lnL>
                  </a:tcPr>
                </a:tc>
                <a:tc hMerge="1">
                  <a:txBody>
                    <a:bodyPr/>
                    <a:lstStyle/>
                    <a:p>
                      <a:endParaRPr lang="en-US"/>
                    </a:p>
                  </a:txBody>
                  <a:tcPr>
                    <a:lnL w="12700" cmpd="sng">
                      <a:noFill/>
                    </a:lnL>
                  </a:tcPr>
                </a:tc>
                <a:tc hMerge="1">
                  <a:txBody>
                    <a:bodyPr/>
                    <a:lstStyle/>
                    <a:p>
                      <a:endParaRPr lang="en-US"/>
                    </a:p>
                  </a:txBody>
                  <a:tcPr>
                    <a:lnL w="12700" cmpd="sng">
                      <a:noFill/>
                    </a:lnL>
                  </a:tcPr>
                </a:tc>
                <a:extLst>
                  <a:ext uri="{0D108BD9-81ED-4DB2-BD59-A6C34878D82A}">
                    <a16:rowId xmlns:a16="http://schemas.microsoft.com/office/drawing/2014/main" val="3845601818"/>
                  </a:ext>
                </a:extLst>
              </a:tr>
              <a:tr h="499095">
                <a:tc rowSpan="2">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Indicator </a:t>
                      </a:r>
                    </a:p>
                  </a:txBody>
                  <a:tcPr marL="68580" marR="68580" marT="0" marB="0" anchor="b">
                    <a:lnL w="12700" cap="flat" cmpd="sng" algn="ctr">
                      <a:solidFill>
                        <a:schemeClr val="tx1"/>
                      </a:solid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Standard</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3">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Comparison</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algn="ctr">
                        <a:lnSpc>
                          <a:spcPct val="115000"/>
                        </a:lnSpc>
                        <a:spcBef>
                          <a:spcPts val="0"/>
                        </a:spcBef>
                        <a:spcAft>
                          <a:spcPts val="0"/>
                        </a:spcAft>
                      </a:pPr>
                      <a:endParaRPr lang="en-US" sz="1600" b="1">
                        <a:solidFill>
                          <a:srgbClr val="002060"/>
                        </a:solidFill>
                        <a:effectLst/>
                        <a:latin typeface="Open Sans" pitchFamily="2" charset="0"/>
                        <a:ea typeface="Open Sans" pitchFamily="2" charset="0"/>
                        <a:cs typeface="Open Sans" pitchFamily="2" charset="0"/>
                      </a:endParaRP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marL="0" marR="0" algn="ctr">
                        <a:lnSpc>
                          <a:spcPct val="115000"/>
                        </a:lnSpc>
                        <a:spcBef>
                          <a:spcPts val="0"/>
                        </a:spcBef>
                        <a:spcAft>
                          <a:spcPts val="0"/>
                        </a:spcAft>
                      </a:pPr>
                      <a:endParaRPr lang="en-US" sz="1600" b="1">
                        <a:solidFill>
                          <a:srgbClr val="002060"/>
                        </a:solidFill>
                        <a:effectLst/>
                        <a:latin typeface="Open Sans" pitchFamily="2" charset="0"/>
                        <a:ea typeface="Open Sans" pitchFamily="2" charset="0"/>
                        <a:cs typeface="Open Sans" pitchFamily="2"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214096094"/>
                  </a:ext>
                </a:extLst>
              </a:tr>
              <a:tr h="499095">
                <a:tc vMerge="1">
                  <a:txBody>
                    <a:bodyPr/>
                    <a:lstStyle/>
                    <a:p>
                      <a:pPr marL="0" marR="0" algn="ctr">
                        <a:lnSpc>
                          <a:spcPct val="115000"/>
                        </a:lnSpc>
                        <a:spcBef>
                          <a:spcPts val="0"/>
                        </a:spcBef>
                        <a:spcAft>
                          <a:spcPts val="0"/>
                        </a:spcAft>
                      </a:pPr>
                      <a:r>
                        <a:rPr lang="en-US" sz="1600">
                          <a:solidFill>
                            <a:srgbClr val="002060"/>
                          </a:solidFill>
                          <a:effectLst/>
                          <a:latin typeface="Open Sans" pitchFamily="2" charset="0"/>
                          <a:ea typeface="Open Sans" pitchFamily="2" charset="0"/>
                          <a:cs typeface="Open Sans" pitchFamily="2" charset="0"/>
                        </a:rPr>
                        <a:t>Indicator </a:t>
                      </a:r>
                    </a:p>
                  </a:txBody>
                  <a:tcPr marL="68580" marR="68580" marT="0" marB="0" anchor="ctr">
                    <a:lnL w="12700" cap="flat" cmpd="sng" algn="ctr">
                      <a:solidFill>
                        <a:schemeClr val="tx1"/>
                      </a:solidFill>
                      <a:prstDash val="solid"/>
                      <a:round/>
                      <a:headEnd type="none" w="med" len="med"/>
                      <a:tailEnd type="none" w="med" len="med"/>
                    </a:lnL>
                    <a:lnR w="12700" cmpd="sng">
                      <a:noFill/>
                    </a:lnR>
                    <a:lnT w="19050" cap="flat" cmpd="sng" algn="ctr">
                      <a:no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CARI-FES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CARI-Inc</a:t>
                      </a:r>
                    </a:p>
                    <a:p>
                      <a:pPr marL="0" marR="0" algn="ctr">
                        <a:lnSpc>
                          <a:spcPct val="115000"/>
                        </a:lnSpc>
                        <a:spcBef>
                          <a:spcPts val="0"/>
                        </a:spcBef>
                        <a:spcAft>
                          <a:spcPts val="0"/>
                        </a:spcAft>
                      </a:pPr>
                      <a:r>
                        <a:rPr lang="en-US" sz="1400" b="1">
                          <a:solidFill>
                            <a:srgbClr val="002060"/>
                          </a:solidFill>
                          <a:effectLst/>
                          <a:latin typeface="Open Sans"/>
                          <a:ea typeface="Open Sans"/>
                          <a:cs typeface="Open Sans"/>
                        </a:rPr>
                        <a:t>(1)</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rCARI-Inc</a:t>
                      </a:r>
                    </a:p>
                    <a:p>
                      <a:pPr marL="0" marR="0" algn="ctr">
                        <a:lnSpc>
                          <a:spcPct val="115000"/>
                        </a:lnSpc>
                        <a:spcBef>
                          <a:spcPts val="0"/>
                        </a:spcBef>
                        <a:spcAft>
                          <a:spcPts val="0"/>
                        </a:spcAft>
                      </a:pPr>
                      <a:r>
                        <a:rPr lang="en-US" sz="1400" b="1">
                          <a:solidFill>
                            <a:srgbClr val="002060"/>
                          </a:solidFill>
                          <a:effectLst/>
                          <a:latin typeface="Open Sans"/>
                          <a:ea typeface="Open Sans"/>
                          <a:cs typeface="Open Sans"/>
                        </a:rPr>
                        <a:t>(2)</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400" b="1">
                          <a:solidFill>
                            <a:srgbClr val="002060"/>
                          </a:solidFill>
                          <a:effectLst/>
                          <a:latin typeface="Open Sans"/>
                          <a:ea typeface="Open Sans"/>
                          <a:cs typeface="Open Sans"/>
                        </a:rPr>
                        <a:t>rCARI</a:t>
                      </a:r>
                      <a:r>
                        <a:rPr lang="en-US" altLang="zh-CN" sz="1400" b="1">
                          <a:solidFill>
                            <a:srgbClr val="002060"/>
                          </a:solidFill>
                          <a:effectLst/>
                          <a:latin typeface="Open Sans"/>
                          <a:ea typeface="Open Sans"/>
                          <a:cs typeface="Open Sans"/>
                        </a:rPr>
                        <a:t>-FES</a:t>
                      </a:r>
                    </a:p>
                    <a:p>
                      <a:pPr marL="0" marR="0" algn="ctr">
                        <a:lnSpc>
                          <a:spcPct val="115000"/>
                        </a:lnSpc>
                        <a:spcBef>
                          <a:spcPts val="0"/>
                        </a:spcBef>
                        <a:spcAft>
                          <a:spcPts val="0"/>
                        </a:spcAft>
                      </a:pPr>
                      <a:r>
                        <a:rPr lang="en-US" sz="1400" b="1">
                          <a:solidFill>
                            <a:srgbClr val="002060"/>
                          </a:solidFill>
                          <a:effectLst/>
                          <a:latin typeface="Open Sans"/>
                          <a:ea typeface="Open Sans"/>
                          <a:cs typeface="Open Sans"/>
                        </a:rPr>
                        <a:t>(3)</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621672722"/>
                  </a:ext>
                </a:extLst>
              </a:tr>
              <a:tr h="499095">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FCS</a:t>
                      </a:r>
                    </a:p>
                  </a:txBody>
                  <a:tcPr marL="68580" marR="68580" marT="0" marB="0" anchor="ctr">
                    <a:lnL w="12700" cap="flat" cmpd="sng" algn="ctr">
                      <a:solidFill>
                        <a:schemeClr val="tx1"/>
                      </a:solidFill>
                      <a:prstDash val="solid"/>
                      <a:round/>
                      <a:headEnd type="none" w="med" len="med"/>
                      <a:tailEnd type="none" w="med" len="med"/>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defTabSz="914400" rtl="0" eaLnBrk="1" latinLnBrk="0" hangingPunct="1">
                        <a:lnSpc>
                          <a:spcPct val="115000"/>
                        </a:lnSpc>
                        <a:spcBef>
                          <a:spcPts val="0"/>
                        </a:spcBef>
                        <a:spcAft>
                          <a:spcPts val="0"/>
                        </a:spcAft>
                      </a:pPr>
                      <a:r>
                        <a:rPr lang="en-US" sz="1600" b="0" kern="1200">
                          <a:solidFill>
                            <a:srgbClr val="002060"/>
                          </a:solidFill>
                          <a:effectLst/>
                          <a:latin typeface="Open Sans"/>
                          <a:ea typeface="Open Sans"/>
                          <a:cs typeface="Open Sans"/>
                        </a:rPr>
                        <a:t>Yes</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28526945"/>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LCS</a:t>
                      </a: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0">
                          <a:solidFill>
                            <a:srgbClr val="002060"/>
                          </a:solidFill>
                          <a:effectLst/>
                          <a:latin typeface="Open Sans"/>
                          <a:ea typeface="Open Sans"/>
                          <a:cs typeface="Open Sans"/>
                        </a:rPr>
                        <a:t>Yes</a:t>
                      </a: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3041135992"/>
                  </a:ext>
                </a:extLst>
              </a:tr>
              <a:tr h="429599">
                <a:tc>
                  <a:txBody>
                    <a:bodyPr/>
                    <a:lstStyle/>
                    <a:p>
                      <a:pPr marL="0" marR="0" algn="ctr">
                        <a:lnSpc>
                          <a:spcPct val="115000"/>
                        </a:lnSpc>
                        <a:spcBef>
                          <a:spcPts val="0"/>
                        </a:spcBef>
                        <a:spcAft>
                          <a:spcPts val="0"/>
                        </a:spcAft>
                      </a:pPr>
                      <a:r>
                        <a:rPr lang="en-US" sz="1600" b="1" kern="1200">
                          <a:solidFill>
                            <a:srgbClr val="002060"/>
                          </a:solidFill>
                          <a:effectLst/>
                          <a:latin typeface="Open Sans"/>
                          <a:ea typeface="Open Sans"/>
                          <a:cs typeface="Open Sans"/>
                        </a:rPr>
                        <a:t>rCSI</a:t>
                      </a:r>
                      <a:endParaRPr lang="en-US" sz="1600" b="1" kern="1200" err="1">
                        <a:solidFill>
                          <a:srgbClr val="002060"/>
                        </a:solidFill>
                        <a:effectLst/>
                        <a:latin typeface="Open Sans"/>
                        <a:ea typeface="Open Sans"/>
                        <a:cs typeface="Open Sans"/>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600" b="0" kern="1200">
                          <a:solidFill>
                            <a:srgbClr val="002060"/>
                          </a:solidFill>
                          <a:effectLst/>
                          <a:latin typeface="Open Sans"/>
                          <a:ea typeface="Open Sans"/>
                          <a:cs typeface="Open Sans"/>
                        </a:rPr>
                        <a:t>Yes</a:t>
                      </a:r>
                      <a:endParaRPr lang="en-US" sz="1600" b="0" kern="1200">
                        <a:solidFill>
                          <a:schemeClr val="tx1"/>
                        </a:solidFill>
                        <a:effectLst/>
                        <a:latin typeface="Open Sans"/>
                        <a:ea typeface="Open Sans"/>
                        <a:cs typeface="Open Sans"/>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0601668"/>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FES</a:t>
                      </a:r>
                      <a:endParaRPr lang="en-US" sz="1400">
                        <a:solidFill>
                          <a:srgbClr val="002060"/>
                        </a:solidFill>
                        <a:effectLst/>
                        <a:latin typeface="Open Sans"/>
                        <a:ea typeface="Open Sans"/>
                        <a:cs typeface="Open Sans"/>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No</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algn="ctr" defTabSz="914400" rtl="0" eaLnBrk="1" latinLnBrk="0" hangingPunct="1">
                        <a:lnSpc>
                          <a:spcPct val="115000"/>
                        </a:lnSpc>
                        <a:spcBef>
                          <a:spcPts val="0"/>
                        </a:spcBef>
                        <a:spcAft>
                          <a:spcPts val="0"/>
                        </a:spcAft>
                      </a:pPr>
                      <a:r>
                        <a:rPr lang="en-US" sz="1600" b="1" kern="1200">
                          <a:solidFill>
                            <a:schemeClr val="accent6">
                              <a:lumMod val="75000"/>
                            </a:schemeClr>
                          </a:solidFill>
                          <a:effectLst/>
                          <a:latin typeface="Open Sans"/>
                          <a:ea typeface="Open Sans"/>
                          <a:cs typeface="Open Sans"/>
                        </a:rPr>
                        <a:t>No</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alpha val="20000"/>
                      </a:schemeClr>
                    </a:solidFill>
                  </a:tcPr>
                </a:tc>
                <a:extLst>
                  <a:ext uri="{0D108BD9-81ED-4DB2-BD59-A6C34878D82A}">
                    <a16:rowId xmlns:a16="http://schemas.microsoft.com/office/drawing/2014/main" val="1847084976"/>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Income Source &amp; Change</a:t>
                      </a: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No</a:t>
                      </a:r>
                    </a:p>
                  </a:txBody>
                  <a:tcPr marL="68580" marR="6858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a:solidFill>
                            <a:schemeClr val="accent6">
                              <a:lumMod val="75000"/>
                            </a:schemeClr>
                          </a:solidFill>
                          <a:effectLst/>
                          <a:latin typeface="Open Sans"/>
                          <a:ea typeface="Open Sans"/>
                          <a:cs typeface="Open Sans"/>
                        </a:rPr>
                        <a:t>Yes</a:t>
                      </a:r>
                    </a:p>
                  </a:txBody>
                  <a:tcPr marL="68580" marR="68580" marT="0" marB="0" anchor="ctr">
                    <a:lnL w="12700" cmpd="sng">
                      <a:noFill/>
                    </a:lnL>
                    <a:lnR w="12700" cmpd="sng">
                      <a:noFill/>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600" b="1" kern="1200">
                          <a:solidFill>
                            <a:schemeClr val="accent6">
                              <a:lumMod val="75000"/>
                            </a:schemeClr>
                          </a:solidFill>
                          <a:effectLst/>
                          <a:latin typeface="Open Sans"/>
                          <a:ea typeface="Open Sans"/>
                          <a:cs typeface="Open Sans"/>
                        </a:rPr>
                        <a:t>No</a:t>
                      </a:r>
                    </a:p>
                  </a:txBody>
                  <a:tcPr marL="68580" marR="68580" marT="0" marB="0" anchor="ctr">
                    <a:lnL w="12700" cmpd="sng">
                      <a:noFill/>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713245"/>
                  </a:ext>
                </a:extLst>
              </a:tr>
              <a:tr h="429599">
                <a:tc>
                  <a:txBody>
                    <a:bodyPr/>
                    <a:lstStyle/>
                    <a:p>
                      <a:pPr marL="0" marR="0" algn="ctr">
                        <a:lnSpc>
                          <a:spcPct val="115000"/>
                        </a:lnSpc>
                        <a:spcBef>
                          <a:spcPts val="0"/>
                        </a:spcBef>
                        <a:spcAft>
                          <a:spcPts val="0"/>
                        </a:spcAft>
                      </a:pPr>
                      <a:r>
                        <a:rPr lang="en-US" sz="1600">
                          <a:solidFill>
                            <a:srgbClr val="002060"/>
                          </a:solidFill>
                          <a:effectLst/>
                          <a:latin typeface="Open Sans"/>
                          <a:ea typeface="Open Sans"/>
                          <a:cs typeface="Open Sans"/>
                        </a:rPr>
                        <a:t>Modality</a:t>
                      </a: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algn="ctr">
                        <a:lnSpc>
                          <a:spcPct val="115000"/>
                        </a:lnSpc>
                        <a:spcBef>
                          <a:spcPts val="0"/>
                        </a:spcBef>
                        <a:spcAft>
                          <a:spcPts val="0"/>
                        </a:spcAft>
                      </a:pPr>
                      <a:r>
                        <a:rPr lang="en-US" sz="1600" b="1">
                          <a:solidFill>
                            <a:schemeClr val="tx1"/>
                          </a:solidFill>
                          <a:effectLst/>
                          <a:latin typeface="Open Sans"/>
                          <a:ea typeface="Open Sans"/>
                          <a:cs typeface="Open Sans"/>
                        </a:rPr>
                        <a:t>F2F</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tc>
                  <a:txBody>
                    <a:bodyPr/>
                    <a:lstStyle/>
                    <a:p>
                      <a:pPr marL="0" marR="0" lvl="0" algn="ctr">
                        <a:lnSpc>
                          <a:spcPct val="114999"/>
                        </a:lnSpc>
                        <a:spcBef>
                          <a:spcPts val="0"/>
                        </a:spcBef>
                        <a:spcAft>
                          <a:spcPts val="0"/>
                        </a:spcAft>
                        <a:buNone/>
                      </a:pPr>
                      <a:r>
                        <a:rPr lang="en-US" altLang="zh-CN" sz="1600" b="1">
                          <a:solidFill>
                            <a:schemeClr val="tx1"/>
                          </a:solidFill>
                          <a:effectLst/>
                          <a:latin typeface="Open Sans"/>
                          <a:ea typeface="Open Sans"/>
                          <a:cs typeface="Open Sans"/>
                        </a:rPr>
                        <a:t>F2F</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tc>
                  <a:txBody>
                    <a:bodyPr/>
                    <a:lstStyle/>
                    <a:p>
                      <a:pPr marL="0" marR="0" lvl="0" algn="ctr">
                        <a:lnSpc>
                          <a:spcPct val="114999"/>
                        </a:lnSpc>
                        <a:spcBef>
                          <a:spcPts val="0"/>
                        </a:spcBef>
                        <a:spcAft>
                          <a:spcPts val="0"/>
                        </a:spcAft>
                        <a:buNone/>
                      </a:pPr>
                      <a:r>
                        <a:rPr lang="en-US" sz="1600" b="1" i="0" u="none" strike="noStrike" noProof="0">
                          <a:solidFill>
                            <a:schemeClr val="tx1"/>
                          </a:solidFill>
                          <a:effectLst/>
                          <a:latin typeface="Open Sans"/>
                        </a:rPr>
                        <a:t>Remote</a:t>
                      </a:r>
                      <a:endParaRPr lang="en-US" sz="1600" b="1">
                        <a:solidFill>
                          <a:schemeClr val="tx1"/>
                        </a:solidFill>
                        <a:effectLst/>
                        <a:latin typeface="Open Sans" pitchFamily="2" charset="0"/>
                        <a:ea typeface="Open Sans" pitchFamily="2" charset="0"/>
                        <a:cs typeface="Open Sans" pitchFamily="2"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tc>
                  <a:txBody>
                    <a:bodyPr/>
                    <a:lstStyle/>
                    <a:p>
                      <a:pPr marL="0" marR="0" algn="ctr">
                        <a:lnSpc>
                          <a:spcPct val="115000"/>
                        </a:lnSpc>
                        <a:spcBef>
                          <a:spcPts val="0"/>
                        </a:spcBef>
                        <a:spcAft>
                          <a:spcPts val="0"/>
                        </a:spcAft>
                      </a:pPr>
                      <a:r>
                        <a:rPr lang="en-US" sz="1600" b="1" kern="1200">
                          <a:solidFill>
                            <a:schemeClr val="tx1"/>
                          </a:solidFill>
                          <a:effectLst/>
                          <a:latin typeface="Open Sans"/>
                          <a:ea typeface="Open Sans"/>
                          <a:cs typeface="Open Sans"/>
                        </a:rPr>
                        <a:t>Remote</a:t>
                      </a: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20000"/>
                      </a:schemeClr>
                    </a:solidFill>
                  </a:tcPr>
                </a:tc>
                <a:extLst>
                  <a:ext uri="{0D108BD9-81ED-4DB2-BD59-A6C34878D82A}">
                    <a16:rowId xmlns:a16="http://schemas.microsoft.com/office/drawing/2014/main" val="2297383066"/>
                  </a:ext>
                </a:extLst>
              </a:tr>
            </a:tbl>
          </a:graphicData>
        </a:graphic>
      </p:graphicFrame>
      <p:sp>
        <p:nvSpPr>
          <p:cNvPr id="2" name="TextBox 1">
            <a:extLst>
              <a:ext uri="{FF2B5EF4-FFF2-40B4-BE49-F238E27FC236}">
                <a16:creationId xmlns:a16="http://schemas.microsoft.com/office/drawing/2014/main" id="{6017B690-A393-DE97-D3E9-BCEACD71A40C}"/>
              </a:ext>
            </a:extLst>
          </p:cNvPr>
          <p:cNvSpPr txBox="1"/>
          <p:nvPr/>
        </p:nvSpPr>
        <p:spPr>
          <a:xfrm>
            <a:off x="425906" y="2262496"/>
            <a:ext cx="5408364" cy="3493264"/>
          </a:xfrm>
          <a:prstGeom prst="rect">
            <a:avLst/>
          </a:prstGeom>
          <a:noFill/>
        </p:spPr>
        <p:txBody>
          <a:bodyPr wrap="square" rtlCol="0">
            <a:spAutoFit/>
          </a:bodyPr>
          <a:lstStyle/>
          <a:p>
            <a:pPr defTabSz="731520">
              <a:spcBef>
                <a:spcPts val="600"/>
              </a:spcBef>
              <a:spcAft>
                <a:spcPts val="600"/>
              </a:spcAft>
            </a:pPr>
            <a:r>
              <a:rPr lang="en-US" sz="2400" kern="1200">
                <a:solidFill>
                  <a:schemeClr val="tx1"/>
                </a:solidFill>
                <a:latin typeface="Open Sans" pitchFamily="2" charset="0"/>
                <a:ea typeface="Open Sans" pitchFamily="2" charset="0"/>
                <a:cs typeface="Open Sans" pitchFamily="2" charset="0"/>
              </a:rPr>
              <a:t>4 versions of overall indicators used:</a:t>
            </a:r>
          </a:p>
          <a:p>
            <a:pPr defTabSz="731520">
              <a:spcBef>
                <a:spcPts val="600"/>
              </a:spcBef>
              <a:spcAft>
                <a:spcPts val="600"/>
              </a:spcAft>
            </a:pPr>
            <a:endParaRPr lang="en-US" sz="300" kern="1200">
              <a:solidFill>
                <a:schemeClr val="tx1"/>
              </a:solidFill>
              <a:latin typeface="Open Sans" pitchFamily="2" charset="0"/>
              <a:ea typeface="Open Sans" pitchFamily="2" charset="0"/>
              <a:cs typeface="Open Sans" pitchFamily="2" charset="0"/>
            </a:endParaRPr>
          </a:p>
          <a:p>
            <a:pPr marL="285750" indent="-285750" defTabSz="731520">
              <a:spcBef>
                <a:spcPts val="600"/>
              </a:spcBef>
              <a:spcAft>
                <a:spcPts val="600"/>
              </a:spcAft>
              <a:buFont typeface="Arial" panose="020B0604020202020204" pitchFamily="34" charset="0"/>
              <a:buChar char="•"/>
            </a:pPr>
            <a:r>
              <a:rPr lang="en-US" b="1" kern="1200">
                <a:solidFill>
                  <a:schemeClr val="tx1"/>
                </a:solidFill>
                <a:latin typeface="Open Sans" pitchFamily="2" charset="0"/>
                <a:ea typeface="Open Sans" pitchFamily="2" charset="0"/>
                <a:cs typeface="Open Sans" pitchFamily="2" charset="0"/>
              </a:rPr>
              <a:t>CARI-FES</a:t>
            </a:r>
            <a:r>
              <a:rPr lang="en-US" kern="1200">
                <a:solidFill>
                  <a:schemeClr val="tx1"/>
                </a:solidFill>
                <a:latin typeface="Open Sans" pitchFamily="2" charset="0"/>
                <a:ea typeface="Open Sans" pitchFamily="2" charset="0"/>
                <a:cs typeface="Open Sans" pitchFamily="2" charset="0"/>
              </a:rPr>
              <a:t>: Standard CARI using FES module from F2F surveys</a:t>
            </a:r>
          </a:p>
          <a:p>
            <a:pPr marL="285750" indent="-285750" defTabSz="731520">
              <a:spcBef>
                <a:spcPts val="600"/>
              </a:spcBef>
              <a:spcAft>
                <a:spcPts val="600"/>
              </a:spcAft>
              <a:buFont typeface="Arial" panose="020B0604020202020204" pitchFamily="34" charset="0"/>
              <a:buChar char="•"/>
            </a:pPr>
            <a:r>
              <a:rPr lang="en-US" b="1">
                <a:latin typeface="Open Sans" pitchFamily="2" charset="0"/>
                <a:ea typeface="Open Sans" pitchFamily="2" charset="0"/>
                <a:cs typeface="Open Sans" pitchFamily="2" charset="0"/>
              </a:rPr>
              <a:t>1.	CARI-Inc</a:t>
            </a:r>
            <a:r>
              <a:rPr lang="en-US">
                <a:latin typeface="Open Sans" pitchFamily="2" charset="0"/>
                <a:ea typeface="Open Sans" pitchFamily="2" charset="0"/>
                <a:cs typeface="Open Sans" pitchFamily="2" charset="0"/>
              </a:rPr>
              <a:t>: CARI using Income &amp; income change from F2F surveys </a:t>
            </a:r>
          </a:p>
          <a:p>
            <a:pPr marL="285750" indent="-285750" defTabSz="731520">
              <a:spcBef>
                <a:spcPts val="600"/>
              </a:spcBef>
              <a:spcAft>
                <a:spcPts val="600"/>
              </a:spcAft>
              <a:buFont typeface="Arial" panose="020B0604020202020204" pitchFamily="34" charset="0"/>
              <a:buChar char="•"/>
            </a:pPr>
            <a:r>
              <a:rPr lang="en-US" b="1">
                <a:latin typeface="Open Sans" pitchFamily="2" charset="0"/>
                <a:ea typeface="Open Sans" pitchFamily="2" charset="0"/>
                <a:cs typeface="Open Sans" pitchFamily="2" charset="0"/>
              </a:rPr>
              <a:t>2.	rCARI-Inc</a:t>
            </a:r>
            <a:r>
              <a:rPr lang="en-US">
                <a:latin typeface="Open Sans" pitchFamily="2" charset="0"/>
                <a:ea typeface="Open Sans" pitchFamily="2" charset="0"/>
                <a:cs typeface="Open Sans" pitchFamily="2" charset="0"/>
              </a:rPr>
              <a:t>: Standard rCARI using Income &amp; income change module from Remote surveys </a:t>
            </a:r>
            <a:endParaRPr lang="en-US" sz="2000">
              <a:latin typeface="Open Sans" pitchFamily="2" charset="0"/>
              <a:ea typeface="Open Sans" pitchFamily="2" charset="0"/>
              <a:cs typeface="Open Sans" pitchFamily="2" charset="0"/>
            </a:endParaRPr>
          </a:p>
          <a:p>
            <a:pPr marL="285750" indent="-285750" defTabSz="731520">
              <a:spcBef>
                <a:spcPts val="600"/>
              </a:spcBef>
              <a:spcAft>
                <a:spcPts val="600"/>
              </a:spcAft>
              <a:buFont typeface="Arial" panose="020B0604020202020204" pitchFamily="34" charset="0"/>
              <a:buChar char="•"/>
            </a:pPr>
            <a:r>
              <a:rPr lang="en-US" b="1" kern="1200">
                <a:solidFill>
                  <a:schemeClr val="tx1"/>
                </a:solidFill>
                <a:latin typeface="Open Sans" pitchFamily="2" charset="0"/>
                <a:ea typeface="Open Sans" pitchFamily="2" charset="0"/>
                <a:cs typeface="Open Sans" pitchFamily="2" charset="0"/>
              </a:rPr>
              <a:t>3.	rCARI-FES</a:t>
            </a:r>
            <a:r>
              <a:rPr lang="en-US" kern="1200">
                <a:solidFill>
                  <a:schemeClr val="tx1"/>
                </a:solidFill>
                <a:latin typeface="Open Sans" pitchFamily="2" charset="0"/>
                <a:ea typeface="Open Sans" pitchFamily="2" charset="0"/>
                <a:cs typeface="Open Sans" pitchFamily="2" charset="0"/>
              </a:rPr>
              <a:t>: CARI using FES module from Remote surveys</a:t>
            </a:r>
            <a:endParaRPr lang="en-US">
              <a:latin typeface="Open Sans" pitchFamily="2" charset="0"/>
              <a:ea typeface="Open Sans" pitchFamily="2" charset="0"/>
              <a:cs typeface="Open Sans" pitchFamily="2" charset="0"/>
            </a:endParaRPr>
          </a:p>
        </p:txBody>
      </p:sp>
      <p:sp>
        <p:nvSpPr>
          <p:cNvPr id="3" name="Rectangle: Rounded Corners 2">
            <a:extLst>
              <a:ext uri="{FF2B5EF4-FFF2-40B4-BE49-F238E27FC236}">
                <a16:creationId xmlns:a16="http://schemas.microsoft.com/office/drawing/2014/main" id="{6453BAFF-89EE-A33D-5A8F-72A055942189}"/>
              </a:ext>
            </a:extLst>
          </p:cNvPr>
          <p:cNvSpPr/>
          <p:nvPr/>
        </p:nvSpPr>
        <p:spPr>
          <a:xfrm>
            <a:off x="7613878" y="2333304"/>
            <a:ext cx="1102740" cy="3761772"/>
          </a:xfrm>
          <a:prstGeom prst="roundRect">
            <a:avLst/>
          </a:prstGeom>
          <a:noFill/>
          <a:ln w="28575">
            <a:solidFill>
              <a:srgbClr val="5A9E1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85386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barn(inVertical)">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barn(inVertical)">
                                      <p:cBhvr>
                                        <p:cTn id="2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table with numbers and symbols&#10;&#10;Description automatically generated">
            <a:extLst>
              <a:ext uri="{FF2B5EF4-FFF2-40B4-BE49-F238E27FC236}">
                <a16:creationId xmlns:a16="http://schemas.microsoft.com/office/drawing/2014/main" id="{7FD6C922-F0C8-9DD5-E0CE-37559310A4EB}"/>
              </a:ext>
            </a:extLst>
          </p:cNvPr>
          <p:cNvPicPr>
            <a:picLocks noChangeAspect="1"/>
          </p:cNvPicPr>
          <p:nvPr/>
        </p:nvPicPr>
        <p:blipFill>
          <a:blip r:embed="rId2"/>
          <a:stretch>
            <a:fillRect/>
          </a:stretch>
        </p:blipFill>
        <p:spPr>
          <a:xfrm>
            <a:off x="11780" y="1327525"/>
            <a:ext cx="12180220" cy="4202950"/>
          </a:xfrm>
          <a:prstGeom prst="rect">
            <a:avLst/>
          </a:prstGeom>
        </p:spPr>
      </p:pic>
      <p:sp>
        <p:nvSpPr>
          <p:cNvPr id="8" name="Rectangle: Rounded Corners 7">
            <a:extLst>
              <a:ext uri="{FF2B5EF4-FFF2-40B4-BE49-F238E27FC236}">
                <a16:creationId xmlns:a16="http://schemas.microsoft.com/office/drawing/2014/main" id="{60C54D79-384C-8931-B072-E8584AC81D15}"/>
              </a:ext>
            </a:extLst>
          </p:cNvPr>
          <p:cNvSpPr/>
          <p:nvPr/>
        </p:nvSpPr>
        <p:spPr>
          <a:xfrm>
            <a:off x="367748" y="4320893"/>
            <a:ext cx="11430000" cy="45194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0694E5BC-6A2F-2CA6-5BC7-D602CD238837}"/>
              </a:ext>
            </a:extLst>
          </p:cNvPr>
          <p:cNvSpPr txBox="1"/>
          <p:nvPr/>
        </p:nvSpPr>
        <p:spPr>
          <a:xfrm>
            <a:off x="998483" y="1576935"/>
            <a:ext cx="1576551" cy="462455"/>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3994923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table with numbers and symbols&#10;&#10;Description automatically generated">
            <a:extLst>
              <a:ext uri="{FF2B5EF4-FFF2-40B4-BE49-F238E27FC236}">
                <a16:creationId xmlns:a16="http://schemas.microsoft.com/office/drawing/2014/main" id="{05EA314B-E014-45BB-EBBB-F49B6A317E55}"/>
              </a:ext>
            </a:extLst>
          </p:cNvPr>
          <p:cNvPicPr>
            <a:picLocks noChangeAspect="1"/>
          </p:cNvPicPr>
          <p:nvPr/>
        </p:nvPicPr>
        <p:blipFill>
          <a:blip r:embed="rId2"/>
          <a:stretch>
            <a:fillRect/>
          </a:stretch>
        </p:blipFill>
        <p:spPr>
          <a:xfrm>
            <a:off x="231538" y="1441194"/>
            <a:ext cx="11728924" cy="4051811"/>
          </a:xfrm>
          <a:prstGeom prst="rect">
            <a:avLst/>
          </a:prstGeom>
        </p:spPr>
      </p:pic>
      <p:sp>
        <p:nvSpPr>
          <p:cNvPr id="8" name="Rectangle: Rounded Corners 7">
            <a:extLst>
              <a:ext uri="{FF2B5EF4-FFF2-40B4-BE49-F238E27FC236}">
                <a16:creationId xmlns:a16="http://schemas.microsoft.com/office/drawing/2014/main" id="{E01FFBF0-EA54-62E5-95D1-23DBC350AF08}"/>
              </a:ext>
            </a:extLst>
          </p:cNvPr>
          <p:cNvSpPr/>
          <p:nvPr/>
        </p:nvSpPr>
        <p:spPr>
          <a:xfrm>
            <a:off x="231537" y="4305515"/>
            <a:ext cx="11631911" cy="46245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18D9976-D119-759D-D924-B9F60EE4302A}"/>
              </a:ext>
            </a:extLst>
          </p:cNvPr>
          <p:cNvSpPr txBox="1"/>
          <p:nvPr/>
        </p:nvSpPr>
        <p:spPr>
          <a:xfrm>
            <a:off x="1924759" y="1576935"/>
            <a:ext cx="1576551" cy="462455"/>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2041812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table with numbers and symbols&#10;&#10;Description automatically generated">
            <a:extLst>
              <a:ext uri="{FF2B5EF4-FFF2-40B4-BE49-F238E27FC236}">
                <a16:creationId xmlns:a16="http://schemas.microsoft.com/office/drawing/2014/main" id="{5C32C761-3041-D6DC-FD5F-46E1F7538605}"/>
              </a:ext>
            </a:extLst>
          </p:cNvPr>
          <p:cNvPicPr>
            <a:picLocks noChangeAspect="1"/>
          </p:cNvPicPr>
          <p:nvPr/>
        </p:nvPicPr>
        <p:blipFill>
          <a:blip r:embed="rId2"/>
          <a:stretch>
            <a:fillRect/>
          </a:stretch>
        </p:blipFill>
        <p:spPr>
          <a:xfrm>
            <a:off x="0" y="1455808"/>
            <a:ext cx="12192000" cy="3946381"/>
          </a:xfrm>
          <a:prstGeom prst="rect">
            <a:avLst/>
          </a:prstGeom>
        </p:spPr>
      </p:pic>
      <p:sp>
        <p:nvSpPr>
          <p:cNvPr id="6" name="TextBox 5">
            <a:extLst>
              <a:ext uri="{FF2B5EF4-FFF2-40B4-BE49-F238E27FC236}">
                <a16:creationId xmlns:a16="http://schemas.microsoft.com/office/drawing/2014/main" id="{ACB9C770-816D-F6A4-5AB5-59234E01AF7F}"/>
              </a:ext>
            </a:extLst>
          </p:cNvPr>
          <p:cNvSpPr txBox="1"/>
          <p:nvPr/>
        </p:nvSpPr>
        <p:spPr>
          <a:xfrm>
            <a:off x="2114765" y="1576935"/>
            <a:ext cx="1576551" cy="462455"/>
          </a:xfrm>
          <a:prstGeom prst="rect">
            <a:avLst/>
          </a:prstGeom>
          <a:solidFill>
            <a:schemeClr val="bg1"/>
          </a:solidFill>
        </p:spPr>
        <p:txBody>
          <a:bodyPr wrap="square" rtlCol="0">
            <a:spAutoFit/>
          </a:bodyPr>
          <a:lstStyle/>
          <a:p>
            <a:endParaRPr lang="en-US"/>
          </a:p>
        </p:txBody>
      </p:sp>
      <p:sp>
        <p:nvSpPr>
          <p:cNvPr id="7" name="Rectangle: Rounded Corners 7">
            <a:extLst>
              <a:ext uri="{FF2B5EF4-FFF2-40B4-BE49-F238E27FC236}">
                <a16:creationId xmlns:a16="http://schemas.microsoft.com/office/drawing/2014/main" id="{E417C76B-4D84-AFDA-EDFB-2993C8ED0481}"/>
              </a:ext>
            </a:extLst>
          </p:cNvPr>
          <p:cNvSpPr/>
          <p:nvPr/>
        </p:nvSpPr>
        <p:spPr>
          <a:xfrm>
            <a:off x="194024" y="4322617"/>
            <a:ext cx="11681300" cy="411511"/>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Rounded Corners 1">
            <a:extLst>
              <a:ext uri="{FF2B5EF4-FFF2-40B4-BE49-F238E27FC236}">
                <a16:creationId xmlns:a16="http://schemas.microsoft.com/office/drawing/2014/main" id="{3CB3FD73-973C-30B8-2873-876169A87FD8}"/>
              </a:ext>
            </a:extLst>
          </p:cNvPr>
          <p:cNvSpPr/>
          <p:nvPr/>
        </p:nvSpPr>
        <p:spPr>
          <a:xfrm>
            <a:off x="6096000" y="4322617"/>
            <a:ext cx="818508" cy="411511"/>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54639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table with numbers and symbols&#10;&#10;Description automatically generated">
            <a:extLst>
              <a:ext uri="{FF2B5EF4-FFF2-40B4-BE49-F238E27FC236}">
                <a16:creationId xmlns:a16="http://schemas.microsoft.com/office/drawing/2014/main" id="{258A22C9-5DEC-9978-8CBA-5C4A0255EE88}"/>
              </a:ext>
            </a:extLst>
          </p:cNvPr>
          <p:cNvPicPr>
            <a:picLocks noChangeAspect="1"/>
          </p:cNvPicPr>
          <p:nvPr/>
        </p:nvPicPr>
        <p:blipFill>
          <a:blip r:embed="rId3"/>
          <a:stretch>
            <a:fillRect/>
          </a:stretch>
        </p:blipFill>
        <p:spPr>
          <a:xfrm>
            <a:off x="0" y="1344167"/>
            <a:ext cx="12058316" cy="4123943"/>
          </a:xfrm>
          <a:prstGeom prst="rect">
            <a:avLst/>
          </a:prstGeom>
        </p:spPr>
      </p:pic>
      <p:sp>
        <p:nvSpPr>
          <p:cNvPr id="8" name="Rectangle: Rounded Corners 7">
            <a:extLst>
              <a:ext uri="{FF2B5EF4-FFF2-40B4-BE49-F238E27FC236}">
                <a16:creationId xmlns:a16="http://schemas.microsoft.com/office/drawing/2014/main" id="{8DA14D8C-CA7B-D313-CF82-A36DED7E4192}"/>
              </a:ext>
            </a:extLst>
          </p:cNvPr>
          <p:cNvSpPr/>
          <p:nvPr/>
        </p:nvSpPr>
        <p:spPr>
          <a:xfrm>
            <a:off x="231538" y="4130372"/>
            <a:ext cx="11681300" cy="44505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5BA2B4D6-8EDC-B785-5300-D29F6B6BBC4E}"/>
              </a:ext>
            </a:extLst>
          </p:cNvPr>
          <p:cNvSpPr txBox="1"/>
          <p:nvPr/>
        </p:nvSpPr>
        <p:spPr>
          <a:xfrm>
            <a:off x="592915" y="1389889"/>
            <a:ext cx="1576551" cy="462455"/>
          </a:xfrm>
          <a:prstGeom prst="rect">
            <a:avLst/>
          </a:prstGeom>
          <a:solidFill>
            <a:schemeClr val="bg1"/>
          </a:solidFill>
        </p:spPr>
        <p:txBody>
          <a:bodyPr wrap="square" rtlCol="0">
            <a:spAutoFit/>
          </a:bodyPr>
          <a:lstStyle/>
          <a:p>
            <a:endParaRPr lang="en-US"/>
          </a:p>
        </p:txBody>
      </p:sp>
    </p:spTree>
    <p:extLst>
      <p:ext uri="{BB962C8B-B14F-4D97-AF65-F5344CB8AC3E}">
        <p14:creationId xmlns:p14="http://schemas.microsoft.com/office/powerpoint/2010/main" val="3017764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63458A3-7E67-18B6-D9B1-2856AA97856A}"/>
              </a:ext>
            </a:extLst>
          </p:cNvPr>
          <p:cNvGrpSpPr/>
          <p:nvPr/>
        </p:nvGrpSpPr>
        <p:grpSpPr>
          <a:xfrm>
            <a:off x="-23812" y="1325643"/>
            <a:ext cx="12192000" cy="4087605"/>
            <a:chOff x="0" y="1480855"/>
            <a:chExt cx="12192000" cy="4238663"/>
          </a:xfrm>
        </p:grpSpPr>
        <p:pic>
          <p:nvPicPr>
            <p:cNvPr id="3" name="Picture 2" descr="A table of numbers with numbers&#10;&#10;Description automatically generated">
              <a:extLst>
                <a:ext uri="{FF2B5EF4-FFF2-40B4-BE49-F238E27FC236}">
                  <a16:creationId xmlns:a16="http://schemas.microsoft.com/office/drawing/2014/main" id="{BFA3492B-5D9E-BAE8-EA1E-6FAC61969AF4}"/>
                </a:ext>
              </a:extLst>
            </p:cNvPr>
            <p:cNvPicPr>
              <a:picLocks noChangeAspect="1"/>
            </p:cNvPicPr>
            <p:nvPr/>
          </p:nvPicPr>
          <p:blipFill>
            <a:blip r:embed="rId2"/>
            <a:stretch>
              <a:fillRect/>
            </a:stretch>
          </p:blipFill>
          <p:spPr>
            <a:xfrm>
              <a:off x="0" y="1480855"/>
              <a:ext cx="12192000" cy="4238663"/>
            </a:xfrm>
            <a:prstGeom prst="rect">
              <a:avLst/>
            </a:prstGeom>
          </p:spPr>
        </p:pic>
        <p:sp>
          <p:nvSpPr>
            <p:cNvPr id="4" name="TextBox 3">
              <a:extLst>
                <a:ext uri="{FF2B5EF4-FFF2-40B4-BE49-F238E27FC236}">
                  <a16:creationId xmlns:a16="http://schemas.microsoft.com/office/drawing/2014/main" id="{D2419B9B-EEA4-75F6-2D58-81F8ACEFE22C}"/>
                </a:ext>
              </a:extLst>
            </p:cNvPr>
            <p:cNvSpPr txBox="1"/>
            <p:nvPr/>
          </p:nvSpPr>
          <p:spPr>
            <a:xfrm>
              <a:off x="461234" y="1480855"/>
              <a:ext cx="1591213" cy="520350"/>
            </a:xfrm>
            <a:prstGeom prst="rect">
              <a:avLst/>
            </a:prstGeom>
            <a:solidFill>
              <a:schemeClr val="bg1"/>
            </a:solidFill>
          </p:spPr>
          <p:txBody>
            <a:bodyPr wrap="square" rtlCol="0">
              <a:spAutoFit/>
            </a:bodyPr>
            <a:lstStyle/>
            <a:p>
              <a:endParaRPr lang="en-US"/>
            </a:p>
          </p:txBody>
        </p:sp>
      </p:grpSp>
      <p:sp>
        <p:nvSpPr>
          <p:cNvPr id="5" name="Rectangle: Rounded Corners 7">
            <a:extLst>
              <a:ext uri="{FF2B5EF4-FFF2-40B4-BE49-F238E27FC236}">
                <a16:creationId xmlns:a16="http://schemas.microsoft.com/office/drawing/2014/main" id="{3E53038B-A8C7-57F5-7014-DE0756D8E328}"/>
              </a:ext>
            </a:extLst>
          </p:cNvPr>
          <p:cNvSpPr/>
          <p:nvPr/>
        </p:nvSpPr>
        <p:spPr>
          <a:xfrm>
            <a:off x="213250" y="4101132"/>
            <a:ext cx="11681300" cy="44505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719437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ECF8963-4DED-C55E-B926-36AA487C8500}"/>
              </a:ext>
            </a:extLst>
          </p:cNvPr>
          <p:cNvSpPr>
            <a:spLocks noGrp="1"/>
          </p:cNvSpPr>
          <p:nvPr>
            <p:ph type="title"/>
          </p:nvPr>
        </p:nvSpPr>
        <p:spPr/>
        <p:txBody>
          <a:bodyPr>
            <a:normAutofit/>
          </a:bodyPr>
          <a:lstStyle/>
          <a:p>
            <a:r>
              <a:rPr lang="en-GB"/>
              <a:t>Individual Food Security Indicators</a:t>
            </a:r>
          </a:p>
        </p:txBody>
      </p:sp>
    </p:spTree>
    <p:extLst>
      <p:ext uri="{BB962C8B-B14F-4D97-AF65-F5344CB8AC3E}">
        <p14:creationId xmlns:p14="http://schemas.microsoft.com/office/powerpoint/2010/main" val="18204793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000E79D-C9DC-1048-2A6D-632A9DE75437}"/>
              </a:ext>
            </a:extLst>
          </p:cNvPr>
          <p:cNvSpPr/>
          <p:nvPr/>
        </p:nvSpPr>
        <p:spPr>
          <a:xfrm>
            <a:off x="356617" y="2520948"/>
            <a:ext cx="11448288" cy="45999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A0A4F1CA-70FD-BB3D-40D7-CA1D12DB239E}"/>
              </a:ext>
            </a:extLst>
          </p:cNvPr>
          <p:cNvGrpSpPr/>
          <p:nvPr/>
        </p:nvGrpSpPr>
        <p:grpSpPr>
          <a:xfrm>
            <a:off x="230876" y="1214882"/>
            <a:ext cx="11730248" cy="3924046"/>
            <a:chOff x="230876" y="1214882"/>
            <a:chExt cx="11730248" cy="3924046"/>
          </a:xfrm>
        </p:grpSpPr>
        <p:pic>
          <p:nvPicPr>
            <p:cNvPr id="12" name="Picture 11" descr="A table with numbers and symbols&#10;&#10;Description automatically generated">
              <a:extLst>
                <a:ext uri="{FF2B5EF4-FFF2-40B4-BE49-F238E27FC236}">
                  <a16:creationId xmlns:a16="http://schemas.microsoft.com/office/drawing/2014/main" id="{3BA019E7-7A1B-35E2-A7CD-773F8578907B}"/>
                </a:ext>
              </a:extLst>
            </p:cNvPr>
            <p:cNvPicPr>
              <a:picLocks noChangeAspect="1"/>
            </p:cNvPicPr>
            <p:nvPr/>
          </p:nvPicPr>
          <p:blipFill>
            <a:blip r:embed="rId3"/>
            <a:stretch>
              <a:fillRect/>
            </a:stretch>
          </p:blipFill>
          <p:spPr>
            <a:xfrm>
              <a:off x="230876" y="1214882"/>
              <a:ext cx="11730248" cy="3924046"/>
            </a:xfrm>
            <a:prstGeom prst="rect">
              <a:avLst/>
            </a:prstGeom>
          </p:spPr>
        </p:pic>
        <p:sp>
          <p:nvSpPr>
            <p:cNvPr id="9" name="TextBox 8">
              <a:extLst>
                <a:ext uri="{FF2B5EF4-FFF2-40B4-BE49-F238E27FC236}">
                  <a16:creationId xmlns:a16="http://schemas.microsoft.com/office/drawing/2014/main" id="{B9337262-84B9-B439-0427-77EBABE9BA9D}"/>
                </a:ext>
              </a:extLst>
            </p:cNvPr>
            <p:cNvSpPr txBox="1"/>
            <p:nvPr/>
          </p:nvSpPr>
          <p:spPr>
            <a:xfrm>
              <a:off x="1060055" y="1310376"/>
              <a:ext cx="1576551" cy="462455"/>
            </a:xfrm>
            <a:prstGeom prst="rect">
              <a:avLst/>
            </a:prstGeom>
            <a:solidFill>
              <a:schemeClr val="bg1"/>
            </a:solidFill>
          </p:spPr>
          <p:txBody>
            <a:bodyPr wrap="square" rtlCol="0">
              <a:spAutoFit/>
            </a:bodyPr>
            <a:lstStyle/>
            <a:p>
              <a:endParaRPr lang="en-US"/>
            </a:p>
          </p:txBody>
        </p:sp>
      </p:grpSp>
      <p:sp>
        <p:nvSpPr>
          <p:cNvPr id="13" name="Rectangle: Rounded Corners 7">
            <a:extLst>
              <a:ext uri="{FF2B5EF4-FFF2-40B4-BE49-F238E27FC236}">
                <a16:creationId xmlns:a16="http://schemas.microsoft.com/office/drawing/2014/main" id="{0778324D-4AFF-2D95-8121-5681C3DD8B37}"/>
              </a:ext>
            </a:extLst>
          </p:cNvPr>
          <p:cNvSpPr/>
          <p:nvPr/>
        </p:nvSpPr>
        <p:spPr>
          <a:xfrm>
            <a:off x="590309" y="2492598"/>
            <a:ext cx="11100122" cy="45999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75558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B2D4802B-7AA8-C71F-20E4-0E58122C0A45}"/>
              </a:ext>
            </a:extLst>
          </p:cNvPr>
          <p:cNvSpPr/>
          <p:nvPr/>
        </p:nvSpPr>
        <p:spPr>
          <a:xfrm>
            <a:off x="209874" y="2009072"/>
            <a:ext cx="11823630" cy="3592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C5C9E074-5AE9-3C01-6D0D-D94FA0633CFA}"/>
              </a:ext>
            </a:extLst>
          </p:cNvPr>
          <p:cNvGrpSpPr/>
          <p:nvPr/>
        </p:nvGrpSpPr>
        <p:grpSpPr>
          <a:xfrm>
            <a:off x="-1" y="970934"/>
            <a:ext cx="12105439" cy="5171449"/>
            <a:chOff x="-1" y="970934"/>
            <a:chExt cx="12105439" cy="4881225"/>
          </a:xfrm>
        </p:grpSpPr>
        <p:pic>
          <p:nvPicPr>
            <p:cNvPr id="9" name="Picture 8" descr="A table of survey modality&#10;&#10;Description automatically generated with medium confidence">
              <a:extLst>
                <a:ext uri="{FF2B5EF4-FFF2-40B4-BE49-F238E27FC236}">
                  <a16:creationId xmlns:a16="http://schemas.microsoft.com/office/drawing/2014/main" id="{9226A2D5-04F5-0E4F-405A-2565876FAB95}"/>
                </a:ext>
              </a:extLst>
            </p:cNvPr>
            <p:cNvPicPr>
              <a:picLocks noChangeAspect="1"/>
            </p:cNvPicPr>
            <p:nvPr/>
          </p:nvPicPr>
          <p:blipFill>
            <a:blip r:embed="rId3"/>
            <a:stretch>
              <a:fillRect/>
            </a:stretch>
          </p:blipFill>
          <p:spPr>
            <a:xfrm>
              <a:off x="-1" y="970934"/>
              <a:ext cx="12105439" cy="4881225"/>
            </a:xfrm>
            <a:prstGeom prst="rect">
              <a:avLst/>
            </a:prstGeom>
          </p:spPr>
        </p:pic>
        <p:sp>
          <p:nvSpPr>
            <p:cNvPr id="10" name="TextBox 9">
              <a:extLst>
                <a:ext uri="{FF2B5EF4-FFF2-40B4-BE49-F238E27FC236}">
                  <a16:creationId xmlns:a16="http://schemas.microsoft.com/office/drawing/2014/main" id="{D29A772A-83F1-26C1-57F4-BD3A86006D82}"/>
                </a:ext>
              </a:extLst>
            </p:cNvPr>
            <p:cNvSpPr txBox="1"/>
            <p:nvPr/>
          </p:nvSpPr>
          <p:spPr>
            <a:xfrm>
              <a:off x="1397985" y="1020629"/>
              <a:ext cx="1576551" cy="462455"/>
            </a:xfrm>
            <a:prstGeom prst="rect">
              <a:avLst/>
            </a:prstGeom>
            <a:solidFill>
              <a:schemeClr val="bg1"/>
            </a:solidFill>
          </p:spPr>
          <p:txBody>
            <a:bodyPr wrap="square" rtlCol="0">
              <a:spAutoFit/>
            </a:bodyPr>
            <a:lstStyle/>
            <a:p>
              <a:endParaRPr lang="en-US"/>
            </a:p>
          </p:txBody>
        </p:sp>
      </p:grpSp>
      <p:sp>
        <p:nvSpPr>
          <p:cNvPr id="12" name="Rectangle: Rounded Corners 7">
            <a:extLst>
              <a:ext uri="{FF2B5EF4-FFF2-40B4-BE49-F238E27FC236}">
                <a16:creationId xmlns:a16="http://schemas.microsoft.com/office/drawing/2014/main" id="{4B4C7552-9B0A-7163-C475-629CEC1E8905}"/>
              </a:ext>
            </a:extLst>
          </p:cNvPr>
          <p:cNvSpPr/>
          <p:nvPr/>
        </p:nvSpPr>
        <p:spPr>
          <a:xfrm>
            <a:off x="300826" y="2057400"/>
            <a:ext cx="11681300" cy="42022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80220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218C94F-D4C2-149F-8B1A-A80BD568509A}"/>
              </a:ext>
            </a:extLst>
          </p:cNvPr>
          <p:cNvGrpSpPr/>
          <p:nvPr/>
        </p:nvGrpSpPr>
        <p:grpSpPr>
          <a:xfrm>
            <a:off x="16799" y="1482201"/>
            <a:ext cx="12173652" cy="4079614"/>
            <a:chOff x="18348" y="1350423"/>
            <a:chExt cx="12173652" cy="3498282"/>
          </a:xfrm>
        </p:grpSpPr>
        <p:pic>
          <p:nvPicPr>
            <p:cNvPr id="10" name="Picture 9" descr="A table with numbers and symbols&#10;&#10;Description automatically generated">
              <a:extLst>
                <a:ext uri="{FF2B5EF4-FFF2-40B4-BE49-F238E27FC236}">
                  <a16:creationId xmlns:a16="http://schemas.microsoft.com/office/drawing/2014/main" id="{827CB1CA-D369-3929-1ED9-B41E600033E0}"/>
                </a:ext>
              </a:extLst>
            </p:cNvPr>
            <p:cNvPicPr>
              <a:picLocks noChangeAspect="1"/>
            </p:cNvPicPr>
            <p:nvPr/>
          </p:nvPicPr>
          <p:blipFill>
            <a:blip r:embed="rId3"/>
            <a:stretch>
              <a:fillRect/>
            </a:stretch>
          </p:blipFill>
          <p:spPr>
            <a:xfrm>
              <a:off x="18348" y="1350423"/>
              <a:ext cx="12173652" cy="3498282"/>
            </a:xfrm>
            <a:prstGeom prst="rect">
              <a:avLst/>
            </a:prstGeom>
          </p:spPr>
        </p:pic>
        <p:sp>
          <p:nvSpPr>
            <p:cNvPr id="11" name="TextBox 10">
              <a:extLst>
                <a:ext uri="{FF2B5EF4-FFF2-40B4-BE49-F238E27FC236}">
                  <a16:creationId xmlns:a16="http://schemas.microsoft.com/office/drawing/2014/main" id="{116BA571-9284-E2C7-8DB8-EA83FEAC6AFA}"/>
                </a:ext>
              </a:extLst>
            </p:cNvPr>
            <p:cNvSpPr txBox="1"/>
            <p:nvPr/>
          </p:nvSpPr>
          <p:spPr>
            <a:xfrm>
              <a:off x="1616647" y="1350423"/>
              <a:ext cx="1576551" cy="462455"/>
            </a:xfrm>
            <a:prstGeom prst="rect">
              <a:avLst/>
            </a:prstGeom>
            <a:solidFill>
              <a:schemeClr val="bg1"/>
            </a:solidFill>
          </p:spPr>
          <p:txBody>
            <a:bodyPr wrap="square" rtlCol="0">
              <a:spAutoFit/>
            </a:bodyPr>
            <a:lstStyle/>
            <a:p>
              <a:endParaRPr lang="en-US"/>
            </a:p>
          </p:txBody>
        </p:sp>
      </p:grpSp>
      <p:sp>
        <p:nvSpPr>
          <p:cNvPr id="13" name="Rectangle: Rounded Corners 7">
            <a:extLst>
              <a:ext uri="{FF2B5EF4-FFF2-40B4-BE49-F238E27FC236}">
                <a16:creationId xmlns:a16="http://schemas.microsoft.com/office/drawing/2014/main" id="{32063F0D-D30C-13B3-E8C2-BC155A36D5FD}"/>
              </a:ext>
            </a:extLst>
          </p:cNvPr>
          <p:cNvSpPr/>
          <p:nvPr/>
        </p:nvSpPr>
        <p:spPr>
          <a:xfrm>
            <a:off x="359596" y="3720404"/>
            <a:ext cx="11577054" cy="99299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60639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70A527-C5C8-4B31-3EC4-FB25A4EDFAEE}"/>
              </a:ext>
            </a:extLst>
          </p:cNvPr>
          <p:cNvGrpSpPr/>
          <p:nvPr/>
        </p:nvGrpSpPr>
        <p:grpSpPr>
          <a:xfrm>
            <a:off x="1175807" y="382922"/>
            <a:ext cx="10024453" cy="5833872"/>
            <a:chOff x="1695840" y="237744"/>
            <a:chExt cx="8466230" cy="5833872"/>
          </a:xfrm>
        </p:grpSpPr>
        <p:pic>
          <p:nvPicPr>
            <p:cNvPr id="5" name="Picture 4" descr="A table of a chart&#10;&#10;Description automatically generated with low confidence">
              <a:extLst>
                <a:ext uri="{FF2B5EF4-FFF2-40B4-BE49-F238E27FC236}">
                  <a16:creationId xmlns:a16="http://schemas.microsoft.com/office/drawing/2014/main" id="{9D7D094B-83D5-DF1A-5D5C-47517361A153}"/>
                </a:ext>
              </a:extLst>
            </p:cNvPr>
            <p:cNvPicPr>
              <a:picLocks noChangeAspect="1"/>
            </p:cNvPicPr>
            <p:nvPr/>
          </p:nvPicPr>
          <p:blipFill>
            <a:blip r:embed="rId2"/>
            <a:stretch>
              <a:fillRect/>
            </a:stretch>
          </p:blipFill>
          <p:spPr>
            <a:xfrm>
              <a:off x="1695840" y="237744"/>
              <a:ext cx="8466230" cy="5833872"/>
            </a:xfrm>
            <a:prstGeom prst="rect">
              <a:avLst/>
            </a:prstGeom>
          </p:spPr>
        </p:pic>
        <p:sp>
          <p:nvSpPr>
            <p:cNvPr id="2" name="TextBox 1">
              <a:extLst>
                <a:ext uri="{FF2B5EF4-FFF2-40B4-BE49-F238E27FC236}">
                  <a16:creationId xmlns:a16="http://schemas.microsoft.com/office/drawing/2014/main" id="{C3666D94-491C-96FF-B9A0-3C99AFBCB6F4}"/>
                </a:ext>
              </a:extLst>
            </p:cNvPr>
            <p:cNvSpPr txBox="1"/>
            <p:nvPr/>
          </p:nvSpPr>
          <p:spPr>
            <a:xfrm>
              <a:off x="2918671" y="287439"/>
              <a:ext cx="1576551" cy="462455"/>
            </a:xfrm>
            <a:prstGeom prst="rect">
              <a:avLst/>
            </a:prstGeom>
            <a:solidFill>
              <a:schemeClr val="bg1"/>
            </a:solidFill>
          </p:spPr>
          <p:txBody>
            <a:bodyPr wrap="square" rtlCol="0">
              <a:spAutoFit/>
            </a:bodyPr>
            <a:lstStyle/>
            <a:p>
              <a:endParaRPr lang="en-US"/>
            </a:p>
          </p:txBody>
        </p:sp>
      </p:grpSp>
      <p:sp>
        <p:nvSpPr>
          <p:cNvPr id="8" name="Rectangle: Rounded Corners 7">
            <a:extLst>
              <a:ext uri="{FF2B5EF4-FFF2-40B4-BE49-F238E27FC236}">
                <a16:creationId xmlns:a16="http://schemas.microsoft.com/office/drawing/2014/main" id="{D7E16796-FB2E-F6C6-7C99-4167EAC27003}"/>
              </a:ext>
            </a:extLst>
          </p:cNvPr>
          <p:cNvSpPr/>
          <p:nvPr/>
        </p:nvSpPr>
        <p:spPr>
          <a:xfrm>
            <a:off x="9159961" y="5112647"/>
            <a:ext cx="603504" cy="42062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571788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3260AE33-75C9-DB53-9528-C6E8F8E4C642}"/>
              </a:ext>
            </a:extLst>
          </p:cNvPr>
          <p:cNvSpPr/>
          <p:nvPr/>
        </p:nvSpPr>
        <p:spPr>
          <a:xfrm>
            <a:off x="765312" y="2087217"/>
            <a:ext cx="10904173" cy="52677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FD363D10-11D8-3543-9AD7-5FB5DD176099}"/>
              </a:ext>
            </a:extLst>
          </p:cNvPr>
          <p:cNvSpPr/>
          <p:nvPr/>
        </p:nvSpPr>
        <p:spPr>
          <a:xfrm>
            <a:off x="395011" y="2359749"/>
            <a:ext cx="11126429" cy="45660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427A3CB9-EC40-654F-EA33-068B51EEEEAD}"/>
              </a:ext>
            </a:extLst>
          </p:cNvPr>
          <p:cNvGrpSpPr/>
          <p:nvPr/>
        </p:nvGrpSpPr>
        <p:grpSpPr>
          <a:xfrm>
            <a:off x="173693" y="1140237"/>
            <a:ext cx="11796989" cy="4577525"/>
            <a:chOff x="0" y="1072744"/>
            <a:chExt cx="11796989" cy="4577525"/>
          </a:xfrm>
        </p:grpSpPr>
        <p:pic>
          <p:nvPicPr>
            <p:cNvPr id="10" name="Picture 9" descr="A table with numbers and a number of numbers&#10;&#10;Description automatically generated with medium confidence">
              <a:extLst>
                <a:ext uri="{FF2B5EF4-FFF2-40B4-BE49-F238E27FC236}">
                  <a16:creationId xmlns:a16="http://schemas.microsoft.com/office/drawing/2014/main" id="{5775B3CC-8C97-8726-5BFA-B16FEA5532A3}"/>
                </a:ext>
              </a:extLst>
            </p:cNvPr>
            <p:cNvPicPr>
              <a:picLocks noChangeAspect="1"/>
            </p:cNvPicPr>
            <p:nvPr/>
          </p:nvPicPr>
          <p:blipFill>
            <a:blip r:embed="rId2"/>
            <a:stretch>
              <a:fillRect/>
            </a:stretch>
          </p:blipFill>
          <p:spPr>
            <a:xfrm>
              <a:off x="0" y="1072744"/>
              <a:ext cx="11796989" cy="4577525"/>
            </a:xfrm>
            <a:prstGeom prst="rect">
              <a:avLst/>
            </a:prstGeom>
          </p:spPr>
        </p:pic>
        <p:sp>
          <p:nvSpPr>
            <p:cNvPr id="11" name="TextBox 10">
              <a:extLst>
                <a:ext uri="{FF2B5EF4-FFF2-40B4-BE49-F238E27FC236}">
                  <a16:creationId xmlns:a16="http://schemas.microsoft.com/office/drawing/2014/main" id="{50E99692-0AF0-0DA1-DA59-724212DFDCA1}"/>
                </a:ext>
              </a:extLst>
            </p:cNvPr>
            <p:cNvSpPr txBox="1"/>
            <p:nvPr/>
          </p:nvSpPr>
          <p:spPr>
            <a:xfrm>
              <a:off x="563097" y="1117525"/>
              <a:ext cx="1576551" cy="462455"/>
            </a:xfrm>
            <a:prstGeom prst="rect">
              <a:avLst/>
            </a:prstGeom>
            <a:solidFill>
              <a:schemeClr val="bg1"/>
            </a:solidFill>
          </p:spPr>
          <p:txBody>
            <a:bodyPr wrap="square" rtlCol="0">
              <a:spAutoFit/>
            </a:bodyPr>
            <a:lstStyle/>
            <a:p>
              <a:endParaRPr lang="en-US"/>
            </a:p>
          </p:txBody>
        </p:sp>
      </p:grpSp>
      <p:sp>
        <p:nvSpPr>
          <p:cNvPr id="13" name="Rectangle: Rounded Corners 7">
            <a:extLst>
              <a:ext uri="{FF2B5EF4-FFF2-40B4-BE49-F238E27FC236}">
                <a16:creationId xmlns:a16="http://schemas.microsoft.com/office/drawing/2014/main" id="{72567DA0-05FC-CAF0-8777-7D97899A5AC7}"/>
              </a:ext>
            </a:extLst>
          </p:cNvPr>
          <p:cNvSpPr/>
          <p:nvPr/>
        </p:nvSpPr>
        <p:spPr>
          <a:xfrm>
            <a:off x="736790" y="2419115"/>
            <a:ext cx="10689898" cy="44787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7">
            <a:extLst>
              <a:ext uri="{FF2B5EF4-FFF2-40B4-BE49-F238E27FC236}">
                <a16:creationId xmlns:a16="http://schemas.microsoft.com/office/drawing/2014/main" id="{4EE1DEFF-BD2C-4CD1-6ECD-78D2E68C8515}"/>
              </a:ext>
            </a:extLst>
          </p:cNvPr>
          <p:cNvSpPr/>
          <p:nvPr/>
        </p:nvSpPr>
        <p:spPr>
          <a:xfrm>
            <a:off x="736790" y="4262844"/>
            <a:ext cx="10661376" cy="482775"/>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29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5BC6B9B-CF1A-46E4-DEF6-439AEEDFA92D}"/>
              </a:ext>
            </a:extLst>
          </p:cNvPr>
          <p:cNvGrpSpPr/>
          <p:nvPr/>
        </p:nvGrpSpPr>
        <p:grpSpPr>
          <a:xfrm>
            <a:off x="131584" y="1385740"/>
            <a:ext cx="11928831" cy="3469187"/>
            <a:chOff x="-1" y="1909504"/>
            <a:chExt cx="11928831" cy="2973392"/>
          </a:xfrm>
        </p:grpSpPr>
        <p:pic>
          <p:nvPicPr>
            <p:cNvPr id="10" name="Picture 9" descr="A table with numbers and text&#10;&#10;Description automatically generated">
              <a:extLst>
                <a:ext uri="{FF2B5EF4-FFF2-40B4-BE49-F238E27FC236}">
                  <a16:creationId xmlns:a16="http://schemas.microsoft.com/office/drawing/2014/main" id="{2122E29C-CB87-EE6C-F66D-69A3FAF5B983}"/>
                </a:ext>
              </a:extLst>
            </p:cNvPr>
            <p:cNvPicPr>
              <a:picLocks noChangeAspect="1"/>
            </p:cNvPicPr>
            <p:nvPr/>
          </p:nvPicPr>
          <p:blipFill>
            <a:blip r:embed="rId3"/>
            <a:stretch>
              <a:fillRect/>
            </a:stretch>
          </p:blipFill>
          <p:spPr>
            <a:xfrm>
              <a:off x="-1" y="1909504"/>
              <a:ext cx="11928831" cy="2973392"/>
            </a:xfrm>
            <a:prstGeom prst="rect">
              <a:avLst/>
            </a:prstGeom>
          </p:spPr>
        </p:pic>
        <p:sp>
          <p:nvSpPr>
            <p:cNvPr id="9" name="TextBox 8">
              <a:extLst>
                <a:ext uri="{FF2B5EF4-FFF2-40B4-BE49-F238E27FC236}">
                  <a16:creationId xmlns:a16="http://schemas.microsoft.com/office/drawing/2014/main" id="{78A01AB6-572B-446A-C9C2-5A914AC8E60B}"/>
                </a:ext>
              </a:extLst>
            </p:cNvPr>
            <p:cNvSpPr txBox="1"/>
            <p:nvPr/>
          </p:nvSpPr>
          <p:spPr>
            <a:xfrm>
              <a:off x="3137332" y="1909504"/>
              <a:ext cx="1576551" cy="462455"/>
            </a:xfrm>
            <a:prstGeom prst="rect">
              <a:avLst/>
            </a:prstGeom>
            <a:solidFill>
              <a:schemeClr val="bg1"/>
            </a:solidFill>
          </p:spPr>
          <p:txBody>
            <a:bodyPr wrap="square" rtlCol="0">
              <a:spAutoFit/>
            </a:bodyPr>
            <a:lstStyle/>
            <a:p>
              <a:endParaRPr lang="en-US"/>
            </a:p>
          </p:txBody>
        </p:sp>
      </p:grpSp>
      <p:sp>
        <p:nvSpPr>
          <p:cNvPr id="12" name="Rectangle: Rounded Corners 7">
            <a:extLst>
              <a:ext uri="{FF2B5EF4-FFF2-40B4-BE49-F238E27FC236}">
                <a16:creationId xmlns:a16="http://schemas.microsoft.com/office/drawing/2014/main" id="{5445E28E-8A6C-2606-35BF-72D040193BB8}"/>
              </a:ext>
            </a:extLst>
          </p:cNvPr>
          <p:cNvSpPr/>
          <p:nvPr/>
        </p:nvSpPr>
        <p:spPr>
          <a:xfrm>
            <a:off x="356516" y="3733013"/>
            <a:ext cx="11377411" cy="42420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004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Summary of key results</a:t>
            </a:r>
            <a:endParaRPr lang="en-GB"/>
          </a:p>
        </p:txBody>
      </p:sp>
      <p:graphicFrame>
        <p:nvGraphicFramePr>
          <p:cNvPr id="4" name="Table 4">
            <a:extLst>
              <a:ext uri="{FF2B5EF4-FFF2-40B4-BE49-F238E27FC236}">
                <a16:creationId xmlns:a16="http://schemas.microsoft.com/office/drawing/2014/main" id="{BFE484AB-1028-DA68-5D7D-73920FD20833}"/>
              </a:ext>
            </a:extLst>
          </p:cNvPr>
          <p:cNvGraphicFramePr>
            <a:graphicFrameLocks noGrp="1"/>
          </p:cNvGraphicFramePr>
          <p:nvPr>
            <p:extLst>
              <p:ext uri="{D42A27DB-BD31-4B8C-83A1-F6EECF244321}">
                <p14:modId xmlns:p14="http://schemas.microsoft.com/office/powerpoint/2010/main" val="954412789"/>
              </p:ext>
            </p:extLst>
          </p:nvPr>
        </p:nvGraphicFramePr>
        <p:xfrm>
          <a:off x="1650002" y="1639197"/>
          <a:ext cx="9904492" cy="4419600"/>
        </p:xfrm>
        <a:graphic>
          <a:graphicData uri="http://schemas.openxmlformats.org/drawingml/2006/table">
            <a:tbl>
              <a:tblPr firstRow="1" bandRow="1">
                <a:tableStyleId>{2D5ABB26-0587-4C30-8999-92F81FD0307C}</a:tableStyleId>
              </a:tblPr>
              <a:tblGrid>
                <a:gridCol w="2592286">
                  <a:extLst>
                    <a:ext uri="{9D8B030D-6E8A-4147-A177-3AD203B41FA5}">
                      <a16:colId xmlns:a16="http://schemas.microsoft.com/office/drawing/2014/main" val="1914168363"/>
                    </a:ext>
                  </a:extLst>
                </a:gridCol>
                <a:gridCol w="7312206">
                  <a:extLst>
                    <a:ext uri="{9D8B030D-6E8A-4147-A177-3AD203B41FA5}">
                      <a16:colId xmlns:a16="http://schemas.microsoft.com/office/drawing/2014/main" val="1191661587"/>
                    </a:ext>
                  </a:extLst>
                </a:gridCol>
              </a:tblGrid>
              <a:tr h="370840">
                <a:tc>
                  <a:txBody>
                    <a:bodyPr/>
                    <a:lstStyle/>
                    <a:p>
                      <a:r>
                        <a:rPr lang="en-GB" sz="2000" b="1"/>
                        <a:t>Indicator </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2000" b="1"/>
                        <a:t>Summary</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42839910"/>
                  </a:ext>
                </a:extLst>
              </a:tr>
              <a:tr h="370840">
                <a:tc>
                  <a:txBody>
                    <a:bodyPr/>
                    <a:lstStyle/>
                    <a:p>
                      <a:r>
                        <a:rPr lang="en-GB"/>
                        <a:t>1. rCARI-Inc</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Not significantly different from standard CARI (CARI-FES) in Myanmar &amp; Ecuador</a:t>
                      </a:r>
                    </a:p>
                    <a:p>
                      <a:r>
                        <a:rPr lang="en-GB"/>
                        <a:t>In CAR results are significant but on the conservative in estimating FI by 21%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61862318"/>
                  </a:ext>
                </a:extLst>
              </a:tr>
              <a:tr h="370840">
                <a:tc>
                  <a:txBody>
                    <a:bodyPr/>
                    <a:lstStyle/>
                    <a:p>
                      <a:r>
                        <a:rPr lang="en-GB"/>
                        <a:t>2. CARI-Inc</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a:t>Significantly under reports FI across the 3 pilot countries by between 6% and 22%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3079779"/>
                  </a:ext>
                </a:extLst>
              </a:tr>
              <a:tr h="387555">
                <a:tc>
                  <a:txBody>
                    <a:bodyPr/>
                    <a:lstStyle/>
                    <a:p>
                      <a:r>
                        <a:rPr lang="en-GB"/>
                        <a:t>3. rCARI-FES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en-GB" sz="1800" kern="1200">
                          <a:solidFill>
                            <a:schemeClr val="tx1"/>
                          </a:solidFill>
                          <a:latin typeface="+mn-lt"/>
                          <a:ea typeface="+mn-ea"/>
                          <a:cs typeface="+mn-cs"/>
                        </a:rPr>
                        <a:t>Over-reports food insecurity compared to the standard CARI by between 16% and 17%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546857"/>
                  </a:ext>
                </a:extLst>
              </a:tr>
              <a:tr h="387555">
                <a:tc>
                  <a:txBody>
                    <a:bodyPr/>
                    <a:lstStyle/>
                    <a:p>
                      <a:r>
                        <a:rPr lang="en-GB"/>
                        <a:t>4. FES, FCS, rCSI &amp; Income source</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en-GB" sz="1800" kern="1200">
                          <a:solidFill>
                            <a:schemeClr val="tx1"/>
                          </a:solidFill>
                          <a:latin typeface="+mn-lt"/>
                          <a:ea typeface="+mn-ea"/>
                          <a:cs typeface="+mn-cs"/>
                        </a:rPr>
                        <a:t>Similar results found between remote and F2F modalities (where there is difference, the magnitude is minimal (FES = 5 to 8 points), (FCS = 1 to 8 points), (rCSI = -1 and 4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2571627"/>
                  </a:ext>
                </a:extLst>
              </a:tr>
              <a:tr h="387555">
                <a:tc>
                  <a:txBody>
                    <a:bodyPr/>
                    <a:lstStyle/>
                    <a:p>
                      <a:r>
                        <a:rPr lang="en-GB"/>
                        <a:t>5. LCS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defTabSz="914400" rtl="0" eaLnBrk="1" latinLnBrk="0" hangingPunct="1"/>
                      <a:r>
                        <a:rPr lang="en-GB" sz="1800" kern="1200">
                          <a:solidFill>
                            <a:schemeClr val="tx1"/>
                          </a:solidFill>
                          <a:latin typeface="+mn-lt"/>
                          <a:ea typeface="+mn-ea"/>
                          <a:cs typeface="+mn-cs"/>
                        </a:rPr>
                        <a:t>Is significantly higher over the phone compared to F2F (between 18 and 28% points)</a:t>
                      </a:r>
                    </a:p>
                  </a:txBody>
                  <a:tcPr>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chemeClr val="accent5">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4839250"/>
                  </a:ext>
                </a:extLst>
              </a:tr>
            </a:tbl>
          </a:graphicData>
        </a:graphic>
      </p:graphicFrame>
    </p:spTree>
    <p:extLst>
      <p:ext uri="{BB962C8B-B14F-4D97-AF65-F5344CB8AC3E}">
        <p14:creationId xmlns:p14="http://schemas.microsoft.com/office/powerpoint/2010/main" val="1269601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Highlights…</a:t>
            </a:r>
            <a:endParaRPr lang="en-GB"/>
          </a:p>
        </p:txBody>
      </p:sp>
      <p:sp>
        <p:nvSpPr>
          <p:cNvPr id="7" name="Title 1">
            <a:extLst>
              <a:ext uri="{FF2B5EF4-FFF2-40B4-BE49-F238E27FC236}">
                <a16:creationId xmlns:a16="http://schemas.microsoft.com/office/drawing/2014/main" id="{5498A428-ABC0-B85E-0983-8297FF245257}"/>
              </a:ext>
            </a:extLst>
          </p:cNvPr>
          <p:cNvSpPr txBox="1">
            <a:spLocks/>
          </p:cNvSpPr>
          <p:nvPr/>
        </p:nvSpPr>
        <p:spPr>
          <a:xfrm>
            <a:off x="756523" y="2511425"/>
            <a:ext cx="11003632" cy="1277938"/>
          </a:xfrm>
          <a:prstGeom prst="rect">
            <a:avLst/>
          </a:prstGeom>
        </p:spPr>
        <p:txBody>
          <a:bodyPr vert="horz" lIns="91440" tIns="45720" rIns="91440" bIns="45720" rtlCol="0" anchor="ctr">
            <a:normAutofit/>
          </a:bodyPr>
          <a:lstStyle>
            <a:lvl1pPr marL="0" marR="0" indent="0" algn="l" defTabSz="914400" rtl="0" eaLnBrk="1" fontAlgn="auto" latinLnBrk="0" hangingPunct="1">
              <a:lnSpc>
                <a:spcPct val="90000"/>
              </a:lnSpc>
              <a:spcBef>
                <a:spcPct val="0"/>
              </a:spcBef>
              <a:spcAft>
                <a:spcPts val="0"/>
              </a:spcAft>
              <a:buClrTx/>
              <a:buSzTx/>
              <a:buFontTx/>
              <a:buNone/>
              <a:tabLst/>
              <a:defRPr sz="3000" b="1" i="0" kern="120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US"/>
              <a:t>What happens replacing FES with Income change variable?</a:t>
            </a:r>
            <a:endParaRPr lang="en-GB"/>
          </a:p>
        </p:txBody>
      </p:sp>
    </p:spTree>
    <p:extLst>
      <p:ext uri="{BB962C8B-B14F-4D97-AF65-F5344CB8AC3E}">
        <p14:creationId xmlns:p14="http://schemas.microsoft.com/office/powerpoint/2010/main" val="29775300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Highlights…</a:t>
            </a:r>
            <a:endParaRPr lang="en-GB"/>
          </a:p>
        </p:txBody>
      </p:sp>
      <p:graphicFrame>
        <p:nvGraphicFramePr>
          <p:cNvPr id="5" name="Table 4">
            <a:extLst>
              <a:ext uri="{FF2B5EF4-FFF2-40B4-BE49-F238E27FC236}">
                <a16:creationId xmlns:a16="http://schemas.microsoft.com/office/drawing/2014/main" id="{58754F2C-FFD2-D4CB-8F8D-3B182C4AC975}"/>
              </a:ext>
            </a:extLst>
          </p:cNvPr>
          <p:cNvGraphicFramePr>
            <a:graphicFrameLocks noGrp="1"/>
          </p:cNvGraphicFramePr>
          <p:nvPr>
            <p:extLst>
              <p:ext uri="{D42A27DB-BD31-4B8C-83A1-F6EECF244321}">
                <p14:modId xmlns:p14="http://schemas.microsoft.com/office/powerpoint/2010/main" val="1431432301"/>
              </p:ext>
            </p:extLst>
          </p:nvPr>
        </p:nvGraphicFramePr>
        <p:xfrm>
          <a:off x="973138" y="2361238"/>
          <a:ext cx="10667999" cy="2800438"/>
        </p:xfrm>
        <a:graphic>
          <a:graphicData uri="http://schemas.openxmlformats.org/drawingml/2006/table">
            <a:tbl>
              <a:tblPr firstRow="1" firstCol="1" bandRow="1"/>
              <a:tblGrid>
                <a:gridCol w="2112687">
                  <a:extLst>
                    <a:ext uri="{9D8B030D-6E8A-4147-A177-3AD203B41FA5}">
                      <a16:colId xmlns:a16="http://schemas.microsoft.com/office/drawing/2014/main" val="3067649371"/>
                    </a:ext>
                  </a:extLst>
                </a:gridCol>
                <a:gridCol w="817332">
                  <a:extLst>
                    <a:ext uri="{9D8B030D-6E8A-4147-A177-3AD203B41FA5}">
                      <a16:colId xmlns:a16="http://schemas.microsoft.com/office/drawing/2014/main" val="3451610103"/>
                    </a:ext>
                  </a:extLst>
                </a:gridCol>
                <a:gridCol w="817332">
                  <a:extLst>
                    <a:ext uri="{9D8B030D-6E8A-4147-A177-3AD203B41FA5}">
                      <a16:colId xmlns:a16="http://schemas.microsoft.com/office/drawing/2014/main" val="1895890447"/>
                    </a:ext>
                  </a:extLst>
                </a:gridCol>
                <a:gridCol w="817332">
                  <a:extLst>
                    <a:ext uri="{9D8B030D-6E8A-4147-A177-3AD203B41FA5}">
                      <a16:colId xmlns:a16="http://schemas.microsoft.com/office/drawing/2014/main" val="2451533969"/>
                    </a:ext>
                  </a:extLst>
                </a:gridCol>
                <a:gridCol w="1412726">
                  <a:extLst>
                    <a:ext uri="{9D8B030D-6E8A-4147-A177-3AD203B41FA5}">
                      <a16:colId xmlns:a16="http://schemas.microsoft.com/office/drawing/2014/main" val="1179200498"/>
                    </a:ext>
                  </a:extLst>
                </a:gridCol>
                <a:gridCol w="781765">
                  <a:extLst>
                    <a:ext uri="{9D8B030D-6E8A-4147-A177-3AD203B41FA5}">
                      <a16:colId xmlns:a16="http://schemas.microsoft.com/office/drawing/2014/main" val="2100417856"/>
                    </a:ext>
                  </a:extLst>
                </a:gridCol>
                <a:gridCol w="781765">
                  <a:extLst>
                    <a:ext uri="{9D8B030D-6E8A-4147-A177-3AD203B41FA5}">
                      <a16:colId xmlns:a16="http://schemas.microsoft.com/office/drawing/2014/main" val="763861288"/>
                    </a:ext>
                  </a:extLst>
                </a:gridCol>
                <a:gridCol w="781765">
                  <a:extLst>
                    <a:ext uri="{9D8B030D-6E8A-4147-A177-3AD203B41FA5}">
                      <a16:colId xmlns:a16="http://schemas.microsoft.com/office/drawing/2014/main" val="992429507"/>
                    </a:ext>
                  </a:extLst>
                </a:gridCol>
                <a:gridCol w="781765">
                  <a:extLst>
                    <a:ext uri="{9D8B030D-6E8A-4147-A177-3AD203B41FA5}">
                      <a16:colId xmlns:a16="http://schemas.microsoft.com/office/drawing/2014/main" val="2097599463"/>
                    </a:ext>
                  </a:extLst>
                </a:gridCol>
                <a:gridCol w="781765">
                  <a:extLst>
                    <a:ext uri="{9D8B030D-6E8A-4147-A177-3AD203B41FA5}">
                      <a16:colId xmlns:a16="http://schemas.microsoft.com/office/drawing/2014/main" val="1234033355"/>
                    </a:ext>
                  </a:extLst>
                </a:gridCol>
                <a:gridCol w="781765">
                  <a:extLst>
                    <a:ext uri="{9D8B030D-6E8A-4147-A177-3AD203B41FA5}">
                      <a16:colId xmlns:a16="http://schemas.microsoft.com/office/drawing/2014/main" val="2316168806"/>
                    </a:ext>
                  </a:extLst>
                </a:gridCol>
              </a:tblGrid>
              <a:tr h="477837">
                <a:tc>
                  <a:txBody>
                    <a:bodyPr/>
                    <a:lstStyle/>
                    <a:p>
                      <a:pPr marL="6350" marR="93345" indent="-6350" algn="ctr">
                        <a:lnSpc>
                          <a:spcPct val="107000"/>
                        </a:lnSpc>
                        <a:spcAft>
                          <a:spcPts val="770"/>
                        </a:spcAft>
                      </a:pPr>
                      <a:r>
                        <a:rPr lang="en-US" sz="1600" b="1" kern="100">
                          <a:solidFill>
                            <a:srgbClr val="000000"/>
                          </a:solidFill>
                          <a:effectLst/>
                          <a:latin typeface="+mn-lt"/>
                          <a:ea typeface="Calibri" panose="020F0502020204030204" pitchFamily="34" charset="0"/>
                          <a:cs typeface="Calibri" panose="020F0502020204030204" pitchFamily="34" charset="0"/>
                        </a:rPr>
                        <a:t> </a:t>
                      </a:r>
                      <a:endParaRPr lang="en-GB" sz="24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MMR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ECU</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CAR</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MMR</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ECU</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CAR</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3">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Diff (Inc-FES)</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ctr">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84466535"/>
                  </a:ext>
                </a:extLst>
              </a:tr>
              <a:tr h="437322">
                <a:tc>
                  <a:txBody>
                    <a:bodyPr/>
                    <a:lstStyle/>
                    <a:p>
                      <a:pPr marL="6350" marR="93345" indent="-6350" algn="l">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Income source</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rgbClr val="000000"/>
                      </a:solidFill>
                      <a:prstDash val="solid"/>
                      <a:round/>
                      <a:headEnd type="none" w="med" len="med"/>
                      <a:tailEnd type="none" w="med" len="med"/>
                    </a:lnB>
                  </a:tcPr>
                </a:tc>
                <a:tc gridSpan="3">
                  <a:txBody>
                    <a:bodyPr/>
                    <a:lstStyle/>
                    <a:p>
                      <a:pPr marL="6350" marR="93345" indent="-6350" algn="ctr">
                        <a:lnSpc>
                          <a:spcPct val="107000"/>
                        </a:lnSpc>
                        <a:spcAft>
                          <a:spcPts val="770"/>
                        </a:spcAft>
                      </a:pPr>
                      <a:r>
                        <a:rPr lang="en-US" sz="1800" b="1" kern="100">
                          <a:solidFill>
                            <a:schemeClr val="accent1">
                              <a:lumMod val="75000"/>
                            </a:schemeClr>
                          </a:solidFill>
                          <a:effectLst/>
                          <a:latin typeface="+mn-lt"/>
                          <a:ea typeface="Calibri" panose="020F0502020204030204" pitchFamily="34" charset="0"/>
                          <a:cs typeface="Calibri" panose="020F0502020204030204" pitchFamily="34" charset="0"/>
                        </a:rPr>
                        <a:t>F2F-HH</a:t>
                      </a: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508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FES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gridSpan="3">
                  <a:txBody>
                    <a:bodyPr/>
                    <a:lstStyle/>
                    <a:p>
                      <a:pPr marL="29845" marR="93345" indent="-6350" algn="ctr">
                        <a:lnSpc>
                          <a:spcPct val="107000"/>
                        </a:lnSpc>
                        <a:spcAft>
                          <a:spcPts val="770"/>
                        </a:spcAft>
                      </a:pPr>
                      <a:r>
                        <a:rPr lang="en-US" sz="1800" b="1" kern="100">
                          <a:solidFill>
                            <a:schemeClr val="accent1">
                              <a:lumMod val="75000"/>
                            </a:schemeClr>
                          </a:solidFill>
                          <a:effectLst/>
                          <a:latin typeface="+mn-lt"/>
                          <a:ea typeface="Calibri" panose="020F0502020204030204" pitchFamily="34" charset="0"/>
                          <a:cs typeface="Calibri" panose="020F0502020204030204" pitchFamily="34" charset="0"/>
                        </a:rPr>
                        <a:t>F2F-HH</a:t>
                      </a:r>
                      <a:endParaRPr lang="en-GB" sz="2800" kern="100">
                        <a:solidFill>
                          <a:schemeClr val="accent1">
                            <a:lumMod val="75000"/>
                          </a:schemeClr>
                        </a:solidFill>
                        <a:effectLst/>
                        <a:latin typeface="+mn-lt"/>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hMerge="1">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F2F</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MMR</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ECU</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CAR</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31026089"/>
                  </a:ext>
                </a:extLst>
              </a:tr>
              <a:tr h="426687">
                <a:tc>
                  <a:txBody>
                    <a:bodyPr/>
                    <a:lstStyle/>
                    <a:p>
                      <a:pPr marL="4953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Irregular &amp; reduce</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0.28</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0.26</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0.12</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FES: 65-75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0.27</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0.19</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0.13</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0.01</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0.07</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-0.01</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564834742"/>
                  </a:ext>
                </a:extLst>
              </a:tr>
              <a:tr h="417444">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No income sources</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0.11</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0.17</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0.01</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FES: &gt;= 75</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0.30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0.49</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0.44</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-0.19</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-0.32</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-0.43</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a:noFill/>
                    </a:lnB>
                  </a:tcPr>
                </a:tc>
                <a:extLst>
                  <a:ext uri="{0D108BD9-81ED-4DB2-BD59-A6C34878D82A}">
                    <a16:rowId xmlns:a16="http://schemas.microsoft.com/office/drawing/2014/main" val="121726729"/>
                  </a:ext>
                </a:extLst>
              </a:tr>
              <a:tr h="337930">
                <a:tc>
                  <a:txBody>
                    <a:bodyPr/>
                    <a:lstStyle/>
                    <a:p>
                      <a:pPr marL="55880" marR="93345" indent="-6350" algn="l">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Irregular &amp; No income </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0.39</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0.43</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0.13</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55880" marR="93345" indent="-6350" algn="l">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FES &gt;= 65</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5588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0.57</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0.68</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rgbClr val="000000"/>
                          </a:solidFill>
                          <a:effectLst/>
                          <a:latin typeface="+mn-lt"/>
                          <a:ea typeface="Calibri" panose="020F0502020204030204" pitchFamily="34" charset="0"/>
                          <a:cs typeface="Calibri" panose="020F0502020204030204" pitchFamily="34" charset="0"/>
                        </a:rPr>
                        <a:t>0.57</a:t>
                      </a:r>
                      <a:endParaRPr lang="en-GB" sz="2800" b="1"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-0.18</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-0.25</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-0.44</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a:noFill/>
                    </a:lnT>
                    <a:lnB w="28575" cap="flat" cmpd="sng" algn="ctr">
                      <a:solidFill>
                        <a:schemeClr val="accent5">
                          <a:lumMod val="10000"/>
                        </a:schemeClr>
                      </a:solidFill>
                      <a:prstDash val="solid"/>
                      <a:round/>
                      <a:headEnd type="none" w="med" len="med"/>
                      <a:tailEnd type="none" w="med" len="med"/>
                    </a:lnB>
                  </a:tcPr>
                </a:tc>
                <a:extLst>
                  <a:ext uri="{0D108BD9-81ED-4DB2-BD59-A6C34878D82A}">
                    <a16:rowId xmlns:a16="http://schemas.microsoft.com/office/drawing/2014/main" val="4123300678"/>
                  </a:ext>
                </a:extLst>
              </a:tr>
              <a:tr h="455741">
                <a:tc>
                  <a:txBody>
                    <a:bodyPr/>
                    <a:lstStyle/>
                    <a:p>
                      <a:pPr marL="55880" marR="93345" indent="-6350" algn="l">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Observations</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610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760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294</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 </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5588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610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760</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kern="100">
                          <a:solidFill>
                            <a:srgbClr val="000000"/>
                          </a:solidFill>
                          <a:effectLst/>
                          <a:latin typeface="+mn-lt"/>
                          <a:ea typeface="Calibri" panose="020F0502020204030204" pitchFamily="34" charset="0"/>
                          <a:cs typeface="Calibri" panose="020F0502020204030204" pitchFamily="34" charset="0"/>
                        </a:rPr>
                        <a:t>294</a:t>
                      </a:r>
                      <a:endParaRPr lang="en-GB" sz="2800" kern="100">
                        <a:solidFill>
                          <a:srgbClr val="000000"/>
                        </a:solidFill>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610</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760</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6350" marR="93345" indent="-6350" algn="ctr">
                        <a:lnSpc>
                          <a:spcPct val="107000"/>
                        </a:lnSpc>
                        <a:spcAft>
                          <a:spcPts val="770"/>
                        </a:spcAft>
                      </a:pPr>
                      <a:r>
                        <a:rPr lang="en-US" sz="1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Calibri" panose="020F0502020204030204" pitchFamily="34" charset="0"/>
                        </a:rPr>
                        <a:t>294</a:t>
                      </a:r>
                      <a:endParaRPr lang="en-GB" sz="2800" b="1" kern="100">
                        <a:solidFill>
                          <a:schemeClr val="accent6">
                            <a:lumMod val="50000"/>
                          </a:schemeClr>
                        </a:solidFill>
                        <a:effectLst>
                          <a:outerShdw blurRad="38100" dist="38100" dir="2700000" algn="tl">
                            <a:srgbClr val="000000">
                              <a:alpha val="43137"/>
                            </a:srgbClr>
                          </a:outerShdw>
                        </a:effectLst>
                        <a:latin typeface="+mn-lt"/>
                        <a:ea typeface="Calibri" panose="020F0502020204030204" pitchFamily="34" charset="0"/>
                        <a:cs typeface="Arial" panose="020B0604020202020204" pitchFamily="34" charset="0"/>
                      </a:endParaRPr>
                    </a:p>
                  </a:txBody>
                  <a:tcPr marL="68580" marR="49530" marT="11430" marB="0" anchor="b">
                    <a:lnL>
                      <a:noFill/>
                    </a:lnL>
                    <a:lnR>
                      <a:noFill/>
                    </a:lnR>
                    <a:lnT w="28575" cap="flat" cmpd="sng" algn="ctr">
                      <a:solidFill>
                        <a:schemeClr val="accent5">
                          <a:lumMod val="10000"/>
                        </a:schemeClr>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10887"/>
                  </a:ext>
                </a:extLst>
              </a:tr>
            </a:tbl>
          </a:graphicData>
        </a:graphic>
      </p:graphicFrame>
      <p:sp>
        <p:nvSpPr>
          <p:cNvPr id="6" name="Rectangle: Rounded Corners 7">
            <a:extLst>
              <a:ext uri="{FF2B5EF4-FFF2-40B4-BE49-F238E27FC236}">
                <a16:creationId xmlns:a16="http://schemas.microsoft.com/office/drawing/2014/main" id="{DF45784A-1C0B-E978-2040-BC051EF144D6}"/>
              </a:ext>
            </a:extLst>
          </p:cNvPr>
          <p:cNvSpPr/>
          <p:nvPr/>
        </p:nvSpPr>
        <p:spPr>
          <a:xfrm>
            <a:off x="973138" y="4174432"/>
            <a:ext cx="10667999" cy="506892"/>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97183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637506" y="530225"/>
            <a:ext cx="11003632" cy="1277938"/>
          </a:xfrm>
        </p:spPr>
        <p:txBody>
          <a:bodyPr anchor="ctr">
            <a:normAutofit/>
          </a:bodyPr>
          <a:lstStyle/>
          <a:p>
            <a:r>
              <a:rPr lang="en-US"/>
              <a:t>Highlights…</a:t>
            </a:r>
            <a:endParaRPr lang="en-GB"/>
          </a:p>
        </p:txBody>
      </p:sp>
      <p:sp>
        <p:nvSpPr>
          <p:cNvPr id="3" name="TextBox 2">
            <a:extLst>
              <a:ext uri="{FF2B5EF4-FFF2-40B4-BE49-F238E27FC236}">
                <a16:creationId xmlns:a16="http://schemas.microsoft.com/office/drawing/2014/main" id="{5F502638-203D-B2B7-27A3-1DE160F39D26}"/>
              </a:ext>
            </a:extLst>
          </p:cNvPr>
          <p:cNvSpPr txBox="1"/>
          <p:nvPr/>
        </p:nvSpPr>
        <p:spPr>
          <a:xfrm>
            <a:off x="1487083" y="2205728"/>
            <a:ext cx="9993086" cy="2813142"/>
          </a:xfrm>
          <a:prstGeom prst="rect">
            <a:avLst/>
          </a:prstGeom>
          <a:noFill/>
          <a:ln w="28575">
            <a:solidFill>
              <a:srgbClr val="0070BA"/>
            </a:solidFill>
          </a:ln>
        </p:spPr>
        <p:txBody>
          <a:bodyPr wrap="square" rtlCol="0">
            <a:spAutoFit/>
          </a:bodyPr>
          <a:lstStyle/>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Conventional rCARI (income) largely underreports FI</a:t>
            </a:r>
          </a:p>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All indicators are largely comparable between F2F and Remote</a:t>
            </a:r>
          </a:p>
          <a:p>
            <a:pPr marL="742950" lvl="1"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Where different, it is </a:t>
            </a:r>
            <a:r>
              <a:rPr lang="en-GB" sz="2000" b="1">
                <a:latin typeface="Open Sans" pitchFamily="2" charset="0"/>
                <a:ea typeface="Open Sans" pitchFamily="2" charset="0"/>
                <a:cs typeface="Open Sans" pitchFamily="2" charset="0"/>
              </a:rPr>
              <a:t>MINIMAL</a:t>
            </a:r>
          </a:p>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FI estimated by the FES as an absolute value is always higher compared to the Income and income sources indicator</a:t>
            </a:r>
          </a:p>
          <a:p>
            <a:pPr marL="285750" indent="-285750">
              <a:lnSpc>
                <a:spcPct val="150000"/>
              </a:lnSpc>
              <a:buFont typeface="Courier New" panose="02070309020205020404" pitchFamily="49" charset="0"/>
              <a:buChar char="o"/>
            </a:pPr>
            <a:r>
              <a:rPr lang="en-GB" sz="2000">
                <a:latin typeface="Open Sans" pitchFamily="2" charset="0"/>
                <a:ea typeface="Open Sans" pitchFamily="2" charset="0"/>
                <a:cs typeface="Open Sans" pitchFamily="2" charset="0"/>
              </a:rPr>
              <a:t>If Income replaces FES, CARI will be conservative in reporting FI</a:t>
            </a:r>
          </a:p>
        </p:txBody>
      </p:sp>
    </p:spTree>
    <p:extLst>
      <p:ext uri="{BB962C8B-B14F-4D97-AF65-F5344CB8AC3E}">
        <p14:creationId xmlns:p14="http://schemas.microsoft.com/office/powerpoint/2010/main" val="166106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6E23-B95D-E373-6EDB-2C8510CBEE16}"/>
              </a:ext>
            </a:extLst>
          </p:cNvPr>
          <p:cNvSpPr>
            <a:spLocks noGrp="1"/>
          </p:cNvSpPr>
          <p:nvPr>
            <p:ph type="title"/>
          </p:nvPr>
        </p:nvSpPr>
        <p:spPr>
          <a:xfrm>
            <a:off x="1087880" y="412663"/>
            <a:ext cx="10542124" cy="1152000"/>
          </a:xfrm>
        </p:spPr>
        <p:txBody>
          <a:bodyPr anchor="ctr">
            <a:normAutofit/>
          </a:bodyPr>
          <a:lstStyle/>
          <a:p>
            <a:r>
              <a:rPr lang="en-US"/>
              <a:t>Next steps…</a:t>
            </a:r>
            <a:endParaRPr lang="en-GB"/>
          </a:p>
        </p:txBody>
      </p:sp>
      <p:sp>
        <p:nvSpPr>
          <p:cNvPr id="3" name="TextBox 2">
            <a:extLst>
              <a:ext uri="{FF2B5EF4-FFF2-40B4-BE49-F238E27FC236}">
                <a16:creationId xmlns:a16="http://schemas.microsoft.com/office/drawing/2014/main" id="{DE7C056F-9D7F-4B72-99AA-CBF424D71D1A}"/>
              </a:ext>
            </a:extLst>
          </p:cNvPr>
          <p:cNvSpPr txBox="1"/>
          <p:nvPr/>
        </p:nvSpPr>
        <p:spPr>
          <a:xfrm>
            <a:off x="1087880" y="1637478"/>
            <a:ext cx="10342120" cy="3911264"/>
          </a:xfrm>
          <a:prstGeom prst="rect">
            <a:avLst/>
          </a:prstGeom>
          <a:noFill/>
          <a:ln w="28575">
            <a:solidFill>
              <a:srgbClr val="0070BA"/>
            </a:solidFill>
          </a:ln>
        </p:spPr>
        <p:txBody>
          <a:bodyPr wrap="square" rtlCol="0" anchor="ctr">
            <a:spAutoFit/>
          </a:bodyPr>
          <a:lstStyle/>
          <a:p>
            <a:pPr marL="342900"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Resume data collection – Burkina Faso, Lebanon &amp; Guatemala</a:t>
            </a:r>
          </a:p>
          <a:p>
            <a:pPr marL="342900"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Further in-depth analysis of the data</a:t>
            </a:r>
          </a:p>
          <a:p>
            <a:pPr marL="800100" lvl="1"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Aggregate the full sample from CAR </a:t>
            </a:r>
          </a:p>
          <a:p>
            <a:pPr marL="800100" lvl="1"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Apply weights to the data particularly RM (where possible)</a:t>
            </a:r>
          </a:p>
          <a:p>
            <a:pPr marL="800100" lvl="1"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Long and Short modules</a:t>
            </a:r>
          </a:p>
          <a:p>
            <a:pPr marL="342900" indent="-342900">
              <a:lnSpc>
                <a:spcPct val="150000"/>
              </a:lnSpc>
              <a:buFont typeface="Arial" panose="020B0604020202020204" pitchFamily="34" charset="0"/>
              <a:buChar char="•"/>
            </a:pPr>
            <a:r>
              <a:rPr lang="en-US" sz="2400">
                <a:latin typeface="Open Sans" pitchFamily="2" charset="0"/>
                <a:ea typeface="Open Sans" pitchFamily="2" charset="0"/>
                <a:cs typeface="Open Sans" pitchFamily="2" charset="0"/>
              </a:rPr>
              <a:t>Explore further the use of the income and income change variable as a standard food security indicator</a:t>
            </a:r>
            <a:endParaRPr lang="en-GB" sz="90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3919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FE274F24-262D-4CB5-C013-10335B7274CD}"/>
              </a:ext>
            </a:extLst>
          </p:cNvPr>
          <p:cNvSpPr>
            <a:spLocks noGrp="1"/>
          </p:cNvSpPr>
          <p:nvPr>
            <p:ph type="title"/>
          </p:nvPr>
        </p:nvSpPr>
        <p:spPr>
          <a:xfrm>
            <a:off x="1851948" y="2257063"/>
            <a:ext cx="8623141" cy="2033581"/>
          </a:xfrm>
        </p:spPr>
        <p:txBody>
          <a:bodyPr>
            <a:normAutofit/>
          </a:bodyPr>
          <a:lstStyle/>
          <a:p>
            <a:pPr algn="ctr"/>
            <a:r>
              <a:rPr lang="en-US" sz="5400"/>
              <a:t>Thank you!!</a:t>
            </a:r>
            <a:endParaRPr lang="en-GB" sz="5400"/>
          </a:p>
        </p:txBody>
      </p:sp>
    </p:spTree>
    <p:extLst>
      <p:ext uri="{BB962C8B-B14F-4D97-AF65-F5344CB8AC3E}">
        <p14:creationId xmlns:p14="http://schemas.microsoft.com/office/powerpoint/2010/main" val="3803842916"/>
      </p:ext>
    </p:extLst>
  </p:cSld>
  <p:clrMapOvr>
    <a:masterClrMapping/>
  </p:clrMapOvr>
</p:sld>
</file>

<file path=ppt/theme/theme1.xml><?xml version="1.0" encoding="utf-8"?>
<a:theme xmlns:a="http://schemas.openxmlformats.org/drawingml/2006/main" name="Theme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7" ma:contentTypeDescription="Create a new document." ma:contentTypeScope="" ma:versionID="5104b4098f693acec562e45c0b5b1a2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4479ec4828d41ffc74c9628dd955ac38"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C8538E-530A-445D-9A15-7CC7F4A16C23}">
  <ds:schemaRefs>
    <ds:schemaRef ds:uri="http://schemas.microsoft.com/sharepoint/v3/contenttype/forms"/>
  </ds:schemaRefs>
</ds:datastoreItem>
</file>

<file path=customXml/itemProps2.xml><?xml version="1.0" encoding="utf-8"?>
<ds:datastoreItem xmlns:ds="http://schemas.openxmlformats.org/officeDocument/2006/customXml" ds:itemID="{FF2CF057-9F0A-4CCB-B937-805ED701A0E8}">
  <ds:schemaRefs>
    <ds:schemaRef ds:uri="3940b711-dc1d-4235-b0a5-48d487f0d3b9"/>
    <ds:schemaRef ds:uri="49256dcf-74b5-4e0f-b2ab-e17546be8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0AD3556-5E53-4100-9237-95951C307FCE}">
  <ds:schemaRefs>
    <ds:schemaRef ds:uri="3940b711-dc1d-4235-b0a5-48d487f0d3b9"/>
    <ds:schemaRef ds:uri="49256dcf-74b5-4e0f-b2ab-e17546be8a8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37</Slides>
  <Notes>22</Notes>
  <HiddenSlides>3</HiddenSlide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Theme2</vt:lpstr>
      <vt:lpstr>Remote CARI (rCARI) Validation Study</vt:lpstr>
      <vt:lpstr>Background</vt:lpstr>
      <vt:lpstr>How to call the study Methodoloy…</vt:lpstr>
      <vt:lpstr>Overall sampling study framework</vt:lpstr>
      <vt:lpstr>Methodology &amp; Sample</vt:lpstr>
      <vt:lpstr>Overall sampling framework</vt:lpstr>
      <vt:lpstr>RCT Design</vt:lpstr>
      <vt:lpstr>RCT Design</vt:lpstr>
      <vt:lpstr>Study Design Caveats</vt:lpstr>
      <vt:lpstr>Study Design Caveats</vt:lpstr>
      <vt:lpstr>Sample Completion</vt:lpstr>
      <vt:lpstr>Myanmar Sample Balance</vt:lpstr>
      <vt:lpstr>Ecuador - Sampling &amp; Completion </vt:lpstr>
      <vt:lpstr>Ecuador Sample Balance</vt:lpstr>
      <vt:lpstr>PowerPoint Presentation</vt:lpstr>
      <vt:lpstr>CAR Sample Balance – Phone Owners</vt:lpstr>
      <vt:lpstr>Main findings</vt:lpstr>
      <vt:lpstr>CARI vs. rCARI</vt:lpstr>
      <vt:lpstr>Aggregation methods to be tested</vt:lpstr>
      <vt:lpstr>PowerPoint Presentation</vt:lpstr>
      <vt:lpstr>PowerPoint Presentation</vt:lpstr>
      <vt:lpstr>PowerPoint Presentation</vt:lpstr>
      <vt:lpstr>PowerPoint Presentation</vt:lpstr>
      <vt:lpstr>PowerPoint Presentation</vt:lpstr>
      <vt:lpstr>Individual Food Security Indicators</vt:lpstr>
      <vt:lpstr>PowerPoint Presentation</vt:lpstr>
      <vt:lpstr>PowerPoint Presentation</vt:lpstr>
      <vt:lpstr>PowerPoint Presentation</vt:lpstr>
      <vt:lpstr>PowerPoint Presentation</vt:lpstr>
      <vt:lpstr>PowerPoint Presentation</vt:lpstr>
      <vt:lpstr>PowerPoint Presentation</vt:lpstr>
      <vt:lpstr>Summary of key results</vt:lpstr>
      <vt:lpstr>Highlights…</vt:lpstr>
      <vt:lpstr>Highlights…</vt:lpstr>
      <vt:lpstr>Highlights…</vt:lpstr>
      <vt:lpstr>Next steps…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revision>1</cp:revision>
  <dcterms:created xsi:type="dcterms:W3CDTF">2018-08-20T09:35:59Z</dcterms:created>
  <dcterms:modified xsi:type="dcterms:W3CDTF">2024-01-16T13:36:48Z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