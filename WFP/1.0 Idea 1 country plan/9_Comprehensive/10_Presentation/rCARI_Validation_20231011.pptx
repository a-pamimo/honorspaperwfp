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61"/>
  </p:notesMasterIdLst>
  <p:handoutMasterIdLst>
    <p:handoutMasterId r:id="rId62"/>
  </p:handoutMasterIdLst>
  <p:sldIdLst>
    <p:sldId id="283" r:id="rId5"/>
    <p:sldId id="311" r:id="rId6"/>
    <p:sldId id="296" r:id="rId7"/>
    <p:sldId id="376" r:id="rId8"/>
    <p:sldId id="310" r:id="rId9"/>
    <p:sldId id="374" r:id="rId10"/>
    <p:sldId id="377" r:id="rId11"/>
    <p:sldId id="408" r:id="rId12"/>
    <p:sldId id="286" r:id="rId13"/>
    <p:sldId id="320" r:id="rId14"/>
    <p:sldId id="333" r:id="rId15"/>
    <p:sldId id="350" r:id="rId16"/>
    <p:sldId id="351" r:id="rId17"/>
    <p:sldId id="372" r:id="rId18"/>
    <p:sldId id="373" r:id="rId19"/>
    <p:sldId id="353" r:id="rId20"/>
    <p:sldId id="358" r:id="rId21"/>
    <p:sldId id="370" r:id="rId22"/>
    <p:sldId id="354" r:id="rId23"/>
    <p:sldId id="359" r:id="rId24"/>
    <p:sldId id="360" r:id="rId25"/>
    <p:sldId id="361" r:id="rId26"/>
    <p:sldId id="356" r:id="rId27"/>
    <p:sldId id="364" r:id="rId28"/>
    <p:sldId id="355" r:id="rId29"/>
    <p:sldId id="366" r:id="rId30"/>
    <p:sldId id="363" r:id="rId31"/>
    <p:sldId id="367" r:id="rId32"/>
    <p:sldId id="365" r:id="rId33"/>
    <p:sldId id="375" r:id="rId34"/>
    <p:sldId id="323" r:id="rId35"/>
    <p:sldId id="321" r:id="rId36"/>
    <p:sldId id="326" r:id="rId37"/>
    <p:sldId id="324" r:id="rId38"/>
    <p:sldId id="369" r:id="rId39"/>
    <p:sldId id="329" r:id="rId40"/>
    <p:sldId id="344" r:id="rId41"/>
    <p:sldId id="330" r:id="rId42"/>
    <p:sldId id="345" r:id="rId43"/>
    <p:sldId id="325" r:id="rId44"/>
    <p:sldId id="318" r:id="rId45"/>
    <p:sldId id="348" r:id="rId46"/>
    <p:sldId id="371" r:id="rId47"/>
    <p:sldId id="331" r:id="rId48"/>
    <p:sldId id="346" r:id="rId49"/>
    <p:sldId id="335" r:id="rId50"/>
    <p:sldId id="336" r:id="rId51"/>
    <p:sldId id="337" r:id="rId52"/>
    <p:sldId id="368" r:id="rId53"/>
    <p:sldId id="338" r:id="rId54"/>
    <p:sldId id="362" r:id="rId55"/>
    <p:sldId id="339" r:id="rId56"/>
    <p:sldId id="343" r:id="rId57"/>
    <p:sldId id="340" r:id="rId58"/>
    <p:sldId id="342" r:id="rId59"/>
    <p:sldId id="328" r:id="rId6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311"/>
            <p14:sldId id="296"/>
            <p14:sldId id="376"/>
            <p14:sldId id="310"/>
            <p14:sldId id="374"/>
            <p14:sldId id="377"/>
            <p14:sldId id="408"/>
          </p14:sldIdLst>
        </p14:section>
        <p14:section name="Results" id="{2C4D1EE9-A3E0-4084-9198-0FB1A973D7CA}">
          <p14:sldIdLst>
            <p14:sldId id="286"/>
            <p14:sldId id="320"/>
            <p14:sldId id="333"/>
            <p14:sldId id="350"/>
            <p14:sldId id="351"/>
            <p14:sldId id="372"/>
            <p14:sldId id="373"/>
            <p14:sldId id="353"/>
            <p14:sldId id="358"/>
            <p14:sldId id="370"/>
            <p14:sldId id="354"/>
            <p14:sldId id="359"/>
            <p14:sldId id="360"/>
            <p14:sldId id="361"/>
            <p14:sldId id="356"/>
            <p14:sldId id="364"/>
            <p14:sldId id="355"/>
            <p14:sldId id="366"/>
            <p14:sldId id="363"/>
            <p14:sldId id="367"/>
            <p14:sldId id="365"/>
            <p14:sldId id="375"/>
            <p14:sldId id="323"/>
            <p14:sldId id="321"/>
            <p14:sldId id="326"/>
            <p14:sldId id="324"/>
            <p14:sldId id="369"/>
            <p14:sldId id="329"/>
            <p14:sldId id="344"/>
            <p14:sldId id="330"/>
            <p14:sldId id="345"/>
            <p14:sldId id="325"/>
            <p14:sldId id="318"/>
            <p14:sldId id="348"/>
            <p14:sldId id="371"/>
            <p14:sldId id="331"/>
            <p14:sldId id="346"/>
            <p14:sldId id="335"/>
            <p14:sldId id="336"/>
            <p14:sldId id="337"/>
            <p14:sldId id="368"/>
            <p14:sldId id="338"/>
            <p14:sldId id="362"/>
            <p14:sldId id="339"/>
            <p14:sldId id="343"/>
            <p14:sldId id="340"/>
            <p14:sldId id="342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0070BA"/>
    <a:srgbClr val="FFFFFF"/>
    <a:srgbClr val="CFD6EA"/>
    <a:srgbClr val="F5B183"/>
    <a:srgbClr val="A9D18E"/>
    <a:srgbClr val="D4E6F2"/>
    <a:srgbClr val="59CAFF"/>
    <a:srgbClr val="57C5F7"/>
    <a:srgbClr val="5A9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FB4F2-D327-4162-909F-7F3CC1891753}" v="45" dt="2023-11-01T16:56:23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30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4" y="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69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WU" userId="4cf90142-5117-41df-a92b-6216d87bdf3c" providerId="ADAL" clId="{6F6CB798-56D1-E14C-81EA-F441E3EF980D}"/>
    <pc:docChg chg="modSld">
      <pc:chgData name="Nicole WU" userId="4cf90142-5117-41df-a92b-6216d87bdf3c" providerId="ADAL" clId="{6F6CB798-56D1-E14C-81EA-F441E3EF980D}" dt="2023-10-12T07:25:43.057" v="16" actId="20577"/>
      <pc:docMkLst>
        <pc:docMk/>
      </pc:docMkLst>
      <pc:sldChg chg="modSp mod">
        <pc:chgData name="Nicole WU" userId="4cf90142-5117-41df-a92b-6216d87bdf3c" providerId="ADAL" clId="{6F6CB798-56D1-E14C-81EA-F441E3EF980D}" dt="2023-10-12T07:25:43.057" v="16" actId="20577"/>
        <pc:sldMkLst>
          <pc:docMk/>
          <pc:sldMk cId="1031546385" sldId="374"/>
        </pc:sldMkLst>
        <pc:graphicFrameChg chg="modGraphic">
          <ac:chgData name="Nicole WU" userId="4cf90142-5117-41df-a92b-6216d87bdf3c" providerId="ADAL" clId="{6F6CB798-56D1-E14C-81EA-F441E3EF980D}" dt="2023-10-12T07:25:43.057" v="16" actId="20577"/>
          <ac:graphicFrameMkLst>
            <pc:docMk/>
            <pc:sldMk cId="1031546385" sldId="374"/>
            <ac:graphicFrameMk id="4" creationId="{403D1D6D-6292-E639-D4AF-073B49922A77}"/>
          </ac:graphicFrameMkLst>
        </pc:graphicFrameChg>
      </pc:sldChg>
    </pc:docChg>
  </pc:docChgLst>
  <pc:docChgLst>
    <pc:chgData name="Alirah WEYORI" userId="1c7cbaa8-91f0-4806-8632-e4be5028c1b4" providerId="ADAL" clId="{5F8FB4F2-D327-4162-909F-7F3CC1891753}"/>
    <pc:docChg chg="undo custSel addSld modSld">
      <pc:chgData name="Alirah WEYORI" userId="1c7cbaa8-91f0-4806-8632-e4be5028c1b4" providerId="ADAL" clId="{5F8FB4F2-D327-4162-909F-7F3CC1891753}" dt="2024-05-29T08:43:30.002" v="812" actId="478"/>
      <pc:docMkLst>
        <pc:docMk/>
      </pc:docMkLst>
      <pc:sldChg chg="modSp mod">
        <pc:chgData name="Alirah WEYORI" userId="1c7cbaa8-91f0-4806-8632-e4be5028c1b4" providerId="ADAL" clId="{5F8FB4F2-D327-4162-909F-7F3CC1891753}" dt="2023-10-17T10:01:32.684" v="110" actId="207"/>
        <pc:sldMkLst>
          <pc:docMk/>
          <pc:sldMk cId="1390366204" sldId="286"/>
        </pc:sldMkLst>
        <pc:graphicFrameChg chg="mod modGraphic">
          <ac:chgData name="Alirah WEYORI" userId="1c7cbaa8-91f0-4806-8632-e4be5028c1b4" providerId="ADAL" clId="{5F8FB4F2-D327-4162-909F-7F3CC1891753}" dt="2023-10-17T10:01:32.684" v="110" actId="207"/>
          <ac:graphicFrameMkLst>
            <pc:docMk/>
            <pc:sldMk cId="1390366204" sldId="286"/>
            <ac:graphicFrameMk id="7" creationId="{4DC19564-DA97-85B7-C134-AB5663E5E240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27T07:02:53.427" v="564" actId="6549"/>
        <pc:sldMkLst>
          <pc:docMk/>
          <pc:sldMk cId="2571662685" sldId="296"/>
        </pc:sldMkLst>
        <pc:spChg chg="mod">
          <ac:chgData name="Alirah WEYORI" userId="1c7cbaa8-91f0-4806-8632-e4be5028c1b4" providerId="ADAL" clId="{5F8FB4F2-D327-4162-909F-7F3CC1891753}" dt="2023-10-27T07:02:53.427" v="564" actId="6549"/>
          <ac:spMkLst>
            <pc:docMk/>
            <pc:sldMk cId="2571662685" sldId="296"/>
            <ac:spMk id="3" creationId="{63505D0D-7CB2-2242-BE0E-B72CE5E5E8F7}"/>
          </ac:spMkLst>
        </pc:spChg>
      </pc:sldChg>
      <pc:sldChg chg="addSp modSp mod">
        <pc:chgData name="Alirah WEYORI" userId="1c7cbaa8-91f0-4806-8632-e4be5028c1b4" providerId="ADAL" clId="{5F8FB4F2-D327-4162-909F-7F3CC1891753}" dt="2024-05-29T08:42:57.939" v="810" actId="14100"/>
        <pc:sldMkLst>
          <pc:docMk/>
          <pc:sldMk cId="475964468" sldId="310"/>
        </pc:sldMkLst>
        <pc:spChg chg="add mod">
          <ac:chgData name="Alirah WEYORI" userId="1c7cbaa8-91f0-4806-8632-e4be5028c1b4" providerId="ADAL" clId="{5F8FB4F2-D327-4162-909F-7F3CC1891753}" dt="2023-11-01T16:52:54.112" v="785" actId="1076"/>
          <ac:spMkLst>
            <pc:docMk/>
            <pc:sldMk cId="475964468" sldId="310"/>
            <ac:spMk id="3" creationId="{2EA871E0-F985-1862-2E96-44A4628DBEA0}"/>
          </ac:spMkLst>
        </pc:spChg>
        <pc:spChg chg="mod">
          <ac:chgData name="Alirah WEYORI" userId="1c7cbaa8-91f0-4806-8632-e4be5028c1b4" providerId="ADAL" clId="{5F8FB4F2-D327-4162-909F-7F3CC1891753}" dt="2024-05-29T08:42:57.939" v="810" actId="14100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Alirah WEYORI" userId="1c7cbaa8-91f0-4806-8632-e4be5028c1b4" providerId="ADAL" clId="{5F8FB4F2-D327-4162-909F-7F3CC1891753}" dt="2023-11-01T16:53:01.872" v="786" actId="1076"/>
          <ac:spMkLst>
            <pc:docMk/>
            <pc:sldMk cId="475964468" sldId="310"/>
            <ac:spMk id="34" creationId="{CC10B166-C624-C74D-55EB-337080D15D3D}"/>
          </ac:spMkLst>
        </pc:spChg>
      </pc:sldChg>
      <pc:sldChg chg="modSp mod">
        <pc:chgData name="Alirah WEYORI" userId="1c7cbaa8-91f0-4806-8632-e4be5028c1b4" providerId="ADAL" clId="{5F8FB4F2-D327-4162-909F-7F3CC1891753}" dt="2023-10-13T07:58:57.821" v="74" actId="6549"/>
        <pc:sldMkLst>
          <pc:docMk/>
          <pc:sldMk cId="439196160" sldId="342"/>
        </pc:sldMkLst>
        <pc:spChg chg="mod">
          <ac:chgData name="Alirah WEYORI" userId="1c7cbaa8-91f0-4806-8632-e4be5028c1b4" providerId="ADAL" clId="{5F8FB4F2-D327-4162-909F-7F3CC1891753}" dt="2023-10-13T07:58:57.821" v="74" actId="6549"/>
          <ac:spMkLst>
            <pc:docMk/>
            <pc:sldMk cId="439196160" sldId="342"/>
            <ac:spMk id="3" creationId="{DE7C056F-9D7F-4B72-99AA-CBF424D71D1A}"/>
          </ac:spMkLst>
        </pc:spChg>
      </pc:sldChg>
      <pc:sldChg chg="modSp mod">
        <pc:chgData name="Alirah WEYORI" userId="1c7cbaa8-91f0-4806-8632-e4be5028c1b4" providerId="ADAL" clId="{5F8FB4F2-D327-4162-909F-7F3CC1891753}" dt="2023-10-13T07:59:41.660" v="76" actId="1076"/>
        <pc:sldMkLst>
          <pc:docMk/>
          <pc:sldMk cId="4067060010" sldId="346"/>
        </pc:sldMkLst>
        <pc:spChg chg="mod">
          <ac:chgData name="Alirah WEYORI" userId="1c7cbaa8-91f0-4806-8632-e4be5028c1b4" providerId="ADAL" clId="{5F8FB4F2-D327-4162-909F-7F3CC1891753}" dt="2023-10-13T07:59:41.660" v="76" actId="1076"/>
          <ac:spMkLst>
            <pc:docMk/>
            <pc:sldMk cId="4067060010" sldId="346"/>
            <ac:spMk id="6" creationId="{D5DEEB99-E4B6-473C-4800-CCABC37E6329}"/>
          </ac:spMkLst>
        </pc:spChg>
        <pc:picChg chg="mod">
          <ac:chgData name="Alirah WEYORI" userId="1c7cbaa8-91f0-4806-8632-e4be5028c1b4" providerId="ADAL" clId="{5F8FB4F2-D327-4162-909F-7F3CC1891753}" dt="2023-10-13T07:59:32.608" v="75" actId="14100"/>
          <ac:picMkLst>
            <pc:docMk/>
            <pc:sldMk cId="4067060010" sldId="346"/>
            <ac:picMk id="3" creationId="{8798B93F-29FC-6071-0645-C537C0C81933}"/>
          </ac:picMkLst>
        </pc:picChg>
      </pc:sldChg>
      <pc:sldChg chg="modSp mod">
        <pc:chgData name="Alirah WEYORI" userId="1c7cbaa8-91f0-4806-8632-e4be5028c1b4" providerId="ADAL" clId="{5F8FB4F2-D327-4162-909F-7F3CC1891753}" dt="2023-10-17T10:02:06.369" v="111" actId="1076"/>
        <pc:sldMkLst>
          <pc:docMk/>
          <pc:sldMk cId="1362778151" sldId="350"/>
        </pc:sldMkLst>
        <pc:graphicFrameChg chg="mod">
          <ac:chgData name="Alirah WEYORI" userId="1c7cbaa8-91f0-4806-8632-e4be5028c1b4" providerId="ADAL" clId="{5F8FB4F2-D327-4162-909F-7F3CC1891753}" dt="2023-10-17T10:02:06.369" v="111" actId="1076"/>
          <ac:graphicFrameMkLst>
            <pc:docMk/>
            <pc:sldMk cId="1362778151" sldId="350"/>
            <ac:graphicFrameMk id="5" creationId="{5A53646E-6FED-CFF5-990E-258CD0670F6F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18T13:05:32.974" v="485" actId="20577"/>
        <pc:sldMkLst>
          <pc:docMk/>
          <pc:sldMk cId="2189758441" sldId="355"/>
        </pc:sldMkLst>
        <pc:spChg chg="mod">
          <ac:chgData name="Alirah WEYORI" userId="1c7cbaa8-91f0-4806-8632-e4be5028c1b4" providerId="ADAL" clId="{5F8FB4F2-D327-4162-909F-7F3CC1891753}" dt="2023-10-17T13:09:04.415" v="230" actId="1035"/>
          <ac:spMkLst>
            <pc:docMk/>
            <pc:sldMk cId="2189758441" sldId="355"/>
            <ac:spMk id="4" creationId="{1E55ACB4-27C7-8AF7-7F0B-531ED03FB7F7}"/>
          </ac:spMkLst>
        </pc:spChg>
        <pc:spChg chg="mod">
          <ac:chgData name="Alirah WEYORI" userId="1c7cbaa8-91f0-4806-8632-e4be5028c1b4" providerId="ADAL" clId="{5F8FB4F2-D327-4162-909F-7F3CC1891753}" dt="2023-10-18T11:55:49.605" v="482" actId="1038"/>
          <ac:spMkLst>
            <pc:docMk/>
            <pc:sldMk cId="2189758441" sldId="355"/>
            <ac:spMk id="5" creationId="{B5134334-8F54-1C75-460F-7E46B41FD407}"/>
          </ac:spMkLst>
        </pc:spChg>
        <pc:spChg chg="mod">
          <ac:chgData name="Alirah WEYORI" userId="1c7cbaa8-91f0-4806-8632-e4be5028c1b4" providerId="ADAL" clId="{5F8FB4F2-D327-4162-909F-7F3CC1891753}" dt="2023-10-17T13:14:54.188" v="310" actId="1076"/>
          <ac:spMkLst>
            <pc:docMk/>
            <pc:sldMk cId="2189758441" sldId="355"/>
            <ac:spMk id="6" creationId="{384A048F-AB84-9958-8E86-A250F5B8DDE8}"/>
          </ac:spMkLst>
        </pc:spChg>
        <pc:graphicFrameChg chg="mod modGraphic">
          <ac:chgData name="Alirah WEYORI" userId="1c7cbaa8-91f0-4806-8632-e4be5028c1b4" providerId="ADAL" clId="{5F8FB4F2-D327-4162-909F-7F3CC1891753}" dt="2023-10-18T13:05:32.974" v="485" actId="20577"/>
          <ac:graphicFrameMkLst>
            <pc:docMk/>
            <pc:sldMk cId="2189758441" sldId="355"/>
            <ac:graphicFrameMk id="3" creationId="{35E214CE-1CD5-10DB-ED81-143343CE3F40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17T09:53:16.691" v="104" actId="20577"/>
        <pc:sldMkLst>
          <pc:docMk/>
          <pc:sldMk cId="1031546385" sldId="374"/>
        </pc:sldMkLst>
        <pc:graphicFrameChg chg="mod modGraphic">
          <ac:chgData name="Alirah WEYORI" userId="1c7cbaa8-91f0-4806-8632-e4be5028c1b4" providerId="ADAL" clId="{5F8FB4F2-D327-4162-909F-7F3CC1891753}" dt="2023-10-17T09:53:16.691" v="104" actId="20577"/>
          <ac:graphicFrameMkLst>
            <pc:docMk/>
            <pc:sldMk cId="1031546385" sldId="374"/>
            <ac:graphicFrameMk id="4" creationId="{403D1D6D-6292-E639-D4AF-073B49922A77}"/>
          </ac:graphicFrameMkLst>
        </pc:graphicFrameChg>
      </pc:sldChg>
      <pc:sldChg chg="modSp mod">
        <pc:chgData name="Alirah WEYORI" userId="1c7cbaa8-91f0-4806-8632-e4be5028c1b4" providerId="ADAL" clId="{5F8FB4F2-D327-4162-909F-7F3CC1891753}" dt="2023-10-13T09:56:47.562" v="93" actId="113"/>
        <pc:sldMkLst>
          <pc:docMk/>
          <pc:sldMk cId="262548455" sldId="375"/>
        </pc:sldMkLst>
        <pc:graphicFrameChg chg="mod modGraphic">
          <ac:chgData name="Alirah WEYORI" userId="1c7cbaa8-91f0-4806-8632-e4be5028c1b4" providerId="ADAL" clId="{5F8FB4F2-D327-4162-909F-7F3CC1891753}" dt="2023-10-13T09:56:47.562" v="93" actId="113"/>
          <ac:graphicFrameMkLst>
            <pc:docMk/>
            <pc:sldMk cId="262548455" sldId="375"/>
            <ac:graphicFrameMk id="4" creationId="{9E8F275E-E259-F2EC-CCD3-2627469E398D}"/>
          </ac:graphicFrameMkLst>
        </pc:graphicFrameChg>
      </pc:sldChg>
      <pc:sldChg chg="delSp add mod">
        <pc:chgData name="Alirah WEYORI" userId="1c7cbaa8-91f0-4806-8632-e4be5028c1b4" providerId="ADAL" clId="{5F8FB4F2-D327-4162-909F-7F3CC1891753}" dt="2024-05-29T08:43:30.002" v="812" actId="478"/>
        <pc:sldMkLst>
          <pc:docMk/>
          <pc:sldMk cId="83693828" sldId="377"/>
        </pc:sldMkLst>
        <pc:spChg chg="del">
          <ac:chgData name="Alirah WEYORI" userId="1c7cbaa8-91f0-4806-8632-e4be5028c1b4" providerId="ADAL" clId="{5F8FB4F2-D327-4162-909F-7F3CC1891753}" dt="2024-05-29T08:43:28.893" v="811" actId="478"/>
          <ac:spMkLst>
            <pc:docMk/>
            <pc:sldMk cId="83693828" sldId="377"/>
            <ac:spMk id="10" creationId="{3518D382-AA17-0FB3-A266-C2A593AE5492}"/>
          </ac:spMkLst>
        </pc:spChg>
        <pc:spChg chg="del">
          <ac:chgData name="Alirah WEYORI" userId="1c7cbaa8-91f0-4806-8632-e4be5028c1b4" providerId="ADAL" clId="{5F8FB4F2-D327-4162-909F-7F3CC1891753}" dt="2024-05-29T08:43:30.002" v="812" actId="478"/>
          <ac:spMkLst>
            <pc:docMk/>
            <pc:sldMk cId="83693828" sldId="377"/>
            <ac:spMk id="11" creationId="{7500551A-C85F-30FE-D328-A51322C72D50}"/>
          </ac:spMkLst>
        </pc:spChg>
      </pc:sldChg>
      <pc:sldChg chg="add">
        <pc:chgData name="Alirah WEYORI" userId="1c7cbaa8-91f0-4806-8632-e4be5028c1b4" providerId="ADAL" clId="{5F8FB4F2-D327-4162-909F-7F3CC1891753}" dt="2023-11-01T16:56:23.882" v="787"/>
        <pc:sldMkLst>
          <pc:docMk/>
          <pc:sldMk cId="3453604601" sldId="40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7FE6A4-8117-43B9-90D1-0B85AAC753BB}" type="doc">
      <dgm:prSet loTypeId="urn:microsoft.com/office/officeart/2005/8/layout/hierarchy6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C67B769-21FC-41AF-AB02-DD1A7162C883}">
      <dgm:prSet phldrT="[Text]" custT="1"/>
      <dgm:spPr>
        <a:xfrm>
          <a:off x="3719636" y="59643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gm:t>
    </dgm:pt>
    <dgm:pt modelId="{3663E0D0-282B-425C-A620-08467FF3B0F5}" type="par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DE83CD5C-6A94-4452-B0CB-D1174F184192}" type="sib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9542541A-7C6C-4F9E-B50A-3C444DA191A7}">
      <dgm:prSet phldrT="[Text]" custT="1"/>
      <dgm:spPr>
        <a:xfrm>
          <a:off x="2681948" y="725480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76DCCAB3-EF1D-41CB-BB83-BC5E55A4C10E}" type="parTrans" cxnId="{54A15DA3-958E-4680-8C77-CD0D16AFBB08}">
      <dgm:prSet/>
      <dgm:spPr>
        <a:xfrm>
          <a:off x="2996580" y="479152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14F59463-1A7B-4196-92B3-93DF6B999E6B}" type="sibTrans" cxnId="{54A15DA3-958E-4680-8C77-CD0D16AFBB08}">
      <dgm:prSet/>
      <dgm:spPr/>
      <dgm:t>
        <a:bodyPr/>
        <a:lstStyle/>
        <a:p>
          <a:endParaRPr lang="en-GB" sz="2000" b="1"/>
        </a:p>
      </dgm:t>
    </dgm:pt>
    <dgm:pt modelId="{64DEEF0E-2F92-4AE5-910C-1F76C7C867E3}">
      <dgm:prSet phldrT="[Text]" custT="1"/>
      <dgm:spPr>
        <a:xfrm>
          <a:off x="1800689" y="1386199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6CFEA9BB-F3EE-4BE6-ABC1-82B9CFC7EB90}" type="parTrans" cxnId="{CF86D671-0F0C-4396-B0D7-99F1270CABFD}">
      <dgm:prSet/>
      <dgm:spPr>
        <a:xfrm>
          <a:off x="2115321" y="1144989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1873F5F-4ED9-49BE-B7B4-7F37BD725C40}" type="sibTrans" cxnId="{CF86D671-0F0C-4396-B0D7-99F1270CABFD}">
      <dgm:prSet/>
      <dgm:spPr/>
      <dgm:t>
        <a:bodyPr/>
        <a:lstStyle/>
        <a:p>
          <a:endParaRPr lang="en-GB" sz="2000" b="1"/>
        </a:p>
      </dgm:t>
    </dgm:pt>
    <dgm:pt modelId="{58D2AFE7-5806-45F9-83AC-540191092D15}">
      <dgm:prSet phldrT="[Text]" custT="1"/>
      <dgm:spPr>
        <a:xfrm>
          <a:off x="3202620" y="1387793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D7D8B67-D2E4-4C38-B914-D9D607E25F07}" type="parTrans" cxnId="{DDB443FF-3362-46E9-8ECA-F37F935E9B82}">
      <dgm:prSet/>
      <dgm:spPr>
        <a:xfrm>
          <a:off x="2996580" y="1144989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BB6FF275-A90C-4196-806E-D080C69E6C66}" type="sibTrans" cxnId="{DDB443FF-3362-46E9-8ECA-F37F935E9B82}">
      <dgm:prSet/>
      <dgm:spPr/>
      <dgm:t>
        <a:bodyPr/>
        <a:lstStyle/>
        <a:p>
          <a:endParaRPr lang="en-GB" sz="2000" b="1"/>
        </a:p>
      </dgm:t>
    </dgm:pt>
    <dgm:pt modelId="{74256BAD-266A-4CC8-AB2C-91AB461545DA}">
      <dgm:prSet phldrT="[Text]" custT="1"/>
      <dgm:spPr>
        <a:xfrm>
          <a:off x="4839191" y="725480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855079C-B880-4C42-BA28-4BD558B32882}" type="parTrans" cxnId="{62CA9FE1-5F1F-4116-B9B2-F3CF6EF54224}">
      <dgm:prSet/>
      <dgm:spPr>
        <a:xfrm>
          <a:off x="4034268" y="479152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9A12C06-72BD-48DA-A1C9-8D66D55E5A88}" type="sibTrans" cxnId="{62CA9FE1-5F1F-4116-B9B2-F3CF6EF54224}">
      <dgm:prSet/>
      <dgm:spPr/>
      <dgm:t>
        <a:bodyPr/>
        <a:lstStyle/>
        <a:p>
          <a:endParaRPr lang="en-GB" sz="2000" b="1"/>
        </a:p>
      </dgm:t>
    </dgm:pt>
    <dgm:pt modelId="{01445E5D-C1FF-4826-B36F-702B11120BE9}">
      <dgm:prSet phldrT="[Text]" custT="1"/>
      <dgm:spPr>
        <a:xfrm>
          <a:off x="4251094" y="196122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gm:t>
    </dgm:pt>
    <dgm:pt modelId="{8E27D422-14B9-4327-970B-ABB2F6FF5814}" type="parTrans" cxnId="{B1761B4B-1873-4A30-A7AF-DDC5E978CCE2}">
      <dgm:prSet/>
      <dgm:spPr>
        <a:xfrm>
          <a:off x="4565726" y="1144989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E420230D-24AC-4C04-B0BF-E421021ADFAC}" type="sibTrans" cxnId="{B1761B4B-1873-4A30-A7AF-DDC5E978CCE2}">
      <dgm:prSet/>
      <dgm:spPr/>
      <dgm:t>
        <a:bodyPr/>
        <a:lstStyle/>
        <a:p>
          <a:endParaRPr lang="en-GB" sz="2000" b="1"/>
        </a:p>
      </dgm:t>
    </dgm:pt>
    <dgm:pt modelId="{04973FD9-214F-40AC-851E-26DA5F98F15B}">
      <dgm:prSet phldrT="[Text]" custT="1"/>
      <dgm:spPr>
        <a:xfrm>
          <a:off x="13627" y="61433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gm:t>
    </dgm:pt>
    <dgm:pt modelId="{1DB7E9A5-42ED-4EFE-B59A-BE9AB5445392}" type="par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15D29F06-DB74-42F4-948A-8FB4CD003C61}" type="sib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7C221074-8432-4495-9265-D4081B985FF4}">
      <dgm:prSet phldrT="[Text]" custT="1"/>
      <dgm:spPr>
        <a:xfrm>
          <a:off x="0" y="726634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gm:t>
    </dgm:pt>
    <dgm:pt modelId="{9809763D-625C-4092-BC08-FF959B878294}" type="par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4FC10E7E-A4B8-4DE2-8ABB-8AFDC0227B5E}" type="sib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8D866D95-34AC-4176-859E-E36C00CD1333}">
      <dgm:prSet phldrT="[Text]" custT="1"/>
      <dgm:spPr>
        <a:xfrm>
          <a:off x="4532" y="1381133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gm:t>
    </dgm:pt>
    <dgm:pt modelId="{3BC99DE9-AA29-4946-85D0-EC26940F1B36}" type="par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1BCCD251-2CA4-4788-894B-C015DECF7FEF}" type="sib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01BDF081-8E67-4107-890C-A7E5FE77EC6A}">
      <dgm:prSet custT="1"/>
      <dgm:spPr>
        <a:xfrm>
          <a:off x="3577259" y="2634709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gm:t>
    </dgm:pt>
    <dgm:pt modelId="{7EA47F47-089C-48D4-98D2-F4BA4D655F8D}" type="parTrans" cxnId="{3C7CBA86-BBC9-4505-8A7B-F4102E93B330}">
      <dgm:prSet/>
      <dgm:spPr>
        <a:xfrm>
          <a:off x="3891891" y="2380738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23160456-8526-4602-B83B-66A09B3DB1C8}" type="sibTrans" cxnId="{3C7CBA86-BBC9-4505-8A7B-F4102E93B330}">
      <dgm:prSet/>
      <dgm:spPr/>
      <dgm:t>
        <a:bodyPr/>
        <a:lstStyle/>
        <a:p>
          <a:endParaRPr lang="en-GB" sz="2000" b="1"/>
        </a:p>
      </dgm:t>
    </dgm:pt>
    <dgm:pt modelId="{59820ADF-6E46-4B79-AF34-13382880D400}">
      <dgm:prSet custT="1"/>
      <dgm:spPr>
        <a:xfrm>
          <a:off x="5377294" y="1962076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92AB0AB2-5FF1-464F-BEBC-2A75A0E33C5A}" type="parTrans" cxnId="{6A357259-15DE-423A-9AE0-1585720E5A19}">
      <dgm:prSet/>
      <dgm:spPr>
        <a:xfrm>
          <a:off x="5153823" y="1144989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9A0375D9-5451-4FB8-B699-FB08F572B593}" type="sibTrans" cxnId="{6A357259-15DE-423A-9AE0-1585720E5A19}">
      <dgm:prSet/>
      <dgm:spPr/>
      <dgm:t>
        <a:bodyPr/>
        <a:lstStyle/>
        <a:p>
          <a:endParaRPr lang="en-GB" sz="2000" b="1"/>
        </a:p>
      </dgm:t>
    </dgm:pt>
    <dgm:pt modelId="{FFEF0BD1-DE03-46A7-BCD7-F342D814618C}">
      <dgm:prSet custT="1"/>
      <dgm:spPr>
        <a:xfrm>
          <a:off x="5136695" y="2639567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gm:t>
    </dgm:pt>
    <dgm:pt modelId="{99D770DA-02B4-47CD-8BE9-C7E088544B3B}" type="parTrans" cxnId="{1816633D-7353-4197-B973-12FE91B3DF6C}">
      <dgm:prSet/>
      <dgm:spPr>
        <a:xfrm>
          <a:off x="4565726" y="2380738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6CB08BF-DBDA-4E56-8EE6-D5FEA9ACB642}" type="sibTrans" cxnId="{1816633D-7353-4197-B973-12FE91B3DF6C}">
      <dgm:prSet/>
      <dgm:spPr/>
      <dgm:t>
        <a:bodyPr/>
        <a:lstStyle/>
        <a:p>
          <a:endParaRPr lang="en-GB" sz="2000" b="1"/>
        </a:p>
      </dgm:t>
    </dgm:pt>
    <dgm:pt modelId="{07228677-CBAC-4E0A-85AB-949C0613B646}">
      <dgm:prSet phldrT="[Text]" custT="1"/>
      <dgm:spPr>
        <a:xfrm>
          <a:off x="0" y="1977064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gm:t>
    </dgm:pt>
    <dgm:pt modelId="{7F7AABC5-0B26-41FE-B7C8-8520A6A9E74D}" type="par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EFABE055-D8DD-416F-B9EE-024502E0F143}" type="sib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1BB5944B-594A-4F91-9DCB-D5F6CAB178BB}">
      <dgm:prSet phldrT="[Text]" custT="1"/>
      <dgm:spPr>
        <a:xfrm>
          <a:off x="8067" y="2652484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gm:t>
    </dgm:pt>
    <dgm:pt modelId="{04FC86D2-30B0-4324-BBBB-9044F28A1471}" type="par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52FD02DB-BFC7-4B75-BA80-EACA6AFE4B1F}" type="sib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9119EAE5-33C1-4D76-A0B1-E22823E26883}">
      <dgm:prSet custT="1"/>
      <dgm:spPr>
        <a:xfrm>
          <a:off x="2519718" y="337784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>
            <a:buNone/>
          </a:pPr>
          <a:r>
            <a:rPr lang="en-GB" sz="1000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gm:t>
    </dgm:pt>
    <dgm:pt modelId="{50CB0577-EB1B-4487-8025-CB8E20D395FA}" type="parTrans" cxnId="{FBC3309B-2361-4DCB-8F14-036943470860}">
      <dgm:prSet/>
      <dgm:spPr>
        <a:xfrm>
          <a:off x="2834350" y="3054218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61B0F3AC-D6D3-4696-AFDA-4CD23F3EB160}" type="sibTrans" cxnId="{FBC3309B-2361-4DCB-8F14-036943470860}">
      <dgm:prSet/>
      <dgm:spPr/>
      <dgm:t>
        <a:bodyPr/>
        <a:lstStyle/>
        <a:p>
          <a:endParaRPr lang="en-GB" sz="2000" b="1"/>
        </a:p>
      </dgm:t>
    </dgm:pt>
    <dgm:pt modelId="{8222CD75-B8DE-4FF4-83D9-659A303EB3FD}">
      <dgm:prSet custT="1"/>
      <dgm:spPr>
        <a:xfrm>
          <a:off x="4189218" y="338084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gm:t>
    </dgm:pt>
    <dgm:pt modelId="{93A9395F-6431-4255-95E5-E14E97649BEA}" type="parTrans" cxnId="{5D4260E5-D044-456D-95B8-56FF168D72A8}">
      <dgm:prSet/>
      <dgm:spPr>
        <a:xfrm>
          <a:off x="3891891" y="3054218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F3F0332-B505-4005-9C46-9D147D13422B}" type="sibTrans" cxnId="{5D4260E5-D044-456D-95B8-56FF168D72A8}">
      <dgm:prSet/>
      <dgm:spPr/>
      <dgm:t>
        <a:bodyPr/>
        <a:lstStyle/>
        <a:p>
          <a:endParaRPr lang="en-GB" sz="2000" b="1"/>
        </a:p>
      </dgm:t>
    </dgm:pt>
    <dgm:pt modelId="{B80F084E-D124-4826-A0C6-258D89AAE631}">
      <dgm:prSet phldrT="[Text]" custT="1"/>
      <dgm:spPr>
        <a:xfrm>
          <a:off x="7312" y="3379182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gm:t>
    </dgm:pt>
    <dgm:pt modelId="{86ED274D-28D4-4C42-B97E-C0A6B471165F}" type="par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04C194A7-F5F3-40C2-8FFE-CFB3D07AD5B0}" type="sib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FDBED823-8EA8-4C6E-82BD-60EB46979322}">
      <dgm:prSet phldrT="[Text]" custT="1"/>
      <dgm:spPr>
        <a:xfrm>
          <a:off x="0" y="4093070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50" b="1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gm:t>
    </dgm:pt>
    <dgm:pt modelId="{A74B6153-70A2-4491-9C12-95274C649219}" type="par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C375C334-A12D-47C8-BAE9-F419DF910CCD}" type="sib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5E41D4FB-E772-4DAD-A765-C997AAE0B272}">
      <dgm:prSet custT="1"/>
      <dgm:spPr>
        <a:xfrm>
          <a:off x="1855523" y="409400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gm:t>
    </dgm:pt>
    <dgm:pt modelId="{4D50F03D-49F3-4A8E-AAFD-8B412DC06677}" type="parTrans" cxnId="{0676C963-9187-4136-90B4-A5EB9153FE1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069513" y="1790832"/>
          <a:ext cx="91440" cy="2303169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2A430B2C-3955-4132-856C-EC280BB75610}" type="sibTrans" cxnId="{0676C963-9187-4136-90B4-A5EB9153FE1B}">
      <dgm:prSet/>
      <dgm:spPr/>
      <dgm:t>
        <a:bodyPr/>
        <a:lstStyle/>
        <a:p>
          <a:endParaRPr lang="en-GB" sz="2000" b="1"/>
        </a:p>
      </dgm:t>
    </dgm:pt>
    <dgm:pt modelId="{B328C12B-F47B-4775-8AFA-081ABC4B9D7E}">
      <dgm:prSet custT="1"/>
      <dgm:spPr>
        <a:xfrm>
          <a:off x="2578233" y="4094001"/>
          <a:ext cx="506884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119 HHs</a:t>
          </a:r>
        </a:p>
      </dgm:t>
    </dgm:pt>
    <dgm:pt modelId="{54A1AEFF-FBDF-459A-955A-7426EA35E67F}" type="parTrans" cxnId="{72CDBDC7-698C-45E0-A1E2-E65963092FC9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785955" y="3797358"/>
          <a:ext cx="91440" cy="296643"/>
        </a:xfrm>
        <a:custGeom>
          <a:avLst/>
          <a:gdLst/>
          <a:ahLst/>
          <a:cxnLst/>
          <a:rect l="0" t="0" r="0" b="0"/>
          <a:pathLst>
            <a:path>
              <a:moveTo>
                <a:pt x="48394" y="0"/>
              </a:moveTo>
              <a:lnTo>
                <a:pt x="48394" y="148321"/>
              </a:lnTo>
              <a:lnTo>
                <a:pt x="45720" y="148321"/>
              </a:lnTo>
              <a:lnTo>
                <a:pt x="45720" y="296643"/>
              </a:lnTo>
            </a:path>
          </a:pathLst>
        </a:custGeom>
        <a:noFill/>
        <a:ln w="9525" cap="flat" cmpd="sng" algn="ctr">
          <a:solidFill>
            <a:srgbClr val="70AD47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B269DCEF-9FCC-42D1-99FE-E4EF08B54E52}" type="sibTrans" cxnId="{72CDBDC7-698C-45E0-A1E2-E65963092FC9}">
      <dgm:prSet/>
      <dgm:spPr/>
      <dgm:t>
        <a:bodyPr/>
        <a:lstStyle/>
        <a:p>
          <a:endParaRPr lang="en-GB" sz="2000" b="1"/>
        </a:p>
      </dgm:t>
    </dgm:pt>
    <dgm:pt modelId="{3D00DAA7-0925-4B6C-8328-8DF08D8EEF08}">
      <dgm:prSet custT="1"/>
      <dgm:spPr>
        <a:xfrm>
          <a:off x="3203759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gm:t>
    </dgm:pt>
    <dgm:pt modelId="{4D2EEDF6-D3ED-4268-B706-D76452134056}" type="parTrans" cxnId="{45141A62-487A-4C0D-8477-65A564CC179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3471532" y="1807302"/>
          <a:ext cx="91440" cy="22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30646829-9F0F-42A0-B3BF-35525CED9AD9}" type="sibTrans" cxnId="{45141A62-487A-4C0D-8477-65A564CC179D}">
      <dgm:prSet/>
      <dgm:spPr/>
      <dgm:t>
        <a:bodyPr/>
        <a:lstStyle/>
        <a:p>
          <a:endParaRPr lang="en-GB" sz="2000" b="1"/>
        </a:p>
      </dgm:t>
    </dgm:pt>
    <dgm:pt modelId="{2D4DCCBE-9620-4F30-8A8B-BB79274B8865}">
      <dgm:prSet custT="1"/>
      <dgm:spPr>
        <a:xfrm>
          <a:off x="5133624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gm:t>
    </dgm:pt>
    <dgm:pt modelId="{F9805257-0022-4A1B-AF62-A76E0B91BCF8}" type="parTrans" cxnId="{133636ED-5AF0-48E9-9AAA-4FE373CBB12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5402536" y="3059076"/>
          <a:ext cx="91440" cy="1034994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C032BFCC-8566-4AF1-A8D7-300B40799AAF}" type="sibTrans" cxnId="{133636ED-5AF0-48E9-9AAA-4FE373CBB12D}">
      <dgm:prSet/>
      <dgm:spPr/>
      <dgm:t>
        <a:bodyPr/>
        <a:lstStyle/>
        <a:p>
          <a:endParaRPr lang="en-GB" sz="2000" b="1"/>
        </a:p>
      </dgm:t>
    </dgm:pt>
    <dgm:pt modelId="{D48FEDA1-39E8-4DB8-BDA5-3758F018454C}" type="pres">
      <dgm:prSet presAssocID="{FE7FE6A4-8117-43B9-90D1-0B85AAC753B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A9F0D0C-98BC-4391-AE24-E89ECFCD5844}" type="pres">
      <dgm:prSet presAssocID="{FE7FE6A4-8117-43B9-90D1-0B85AAC753BB}" presName="hierFlow" presStyleCnt="0"/>
      <dgm:spPr/>
    </dgm:pt>
    <dgm:pt modelId="{5BA54E1B-8150-43BF-A653-39C60A560DA9}" type="pres">
      <dgm:prSet presAssocID="{FE7FE6A4-8117-43B9-90D1-0B85AAC753BB}" presName="firstBuf" presStyleCnt="0"/>
      <dgm:spPr/>
    </dgm:pt>
    <dgm:pt modelId="{BFF925FD-E33F-4356-A9E4-EE8024B5AE1E}" type="pres">
      <dgm:prSet presAssocID="{FE7FE6A4-8117-43B9-90D1-0B85AAC753B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CBA9ACA-5547-4969-B60F-0F8F3B87E9BB}" type="pres">
      <dgm:prSet presAssocID="{0C67B769-21FC-41AF-AB02-DD1A7162C883}" presName="Name14" presStyleCnt="0"/>
      <dgm:spPr/>
    </dgm:pt>
    <dgm:pt modelId="{EB813CA5-BA49-4650-8EEE-8C471294A6E4}" type="pres">
      <dgm:prSet presAssocID="{0C67B769-21FC-41AF-AB02-DD1A7162C883}" presName="level1Shape" presStyleLbl="node0" presStyleIdx="0" presStyleCnt="1" custLinFactY="-28742" custLinFactNeighborX="26469" custLinFactNeighborY="-100000">
        <dgm:presLayoutVars>
          <dgm:chPref val="3"/>
        </dgm:presLayoutVars>
      </dgm:prSet>
      <dgm:spPr/>
    </dgm:pt>
    <dgm:pt modelId="{6ED14B23-EED1-421D-95DF-C2E1C9222936}" type="pres">
      <dgm:prSet presAssocID="{0C67B769-21FC-41AF-AB02-DD1A7162C883}" presName="hierChild2" presStyleCnt="0"/>
      <dgm:spPr/>
    </dgm:pt>
    <dgm:pt modelId="{9511BE71-26A8-4B1F-9389-B2DBA5C2D555}" type="pres">
      <dgm:prSet presAssocID="{76DCCAB3-EF1D-41CB-BB83-BC5E55A4C10E}" presName="Name19" presStyleLbl="parChTrans1D2" presStyleIdx="0" presStyleCnt="2"/>
      <dgm:spPr/>
    </dgm:pt>
    <dgm:pt modelId="{960BABFF-D58E-4B7A-872F-EE2A6E9E9862}" type="pres">
      <dgm:prSet presAssocID="{9542541A-7C6C-4F9E-B50A-3C444DA191A7}" presName="Name21" presStyleCnt="0"/>
      <dgm:spPr/>
    </dgm:pt>
    <dgm:pt modelId="{22835467-09A0-4EB6-B841-0DA70FFAA9A2}" type="pres">
      <dgm:prSet presAssocID="{9542541A-7C6C-4F9E-B50A-3C444DA191A7}" presName="level2Shape" presStyleLbl="node2" presStyleIdx="0" presStyleCnt="2" custLinFactY="-10024" custLinFactNeighborX="72814" custLinFactNeighborY="-100000"/>
      <dgm:spPr/>
    </dgm:pt>
    <dgm:pt modelId="{47B103EF-D8AA-4BD9-BD94-56B1530DA136}" type="pres">
      <dgm:prSet presAssocID="{9542541A-7C6C-4F9E-B50A-3C444DA191A7}" presName="hierChild3" presStyleCnt="0"/>
      <dgm:spPr/>
    </dgm:pt>
    <dgm:pt modelId="{CB215D7E-086F-4B40-BA75-334240DE7B8C}" type="pres">
      <dgm:prSet presAssocID="{6CFEA9BB-F3EE-4BE6-ABC1-82B9CFC7EB90}" presName="Name19" presStyleLbl="parChTrans1D3" presStyleIdx="0" presStyleCnt="4"/>
      <dgm:spPr/>
    </dgm:pt>
    <dgm:pt modelId="{8680064A-2A33-45B7-A881-4813C8AA5BF3}" type="pres">
      <dgm:prSet presAssocID="{64DEEF0E-2F92-4AE5-910C-1F76C7C867E3}" presName="Name21" presStyleCnt="0"/>
      <dgm:spPr/>
    </dgm:pt>
    <dgm:pt modelId="{864E67FD-D278-4324-B3DD-3192925F8EA2}" type="pres">
      <dgm:prSet presAssocID="{64DEEF0E-2F92-4AE5-910C-1F76C7C867E3}" presName="level2Shape" presStyleLbl="node3" presStyleIdx="0" presStyleCnt="4" custScaleY="96454" custLinFactNeighborX="-2232" custLinFactNeighborY="-92526"/>
      <dgm:spPr/>
    </dgm:pt>
    <dgm:pt modelId="{43BE7114-0501-46D1-92E5-575A7007F789}" type="pres">
      <dgm:prSet presAssocID="{64DEEF0E-2F92-4AE5-910C-1F76C7C867E3}" presName="hierChild3" presStyleCnt="0"/>
      <dgm:spPr/>
    </dgm:pt>
    <dgm:pt modelId="{A4163CA2-8A07-4955-A94E-4D93F14849F1}" type="pres">
      <dgm:prSet presAssocID="{4D50F03D-49F3-4A8E-AAFD-8B412DC06677}" presName="Name19" presStyleLbl="parChTrans1D4" presStyleIdx="0" presStyleCnt="8"/>
      <dgm:spPr/>
    </dgm:pt>
    <dgm:pt modelId="{A34396B8-ADC5-47F1-8207-01D5CD9578BA}" type="pres">
      <dgm:prSet presAssocID="{5E41D4FB-E772-4DAD-A765-C997AAE0B272}" presName="Name21" presStyleCnt="0"/>
      <dgm:spPr/>
    </dgm:pt>
    <dgm:pt modelId="{6D2C9021-8D08-4C1D-9B77-E0357AF4E696}" type="pres">
      <dgm:prSet presAssocID="{5E41D4FB-E772-4DAD-A765-C997AAE0B272}" presName="level2Shape" presStyleLbl="node4" presStyleIdx="0" presStyleCnt="8" custScaleX="82544" custLinFactY="200000" custLinFactNeighborX="-2246" custLinFactNeighborY="229464"/>
      <dgm:spPr/>
    </dgm:pt>
    <dgm:pt modelId="{BA9ED323-C8C0-48D2-AB94-6FF14046ED01}" type="pres">
      <dgm:prSet presAssocID="{5E41D4FB-E772-4DAD-A765-C997AAE0B272}" presName="hierChild3" presStyleCnt="0"/>
      <dgm:spPr/>
    </dgm:pt>
    <dgm:pt modelId="{8CCA4A64-B5FE-4029-AE7F-615CB85F7BBF}" type="pres">
      <dgm:prSet presAssocID="{AD7D8B67-D2E4-4C38-B914-D9D607E25F07}" presName="Name19" presStyleLbl="parChTrans1D3" presStyleIdx="1" presStyleCnt="4"/>
      <dgm:spPr/>
    </dgm:pt>
    <dgm:pt modelId="{C15D9DA4-4F93-4CDC-9DBF-5D2B77295163}" type="pres">
      <dgm:prSet presAssocID="{58D2AFE7-5806-45F9-83AC-540191092D15}" presName="Name21" presStyleCnt="0"/>
      <dgm:spPr/>
    </dgm:pt>
    <dgm:pt modelId="{2C5A1DAA-C79E-4148-8246-206DA569BF2E}" type="pres">
      <dgm:prSet presAssocID="{58D2AFE7-5806-45F9-83AC-540191092D15}" presName="level2Shape" presStyleLbl="node3" presStyleIdx="1" presStyleCnt="4" custLinFactNeighborX="90557" custLinFactNeighborY="-92146"/>
      <dgm:spPr/>
    </dgm:pt>
    <dgm:pt modelId="{A28FD6A3-BA58-45E5-B63E-767D4C66AA77}" type="pres">
      <dgm:prSet presAssocID="{58D2AFE7-5806-45F9-83AC-540191092D15}" presName="hierChild3" presStyleCnt="0"/>
      <dgm:spPr/>
    </dgm:pt>
    <dgm:pt modelId="{C52F925D-6501-4F5F-9317-62C0FEFBC39C}" type="pres">
      <dgm:prSet presAssocID="{4D2EEDF6-D3ED-4268-B706-D76452134056}" presName="Name19" presStyleLbl="parChTrans1D4" presStyleIdx="1" presStyleCnt="8"/>
      <dgm:spPr/>
    </dgm:pt>
    <dgm:pt modelId="{77672370-A227-49FA-A8C0-2BF278137A99}" type="pres">
      <dgm:prSet presAssocID="{3D00DAA7-0925-4B6C-8328-8DF08D8EEF08}" presName="Name21" presStyleCnt="0"/>
      <dgm:spPr/>
    </dgm:pt>
    <dgm:pt modelId="{40B39BBA-BD2A-4361-BB0F-63C7E751BCC5}" type="pres">
      <dgm:prSet presAssocID="{3D00DAA7-0925-4B6C-8328-8DF08D8EEF08}" presName="level2Shape" presStyleLbl="node4" presStyleIdx="1" presStyleCnt="8" custLinFactY="200000" custLinFactNeighborX="90738" custLinFactNeighborY="227883"/>
      <dgm:spPr/>
    </dgm:pt>
    <dgm:pt modelId="{9AB78443-F2B5-46A3-8F2A-D993EAFEA847}" type="pres">
      <dgm:prSet presAssocID="{3D00DAA7-0925-4B6C-8328-8DF08D8EEF08}" presName="hierChild3" presStyleCnt="0"/>
      <dgm:spPr/>
    </dgm:pt>
    <dgm:pt modelId="{46960B8E-9A62-45DF-A367-C7CDC853EA61}" type="pres">
      <dgm:prSet presAssocID="{A855079C-B880-4C42-BA28-4BD558B32882}" presName="Name19" presStyleLbl="parChTrans1D2" presStyleIdx="1" presStyleCnt="2"/>
      <dgm:spPr/>
    </dgm:pt>
    <dgm:pt modelId="{7EC6F484-4FC9-4F49-A3B2-1C0499A977D9}" type="pres">
      <dgm:prSet presAssocID="{74256BAD-266A-4CC8-AB2C-91AB461545DA}" presName="Name21" presStyleCnt="0"/>
      <dgm:spPr/>
    </dgm:pt>
    <dgm:pt modelId="{95042E12-8CCF-4388-9B35-CD53921833CE}" type="pres">
      <dgm:prSet presAssocID="{74256BAD-266A-4CC8-AB2C-91AB461545DA}" presName="level2Shape" presStyleLbl="node2" presStyleIdx="1" presStyleCnt="2" custLinFactY="-10024" custLinFactNeighborX="-6866" custLinFactNeighborY="-100000"/>
      <dgm:spPr/>
    </dgm:pt>
    <dgm:pt modelId="{395F5D8E-D660-4F42-AF2E-7EB6315D2FF3}" type="pres">
      <dgm:prSet presAssocID="{74256BAD-266A-4CC8-AB2C-91AB461545DA}" presName="hierChild3" presStyleCnt="0"/>
      <dgm:spPr/>
    </dgm:pt>
    <dgm:pt modelId="{5C2DF7A6-263B-4E07-AB75-6E6FBC586177}" type="pres">
      <dgm:prSet presAssocID="{8E27D422-14B9-4327-970B-ABB2F6FF5814}" presName="Name19" presStyleLbl="parChTrans1D3" presStyleIdx="2" presStyleCnt="4"/>
      <dgm:spPr/>
    </dgm:pt>
    <dgm:pt modelId="{0FAFA093-D8CF-4BA2-B546-B0DADDD2890F}" type="pres">
      <dgm:prSet presAssocID="{01445E5D-C1FF-4826-B36F-702B11120BE9}" presName="Name21" presStyleCnt="0"/>
      <dgm:spPr/>
    </dgm:pt>
    <dgm:pt modelId="{5FC61207-4A2A-440D-98CE-4830D937B51C}" type="pres">
      <dgm:prSet presAssocID="{01445E5D-C1FF-4826-B36F-702B11120BE9}" presName="level2Shape" presStyleLbl="node3" presStyleIdx="2" presStyleCnt="4" custLinFactNeighborX="-35324" custLinFactNeighborY="44546"/>
      <dgm:spPr/>
    </dgm:pt>
    <dgm:pt modelId="{A849F46A-489C-4048-BC68-9080EB0B0746}" type="pres">
      <dgm:prSet presAssocID="{01445E5D-C1FF-4826-B36F-702B11120BE9}" presName="hierChild3" presStyleCnt="0"/>
      <dgm:spPr/>
    </dgm:pt>
    <dgm:pt modelId="{DA1084BA-1B2F-4754-B924-2FB442548B5D}" type="pres">
      <dgm:prSet presAssocID="{7EA47F47-089C-48D4-98D2-F4BA4D655F8D}" presName="Name19" presStyleLbl="parChTrans1D4" presStyleIdx="2" presStyleCnt="8"/>
      <dgm:spPr/>
    </dgm:pt>
    <dgm:pt modelId="{9C6C6FB1-6E19-4F03-B4DC-7EB1296B1660}" type="pres">
      <dgm:prSet presAssocID="{01BDF081-8E67-4107-890C-A7E5FE77EC6A}" presName="Name21" presStyleCnt="0"/>
      <dgm:spPr/>
    </dgm:pt>
    <dgm:pt modelId="{6840C3B2-5D87-4225-85F4-E416B2985A3C}" type="pres">
      <dgm:prSet presAssocID="{01BDF081-8E67-4107-890C-A7E5FE77EC6A}" presName="level2Shape" presStyleLbl="node4" presStyleIdx="2" presStyleCnt="8" custLinFactNeighborX="-44907" custLinFactNeighborY="65086"/>
      <dgm:spPr/>
    </dgm:pt>
    <dgm:pt modelId="{BCE9AF34-C1C6-4F93-A30E-B279F8C4C868}" type="pres">
      <dgm:prSet presAssocID="{01BDF081-8E67-4107-890C-A7E5FE77EC6A}" presName="hierChild3" presStyleCnt="0"/>
      <dgm:spPr/>
    </dgm:pt>
    <dgm:pt modelId="{EE415BB9-C195-4C21-89E9-D3FF081D4B80}" type="pres">
      <dgm:prSet presAssocID="{50CB0577-EB1B-4487-8025-CB8E20D395FA}" presName="Name19" presStyleLbl="parChTrans1D4" presStyleIdx="3" presStyleCnt="8"/>
      <dgm:spPr/>
    </dgm:pt>
    <dgm:pt modelId="{2C0E88AE-2332-4431-84FE-768736C40342}" type="pres">
      <dgm:prSet presAssocID="{9119EAE5-33C1-4D76-A0B1-E22823E26883}" presName="Name21" presStyleCnt="0"/>
      <dgm:spPr/>
    </dgm:pt>
    <dgm:pt modelId="{707C0A76-6FE3-4E77-A531-554F3BBE9BA5}" type="pres">
      <dgm:prSet presAssocID="{9119EAE5-33C1-4D76-A0B1-E22823E26883}" presName="level2Shape" presStyleLbl="node4" presStyleIdx="3" presStyleCnt="8" custLinFactX="-47967" custLinFactY="2231" custLinFactNeighborX="-100000" custLinFactNeighborY="100000"/>
      <dgm:spPr/>
    </dgm:pt>
    <dgm:pt modelId="{37253C7D-54DD-4B9B-9913-2AF92D326F6C}" type="pres">
      <dgm:prSet presAssocID="{9119EAE5-33C1-4D76-A0B1-E22823E26883}" presName="hierChild3" presStyleCnt="0"/>
      <dgm:spPr/>
    </dgm:pt>
    <dgm:pt modelId="{4A897860-ED4A-4A21-BE19-0D7DB5677324}" type="pres">
      <dgm:prSet presAssocID="{54A1AEFF-FBDF-459A-955A-7426EA35E67F}" presName="Name19" presStyleLbl="parChTrans1D4" presStyleIdx="4" presStyleCnt="8"/>
      <dgm:spPr/>
    </dgm:pt>
    <dgm:pt modelId="{746F8E7A-006A-4FFD-8EFC-FB9EC0698CF5}" type="pres">
      <dgm:prSet presAssocID="{B328C12B-F47B-4775-8AFA-081ABC4B9D7E}" presName="Name21" presStyleCnt="0"/>
      <dgm:spPr/>
    </dgm:pt>
    <dgm:pt modelId="{B215D629-2973-43AA-8138-BC775C8C25B8}" type="pres">
      <dgm:prSet presAssocID="{B328C12B-F47B-4775-8AFA-081ABC4B9D7E}" presName="level2Shape" presStyleLbl="node4" presStyleIdx="4" presStyleCnt="8" custScaleX="80552" custLinFactX="-48392" custLinFactY="48513" custLinFactNeighborX="-100000" custLinFactNeighborY="100000"/>
      <dgm:spPr/>
    </dgm:pt>
    <dgm:pt modelId="{EF5E5BF6-D70B-4375-AADB-B1EA11967C02}" type="pres">
      <dgm:prSet presAssocID="{B328C12B-F47B-4775-8AFA-081ABC4B9D7E}" presName="hierChild3" presStyleCnt="0"/>
      <dgm:spPr/>
    </dgm:pt>
    <dgm:pt modelId="{AD4C6D5B-7303-48D1-8301-CFB4223FBCFC}" type="pres">
      <dgm:prSet presAssocID="{93A9395F-6431-4255-95E5-E14E97649BEA}" presName="Name19" presStyleLbl="parChTrans1D4" presStyleIdx="5" presStyleCnt="8"/>
      <dgm:spPr/>
    </dgm:pt>
    <dgm:pt modelId="{912D42F5-9399-43C7-A108-7B99E5C4E3F6}" type="pres">
      <dgm:prSet presAssocID="{8222CD75-B8DE-4FF4-83D9-659A303EB3FD}" presName="Name21" presStyleCnt="0"/>
      <dgm:spPr/>
    </dgm:pt>
    <dgm:pt modelId="{28FD5245-0C52-4DBE-BF63-3C8C182EFF46}" type="pres">
      <dgm:prSet presAssocID="{8222CD75-B8DE-4FF4-83D9-659A303EB3FD}" presName="level2Shape" presStyleLbl="node4" presStyleIdx="5" presStyleCnt="8" custLinFactY="2945" custLinFactNeighborX="-12657" custLinFactNeighborY="100000"/>
      <dgm:spPr/>
    </dgm:pt>
    <dgm:pt modelId="{0BA6325D-D9A8-4896-AAF9-96E47DDC7E31}" type="pres">
      <dgm:prSet presAssocID="{8222CD75-B8DE-4FF4-83D9-659A303EB3FD}" presName="hierChild3" presStyleCnt="0"/>
      <dgm:spPr/>
    </dgm:pt>
    <dgm:pt modelId="{0DA9EA46-F4FE-4F5D-9CF8-FB928EB40209}" type="pres">
      <dgm:prSet presAssocID="{99D770DA-02B4-47CD-8BE9-C7E088544B3B}" presName="Name19" presStyleLbl="parChTrans1D4" presStyleIdx="6" presStyleCnt="8"/>
      <dgm:spPr/>
    </dgm:pt>
    <dgm:pt modelId="{A4666B76-1158-4FAE-B6C4-C3777F3A8693}" type="pres">
      <dgm:prSet presAssocID="{FFEF0BD1-DE03-46A7-BCD7-F342D814618C}" presName="Name21" presStyleCnt="0"/>
      <dgm:spPr/>
    </dgm:pt>
    <dgm:pt modelId="{B3D2AA17-CE6B-4E27-A74E-FFC066F4CF34}" type="pres">
      <dgm:prSet presAssocID="{FFEF0BD1-DE03-46A7-BCD7-F342D814618C}" presName="level2Shape" presStyleLbl="node4" presStyleIdx="6" presStyleCnt="8" custLinFactNeighborX="7912" custLinFactNeighborY="66244"/>
      <dgm:spPr/>
    </dgm:pt>
    <dgm:pt modelId="{F565CB1F-4231-40FA-AC61-D7BBE37FB103}" type="pres">
      <dgm:prSet presAssocID="{FFEF0BD1-DE03-46A7-BCD7-F342D814618C}" presName="hierChild3" presStyleCnt="0"/>
      <dgm:spPr/>
    </dgm:pt>
    <dgm:pt modelId="{0278B013-9324-47DF-9D28-A95B9CA62026}" type="pres">
      <dgm:prSet presAssocID="{F9805257-0022-4A1B-AF62-A76E0B91BCF8}" presName="Name19" presStyleLbl="parChTrans1D4" presStyleIdx="7" presStyleCnt="8"/>
      <dgm:spPr/>
    </dgm:pt>
    <dgm:pt modelId="{D2CA6358-107F-470C-83EC-52AF779D2BB5}" type="pres">
      <dgm:prSet presAssocID="{2D4DCCBE-9620-4F30-8A8B-BB79274B8865}" presName="Name21" presStyleCnt="0"/>
      <dgm:spPr/>
    </dgm:pt>
    <dgm:pt modelId="{3C4BC45F-3F8A-4D19-BE0D-942C9E4C8681}" type="pres">
      <dgm:prSet presAssocID="{2D4DCCBE-9620-4F30-8A8B-BB79274B8865}" presName="level2Shape" presStyleLbl="node4" presStyleIdx="7" presStyleCnt="8" custLinFactY="100000" custLinFactNeighborX="7424" custLinFactNeighborY="187882"/>
      <dgm:spPr/>
    </dgm:pt>
    <dgm:pt modelId="{00A1BF06-D963-4A21-A89A-DABD7402CDDE}" type="pres">
      <dgm:prSet presAssocID="{2D4DCCBE-9620-4F30-8A8B-BB79274B8865}" presName="hierChild3" presStyleCnt="0"/>
      <dgm:spPr/>
    </dgm:pt>
    <dgm:pt modelId="{4C79992A-C606-4B62-8A1E-12247D9EAA96}" type="pres">
      <dgm:prSet presAssocID="{92AB0AB2-5FF1-464F-BEBC-2A75A0E33C5A}" presName="Name19" presStyleLbl="parChTrans1D3" presStyleIdx="3" presStyleCnt="4"/>
      <dgm:spPr/>
    </dgm:pt>
    <dgm:pt modelId="{B61D4B4E-6A1F-41A7-977F-40FA54AB5400}" type="pres">
      <dgm:prSet presAssocID="{59820ADF-6E46-4B79-AF34-13382880D400}" presName="Name21" presStyleCnt="0"/>
      <dgm:spPr/>
    </dgm:pt>
    <dgm:pt modelId="{CF34A139-4DFF-43C5-9340-86913AFD9761}" type="pres">
      <dgm:prSet presAssocID="{59820ADF-6E46-4B79-AF34-13382880D400}" presName="level2Shape" presStyleLbl="node3" presStyleIdx="3" presStyleCnt="4" custLinFactNeighborX="13647" custLinFactNeighborY="44748"/>
      <dgm:spPr/>
    </dgm:pt>
    <dgm:pt modelId="{74577DCB-8BFB-47A4-B03F-C8C9D2463017}" type="pres">
      <dgm:prSet presAssocID="{59820ADF-6E46-4B79-AF34-13382880D400}" presName="hierChild3" presStyleCnt="0"/>
      <dgm:spPr/>
    </dgm:pt>
    <dgm:pt modelId="{A47E2295-280B-4EA7-BE44-3E078DD409F3}" type="pres">
      <dgm:prSet presAssocID="{FE7FE6A4-8117-43B9-90D1-0B85AAC753BB}" presName="bgShapesFlow" presStyleCnt="0"/>
      <dgm:spPr/>
    </dgm:pt>
    <dgm:pt modelId="{D7A06BC5-807F-4676-9806-D81D5F476A5A}" type="pres">
      <dgm:prSet presAssocID="{04973FD9-214F-40AC-851E-26DA5F98F15B}" presName="rectComp" presStyleCnt="0"/>
      <dgm:spPr/>
    </dgm:pt>
    <dgm:pt modelId="{156E32D0-8CC0-4AE1-8DD6-32998318CE52}" type="pres">
      <dgm:prSet presAssocID="{04973FD9-214F-40AC-851E-26DA5F98F15B}" presName="bgRect" presStyleLbl="bgShp" presStyleIdx="0" presStyleCnt="7" custScaleX="71493" custScaleY="80409" custLinFactNeighborX="-14028" custLinFactNeighborY="-98596"/>
      <dgm:spPr/>
    </dgm:pt>
    <dgm:pt modelId="{70DDCD3E-B28F-4C58-91EB-C2DB2E7B5FF4}" type="pres">
      <dgm:prSet presAssocID="{04973FD9-214F-40AC-851E-26DA5F98F15B}" presName="bgRectTx" presStyleLbl="bgShp" presStyleIdx="0" presStyleCnt="7">
        <dgm:presLayoutVars>
          <dgm:bulletEnabled val="1"/>
        </dgm:presLayoutVars>
      </dgm:prSet>
      <dgm:spPr/>
    </dgm:pt>
    <dgm:pt modelId="{146E611E-AA91-4D8D-8F1B-7188D64F3742}" type="pres">
      <dgm:prSet presAssocID="{04973FD9-214F-40AC-851E-26DA5F98F15B}" presName="spComp" presStyleCnt="0"/>
      <dgm:spPr/>
    </dgm:pt>
    <dgm:pt modelId="{35214CB5-7829-4C95-9236-A32E89D1C8DA}" type="pres">
      <dgm:prSet presAssocID="{04973FD9-214F-40AC-851E-26DA5F98F15B}" presName="vSp" presStyleCnt="0"/>
      <dgm:spPr/>
    </dgm:pt>
    <dgm:pt modelId="{C7226AB9-074B-4E33-BCCE-FE0A299610F5}" type="pres">
      <dgm:prSet presAssocID="{7C221074-8432-4495-9265-D4081B985FF4}" presName="rectComp" presStyleCnt="0"/>
      <dgm:spPr/>
    </dgm:pt>
    <dgm:pt modelId="{536E6ADF-DBCB-4523-8755-486866041264}" type="pres">
      <dgm:prSet presAssocID="{7C221074-8432-4495-9265-D4081B985FF4}" presName="bgRect" presStyleLbl="bgShp" presStyleIdx="1" presStyleCnt="7" custScaleX="88103" custScaleY="79762" custLinFactNeighborX="-5949" custLinFactNeighborY="-63533"/>
      <dgm:spPr/>
    </dgm:pt>
    <dgm:pt modelId="{E4E2DCA5-7264-4C93-BDBB-E9AFD3EB6C80}" type="pres">
      <dgm:prSet presAssocID="{7C221074-8432-4495-9265-D4081B985FF4}" presName="bgRectTx" presStyleLbl="bgShp" presStyleIdx="1" presStyleCnt="7">
        <dgm:presLayoutVars>
          <dgm:bulletEnabled val="1"/>
        </dgm:presLayoutVars>
      </dgm:prSet>
      <dgm:spPr/>
    </dgm:pt>
    <dgm:pt modelId="{A4FD5418-EBAC-4A26-A742-6BAF10252083}" type="pres">
      <dgm:prSet presAssocID="{7C221074-8432-4495-9265-D4081B985FF4}" presName="spComp" presStyleCnt="0"/>
      <dgm:spPr/>
    </dgm:pt>
    <dgm:pt modelId="{8DEFDA1C-CF45-4699-8D4A-EA4F1B62CCBD}" type="pres">
      <dgm:prSet presAssocID="{7C221074-8432-4495-9265-D4081B985FF4}" presName="vSp" presStyleCnt="0"/>
      <dgm:spPr/>
    </dgm:pt>
    <dgm:pt modelId="{2B0666B1-3359-49EB-83CB-F0E2398717CE}" type="pres">
      <dgm:prSet presAssocID="{8D866D95-34AC-4176-859E-E36C00CD1333}" presName="rectComp" presStyleCnt="0"/>
      <dgm:spPr/>
    </dgm:pt>
    <dgm:pt modelId="{F8734ED9-20F3-483E-8F20-A990831FDD1E}" type="pres">
      <dgm:prSet presAssocID="{8D866D95-34AC-4176-859E-E36C00CD1333}" presName="bgRect" presStyleLbl="bgShp" presStyleIdx="2" presStyleCnt="7" custScaleX="62748" custScaleY="81233" custLinFactNeighborX="-18551" custLinFactNeighborY="-29949"/>
      <dgm:spPr/>
    </dgm:pt>
    <dgm:pt modelId="{48752855-2AB0-4577-87A3-2446E082AB8E}" type="pres">
      <dgm:prSet presAssocID="{8D866D95-34AC-4176-859E-E36C00CD1333}" presName="bgRectTx" presStyleLbl="bgShp" presStyleIdx="2" presStyleCnt="7">
        <dgm:presLayoutVars>
          <dgm:bulletEnabled val="1"/>
        </dgm:presLayoutVars>
      </dgm:prSet>
      <dgm:spPr/>
    </dgm:pt>
    <dgm:pt modelId="{496F9702-9CFE-4D63-A809-1CAFE97750A9}" type="pres">
      <dgm:prSet presAssocID="{8D866D95-34AC-4176-859E-E36C00CD1333}" presName="spComp" presStyleCnt="0"/>
      <dgm:spPr/>
    </dgm:pt>
    <dgm:pt modelId="{16121134-55C9-4CEE-8D64-70EDD1AB059B}" type="pres">
      <dgm:prSet presAssocID="{8D866D95-34AC-4176-859E-E36C00CD1333}" presName="vSp" presStyleCnt="0"/>
      <dgm:spPr/>
    </dgm:pt>
    <dgm:pt modelId="{3814511D-112B-48C1-A61B-CC13C2BD530C}" type="pres">
      <dgm:prSet presAssocID="{07228677-CBAC-4E0A-85AB-949C0613B646}" presName="rectComp" presStyleCnt="0"/>
      <dgm:spPr/>
    </dgm:pt>
    <dgm:pt modelId="{DCEE6199-1ADD-4A78-866D-D9B5DF369132}" type="pres">
      <dgm:prSet presAssocID="{07228677-CBAC-4E0A-85AB-949C0613B646}" presName="bgRect" presStyleLbl="bgShp" presStyleIdx="3" presStyleCnt="7" custScaleX="99446" custScaleY="80070" custLinFactNeighborX="-335" custLinFactNeighborY="-9470"/>
      <dgm:spPr/>
    </dgm:pt>
    <dgm:pt modelId="{DFE0812D-A475-4073-BFB7-4416741B3DFE}" type="pres">
      <dgm:prSet presAssocID="{07228677-CBAC-4E0A-85AB-949C0613B646}" presName="bgRectTx" presStyleLbl="bgShp" presStyleIdx="3" presStyleCnt="7">
        <dgm:presLayoutVars>
          <dgm:bulletEnabled val="1"/>
        </dgm:presLayoutVars>
      </dgm:prSet>
      <dgm:spPr/>
    </dgm:pt>
    <dgm:pt modelId="{59CC16AB-0064-40E3-99A0-C439F24F91BF}" type="pres">
      <dgm:prSet presAssocID="{07228677-CBAC-4E0A-85AB-949C0613B646}" presName="spComp" presStyleCnt="0"/>
      <dgm:spPr/>
    </dgm:pt>
    <dgm:pt modelId="{1A1F3072-9CD7-4E28-9697-28B73219F547}" type="pres">
      <dgm:prSet presAssocID="{07228677-CBAC-4E0A-85AB-949C0613B646}" presName="vSp" presStyleCnt="0"/>
      <dgm:spPr/>
    </dgm:pt>
    <dgm:pt modelId="{58728103-A2FB-448B-84D7-75E97DC7DD8C}" type="pres">
      <dgm:prSet presAssocID="{1BB5944B-594A-4F91-9DCB-D5F6CAB178BB}" presName="rectComp" presStyleCnt="0"/>
      <dgm:spPr/>
    </dgm:pt>
    <dgm:pt modelId="{DD9DC20C-8F97-404A-8DDE-A16E98626F83}" type="pres">
      <dgm:prSet presAssocID="{1BB5944B-594A-4F91-9DCB-D5F6CAB178BB}" presName="bgRect" presStyleLbl="bgShp" presStyleIdx="4" presStyleCnt="7" custScaleX="91919" custScaleY="79368" custLinFactNeighborX="-3907" custLinFactNeighborY="27962"/>
      <dgm:spPr/>
    </dgm:pt>
    <dgm:pt modelId="{5F10ECC8-60D2-405D-B11A-0F039F29B562}" type="pres">
      <dgm:prSet presAssocID="{1BB5944B-594A-4F91-9DCB-D5F6CAB178BB}" presName="bgRectTx" presStyleLbl="bgShp" presStyleIdx="4" presStyleCnt="7">
        <dgm:presLayoutVars>
          <dgm:bulletEnabled val="1"/>
        </dgm:presLayoutVars>
      </dgm:prSet>
      <dgm:spPr/>
    </dgm:pt>
    <dgm:pt modelId="{8F186A17-9E0B-4398-94ED-2CEABA11E814}" type="pres">
      <dgm:prSet presAssocID="{1BB5944B-594A-4F91-9DCB-D5F6CAB178BB}" presName="spComp" presStyleCnt="0"/>
      <dgm:spPr/>
    </dgm:pt>
    <dgm:pt modelId="{FB10F68A-FB72-4E73-B317-2CE7B2CA2969}" type="pres">
      <dgm:prSet presAssocID="{1BB5944B-594A-4F91-9DCB-D5F6CAB178BB}" presName="vSp" presStyleCnt="0"/>
      <dgm:spPr/>
    </dgm:pt>
    <dgm:pt modelId="{7F2F68F6-BC16-4055-890C-EECC63CFDD35}" type="pres">
      <dgm:prSet presAssocID="{B80F084E-D124-4826-A0C6-258D89AAE631}" presName="rectComp" presStyleCnt="0"/>
      <dgm:spPr/>
    </dgm:pt>
    <dgm:pt modelId="{5EEA09CC-BF85-49BA-8B7D-612CB16A36AA}" type="pres">
      <dgm:prSet presAssocID="{B80F084E-D124-4826-A0C6-258D89AAE631}" presName="bgRect" presStyleLbl="bgShp" presStyleIdx="5" presStyleCnt="7" custScaleX="79800" custScaleY="83532" custLinFactNeighborX="-9979" custLinFactNeighborY="76282"/>
      <dgm:spPr/>
    </dgm:pt>
    <dgm:pt modelId="{CE246169-7F81-456A-A320-6C57E6A752BC}" type="pres">
      <dgm:prSet presAssocID="{B80F084E-D124-4826-A0C6-258D89AAE631}" presName="bgRectTx" presStyleLbl="bgShp" presStyleIdx="5" presStyleCnt="7">
        <dgm:presLayoutVars>
          <dgm:bulletEnabled val="1"/>
        </dgm:presLayoutVars>
      </dgm:prSet>
      <dgm:spPr/>
    </dgm:pt>
    <dgm:pt modelId="{A1FC8FC5-9843-43B2-B2B9-0FCFCA14AE78}" type="pres">
      <dgm:prSet presAssocID="{B80F084E-D124-4826-A0C6-258D89AAE631}" presName="spComp" presStyleCnt="0"/>
      <dgm:spPr/>
    </dgm:pt>
    <dgm:pt modelId="{AB322274-CBCC-40B9-982B-3B627BAB1021}" type="pres">
      <dgm:prSet presAssocID="{B80F084E-D124-4826-A0C6-258D89AAE631}" presName="vSp" presStyleCnt="0"/>
      <dgm:spPr/>
    </dgm:pt>
    <dgm:pt modelId="{081769F7-7EF2-499D-9E86-54C7586BAD8A}" type="pres">
      <dgm:prSet presAssocID="{FDBED823-8EA8-4C6E-82BD-60EB46979322}" presName="rectComp" presStyleCnt="0"/>
      <dgm:spPr/>
    </dgm:pt>
    <dgm:pt modelId="{563B9418-6F6D-4E5C-96AA-E60A8EC5A639}" type="pres">
      <dgm:prSet presAssocID="{FDBED823-8EA8-4C6E-82BD-60EB46979322}" presName="bgRect" presStyleLbl="bgShp" presStyleIdx="6" presStyleCnt="7" custScaleX="94918" custScaleY="83532" custLinFactY="28386" custLinFactNeighborX="-1821" custLinFactNeighborY="100000"/>
      <dgm:spPr/>
    </dgm:pt>
    <dgm:pt modelId="{4308EC4F-D6A7-4BB1-A008-0E1067F2E91E}" type="pres">
      <dgm:prSet presAssocID="{FDBED823-8EA8-4C6E-82BD-60EB46979322}" presName="bgRectTx" presStyleLbl="bgShp" presStyleIdx="6" presStyleCnt="7">
        <dgm:presLayoutVars>
          <dgm:bulletEnabled val="1"/>
        </dgm:presLayoutVars>
      </dgm:prSet>
      <dgm:spPr/>
    </dgm:pt>
  </dgm:ptLst>
  <dgm:cxnLst>
    <dgm:cxn modelId="{34163800-A803-4C08-805B-87591A186C23}" type="presOf" srcId="{04973FD9-214F-40AC-851E-26DA5F98F15B}" destId="{70DDCD3E-B28F-4C58-91EB-C2DB2E7B5FF4}" srcOrd="1" destOrd="0" presId="urn:microsoft.com/office/officeart/2005/8/layout/hierarchy6"/>
    <dgm:cxn modelId="{6A9A7502-CACF-4B24-AE2F-BC38BB931871}" type="presOf" srcId="{64DEEF0E-2F92-4AE5-910C-1F76C7C867E3}" destId="{864E67FD-D278-4324-B3DD-3192925F8EA2}" srcOrd="0" destOrd="0" presId="urn:microsoft.com/office/officeart/2005/8/layout/hierarchy6"/>
    <dgm:cxn modelId="{1278E503-800D-4D3F-8603-8F162FD8B15D}" type="presOf" srcId="{5E41D4FB-E772-4DAD-A765-C997AAE0B272}" destId="{6D2C9021-8D08-4C1D-9B77-E0357AF4E696}" srcOrd="0" destOrd="0" presId="urn:microsoft.com/office/officeart/2005/8/layout/hierarchy6"/>
    <dgm:cxn modelId="{1B33F506-B2D6-4B96-8DAA-B559732E4A5D}" type="presOf" srcId="{FDBED823-8EA8-4C6E-82BD-60EB46979322}" destId="{4308EC4F-D6A7-4BB1-A008-0E1067F2E91E}" srcOrd="1" destOrd="0" presId="urn:microsoft.com/office/officeart/2005/8/layout/hierarchy6"/>
    <dgm:cxn modelId="{A372B608-2301-4A15-8CC2-8D607C950D6F}" srcId="{FE7FE6A4-8117-43B9-90D1-0B85AAC753BB}" destId="{7C221074-8432-4495-9265-D4081B985FF4}" srcOrd="2" destOrd="0" parTransId="{9809763D-625C-4092-BC08-FF959B878294}" sibTransId="{4FC10E7E-A4B8-4DE2-8ABB-8AFDC0227B5E}"/>
    <dgm:cxn modelId="{69C5D708-9374-49A2-9F8E-0595C57D7E70}" type="presOf" srcId="{0C67B769-21FC-41AF-AB02-DD1A7162C883}" destId="{EB813CA5-BA49-4650-8EEE-8C471294A6E4}" srcOrd="0" destOrd="0" presId="urn:microsoft.com/office/officeart/2005/8/layout/hierarchy6"/>
    <dgm:cxn modelId="{C865320B-EDCC-4F8B-88F6-7AEC25C3387E}" type="presOf" srcId="{01445E5D-C1FF-4826-B36F-702B11120BE9}" destId="{5FC61207-4A2A-440D-98CE-4830D937B51C}" srcOrd="0" destOrd="0" presId="urn:microsoft.com/office/officeart/2005/8/layout/hierarchy6"/>
    <dgm:cxn modelId="{E2738D0E-A969-44D4-8710-DD81283C2884}" type="presOf" srcId="{07228677-CBAC-4E0A-85AB-949C0613B646}" destId="{DCEE6199-1ADD-4A78-866D-D9B5DF369132}" srcOrd="0" destOrd="0" presId="urn:microsoft.com/office/officeart/2005/8/layout/hierarchy6"/>
    <dgm:cxn modelId="{FF735711-D17F-42E3-99D7-9C8C25130A2C}" type="presOf" srcId="{7C221074-8432-4495-9265-D4081B985FF4}" destId="{E4E2DCA5-7264-4C93-BDBB-E9AFD3EB6C80}" srcOrd="1" destOrd="0" presId="urn:microsoft.com/office/officeart/2005/8/layout/hierarchy6"/>
    <dgm:cxn modelId="{1CF82118-49E2-4966-9154-A9D9846FCE0C}" type="presOf" srcId="{7C221074-8432-4495-9265-D4081B985FF4}" destId="{536E6ADF-DBCB-4523-8755-486866041264}" srcOrd="0" destOrd="0" presId="urn:microsoft.com/office/officeart/2005/8/layout/hierarchy6"/>
    <dgm:cxn modelId="{CDDD561A-4FB1-44DF-8C2F-2D2DA4F8E756}" type="presOf" srcId="{92AB0AB2-5FF1-464F-BEBC-2A75A0E33C5A}" destId="{4C79992A-C606-4B62-8A1E-12247D9EAA96}" srcOrd="0" destOrd="0" presId="urn:microsoft.com/office/officeart/2005/8/layout/hierarchy6"/>
    <dgm:cxn modelId="{E647591B-98F0-4F41-8CCC-96E0F880A421}" type="presOf" srcId="{B80F084E-D124-4826-A0C6-258D89AAE631}" destId="{5EEA09CC-BF85-49BA-8B7D-612CB16A36AA}" srcOrd="0" destOrd="0" presId="urn:microsoft.com/office/officeart/2005/8/layout/hierarchy6"/>
    <dgm:cxn modelId="{CE760227-3C5C-4BCD-886A-B5B0B599C97D}" srcId="{FE7FE6A4-8117-43B9-90D1-0B85AAC753BB}" destId="{FDBED823-8EA8-4C6E-82BD-60EB46979322}" srcOrd="7" destOrd="0" parTransId="{A74B6153-70A2-4491-9C12-95274C649219}" sibTransId="{C375C334-A12D-47C8-BAE9-F419DF910CCD}"/>
    <dgm:cxn modelId="{818BCE2C-F6B4-42CA-ABA2-DC68E13C7E04}" type="presOf" srcId="{4D2EEDF6-D3ED-4268-B706-D76452134056}" destId="{C52F925D-6501-4F5F-9317-62C0FEFBC39C}" srcOrd="0" destOrd="0" presId="urn:microsoft.com/office/officeart/2005/8/layout/hierarchy6"/>
    <dgm:cxn modelId="{A4D66E2D-28F5-49AC-923A-9FC35546F6AA}" srcId="{FE7FE6A4-8117-43B9-90D1-0B85AAC753BB}" destId="{0C67B769-21FC-41AF-AB02-DD1A7162C883}" srcOrd="0" destOrd="0" parTransId="{3663E0D0-282B-425C-A620-08467FF3B0F5}" sibTransId="{DE83CD5C-6A94-4452-B0CB-D1174F184192}"/>
    <dgm:cxn modelId="{D59E1930-48BC-45F0-984D-97AFD4CDB83D}" type="presOf" srcId="{8D866D95-34AC-4176-859E-E36C00CD1333}" destId="{48752855-2AB0-4577-87A3-2446E082AB8E}" srcOrd="1" destOrd="0" presId="urn:microsoft.com/office/officeart/2005/8/layout/hierarchy6"/>
    <dgm:cxn modelId="{48C22835-2A54-4E0E-8900-E35038142D1E}" type="presOf" srcId="{8E27D422-14B9-4327-970B-ABB2F6FF5814}" destId="{5C2DF7A6-263B-4E07-AB75-6E6FBC586177}" srcOrd="0" destOrd="0" presId="urn:microsoft.com/office/officeart/2005/8/layout/hierarchy6"/>
    <dgm:cxn modelId="{1816633D-7353-4197-B973-12FE91B3DF6C}" srcId="{01445E5D-C1FF-4826-B36F-702B11120BE9}" destId="{FFEF0BD1-DE03-46A7-BCD7-F342D814618C}" srcOrd="1" destOrd="0" parTransId="{99D770DA-02B4-47CD-8BE9-C7E088544B3B}" sibTransId="{76CB08BF-DBDA-4E56-8EE6-D5FEA9ACB642}"/>
    <dgm:cxn modelId="{EDBCFC41-735B-4EAC-A558-195E1079EF4B}" type="presOf" srcId="{B80F084E-D124-4826-A0C6-258D89AAE631}" destId="{CE246169-7F81-456A-A320-6C57E6A752BC}" srcOrd="1" destOrd="0" presId="urn:microsoft.com/office/officeart/2005/8/layout/hierarchy6"/>
    <dgm:cxn modelId="{45141A62-487A-4C0D-8477-65A564CC179D}" srcId="{58D2AFE7-5806-45F9-83AC-540191092D15}" destId="{3D00DAA7-0925-4B6C-8328-8DF08D8EEF08}" srcOrd="0" destOrd="0" parTransId="{4D2EEDF6-D3ED-4268-B706-D76452134056}" sibTransId="{30646829-9F0F-42A0-B3BF-35525CED9AD9}"/>
    <dgm:cxn modelId="{31C4A663-90E0-4EC8-BF38-8EE6F5799287}" srcId="{FE7FE6A4-8117-43B9-90D1-0B85AAC753BB}" destId="{04973FD9-214F-40AC-851E-26DA5F98F15B}" srcOrd="1" destOrd="0" parTransId="{1DB7E9A5-42ED-4EFE-B59A-BE9AB5445392}" sibTransId="{15D29F06-DB74-42F4-948A-8FB4CD003C61}"/>
    <dgm:cxn modelId="{0676C963-9187-4136-90B4-A5EB9153FE1B}" srcId="{64DEEF0E-2F92-4AE5-910C-1F76C7C867E3}" destId="{5E41D4FB-E772-4DAD-A765-C997AAE0B272}" srcOrd="0" destOrd="0" parTransId="{4D50F03D-49F3-4A8E-AAFD-8B412DC06677}" sibTransId="{2A430B2C-3955-4132-856C-EC280BB75610}"/>
    <dgm:cxn modelId="{5C397F65-BC20-4F7E-8B2F-CD1BAA29F5BD}" type="presOf" srcId="{1BB5944B-594A-4F91-9DCB-D5F6CAB178BB}" destId="{5F10ECC8-60D2-405D-B11A-0F039F29B562}" srcOrd="1" destOrd="0" presId="urn:microsoft.com/office/officeart/2005/8/layout/hierarchy6"/>
    <dgm:cxn modelId="{10D0DF65-D9EC-4757-848D-D2FC1FF0D22E}" type="presOf" srcId="{07228677-CBAC-4E0A-85AB-949C0613B646}" destId="{DFE0812D-A475-4073-BFB7-4416741B3DFE}" srcOrd="1" destOrd="0" presId="urn:microsoft.com/office/officeart/2005/8/layout/hierarchy6"/>
    <dgm:cxn modelId="{42912848-D270-42A7-B33B-39ED49B5EFE4}" srcId="{FE7FE6A4-8117-43B9-90D1-0B85AAC753BB}" destId="{07228677-CBAC-4E0A-85AB-949C0613B646}" srcOrd="4" destOrd="0" parTransId="{7F7AABC5-0B26-41FE-B7C8-8520A6A9E74D}" sibTransId="{EFABE055-D8DD-416F-B9EE-024502E0F143}"/>
    <dgm:cxn modelId="{FB42D569-C31A-4731-9428-7413400984C5}" type="presOf" srcId="{F9805257-0022-4A1B-AF62-A76E0B91BCF8}" destId="{0278B013-9324-47DF-9D28-A95B9CA62026}" srcOrd="0" destOrd="0" presId="urn:microsoft.com/office/officeart/2005/8/layout/hierarchy6"/>
    <dgm:cxn modelId="{C051A86A-58E7-4C46-923C-4444BF2D7DBE}" type="presOf" srcId="{7EA47F47-089C-48D4-98D2-F4BA4D655F8D}" destId="{DA1084BA-1B2F-4754-B924-2FB442548B5D}" srcOrd="0" destOrd="0" presId="urn:microsoft.com/office/officeart/2005/8/layout/hierarchy6"/>
    <dgm:cxn modelId="{B1761B4B-1873-4A30-A7AF-DDC5E978CCE2}" srcId="{74256BAD-266A-4CC8-AB2C-91AB461545DA}" destId="{01445E5D-C1FF-4826-B36F-702B11120BE9}" srcOrd="0" destOrd="0" parTransId="{8E27D422-14B9-4327-970B-ABB2F6FF5814}" sibTransId="{E420230D-24AC-4C04-B0BF-E421021ADFAC}"/>
    <dgm:cxn modelId="{A67AD14C-C3C3-495C-96EE-65B24511CA97}" type="presOf" srcId="{93A9395F-6431-4255-95E5-E14E97649BEA}" destId="{AD4C6D5B-7303-48D1-8301-CFB4223FBCFC}" srcOrd="0" destOrd="0" presId="urn:microsoft.com/office/officeart/2005/8/layout/hierarchy6"/>
    <dgm:cxn modelId="{991B8651-68CF-4FE9-8337-6D5CD6069555}" type="presOf" srcId="{8D866D95-34AC-4176-859E-E36C00CD1333}" destId="{F8734ED9-20F3-483E-8F20-A990831FDD1E}" srcOrd="0" destOrd="0" presId="urn:microsoft.com/office/officeart/2005/8/layout/hierarchy6"/>
    <dgm:cxn modelId="{CF86D671-0F0C-4396-B0D7-99F1270CABFD}" srcId="{9542541A-7C6C-4F9E-B50A-3C444DA191A7}" destId="{64DEEF0E-2F92-4AE5-910C-1F76C7C867E3}" srcOrd="0" destOrd="0" parTransId="{6CFEA9BB-F3EE-4BE6-ABC1-82B9CFC7EB90}" sibTransId="{71873F5F-4ED9-49BE-B7B4-7F37BD725C40}"/>
    <dgm:cxn modelId="{67B70153-1C52-4F29-B0B0-75D933F52A2F}" srcId="{FE7FE6A4-8117-43B9-90D1-0B85AAC753BB}" destId="{B80F084E-D124-4826-A0C6-258D89AAE631}" srcOrd="6" destOrd="0" parTransId="{86ED274D-28D4-4C42-B97E-C0A6B471165F}" sibTransId="{04C194A7-F5F3-40C2-8FFE-CFB3D07AD5B0}"/>
    <dgm:cxn modelId="{BA333374-E562-47F5-AE6C-B1FF330CFB3C}" type="presOf" srcId="{04973FD9-214F-40AC-851E-26DA5F98F15B}" destId="{156E32D0-8CC0-4AE1-8DD6-32998318CE52}" srcOrd="0" destOrd="0" presId="urn:microsoft.com/office/officeart/2005/8/layout/hierarchy6"/>
    <dgm:cxn modelId="{6AB89A75-1A33-4D0C-A088-E3A9DB7988A0}" type="presOf" srcId="{4D50F03D-49F3-4A8E-AAFD-8B412DC06677}" destId="{A4163CA2-8A07-4955-A94E-4D93F14849F1}" srcOrd="0" destOrd="0" presId="urn:microsoft.com/office/officeart/2005/8/layout/hierarchy6"/>
    <dgm:cxn modelId="{73530977-B589-4184-81C6-93D01CD46D45}" type="presOf" srcId="{B328C12B-F47B-4775-8AFA-081ABC4B9D7E}" destId="{B215D629-2973-43AA-8138-BC775C8C25B8}" srcOrd="0" destOrd="0" presId="urn:microsoft.com/office/officeart/2005/8/layout/hierarchy6"/>
    <dgm:cxn modelId="{FFEA1957-DBC7-4558-90AB-4155F2771D8F}" type="presOf" srcId="{59820ADF-6E46-4B79-AF34-13382880D400}" destId="{CF34A139-4DFF-43C5-9340-86913AFD9761}" srcOrd="0" destOrd="0" presId="urn:microsoft.com/office/officeart/2005/8/layout/hierarchy6"/>
    <dgm:cxn modelId="{6A357259-15DE-423A-9AE0-1585720E5A19}" srcId="{74256BAD-266A-4CC8-AB2C-91AB461545DA}" destId="{59820ADF-6E46-4B79-AF34-13382880D400}" srcOrd="1" destOrd="0" parTransId="{92AB0AB2-5FF1-464F-BEBC-2A75A0E33C5A}" sibTransId="{9A0375D9-5451-4FB8-B699-FB08F572B593}"/>
    <dgm:cxn modelId="{3C7CBA86-BBC9-4505-8A7B-F4102E93B330}" srcId="{01445E5D-C1FF-4826-B36F-702B11120BE9}" destId="{01BDF081-8E67-4107-890C-A7E5FE77EC6A}" srcOrd="0" destOrd="0" parTransId="{7EA47F47-089C-48D4-98D2-F4BA4D655F8D}" sibTransId="{23160456-8526-4602-B83B-66A09B3DB1C8}"/>
    <dgm:cxn modelId="{EB2D578C-D335-433B-B89F-E8C4D444ECE9}" type="presOf" srcId="{FE7FE6A4-8117-43B9-90D1-0B85AAC753BB}" destId="{D48FEDA1-39E8-4DB8-BDA5-3758F018454C}" srcOrd="0" destOrd="0" presId="urn:microsoft.com/office/officeart/2005/8/layout/hierarchy6"/>
    <dgm:cxn modelId="{A1A7468D-F11D-4CEF-8B39-E17B51D0B860}" type="presOf" srcId="{58D2AFE7-5806-45F9-83AC-540191092D15}" destId="{2C5A1DAA-C79E-4148-8246-206DA569BF2E}" srcOrd="0" destOrd="0" presId="urn:microsoft.com/office/officeart/2005/8/layout/hierarchy6"/>
    <dgm:cxn modelId="{D7EC428F-CBE9-4210-9657-CD7B06F445C9}" type="presOf" srcId="{1BB5944B-594A-4F91-9DCB-D5F6CAB178BB}" destId="{DD9DC20C-8F97-404A-8DDE-A16E98626F83}" srcOrd="0" destOrd="0" presId="urn:microsoft.com/office/officeart/2005/8/layout/hierarchy6"/>
    <dgm:cxn modelId="{FBA6F28F-45AA-4CF3-ADF6-307EB266FAB4}" type="presOf" srcId="{6CFEA9BB-F3EE-4BE6-ABC1-82B9CFC7EB90}" destId="{CB215D7E-086F-4B40-BA75-334240DE7B8C}" srcOrd="0" destOrd="0" presId="urn:microsoft.com/office/officeart/2005/8/layout/hierarchy6"/>
    <dgm:cxn modelId="{4747AB94-A97F-40B9-BCA0-8D1AAB87CCE8}" type="presOf" srcId="{AD7D8B67-D2E4-4C38-B914-D9D607E25F07}" destId="{8CCA4A64-B5FE-4029-AE7F-615CB85F7BBF}" srcOrd="0" destOrd="0" presId="urn:microsoft.com/office/officeart/2005/8/layout/hierarchy6"/>
    <dgm:cxn modelId="{7C8F9595-B1E6-484C-9615-B90EBDDC118F}" type="presOf" srcId="{FDBED823-8EA8-4C6E-82BD-60EB46979322}" destId="{563B9418-6F6D-4E5C-96AA-E60A8EC5A639}" srcOrd="0" destOrd="0" presId="urn:microsoft.com/office/officeart/2005/8/layout/hierarchy6"/>
    <dgm:cxn modelId="{FBC3309B-2361-4DCB-8F14-036943470860}" srcId="{01BDF081-8E67-4107-890C-A7E5FE77EC6A}" destId="{9119EAE5-33C1-4D76-A0B1-E22823E26883}" srcOrd="0" destOrd="0" parTransId="{50CB0577-EB1B-4487-8025-CB8E20D395FA}" sibTransId="{61B0F3AC-D6D3-4696-AFDA-4CD23F3EB160}"/>
    <dgm:cxn modelId="{4A26FF9E-3291-4614-A841-0D36727DD6DC}" type="presOf" srcId="{99D770DA-02B4-47CD-8BE9-C7E088544B3B}" destId="{0DA9EA46-F4FE-4F5D-9CF8-FB928EB40209}" srcOrd="0" destOrd="0" presId="urn:microsoft.com/office/officeart/2005/8/layout/hierarchy6"/>
    <dgm:cxn modelId="{F2A2CFA1-A622-45BF-B5E5-B1DFED4C95AF}" type="presOf" srcId="{2D4DCCBE-9620-4F30-8A8B-BB79274B8865}" destId="{3C4BC45F-3F8A-4D19-BE0D-942C9E4C8681}" srcOrd="0" destOrd="0" presId="urn:microsoft.com/office/officeart/2005/8/layout/hierarchy6"/>
    <dgm:cxn modelId="{54A15DA3-958E-4680-8C77-CD0D16AFBB08}" srcId="{0C67B769-21FC-41AF-AB02-DD1A7162C883}" destId="{9542541A-7C6C-4F9E-B50A-3C444DA191A7}" srcOrd="0" destOrd="0" parTransId="{76DCCAB3-EF1D-41CB-BB83-BC5E55A4C10E}" sibTransId="{14F59463-1A7B-4196-92B3-93DF6B999E6B}"/>
    <dgm:cxn modelId="{69A427A4-8A38-46C1-9999-8196F3F37524}" type="presOf" srcId="{01BDF081-8E67-4107-890C-A7E5FE77EC6A}" destId="{6840C3B2-5D87-4225-85F4-E416B2985A3C}" srcOrd="0" destOrd="0" presId="urn:microsoft.com/office/officeart/2005/8/layout/hierarchy6"/>
    <dgm:cxn modelId="{555146AE-86A6-4F4D-8F84-215460061D33}" type="presOf" srcId="{FFEF0BD1-DE03-46A7-BCD7-F342D814618C}" destId="{B3D2AA17-CE6B-4E27-A74E-FFC066F4CF34}" srcOrd="0" destOrd="0" presId="urn:microsoft.com/office/officeart/2005/8/layout/hierarchy6"/>
    <dgm:cxn modelId="{7169BDB2-0594-4ED4-A019-F510BDA268A3}" type="presOf" srcId="{9542541A-7C6C-4F9E-B50A-3C444DA191A7}" destId="{22835467-09A0-4EB6-B841-0DA70FFAA9A2}" srcOrd="0" destOrd="0" presId="urn:microsoft.com/office/officeart/2005/8/layout/hierarchy6"/>
    <dgm:cxn modelId="{B05C6BB4-2266-43A3-A2A5-AC6DA85F5326}" srcId="{FE7FE6A4-8117-43B9-90D1-0B85AAC753BB}" destId="{1BB5944B-594A-4F91-9DCB-D5F6CAB178BB}" srcOrd="5" destOrd="0" parTransId="{04FC86D2-30B0-4324-BBBB-9044F28A1471}" sibTransId="{52FD02DB-BFC7-4B75-BA80-EACA6AFE4B1F}"/>
    <dgm:cxn modelId="{73C73FC0-C011-4091-89BD-0715ECD2710E}" type="presOf" srcId="{74256BAD-266A-4CC8-AB2C-91AB461545DA}" destId="{95042E12-8CCF-4388-9B35-CD53921833CE}" srcOrd="0" destOrd="0" presId="urn:microsoft.com/office/officeart/2005/8/layout/hierarchy6"/>
    <dgm:cxn modelId="{9420BAC7-FD3D-468B-9E66-4BD160BF72F6}" type="presOf" srcId="{A855079C-B880-4C42-BA28-4BD558B32882}" destId="{46960B8E-9A62-45DF-A367-C7CDC853EA61}" srcOrd="0" destOrd="0" presId="urn:microsoft.com/office/officeart/2005/8/layout/hierarchy6"/>
    <dgm:cxn modelId="{72CDBDC7-698C-45E0-A1E2-E65963092FC9}" srcId="{9119EAE5-33C1-4D76-A0B1-E22823E26883}" destId="{B328C12B-F47B-4775-8AFA-081ABC4B9D7E}" srcOrd="0" destOrd="0" parTransId="{54A1AEFF-FBDF-459A-955A-7426EA35E67F}" sibTransId="{B269DCEF-9FCC-42D1-99FE-E4EF08B54E52}"/>
    <dgm:cxn modelId="{23A84CC8-575E-4DB6-A423-7C7CE573E7E8}" type="presOf" srcId="{54A1AEFF-FBDF-459A-955A-7426EA35E67F}" destId="{4A897860-ED4A-4A21-BE19-0D7DB5677324}" srcOrd="0" destOrd="0" presId="urn:microsoft.com/office/officeart/2005/8/layout/hierarchy6"/>
    <dgm:cxn modelId="{98447CCA-6975-4611-8D23-17A3FEB501FE}" type="presOf" srcId="{9119EAE5-33C1-4D76-A0B1-E22823E26883}" destId="{707C0A76-6FE3-4E77-A531-554F3BBE9BA5}" srcOrd="0" destOrd="0" presId="urn:microsoft.com/office/officeart/2005/8/layout/hierarchy6"/>
    <dgm:cxn modelId="{EFA33BDB-601C-4C09-B4D2-30E2A9044B9D}" type="presOf" srcId="{76DCCAB3-EF1D-41CB-BB83-BC5E55A4C10E}" destId="{9511BE71-26A8-4B1F-9389-B2DBA5C2D555}" srcOrd="0" destOrd="0" presId="urn:microsoft.com/office/officeart/2005/8/layout/hierarchy6"/>
    <dgm:cxn modelId="{718DEBDD-A5C1-4EB5-B4EA-67E3DE0AC10A}" type="presOf" srcId="{3D00DAA7-0925-4B6C-8328-8DF08D8EEF08}" destId="{40B39BBA-BD2A-4361-BB0F-63C7E751BCC5}" srcOrd="0" destOrd="0" presId="urn:microsoft.com/office/officeart/2005/8/layout/hierarchy6"/>
    <dgm:cxn modelId="{62CA9FE1-5F1F-4116-B9B2-F3CF6EF54224}" srcId="{0C67B769-21FC-41AF-AB02-DD1A7162C883}" destId="{74256BAD-266A-4CC8-AB2C-91AB461545DA}" srcOrd="1" destOrd="0" parTransId="{A855079C-B880-4C42-BA28-4BD558B32882}" sibTransId="{59A12C06-72BD-48DA-A1C9-8D66D55E5A88}"/>
    <dgm:cxn modelId="{5D4260E5-D044-456D-95B8-56FF168D72A8}" srcId="{01BDF081-8E67-4107-890C-A7E5FE77EC6A}" destId="{8222CD75-B8DE-4FF4-83D9-659A303EB3FD}" srcOrd="1" destOrd="0" parTransId="{93A9395F-6431-4255-95E5-E14E97649BEA}" sibTransId="{5F3F0332-B505-4005-9C46-9D147D13422B}"/>
    <dgm:cxn modelId="{DEB805E9-7570-4C4A-A813-A738EF277F95}" type="presOf" srcId="{8222CD75-B8DE-4FF4-83D9-659A303EB3FD}" destId="{28FD5245-0C52-4DBE-BF63-3C8C182EFF46}" srcOrd="0" destOrd="0" presId="urn:microsoft.com/office/officeart/2005/8/layout/hierarchy6"/>
    <dgm:cxn modelId="{ED9A68EB-88D3-4D0A-8A40-CA5CFF18255C}" type="presOf" srcId="{50CB0577-EB1B-4487-8025-CB8E20D395FA}" destId="{EE415BB9-C195-4C21-89E9-D3FF081D4B80}" srcOrd="0" destOrd="0" presId="urn:microsoft.com/office/officeart/2005/8/layout/hierarchy6"/>
    <dgm:cxn modelId="{133636ED-5AF0-48E9-9AAA-4FE373CBB12D}" srcId="{FFEF0BD1-DE03-46A7-BCD7-F342D814618C}" destId="{2D4DCCBE-9620-4F30-8A8B-BB79274B8865}" srcOrd="0" destOrd="0" parTransId="{F9805257-0022-4A1B-AF62-A76E0B91BCF8}" sibTransId="{C032BFCC-8566-4AF1-A8D7-300B40799AAF}"/>
    <dgm:cxn modelId="{F9BEFAF5-BAA0-4F43-966A-9DE45D74BD57}" srcId="{FE7FE6A4-8117-43B9-90D1-0B85AAC753BB}" destId="{8D866D95-34AC-4176-859E-E36C00CD1333}" srcOrd="3" destOrd="0" parTransId="{3BC99DE9-AA29-4946-85D0-EC26940F1B36}" sibTransId="{1BCCD251-2CA4-4788-894B-C015DECF7FEF}"/>
    <dgm:cxn modelId="{DDB443FF-3362-46E9-8ECA-F37F935E9B82}" srcId="{9542541A-7C6C-4F9E-B50A-3C444DA191A7}" destId="{58D2AFE7-5806-45F9-83AC-540191092D15}" srcOrd="1" destOrd="0" parTransId="{AD7D8B67-D2E4-4C38-B914-D9D607E25F07}" sibTransId="{BB6FF275-A90C-4196-806E-D080C69E6C66}"/>
    <dgm:cxn modelId="{05FE370B-925F-4CC8-AE2F-B46F603CB149}" type="presParOf" srcId="{D48FEDA1-39E8-4DB8-BDA5-3758F018454C}" destId="{7A9F0D0C-98BC-4391-AE24-E89ECFCD5844}" srcOrd="0" destOrd="0" presId="urn:microsoft.com/office/officeart/2005/8/layout/hierarchy6"/>
    <dgm:cxn modelId="{B9AD1846-6D23-4F38-8107-901A54F61BB0}" type="presParOf" srcId="{7A9F0D0C-98BC-4391-AE24-E89ECFCD5844}" destId="{5BA54E1B-8150-43BF-A653-39C60A560DA9}" srcOrd="0" destOrd="0" presId="urn:microsoft.com/office/officeart/2005/8/layout/hierarchy6"/>
    <dgm:cxn modelId="{1134BA64-19E8-479E-B053-646D87536E6A}" type="presParOf" srcId="{7A9F0D0C-98BC-4391-AE24-E89ECFCD5844}" destId="{BFF925FD-E33F-4356-A9E4-EE8024B5AE1E}" srcOrd="1" destOrd="0" presId="urn:microsoft.com/office/officeart/2005/8/layout/hierarchy6"/>
    <dgm:cxn modelId="{942AD0CD-8BEA-4538-AFE7-9C36956F99CE}" type="presParOf" srcId="{BFF925FD-E33F-4356-A9E4-EE8024B5AE1E}" destId="{BCBA9ACA-5547-4969-B60F-0F8F3B87E9BB}" srcOrd="0" destOrd="0" presId="urn:microsoft.com/office/officeart/2005/8/layout/hierarchy6"/>
    <dgm:cxn modelId="{023B4FB8-CD4B-4122-AF3D-44AE24B8ED6D}" type="presParOf" srcId="{BCBA9ACA-5547-4969-B60F-0F8F3B87E9BB}" destId="{EB813CA5-BA49-4650-8EEE-8C471294A6E4}" srcOrd="0" destOrd="0" presId="urn:microsoft.com/office/officeart/2005/8/layout/hierarchy6"/>
    <dgm:cxn modelId="{13F84406-F876-477F-95F6-6A72410A95FA}" type="presParOf" srcId="{BCBA9ACA-5547-4969-B60F-0F8F3B87E9BB}" destId="{6ED14B23-EED1-421D-95DF-C2E1C9222936}" srcOrd="1" destOrd="0" presId="urn:microsoft.com/office/officeart/2005/8/layout/hierarchy6"/>
    <dgm:cxn modelId="{25A3EC3F-8202-4238-B34B-47AB5E5C8DFF}" type="presParOf" srcId="{6ED14B23-EED1-421D-95DF-C2E1C9222936}" destId="{9511BE71-26A8-4B1F-9389-B2DBA5C2D555}" srcOrd="0" destOrd="0" presId="urn:microsoft.com/office/officeart/2005/8/layout/hierarchy6"/>
    <dgm:cxn modelId="{9B95602C-DB91-40A3-A47E-E681D612AC03}" type="presParOf" srcId="{6ED14B23-EED1-421D-95DF-C2E1C9222936}" destId="{960BABFF-D58E-4B7A-872F-EE2A6E9E9862}" srcOrd="1" destOrd="0" presId="urn:microsoft.com/office/officeart/2005/8/layout/hierarchy6"/>
    <dgm:cxn modelId="{D0965752-BDBE-4595-9054-B7145C7F743D}" type="presParOf" srcId="{960BABFF-D58E-4B7A-872F-EE2A6E9E9862}" destId="{22835467-09A0-4EB6-B841-0DA70FFAA9A2}" srcOrd="0" destOrd="0" presId="urn:microsoft.com/office/officeart/2005/8/layout/hierarchy6"/>
    <dgm:cxn modelId="{34B8366D-B8C6-42E5-A316-A484DBB8D1B1}" type="presParOf" srcId="{960BABFF-D58E-4B7A-872F-EE2A6E9E9862}" destId="{47B103EF-D8AA-4BD9-BD94-56B1530DA136}" srcOrd="1" destOrd="0" presId="urn:microsoft.com/office/officeart/2005/8/layout/hierarchy6"/>
    <dgm:cxn modelId="{5A38AEB3-F6A0-4E76-86AF-C0FD6A44D178}" type="presParOf" srcId="{47B103EF-D8AA-4BD9-BD94-56B1530DA136}" destId="{CB215D7E-086F-4B40-BA75-334240DE7B8C}" srcOrd="0" destOrd="0" presId="urn:microsoft.com/office/officeart/2005/8/layout/hierarchy6"/>
    <dgm:cxn modelId="{605A5AA3-7859-4533-A8A4-29A3DD9757CC}" type="presParOf" srcId="{47B103EF-D8AA-4BD9-BD94-56B1530DA136}" destId="{8680064A-2A33-45B7-A881-4813C8AA5BF3}" srcOrd="1" destOrd="0" presId="urn:microsoft.com/office/officeart/2005/8/layout/hierarchy6"/>
    <dgm:cxn modelId="{F24E4240-4D66-4655-B0F4-4BC2D9F2BCAA}" type="presParOf" srcId="{8680064A-2A33-45B7-A881-4813C8AA5BF3}" destId="{864E67FD-D278-4324-B3DD-3192925F8EA2}" srcOrd="0" destOrd="0" presId="urn:microsoft.com/office/officeart/2005/8/layout/hierarchy6"/>
    <dgm:cxn modelId="{477F96EB-5383-432F-874F-1BCADA1CF633}" type="presParOf" srcId="{8680064A-2A33-45B7-A881-4813C8AA5BF3}" destId="{43BE7114-0501-46D1-92E5-575A7007F789}" srcOrd="1" destOrd="0" presId="urn:microsoft.com/office/officeart/2005/8/layout/hierarchy6"/>
    <dgm:cxn modelId="{96235641-DA97-41C9-B01C-911D1889DF96}" type="presParOf" srcId="{43BE7114-0501-46D1-92E5-575A7007F789}" destId="{A4163CA2-8A07-4955-A94E-4D93F14849F1}" srcOrd="0" destOrd="0" presId="urn:microsoft.com/office/officeart/2005/8/layout/hierarchy6"/>
    <dgm:cxn modelId="{E9B12129-5F00-4732-9056-B79836E462B4}" type="presParOf" srcId="{43BE7114-0501-46D1-92E5-575A7007F789}" destId="{A34396B8-ADC5-47F1-8207-01D5CD9578BA}" srcOrd="1" destOrd="0" presId="urn:microsoft.com/office/officeart/2005/8/layout/hierarchy6"/>
    <dgm:cxn modelId="{5D84ECB0-9BB6-485F-8445-CE72A78ED4CD}" type="presParOf" srcId="{A34396B8-ADC5-47F1-8207-01D5CD9578BA}" destId="{6D2C9021-8D08-4C1D-9B77-E0357AF4E696}" srcOrd="0" destOrd="0" presId="urn:microsoft.com/office/officeart/2005/8/layout/hierarchy6"/>
    <dgm:cxn modelId="{5D1F56CB-8BF7-44DE-9D39-0DBB6E77B9CF}" type="presParOf" srcId="{A34396B8-ADC5-47F1-8207-01D5CD9578BA}" destId="{BA9ED323-C8C0-48D2-AB94-6FF14046ED01}" srcOrd="1" destOrd="0" presId="urn:microsoft.com/office/officeart/2005/8/layout/hierarchy6"/>
    <dgm:cxn modelId="{9F43C4F0-938D-416C-80E2-0D23B54939DA}" type="presParOf" srcId="{47B103EF-D8AA-4BD9-BD94-56B1530DA136}" destId="{8CCA4A64-B5FE-4029-AE7F-615CB85F7BBF}" srcOrd="2" destOrd="0" presId="urn:microsoft.com/office/officeart/2005/8/layout/hierarchy6"/>
    <dgm:cxn modelId="{A0595EBC-A5F0-46EA-AA83-994B945F52EC}" type="presParOf" srcId="{47B103EF-D8AA-4BD9-BD94-56B1530DA136}" destId="{C15D9DA4-4F93-4CDC-9DBF-5D2B77295163}" srcOrd="3" destOrd="0" presId="urn:microsoft.com/office/officeart/2005/8/layout/hierarchy6"/>
    <dgm:cxn modelId="{7499946F-EE81-4F57-A809-F9F68BEA4E25}" type="presParOf" srcId="{C15D9DA4-4F93-4CDC-9DBF-5D2B77295163}" destId="{2C5A1DAA-C79E-4148-8246-206DA569BF2E}" srcOrd="0" destOrd="0" presId="urn:microsoft.com/office/officeart/2005/8/layout/hierarchy6"/>
    <dgm:cxn modelId="{E46710F8-2DFB-47CC-B62F-18B40F91AA4C}" type="presParOf" srcId="{C15D9DA4-4F93-4CDC-9DBF-5D2B77295163}" destId="{A28FD6A3-BA58-45E5-B63E-767D4C66AA77}" srcOrd="1" destOrd="0" presId="urn:microsoft.com/office/officeart/2005/8/layout/hierarchy6"/>
    <dgm:cxn modelId="{C96A20D1-FF71-4C62-8119-401FF31F1032}" type="presParOf" srcId="{A28FD6A3-BA58-45E5-B63E-767D4C66AA77}" destId="{C52F925D-6501-4F5F-9317-62C0FEFBC39C}" srcOrd="0" destOrd="0" presId="urn:microsoft.com/office/officeart/2005/8/layout/hierarchy6"/>
    <dgm:cxn modelId="{C7C8F2C8-4220-4870-B0AD-3DB4A0F95FA5}" type="presParOf" srcId="{A28FD6A3-BA58-45E5-B63E-767D4C66AA77}" destId="{77672370-A227-49FA-A8C0-2BF278137A99}" srcOrd="1" destOrd="0" presId="urn:microsoft.com/office/officeart/2005/8/layout/hierarchy6"/>
    <dgm:cxn modelId="{BD8D8688-0FEC-4F5A-B487-48C57417BA8E}" type="presParOf" srcId="{77672370-A227-49FA-A8C0-2BF278137A99}" destId="{40B39BBA-BD2A-4361-BB0F-63C7E751BCC5}" srcOrd="0" destOrd="0" presId="urn:microsoft.com/office/officeart/2005/8/layout/hierarchy6"/>
    <dgm:cxn modelId="{588B77C5-8A21-4C0A-9536-648AB6248C23}" type="presParOf" srcId="{77672370-A227-49FA-A8C0-2BF278137A99}" destId="{9AB78443-F2B5-46A3-8F2A-D993EAFEA847}" srcOrd="1" destOrd="0" presId="urn:microsoft.com/office/officeart/2005/8/layout/hierarchy6"/>
    <dgm:cxn modelId="{FF2A5FF7-C20C-4036-A4CA-73AE97088B24}" type="presParOf" srcId="{6ED14B23-EED1-421D-95DF-C2E1C9222936}" destId="{46960B8E-9A62-45DF-A367-C7CDC853EA61}" srcOrd="2" destOrd="0" presId="urn:microsoft.com/office/officeart/2005/8/layout/hierarchy6"/>
    <dgm:cxn modelId="{CE0FF8CE-8602-44CE-961A-FA8C385589F1}" type="presParOf" srcId="{6ED14B23-EED1-421D-95DF-C2E1C9222936}" destId="{7EC6F484-4FC9-4F49-A3B2-1C0499A977D9}" srcOrd="3" destOrd="0" presId="urn:microsoft.com/office/officeart/2005/8/layout/hierarchy6"/>
    <dgm:cxn modelId="{BA7F2264-A95F-42DE-A405-BCE164A78631}" type="presParOf" srcId="{7EC6F484-4FC9-4F49-A3B2-1C0499A977D9}" destId="{95042E12-8CCF-4388-9B35-CD53921833CE}" srcOrd="0" destOrd="0" presId="urn:microsoft.com/office/officeart/2005/8/layout/hierarchy6"/>
    <dgm:cxn modelId="{73BC4492-9FB0-4D22-9777-2A8D421D2D2B}" type="presParOf" srcId="{7EC6F484-4FC9-4F49-A3B2-1C0499A977D9}" destId="{395F5D8E-D660-4F42-AF2E-7EB6315D2FF3}" srcOrd="1" destOrd="0" presId="urn:microsoft.com/office/officeart/2005/8/layout/hierarchy6"/>
    <dgm:cxn modelId="{9C8E2FBC-67D6-47D5-A883-67406AEE01A3}" type="presParOf" srcId="{395F5D8E-D660-4F42-AF2E-7EB6315D2FF3}" destId="{5C2DF7A6-263B-4E07-AB75-6E6FBC586177}" srcOrd="0" destOrd="0" presId="urn:microsoft.com/office/officeart/2005/8/layout/hierarchy6"/>
    <dgm:cxn modelId="{269C763B-D18D-4E16-B1DA-63B09BB195E4}" type="presParOf" srcId="{395F5D8E-D660-4F42-AF2E-7EB6315D2FF3}" destId="{0FAFA093-D8CF-4BA2-B546-B0DADDD2890F}" srcOrd="1" destOrd="0" presId="urn:microsoft.com/office/officeart/2005/8/layout/hierarchy6"/>
    <dgm:cxn modelId="{023C557C-0862-4D00-B6C9-44961BA832B4}" type="presParOf" srcId="{0FAFA093-D8CF-4BA2-B546-B0DADDD2890F}" destId="{5FC61207-4A2A-440D-98CE-4830D937B51C}" srcOrd="0" destOrd="0" presId="urn:microsoft.com/office/officeart/2005/8/layout/hierarchy6"/>
    <dgm:cxn modelId="{59FB3846-5C47-4D61-958A-E4F5AEA4FB21}" type="presParOf" srcId="{0FAFA093-D8CF-4BA2-B546-B0DADDD2890F}" destId="{A849F46A-489C-4048-BC68-9080EB0B0746}" srcOrd="1" destOrd="0" presId="urn:microsoft.com/office/officeart/2005/8/layout/hierarchy6"/>
    <dgm:cxn modelId="{7AEA528F-6F63-4C53-A150-BB1A90C97A72}" type="presParOf" srcId="{A849F46A-489C-4048-BC68-9080EB0B0746}" destId="{DA1084BA-1B2F-4754-B924-2FB442548B5D}" srcOrd="0" destOrd="0" presId="urn:microsoft.com/office/officeart/2005/8/layout/hierarchy6"/>
    <dgm:cxn modelId="{7E803881-4C8C-4905-87FA-C68FC604A3BB}" type="presParOf" srcId="{A849F46A-489C-4048-BC68-9080EB0B0746}" destId="{9C6C6FB1-6E19-4F03-B4DC-7EB1296B1660}" srcOrd="1" destOrd="0" presId="urn:microsoft.com/office/officeart/2005/8/layout/hierarchy6"/>
    <dgm:cxn modelId="{AAC70370-B423-4CAD-B857-129713E220D5}" type="presParOf" srcId="{9C6C6FB1-6E19-4F03-B4DC-7EB1296B1660}" destId="{6840C3B2-5D87-4225-85F4-E416B2985A3C}" srcOrd="0" destOrd="0" presId="urn:microsoft.com/office/officeart/2005/8/layout/hierarchy6"/>
    <dgm:cxn modelId="{4009A327-D4BA-4A01-84A0-9ED254CDDE7F}" type="presParOf" srcId="{9C6C6FB1-6E19-4F03-B4DC-7EB1296B1660}" destId="{BCE9AF34-C1C6-4F93-A30E-B279F8C4C868}" srcOrd="1" destOrd="0" presId="urn:microsoft.com/office/officeart/2005/8/layout/hierarchy6"/>
    <dgm:cxn modelId="{38A3BAE4-C92C-4CB0-AF52-9DD23C8FBB6A}" type="presParOf" srcId="{BCE9AF34-C1C6-4F93-A30E-B279F8C4C868}" destId="{EE415BB9-C195-4C21-89E9-D3FF081D4B80}" srcOrd="0" destOrd="0" presId="urn:microsoft.com/office/officeart/2005/8/layout/hierarchy6"/>
    <dgm:cxn modelId="{6CC23A11-F807-4798-8BCF-FBC073CFAD9A}" type="presParOf" srcId="{BCE9AF34-C1C6-4F93-A30E-B279F8C4C868}" destId="{2C0E88AE-2332-4431-84FE-768736C40342}" srcOrd="1" destOrd="0" presId="urn:microsoft.com/office/officeart/2005/8/layout/hierarchy6"/>
    <dgm:cxn modelId="{F2772930-ACBB-423B-BA8D-766BA4D12051}" type="presParOf" srcId="{2C0E88AE-2332-4431-84FE-768736C40342}" destId="{707C0A76-6FE3-4E77-A531-554F3BBE9BA5}" srcOrd="0" destOrd="0" presId="urn:microsoft.com/office/officeart/2005/8/layout/hierarchy6"/>
    <dgm:cxn modelId="{85DB0C70-1B92-48B6-917F-7649CD58E38D}" type="presParOf" srcId="{2C0E88AE-2332-4431-84FE-768736C40342}" destId="{37253C7D-54DD-4B9B-9913-2AF92D326F6C}" srcOrd="1" destOrd="0" presId="urn:microsoft.com/office/officeart/2005/8/layout/hierarchy6"/>
    <dgm:cxn modelId="{A73C7B74-674C-4963-B1A6-07129C1FC851}" type="presParOf" srcId="{37253C7D-54DD-4B9B-9913-2AF92D326F6C}" destId="{4A897860-ED4A-4A21-BE19-0D7DB5677324}" srcOrd="0" destOrd="0" presId="urn:microsoft.com/office/officeart/2005/8/layout/hierarchy6"/>
    <dgm:cxn modelId="{16B3C670-DD8C-47FB-A4F8-A4727D07CB25}" type="presParOf" srcId="{37253C7D-54DD-4B9B-9913-2AF92D326F6C}" destId="{746F8E7A-006A-4FFD-8EFC-FB9EC0698CF5}" srcOrd="1" destOrd="0" presId="urn:microsoft.com/office/officeart/2005/8/layout/hierarchy6"/>
    <dgm:cxn modelId="{81525388-C34A-435F-A798-19BC30F901A7}" type="presParOf" srcId="{746F8E7A-006A-4FFD-8EFC-FB9EC0698CF5}" destId="{B215D629-2973-43AA-8138-BC775C8C25B8}" srcOrd="0" destOrd="0" presId="urn:microsoft.com/office/officeart/2005/8/layout/hierarchy6"/>
    <dgm:cxn modelId="{62809971-521F-4A69-84BC-355B4B215A5B}" type="presParOf" srcId="{746F8E7A-006A-4FFD-8EFC-FB9EC0698CF5}" destId="{EF5E5BF6-D70B-4375-AADB-B1EA11967C02}" srcOrd="1" destOrd="0" presId="urn:microsoft.com/office/officeart/2005/8/layout/hierarchy6"/>
    <dgm:cxn modelId="{C54A51E5-0BF5-40B3-B91C-60DE720432C7}" type="presParOf" srcId="{BCE9AF34-C1C6-4F93-A30E-B279F8C4C868}" destId="{AD4C6D5B-7303-48D1-8301-CFB4223FBCFC}" srcOrd="2" destOrd="0" presId="urn:microsoft.com/office/officeart/2005/8/layout/hierarchy6"/>
    <dgm:cxn modelId="{2D7232A5-D912-4A38-887E-3FD8D6541DC4}" type="presParOf" srcId="{BCE9AF34-C1C6-4F93-A30E-B279F8C4C868}" destId="{912D42F5-9399-43C7-A108-7B99E5C4E3F6}" srcOrd="3" destOrd="0" presId="urn:microsoft.com/office/officeart/2005/8/layout/hierarchy6"/>
    <dgm:cxn modelId="{B2FFA6F7-5CFE-449F-9BC1-CD69E415D63C}" type="presParOf" srcId="{912D42F5-9399-43C7-A108-7B99E5C4E3F6}" destId="{28FD5245-0C52-4DBE-BF63-3C8C182EFF46}" srcOrd="0" destOrd="0" presId="urn:microsoft.com/office/officeart/2005/8/layout/hierarchy6"/>
    <dgm:cxn modelId="{85DAD603-7BA6-4912-97FF-51F09F3A8702}" type="presParOf" srcId="{912D42F5-9399-43C7-A108-7B99E5C4E3F6}" destId="{0BA6325D-D9A8-4896-AAF9-96E47DDC7E31}" srcOrd="1" destOrd="0" presId="urn:microsoft.com/office/officeart/2005/8/layout/hierarchy6"/>
    <dgm:cxn modelId="{3AE2442F-B963-498E-8292-90E75E43889F}" type="presParOf" srcId="{A849F46A-489C-4048-BC68-9080EB0B0746}" destId="{0DA9EA46-F4FE-4F5D-9CF8-FB928EB40209}" srcOrd="2" destOrd="0" presId="urn:microsoft.com/office/officeart/2005/8/layout/hierarchy6"/>
    <dgm:cxn modelId="{EB58FAF0-CF80-40F7-855B-6441D11F0139}" type="presParOf" srcId="{A849F46A-489C-4048-BC68-9080EB0B0746}" destId="{A4666B76-1158-4FAE-B6C4-C3777F3A8693}" srcOrd="3" destOrd="0" presId="urn:microsoft.com/office/officeart/2005/8/layout/hierarchy6"/>
    <dgm:cxn modelId="{5E17E01D-5E23-4569-AD75-41E307211A27}" type="presParOf" srcId="{A4666B76-1158-4FAE-B6C4-C3777F3A8693}" destId="{B3D2AA17-CE6B-4E27-A74E-FFC066F4CF34}" srcOrd="0" destOrd="0" presId="urn:microsoft.com/office/officeart/2005/8/layout/hierarchy6"/>
    <dgm:cxn modelId="{D3AD0AC3-0285-467F-AF0A-A66F1DC62233}" type="presParOf" srcId="{A4666B76-1158-4FAE-B6C4-C3777F3A8693}" destId="{F565CB1F-4231-40FA-AC61-D7BBE37FB103}" srcOrd="1" destOrd="0" presId="urn:microsoft.com/office/officeart/2005/8/layout/hierarchy6"/>
    <dgm:cxn modelId="{CBE938D4-4E2F-4F03-BC9C-0E66959A5394}" type="presParOf" srcId="{F565CB1F-4231-40FA-AC61-D7BBE37FB103}" destId="{0278B013-9324-47DF-9D28-A95B9CA62026}" srcOrd="0" destOrd="0" presId="urn:microsoft.com/office/officeart/2005/8/layout/hierarchy6"/>
    <dgm:cxn modelId="{6E9EB304-3EF1-4462-B196-167C8616B1E3}" type="presParOf" srcId="{F565CB1F-4231-40FA-AC61-D7BBE37FB103}" destId="{D2CA6358-107F-470C-83EC-52AF779D2BB5}" srcOrd="1" destOrd="0" presId="urn:microsoft.com/office/officeart/2005/8/layout/hierarchy6"/>
    <dgm:cxn modelId="{8347A1EB-5599-400B-9A53-BFEEA0D47E78}" type="presParOf" srcId="{D2CA6358-107F-470C-83EC-52AF779D2BB5}" destId="{3C4BC45F-3F8A-4D19-BE0D-942C9E4C8681}" srcOrd="0" destOrd="0" presId="urn:microsoft.com/office/officeart/2005/8/layout/hierarchy6"/>
    <dgm:cxn modelId="{B50F06EC-ECE8-494A-B398-898904564487}" type="presParOf" srcId="{D2CA6358-107F-470C-83EC-52AF779D2BB5}" destId="{00A1BF06-D963-4A21-A89A-DABD7402CDDE}" srcOrd="1" destOrd="0" presId="urn:microsoft.com/office/officeart/2005/8/layout/hierarchy6"/>
    <dgm:cxn modelId="{FBFBB12D-2679-4646-8E72-DE17B4A6AC05}" type="presParOf" srcId="{395F5D8E-D660-4F42-AF2E-7EB6315D2FF3}" destId="{4C79992A-C606-4B62-8A1E-12247D9EAA96}" srcOrd="2" destOrd="0" presId="urn:microsoft.com/office/officeart/2005/8/layout/hierarchy6"/>
    <dgm:cxn modelId="{435F1C88-52F9-4BBE-AB3C-1C5BA8DE4935}" type="presParOf" srcId="{395F5D8E-D660-4F42-AF2E-7EB6315D2FF3}" destId="{B61D4B4E-6A1F-41A7-977F-40FA54AB5400}" srcOrd="3" destOrd="0" presId="urn:microsoft.com/office/officeart/2005/8/layout/hierarchy6"/>
    <dgm:cxn modelId="{24C192BC-CE55-48E4-A72D-BCD9D3C1846B}" type="presParOf" srcId="{B61D4B4E-6A1F-41A7-977F-40FA54AB5400}" destId="{CF34A139-4DFF-43C5-9340-86913AFD9761}" srcOrd="0" destOrd="0" presId="urn:microsoft.com/office/officeart/2005/8/layout/hierarchy6"/>
    <dgm:cxn modelId="{088C83B1-65DB-4113-A629-9AA458659535}" type="presParOf" srcId="{B61D4B4E-6A1F-41A7-977F-40FA54AB5400}" destId="{74577DCB-8BFB-47A4-B03F-C8C9D2463017}" srcOrd="1" destOrd="0" presId="urn:microsoft.com/office/officeart/2005/8/layout/hierarchy6"/>
    <dgm:cxn modelId="{828E3C59-956E-4723-8096-9FE31CCC5473}" type="presParOf" srcId="{D48FEDA1-39E8-4DB8-BDA5-3758F018454C}" destId="{A47E2295-280B-4EA7-BE44-3E078DD409F3}" srcOrd="1" destOrd="0" presId="urn:microsoft.com/office/officeart/2005/8/layout/hierarchy6"/>
    <dgm:cxn modelId="{DF451245-CEAF-4181-BD3B-38B7A19CF089}" type="presParOf" srcId="{A47E2295-280B-4EA7-BE44-3E078DD409F3}" destId="{D7A06BC5-807F-4676-9806-D81D5F476A5A}" srcOrd="0" destOrd="0" presId="urn:microsoft.com/office/officeart/2005/8/layout/hierarchy6"/>
    <dgm:cxn modelId="{AA061109-FF2D-478E-9F30-80743B417781}" type="presParOf" srcId="{D7A06BC5-807F-4676-9806-D81D5F476A5A}" destId="{156E32D0-8CC0-4AE1-8DD6-32998318CE52}" srcOrd="0" destOrd="0" presId="urn:microsoft.com/office/officeart/2005/8/layout/hierarchy6"/>
    <dgm:cxn modelId="{20F16BC7-5361-4A42-A30E-5DE33C665923}" type="presParOf" srcId="{D7A06BC5-807F-4676-9806-D81D5F476A5A}" destId="{70DDCD3E-B28F-4C58-91EB-C2DB2E7B5FF4}" srcOrd="1" destOrd="0" presId="urn:microsoft.com/office/officeart/2005/8/layout/hierarchy6"/>
    <dgm:cxn modelId="{2B9FB8C3-EF84-4ED9-A521-0E263442111A}" type="presParOf" srcId="{A47E2295-280B-4EA7-BE44-3E078DD409F3}" destId="{146E611E-AA91-4D8D-8F1B-7188D64F3742}" srcOrd="1" destOrd="0" presId="urn:microsoft.com/office/officeart/2005/8/layout/hierarchy6"/>
    <dgm:cxn modelId="{471A0B99-6AA0-4927-8729-0E92294AE325}" type="presParOf" srcId="{146E611E-AA91-4D8D-8F1B-7188D64F3742}" destId="{35214CB5-7829-4C95-9236-A32E89D1C8DA}" srcOrd="0" destOrd="0" presId="urn:microsoft.com/office/officeart/2005/8/layout/hierarchy6"/>
    <dgm:cxn modelId="{455C8C0B-FEBF-4EC2-A619-BA250F314857}" type="presParOf" srcId="{A47E2295-280B-4EA7-BE44-3E078DD409F3}" destId="{C7226AB9-074B-4E33-BCCE-FE0A299610F5}" srcOrd="2" destOrd="0" presId="urn:microsoft.com/office/officeart/2005/8/layout/hierarchy6"/>
    <dgm:cxn modelId="{92C5DC41-8C31-4A03-B6E1-BCF570415004}" type="presParOf" srcId="{C7226AB9-074B-4E33-BCCE-FE0A299610F5}" destId="{536E6ADF-DBCB-4523-8755-486866041264}" srcOrd="0" destOrd="0" presId="urn:microsoft.com/office/officeart/2005/8/layout/hierarchy6"/>
    <dgm:cxn modelId="{6466937C-A312-4DD8-80D5-4AEBC62C7831}" type="presParOf" srcId="{C7226AB9-074B-4E33-BCCE-FE0A299610F5}" destId="{E4E2DCA5-7264-4C93-BDBB-E9AFD3EB6C80}" srcOrd="1" destOrd="0" presId="urn:microsoft.com/office/officeart/2005/8/layout/hierarchy6"/>
    <dgm:cxn modelId="{883FE3E5-16C1-4770-B877-D8B98B1A3D8A}" type="presParOf" srcId="{A47E2295-280B-4EA7-BE44-3E078DD409F3}" destId="{A4FD5418-EBAC-4A26-A742-6BAF10252083}" srcOrd="3" destOrd="0" presId="urn:microsoft.com/office/officeart/2005/8/layout/hierarchy6"/>
    <dgm:cxn modelId="{B1B1C730-E823-4A61-AAA1-75D0762EE9C4}" type="presParOf" srcId="{A4FD5418-EBAC-4A26-A742-6BAF10252083}" destId="{8DEFDA1C-CF45-4699-8D4A-EA4F1B62CCBD}" srcOrd="0" destOrd="0" presId="urn:microsoft.com/office/officeart/2005/8/layout/hierarchy6"/>
    <dgm:cxn modelId="{C53A5252-7095-43CE-B8B8-6702189B1788}" type="presParOf" srcId="{A47E2295-280B-4EA7-BE44-3E078DD409F3}" destId="{2B0666B1-3359-49EB-83CB-F0E2398717CE}" srcOrd="4" destOrd="0" presId="urn:microsoft.com/office/officeart/2005/8/layout/hierarchy6"/>
    <dgm:cxn modelId="{F986624F-4D43-4351-806E-A92C5FC4DCF8}" type="presParOf" srcId="{2B0666B1-3359-49EB-83CB-F0E2398717CE}" destId="{F8734ED9-20F3-483E-8F20-A990831FDD1E}" srcOrd="0" destOrd="0" presId="urn:microsoft.com/office/officeart/2005/8/layout/hierarchy6"/>
    <dgm:cxn modelId="{ED727297-2945-4E09-A3B8-062078A21395}" type="presParOf" srcId="{2B0666B1-3359-49EB-83CB-F0E2398717CE}" destId="{48752855-2AB0-4577-87A3-2446E082AB8E}" srcOrd="1" destOrd="0" presId="urn:microsoft.com/office/officeart/2005/8/layout/hierarchy6"/>
    <dgm:cxn modelId="{DB6CF4B4-5D5D-4191-9F61-B41873E360B2}" type="presParOf" srcId="{A47E2295-280B-4EA7-BE44-3E078DD409F3}" destId="{496F9702-9CFE-4D63-A809-1CAFE97750A9}" srcOrd="5" destOrd="0" presId="urn:microsoft.com/office/officeart/2005/8/layout/hierarchy6"/>
    <dgm:cxn modelId="{2FBD0169-1358-4C11-B9BC-0176F1F85EDC}" type="presParOf" srcId="{496F9702-9CFE-4D63-A809-1CAFE97750A9}" destId="{16121134-55C9-4CEE-8D64-70EDD1AB059B}" srcOrd="0" destOrd="0" presId="urn:microsoft.com/office/officeart/2005/8/layout/hierarchy6"/>
    <dgm:cxn modelId="{275E61D8-3827-4785-B0DB-8C4BFC3B77B4}" type="presParOf" srcId="{A47E2295-280B-4EA7-BE44-3E078DD409F3}" destId="{3814511D-112B-48C1-A61B-CC13C2BD530C}" srcOrd="6" destOrd="0" presId="urn:microsoft.com/office/officeart/2005/8/layout/hierarchy6"/>
    <dgm:cxn modelId="{6EF481F5-9D10-40FE-BA0B-815D4E45CDF4}" type="presParOf" srcId="{3814511D-112B-48C1-A61B-CC13C2BD530C}" destId="{DCEE6199-1ADD-4A78-866D-D9B5DF369132}" srcOrd="0" destOrd="0" presId="urn:microsoft.com/office/officeart/2005/8/layout/hierarchy6"/>
    <dgm:cxn modelId="{A5DE8D8D-6E23-41AA-AFDC-0BDA6D5F2F06}" type="presParOf" srcId="{3814511D-112B-48C1-A61B-CC13C2BD530C}" destId="{DFE0812D-A475-4073-BFB7-4416741B3DFE}" srcOrd="1" destOrd="0" presId="urn:microsoft.com/office/officeart/2005/8/layout/hierarchy6"/>
    <dgm:cxn modelId="{04E8EEA2-0B4A-4C51-9F1E-5A4F27E672EC}" type="presParOf" srcId="{A47E2295-280B-4EA7-BE44-3E078DD409F3}" destId="{59CC16AB-0064-40E3-99A0-C439F24F91BF}" srcOrd="7" destOrd="0" presId="urn:microsoft.com/office/officeart/2005/8/layout/hierarchy6"/>
    <dgm:cxn modelId="{9B7A6D01-737E-4F1C-B98F-4C7F0A7C3173}" type="presParOf" srcId="{59CC16AB-0064-40E3-99A0-C439F24F91BF}" destId="{1A1F3072-9CD7-4E28-9697-28B73219F547}" srcOrd="0" destOrd="0" presId="urn:microsoft.com/office/officeart/2005/8/layout/hierarchy6"/>
    <dgm:cxn modelId="{5FFA4528-C005-4CF7-BB70-3D2FF9E49423}" type="presParOf" srcId="{A47E2295-280B-4EA7-BE44-3E078DD409F3}" destId="{58728103-A2FB-448B-84D7-75E97DC7DD8C}" srcOrd="8" destOrd="0" presId="urn:microsoft.com/office/officeart/2005/8/layout/hierarchy6"/>
    <dgm:cxn modelId="{C1B1E2C9-0F40-4688-8435-7542D0B33514}" type="presParOf" srcId="{58728103-A2FB-448B-84D7-75E97DC7DD8C}" destId="{DD9DC20C-8F97-404A-8DDE-A16E98626F83}" srcOrd="0" destOrd="0" presId="urn:microsoft.com/office/officeart/2005/8/layout/hierarchy6"/>
    <dgm:cxn modelId="{2CC46F4D-0454-4590-A901-2EACC063E856}" type="presParOf" srcId="{58728103-A2FB-448B-84D7-75E97DC7DD8C}" destId="{5F10ECC8-60D2-405D-B11A-0F039F29B562}" srcOrd="1" destOrd="0" presId="urn:microsoft.com/office/officeart/2005/8/layout/hierarchy6"/>
    <dgm:cxn modelId="{8B87CF0E-ED58-44B5-90DC-E0DD901BD0E8}" type="presParOf" srcId="{A47E2295-280B-4EA7-BE44-3E078DD409F3}" destId="{8F186A17-9E0B-4398-94ED-2CEABA11E814}" srcOrd="9" destOrd="0" presId="urn:microsoft.com/office/officeart/2005/8/layout/hierarchy6"/>
    <dgm:cxn modelId="{CA30959F-5F03-44B3-82BB-403D1B4C0C41}" type="presParOf" srcId="{8F186A17-9E0B-4398-94ED-2CEABA11E814}" destId="{FB10F68A-FB72-4E73-B317-2CE7B2CA2969}" srcOrd="0" destOrd="0" presId="urn:microsoft.com/office/officeart/2005/8/layout/hierarchy6"/>
    <dgm:cxn modelId="{EF1D91A7-3CF5-4EAE-B4DC-DD57514212F8}" type="presParOf" srcId="{A47E2295-280B-4EA7-BE44-3E078DD409F3}" destId="{7F2F68F6-BC16-4055-890C-EECC63CFDD35}" srcOrd="10" destOrd="0" presId="urn:microsoft.com/office/officeart/2005/8/layout/hierarchy6"/>
    <dgm:cxn modelId="{D0B864C6-6AF6-480C-BC44-C83300A9F613}" type="presParOf" srcId="{7F2F68F6-BC16-4055-890C-EECC63CFDD35}" destId="{5EEA09CC-BF85-49BA-8B7D-612CB16A36AA}" srcOrd="0" destOrd="0" presId="urn:microsoft.com/office/officeart/2005/8/layout/hierarchy6"/>
    <dgm:cxn modelId="{7351C274-EC9A-460F-89AD-85263C06D524}" type="presParOf" srcId="{7F2F68F6-BC16-4055-890C-EECC63CFDD35}" destId="{CE246169-7F81-456A-A320-6C57E6A752BC}" srcOrd="1" destOrd="0" presId="urn:microsoft.com/office/officeart/2005/8/layout/hierarchy6"/>
    <dgm:cxn modelId="{E5610438-4377-4FA7-A495-BCEC3834525B}" type="presParOf" srcId="{A47E2295-280B-4EA7-BE44-3E078DD409F3}" destId="{A1FC8FC5-9843-43B2-B2B9-0FCFCA14AE78}" srcOrd="11" destOrd="0" presId="urn:microsoft.com/office/officeart/2005/8/layout/hierarchy6"/>
    <dgm:cxn modelId="{742024B1-FF2D-4194-908F-7DBAD2B0224B}" type="presParOf" srcId="{A1FC8FC5-9843-43B2-B2B9-0FCFCA14AE78}" destId="{AB322274-CBCC-40B9-982B-3B627BAB1021}" srcOrd="0" destOrd="0" presId="urn:microsoft.com/office/officeart/2005/8/layout/hierarchy6"/>
    <dgm:cxn modelId="{01A214B4-6926-4EB6-A443-2A1E675D50C7}" type="presParOf" srcId="{A47E2295-280B-4EA7-BE44-3E078DD409F3}" destId="{081769F7-7EF2-499D-9E86-54C7586BAD8A}" srcOrd="12" destOrd="0" presId="urn:microsoft.com/office/officeart/2005/8/layout/hierarchy6"/>
    <dgm:cxn modelId="{2A44955F-B716-49DB-B307-D3173B587B02}" type="presParOf" srcId="{081769F7-7EF2-499D-9E86-54C7586BAD8A}" destId="{563B9418-6F6D-4E5C-96AA-E60A8EC5A639}" srcOrd="0" destOrd="0" presId="urn:microsoft.com/office/officeart/2005/8/layout/hierarchy6"/>
    <dgm:cxn modelId="{EDD05563-7E92-42F0-A8F8-4D68D4E0F8FD}" type="presParOf" srcId="{081769F7-7EF2-499D-9E86-54C7586BAD8A}" destId="{4308EC4F-D6A7-4BB1-A008-0E1067F2E91E}" srcOrd="1" destOrd="0" presId="urn:microsoft.com/office/officeart/2005/8/layout/hierarchy6"/>
  </dgm:cxnLst>
  <dgm:bg/>
  <dgm:whole>
    <a:ln w="9525"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7FE6A4-8117-43B9-90D1-0B85AAC753BB}" type="doc">
      <dgm:prSet loTypeId="urn:microsoft.com/office/officeart/2005/8/layout/hierarchy6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C67B769-21FC-41AF-AB02-DD1A7162C883}">
      <dgm:prSet phldrT="[Text]" custT="1"/>
      <dgm:spPr>
        <a:xfrm>
          <a:off x="3719636" y="59643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gm:t>
    </dgm:pt>
    <dgm:pt modelId="{3663E0D0-282B-425C-A620-08467FF3B0F5}" type="par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DE83CD5C-6A94-4452-B0CB-D1174F184192}" type="sib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9542541A-7C6C-4F9E-B50A-3C444DA191A7}">
      <dgm:prSet phldrT="[Text]" custT="1"/>
      <dgm:spPr>
        <a:xfrm>
          <a:off x="2681948" y="725480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76DCCAB3-EF1D-41CB-BB83-BC5E55A4C10E}" type="parTrans" cxnId="{54A15DA3-958E-4680-8C77-CD0D16AFBB08}">
      <dgm:prSet/>
      <dgm:spPr>
        <a:xfrm>
          <a:off x="2996580" y="479152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14F59463-1A7B-4196-92B3-93DF6B999E6B}" type="sibTrans" cxnId="{54A15DA3-958E-4680-8C77-CD0D16AFBB08}">
      <dgm:prSet/>
      <dgm:spPr/>
      <dgm:t>
        <a:bodyPr/>
        <a:lstStyle/>
        <a:p>
          <a:endParaRPr lang="en-GB" sz="2000" b="1"/>
        </a:p>
      </dgm:t>
    </dgm:pt>
    <dgm:pt modelId="{64DEEF0E-2F92-4AE5-910C-1F76C7C867E3}">
      <dgm:prSet phldrT="[Text]" custT="1"/>
      <dgm:spPr>
        <a:xfrm>
          <a:off x="1800689" y="1386199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6CFEA9BB-F3EE-4BE6-ABC1-82B9CFC7EB90}" type="parTrans" cxnId="{CF86D671-0F0C-4396-B0D7-99F1270CABFD}">
      <dgm:prSet/>
      <dgm:spPr>
        <a:xfrm>
          <a:off x="2115321" y="1144989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1873F5F-4ED9-49BE-B7B4-7F37BD725C40}" type="sibTrans" cxnId="{CF86D671-0F0C-4396-B0D7-99F1270CABFD}">
      <dgm:prSet/>
      <dgm:spPr/>
      <dgm:t>
        <a:bodyPr/>
        <a:lstStyle/>
        <a:p>
          <a:endParaRPr lang="en-GB" sz="2000" b="1"/>
        </a:p>
      </dgm:t>
    </dgm:pt>
    <dgm:pt modelId="{58D2AFE7-5806-45F9-83AC-540191092D15}">
      <dgm:prSet phldrT="[Text]" custT="1"/>
      <dgm:spPr>
        <a:xfrm>
          <a:off x="3202620" y="1387793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D7D8B67-D2E4-4C38-B914-D9D607E25F07}" type="parTrans" cxnId="{DDB443FF-3362-46E9-8ECA-F37F935E9B82}">
      <dgm:prSet/>
      <dgm:spPr>
        <a:xfrm>
          <a:off x="2996580" y="1144989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BB6FF275-A90C-4196-806E-D080C69E6C66}" type="sibTrans" cxnId="{DDB443FF-3362-46E9-8ECA-F37F935E9B82}">
      <dgm:prSet/>
      <dgm:spPr/>
      <dgm:t>
        <a:bodyPr/>
        <a:lstStyle/>
        <a:p>
          <a:endParaRPr lang="en-GB" sz="2000" b="1"/>
        </a:p>
      </dgm:t>
    </dgm:pt>
    <dgm:pt modelId="{74256BAD-266A-4CC8-AB2C-91AB461545DA}">
      <dgm:prSet phldrT="[Text]" custT="1"/>
      <dgm:spPr>
        <a:xfrm>
          <a:off x="4839191" y="725480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855079C-B880-4C42-BA28-4BD558B32882}" type="parTrans" cxnId="{62CA9FE1-5F1F-4116-B9B2-F3CF6EF54224}">
      <dgm:prSet/>
      <dgm:spPr>
        <a:xfrm>
          <a:off x="4034268" y="479152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9A12C06-72BD-48DA-A1C9-8D66D55E5A88}" type="sibTrans" cxnId="{62CA9FE1-5F1F-4116-B9B2-F3CF6EF54224}">
      <dgm:prSet/>
      <dgm:spPr/>
      <dgm:t>
        <a:bodyPr/>
        <a:lstStyle/>
        <a:p>
          <a:endParaRPr lang="en-GB" sz="2000" b="1"/>
        </a:p>
      </dgm:t>
    </dgm:pt>
    <dgm:pt modelId="{01445E5D-C1FF-4826-B36F-702B11120BE9}">
      <dgm:prSet phldrT="[Text]" custT="1"/>
      <dgm:spPr>
        <a:xfrm>
          <a:off x="4251094" y="196122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gm:t>
    </dgm:pt>
    <dgm:pt modelId="{8E27D422-14B9-4327-970B-ABB2F6FF5814}" type="parTrans" cxnId="{B1761B4B-1873-4A30-A7AF-DDC5E978CCE2}">
      <dgm:prSet/>
      <dgm:spPr>
        <a:xfrm>
          <a:off x="4565726" y="1144989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E420230D-24AC-4C04-B0BF-E421021ADFAC}" type="sibTrans" cxnId="{B1761B4B-1873-4A30-A7AF-DDC5E978CCE2}">
      <dgm:prSet/>
      <dgm:spPr/>
      <dgm:t>
        <a:bodyPr/>
        <a:lstStyle/>
        <a:p>
          <a:endParaRPr lang="en-GB" sz="2000" b="1"/>
        </a:p>
      </dgm:t>
    </dgm:pt>
    <dgm:pt modelId="{04973FD9-214F-40AC-851E-26DA5F98F15B}">
      <dgm:prSet phldrT="[Text]" custT="1"/>
      <dgm:spPr>
        <a:xfrm>
          <a:off x="13627" y="61433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gm:t>
    </dgm:pt>
    <dgm:pt modelId="{1DB7E9A5-42ED-4EFE-B59A-BE9AB5445392}" type="par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15D29F06-DB74-42F4-948A-8FB4CD003C61}" type="sib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7C221074-8432-4495-9265-D4081B985FF4}">
      <dgm:prSet phldrT="[Text]" custT="1"/>
      <dgm:spPr>
        <a:xfrm>
          <a:off x="0" y="726634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gm:t>
    </dgm:pt>
    <dgm:pt modelId="{9809763D-625C-4092-BC08-FF959B878294}" type="par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4FC10E7E-A4B8-4DE2-8ABB-8AFDC0227B5E}" type="sib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8D866D95-34AC-4176-859E-E36C00CD1333}">
      <dgm:prSet phldrT="[Text]" custT="1"/>
      <dgm:spPr>
        <a:xfrm>
          <a:off x="4532" y="1381133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gm:t>
    </dgm:pt>
    <dgm:pt modelId="{3BC99DE9-AA29-4946-85D0-EC26940F1B36}" type="par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1BCCD251-2CA4-4788-894B-C015DECF7FEF}" type="sib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01BDF081-8E67-4107-890C-A7E5FE77EC6A}">
      <dgm:prSet custT="1"/>
      <dgm:spPr>
        <a:xfrm>
          <a:off x="3577259" y="2634709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gm:t>
    </dgm:pt>
    <dgm:pt modelId="{7EA47F47-089C-48D4-98D2-F4BA4D655F8D}" type="parTrans" cxnId="{3C7CBA86-BBC9-4505-8A7B-F4102E93B330}">
      <dgm:prSet/>
      <dgm:spPr>
        <a:xfrm>
          <a:off x="3891891" y="2380738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23160456-8526-4602-B83B-66A09B3DB1C8}" type="sibTrans" cxnId="{3C7CBA86-BBC9-4505-8A7B-F4102E93B330}">
      <dgm:prSet/>
      <dgm:spPr/>
      <dgm:t>
        <a:bodyPr/>
        <a:lstStyle/>
        <a:p>
          <a:endParaRPr lang="en-GB" sz="2000" b="1"/>
        </a:p>
      </dgm:t>
    </dgm:pt>
    <dgm:pt modelId="{59820ADF-6E46-4B79-AF34-13382880D400}">
      <dgm:prSet custT="1"/>
      <dgm:spPr>
        <a:xfrm>
          <a:off x="5377294" y="1962076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92AB0AB2-5FF1-464F-BEBC-2A75A0E33C5A}" type="parTrans" cxnId="{6A357259-15DE-423A-9AE0-1585720E5A19}">
      <dgm:prSet/>
      <dgm:spPr>
        <a:xfrm>
          <a:off x="5153823" y="1144989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9A0375D9-5451-4FB8-B699-FB08F572B593}" type="sibTrans" cxnId="{6A357259-15DE-423A-9AE0-1585720E5A19}">
      <dgm:prSet/>
      <dgm:spPr/>
      <dgm:t>
        <a:bodyPr/>
        <a:lstStyle/>
        <a:p>
          <a:endParaRPr lang="en-GB" sz="2000" b="1"/>
        </a:p>
      </dgm:t>
    </dgm:pt>
    <dgm:pt modelId="{FFEF0BD1-DE03-46A7-BCD7-F342D814618C}">
      <dgm:prSet custT="1"/>
      <dgm:spPr>
        <a:xfrm>
          <a:off x="5136695" y="2639567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gm:t>
    </dgm:pt>
    <dgm:pt modelId="{99D770DA-02B4-47CD-8BE9-C7E088544B3B}" type="parTrans" cxnId="{1816633D-7353-4197-B973-12FE91B3DF6C}">
      <dgm:prSet/>
      <dgm:spPr>
        <a:xfrm>
          <a:off x="4565726" y="2380738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6CB08BF-DBDA-4E56-8EE6-D5FEA9ACB642}" type="sibTrans" cxnId="{1816633D-7353-4197-B973-12FE91B3DF6C}">
      <dgm:prSet/>
      <dgm:spPr/>
      <dgm:t>
        <a:bodyPr/>
        <a:lstStyle/>
        <a:p>
          <a:endParaRPr lang="en-GB" sz="2000" b="1"/>
        </a:p>
      </dgm:t>
    </dgm:pt>
    <dgm:pt modelId="{07228677-CBAC-4E0A-85AB-949C0613B646}">
      <dgm:prSet phldrT="[Text]" custT="1"/>
      <dgm:spPr>
        <a:xfrm>
          <a:off x="0" y="1977064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gm:t>
    </dgm:pt>
    <dgm:pt modelId="{7F7AABC5-0B26-41FE-B7C8-8520A6A9E74D}" type="par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EFABE055-D8DD-416F-B9EE-024502E0F143}" type="sib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1BB5944B-594A-4F91-9DCB-D5F6CAB178BB}">
      <dgm:prSet phldrT="[Text]" custT="1"/>
      <dgm:spPr>
        <a:xfrm>
          <a:off x="8067" y="2652484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gm:t>
    </dgm:pt>
    <dgm:pt modelId="{04FC86D2-30B0-4324-BBBB-9044F28A1471}" type="par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52FD02DB-BFC7-4B75-BA80-EACA6AFE4B1F}" type="sib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9119EAE5-33C1-4D76-A0B1-E22823E26883}">
      <dgm:prSet custT="1"/>
      <dgm:spPr>
        <a:xfrm>
          <a:off x="2519718" y="337784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>
            <a:buNone/>
          </a:pPr>
          <a:r>
            <a:rPr lang="en-GB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gm:t>
    </dgm:pt>
    <dgm:pt modelId="{50CB0577-EB1B-4487-8025-CB8E20D395FA}" type="parTrans" cxnId="{FBC3309B-2361-4DCB-8F14-036943470860}">
      <dgm:prSet/>
      <dgm:spPr>
        <a:xfrm>
          <a:off x="2834350" y="3054218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61B0F3AC-D6D3-4696-AFDA-4CD23F3EB160}" type="sibTrans" cxnId="{FBC3309B-2361-4DCB-8F14-036943470860}">
      <dgm:prSet/>
      <dgm:spPr/>
      <dgm:t>
        <a:bodyPr/>
        <a:lstStyle/>
        <a:p>
          <a:endParaRPr lang="en-GB" sz="2000" b="1"/>
        </a:p>
      </dgm:t>
    </dgm:pt>
    <dgm:pt modelId="{8222CD75-B8DE-4FF4-83D9-659A303EB3FD}">
      <dgm:prSet custT="1"/>
      <dgm:spPr>
        <a:xfrm>
          <a:off x="4189218" y="338084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gm:t>
    </dgm:pt>
    <dgm:pt modelId="{93A9395F-6431-4255-95E5-E14E97649BEA}" type="parTrans" cxnId="{5D4260E5-D044-456D-95B8-56FF168D72A8}">
      <dgm:prSet/>
      <dgm:spPr>
        <a:xfrm>
          <a:off x="3891891" y="3054218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F3F0332-B505-4005-9C46-9D147D13422B}" type="sibTrans" cxnId="{5D4260E5-D044-456D-95B8-56FF168D72A8}">
      <dgm:prSet/>
      <dgm:spPr/>
      <dgm:t>
        <a:bodyPr/>
        <a:lstStyle/>
        <a:p>
          <a:endParaRPr lang="en-GB" sz="2000" b="1"/>
        </a:p>
      </dgm:t>
    </dgm:pt>
    <dgm:pt modelId="{B80F084E-D124-4826-A0C6-258D89AAE631}">
      <dgm:prSet phldrT="[Text]" custT="1"/>
      <dgm:spPr>
        <a:xfrm>
          <a:off x="7312" y="3379182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gm:t>
    </dgm:pt>
    <dgm:pt modelId="{86ED274D-28D4-4C42-B97E-C0A6B471165F}" type="par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04C194A7-F5F3-40C2-8FFE-CFB3D07AD5B0}" type="sib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FDBED823-8EA8-4C6E-82BD-60EB46979322}">
      <dgm:prSet phldrT="[Text]" custT="1"/>
      <dgm:spPr>
        <a:xfrm>
          <a:off x="0" y="4093070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50" b="1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gm:t>
    </dgm:pt>
    <dgm:pt modelId="{A74B6153-70A2-4491-9C12-95274C649219}" type="par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C375C334-A12D-47C8-BAE9-F419DF910CCD}" type="sib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5E41D4FB-E772-4DAD-A765-C997AAE0B272}">
      <dgm:prSet custT="1"/>
      <dgm:spPr>
        <a:xfrm>
          <a:off x="1855523" y="409400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gm:t>
    </dgm:pt>
    <dgm:pt modelId="{4D50F03D-49F3-4A8E-AAFD-8B412DC06677}" type="parTrans" cxnId="{0676C963-9187-4136-90B4-A5EB9153FE1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069513" y="1790832"/>
          <a:ext cx="91440" cy="2303169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2A430B2C-3955-4132-856C-EC280BB75610}" type="sibTrans" cxnId="{0676C963-9187-4136-90B4-A5EB9153FE1B}">
      <dgm:prSet/>
      <dgm:spPr/>
      <dgm:t>
        <a:bodyPr/>
        <a:lstStyle/>
        <a:p>
          <a:endParaRPr lang="en-GB" sz="2000" b="1"/>
        </a:p>
      </dgm:t>
    </dgm:pt>
    <dgm:pt modelId="{3D00DAA7-0925-4B6C-8328-8DF08D8EEF08}">
      <dgm:prSet custT="1"/>
      <dgm:spPr>
        <a:xfrm>
          <a:off x="3203759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gm:t>
    </dgm:pt>
    <dgm:pt modelId="{4D2EEDF6-D3ED-4268-B706-D76452134056}" type="parTrans" cxnId="{45141A62-487A-4C0D-8477-65A564CC179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3471532" y="1807302"/>
          <a:ext cx="91440" cy="22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30646829-9F0F-42A0-B3BF-35525CED9AD9}" type="sibTrans" cxnId="{45141A62-487A-4C0D-8477-65A564CC179D}">
      <dgm:prSet/>
      <dgm:spPr/>
      <dgm:t>
        <a:bodyPr/>
        <a:lstStyle/>
        <a:p>
          <a:endParaRPr lang="en-GB" sz="2000" b="1"/>
        </a:p>
      </dgm:t>
    </dgm:pt>
    <dgm:pt modelId="{2D4DCCBE-9620-4F30-8A8B-BB79274B8865}">
      <dgm:prSet custT="1"/>
      <dgm:spPr>
        <a:xfrm>
          <a:off x="5133624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gm:t>
    </dgm:pt>
    <dgm:pt modelId="{F9805257-0022-4A1B-AF62-A76E0B91BCF8}" type="parTrans" cxnId="{133636ED-5AF0-48E9-9AAA-4FE373CBB12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5402536" y="3059076"/>
          <a:ext cx="91440" cy="1034994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C032BFCC-8566-4AF1-A8D7-300B40799AAF}" type="sibTrans" cxnId="{133636ED-5AF0-48E9-9AAA-4FE373CBB12D}">
      <dgm:prSet/>
      <dgm:spPr/>
      <dgm:t>
        <a:bodyPr/>
        <a:lstStyle/>
        <a:p>
          <a:endParaRPr lang="en-GB" sz="2000" b="1"/>
        </a:p>
      </dgm:t>
    </dgm:pt>
    <dgm:pt modelId="{D48FEDA1-39E8-4DB8-BDA5-3758F018454C}" type="pres">
      <dgm:prSet presAssocID="{FE7FE6A4-8117-43B9-90D1-0B85AAC753B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A9F0D0C-98BC-4391-AE24-E89ECFCD5844}" type="pres">
      <dgm:prSet presAssocID="{FE7FE6A4-8117-43B9-90D1-0B85AAC753BB}" presName="hierFlow" presStyleCnt="0"/>
      <dgm:spPr/>
    </dgm:pt>
    <dgm:pt modelId="{5BA54E1B-8150-43BF-A653-39C60A560DA9}" type="pres">
      <dgm:prSet presAssocID="{FE7FE6A4-8117-43B9-90D1-0B85AAC753BB}" presName="firstBuf" presStyleCnt="0"/>
      <dgm:spPr/>
    </dgm:pt>
    <dgm:pt modelId="{BFF925FD-E33F-4356-A9E4-EE8024B5AE1E}" type="pres">
      <dgm:prSet presAssocID="{FE7FE6A4-8117-43B9-90D1-0B85AAC753B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CBA9ACA-5547-4969-B60F-0F8F3B87E9BB}" type="pres">
      <dgm:prSet presAssocID="{0C67B769-21FC-41AF-AB02-DD1A7162C883}" presName="Name14" presStyleCnt="0"/>
      <dgm:spPr/>
    </dgm:pt>
    <dgm:pt modelId="{EB813CA5-BA49-4650-8EEE-8C471294A6E4}" type="pres">
      <dgm:prSet presAssocID="{0C67B769-21FC-41AF-AB02-DD1A7162C883}" presName="level1Shape" presStyleLbl="node0" presStyleIdx="0" presStyleCnt="1" custLinFactY="-28742" custLinFactNeighborX="26469" custLinFactNeighborY="-100000">
        <dgm:presLayoutVars>
          <dgm:chPref val="3"/>
        </dgm:presLayoutVars>
      </dgm:prSet>
      <dgm:spPr/>
    </dgm:pt>
    <dgm:pt modelId="{6ED14B23-EED1-421D-95DF-C2E1C9222936}" type="pres">
      <dgm:prSet presAssocID="{0C67B769-21FC-41AF-AB02-DD1A7162C883}" presName="hierChild2" presStyleCnt="0"/>
      <dgm:spPr/>
    </dgm:pt>
    <dgm:pt modelId="{9511BE71-26A8-4B1F-9389-B2DBA5C2D555}" type="pres">
      <dgm:prSet presAssocID="{76DCCAB3-EF1D-41CB-BB83-BC5E55A4C10E}" presName="Name19" presStyleLbl="parChTrans1D2" presStyleIdx="0" presStyleCnt="2"/>
      <dgm:spPr/>
    </dgm:pt>
    <dgm:pt modelId="{960BABFF-D58E-4B7A-872F-EE2A6E9E9862}" type="pres">
      <dgm:prSet presAssocID="{9542541A-7C6C-4F9E-B50A-3C444DA191A7}" presName="Name21" presStyleCnt="0"/>
      <dgm:spPr/>
    </dgm:pt>
    <dgm:pt modelId="{22835467-09A0-4EB6-B841-0DA70FFAA9A2}" type="pres">
      <dgm:prSet presAssocID="{9542541A-7C6C-4F9E-B50A-3C444DA191A7}" presName="level2Shape" presStyleLbl="node2" presStyleIdx="0" presStyleCnt="2" custLinFactY="-10024" custLinFactNeighborX="72814" custLinFactNeighborY="-100000"/>
      <dgm:spPr/>
    </dgm:pt>
    <dgm:pt modelId="{47B103EF-D8AA-4BD9-BD94-56B1530DA136}" type="pres">
      <dgm:prSet presAssocID="{9542541A-7C6C-4F9E-B50A-3C444DA191A7}" presName="hierChild3" presStyleCnt="0"/>
      <dgm:spPr/>
    </dgm:pt>
    <dgm:pt modelId="{CB215D7E-086F-4B40-BA75-334240DE7B8C}" type="pres">
      <dgm:prSet presAssocID="{6CFEA9BB-F3EE-4BE6-ABC1-82B9CFC7EB90}" presName="Name19" presStyleLbl="parChTrans1D3" presStyleIdx="0" presStyleCnt="4"/>
      <dgm:spPr/>
    </dgm:pt>
    <dgm:pt modelId="{8680064A-2A33-45B7-A881-4813C8AA5BF3}" type="pres">
      <dgm:prSet presAssocID="{64DEEF0E-2F92-4AE5-910C-1F76C7C867E3}" presName="Name21" presStyleCnt="0"/>
      <dgm:spPr/>
    </dgm:pt>
    <dgm:pt modelId="{864E67FD-D278-4324-B3DD-3192925F8EA2}" type="pres">
      <dgm:prSet presAssocID="{64DEEF0E-2F92-4AE5-910C-1F76C7C867E3}" presName="level2Shape" presStyleLbl="node3" presStyleIdx="0" presStyleCnt="4" custScaleY="96454" custLinFactNeighborX="-2232" custLinFactNeighborY="-92526"/>
      <dgm:spPr/>
    </dgm:pt>
    <dgm:pt modelId="{43BE7114-0501-46D1-92E5-575A7007F789}" type="pres">
      <dgm:prSet presAssocID="{64DEEF0E-2F92-4AE5-910C-1F76C7C867E3}" presName="hierChild3" presStyleCnt="0"/>
      <dgm:spPr/>
    </dgm:pt>
    <dgm:pt modelId="{A4163CA2-8A07-4955-A94E-4D93F14849F1}" type="pres">
      <dgm:prSet presAssocID="{4D50F03D-49F3-4A8E-AAFD-8B412DC06677}" presName="Name19" presStyleLbl="parChTrans1D4" presStyleIdx="0" presStyleCnt="7"/>
      <dgm:spPr/>
    </dgm:pt>
    <dgm:pt modelId="{A34396B8-ADC5-47F1-8207-01D5CD9578BA}" type="pres">
      <dgm:prSet presAssocID="{5E41D4FB-E772-4DAD-A765-C997AAE0B272}" presName="Name21" presStyleCnt="0"/>
      <dgm:spPr/>
    </dgm:pt>
    <dgm:pt modelId="{6D2C9021-8D08-4C1D-9B77-E0357AF4E696}" type="pres">
      <dgm:prSet presAssocID="{5E41D4FB-E772-4DAD-A765-C997AAE0B272}" presName="level2Shape" presStyleLbl="node4" presStyleIdx="0" presStyleCnt="7" custScaleX="89562" custScaleY="92181" custLinFactY="200000" custLinFactNeighborX="-2246" custLinFactNeighborY="229464"/>
      <dgm:spPr/>
    </dgm:pt>
    <dgm:pt modelId="{BA9ED323-C8C0-48D2-AB94-6FF14046ED01}" type="pres">
      <dgm:prSet presAssocID="{5E41D4FB-E772-4DAD-A765-C997AAE0B272}" presName="hierChild3" presStyleCnt="0"/>
      <dgm:spPr/>
    </dgm:pt>
    <dgm:pt modelId="{8CCA4A64-B5FE-4029-AE7F-615CB85F7BBF}" type="pres">
      <dgm:prSet presAssocID="{AD7D8B67-D2E4-4C38-B914-D9D607E25F07}" presName="Name19" presStyleLbl="parChTrans1D3" presStyleIdx="1" presStyleCnt="4"/>
      <dgm:spPr/>
    </dgm:pt>
    <dgm:pt modelId="{C15D9DA4-4F93-4CDC-9DBF-5D2B77295163}" type="pres">
      <dgm:prSet presAssocID="{58D2AFE7-5806-45F9-83AC-540191092D15}" presName="Name21" presStyleCnt="0"/>
      <dgm:spPr/>
    </dgm:pt>
    <dgm:pt modelId="{2C5A1DAA-C79E-4148-8246-206DA569BF2E}" type="pres">
      <dgm:prSet presAssocID="{58D2AFE7-5806-45F9-83AC-540191092D15}" presName="level2Shape" presStyleLbl="node3" presStyleIdx="1" presStyleCnt="4" custLinFactX="9505" custLinFactNeighborX="100000" custLinFactNeighborY="-92146"/>
      <dgm:spPr/>
    </dgm:pt>
    <dgm:pt modelId="{A28FD6A3-BA58-45E5-B63E-767D4C66AA77}" type="pres">
      <dgm:prSet presAssocID="{58D2AFE7-5806-45F9-83AC-540191092D15}" presName="hierChild3" presStyleCnt="0"/>
      <dgm:spPr/>
    </dgm:pt>
    <dgm:pt modelId="{C52F925D-6501-4F5F-9317-62C0FEFBC39C}" type="pres">
      <dgm:prSet presAssocID="{4D2EEDF6-D3ED-4268-B706-D76452134056}" presName="Name19" presStyleLbl="parChTrans1D4" presStyleIdx="1" presStyleCnt="7"/>
      <dgm:spPr/>
    </dgm:pt>
    <dgm:pt modelId="{77672370-A227-49FA-A8C0-2BF278137A99}" type="pres">
      <dgm:prSet presAssocID="{3D00DAA7-0925-4B6C-8328-8DF08D8EEF08}" presName="Name21" presStyleCnt="0"/>
      <dgm:spPr/>
    </dgm:pt>
    <dgm:pt modelId="{40B39BBA-BD2A-4361-BB0F-63C7E751BCC5}" type="pres">
      <dgm:prSet presAssocID="{3D00DAA7-0925-4B6C-8328-8DF08D8EEF08}" presName="level2Shape" presStyleLbl="node4" presStyleIdx="1" presStyleCnt="7" custLinFactY="200000" custLinFactNeighborX="90738" custLinFactNeighborY="227883"/>
      <dgm:spPr/>
    </dgm:pt>
    <dgm:pt modelId="{9AB78443-F2B5-46A3-8F2A-D993EAFEA847}" type="pres">
      <dgm:prSet presAssocID="{3D00DAA7-0925-4B6C-8328-8DF08D8EEF08}" presName="hierChild3" presStyleCnt="0"/>
      <dgm:spPr/>
    </dgm:pt>
    <dgm:pt modelId="{46960B8E-9A62-45DF-A367-C7CDC853EA61}" type="pres">
      <dgm:prSet presAssocID="{A855079C-B880-4C42-BA28-4BD558B32882}" presName="Name19" presStyleLbl="parChTrans1D2" presStyleIdx="1" presStyleCnt="2"/>
      <dgm:spPr/>
    </dgm:pt>
    <dgm:pt modelId="{7EC6F484-4FC9-4F49-A3B2-1C0499A977D9}" type="pres">
      <dgm:prSet presAssocID="{74256BAD-266A-4CC8-AB2C-91AB461545DA}" presName="Name21" presStyleCnt="0"/>
      <dgm:spPr/>
    </dgm:pt>
    <dgm:pt modelId="{95042E12-8CCF-4388-9B35-CD53921833CE}" type="pres">
      <dgm:prSet presAssocID="{74256BAD-266A-4CC8-AB2C-91AB461545DA}" presName="level2Shape" presStyleLbl="node2" presStyleIdx="1" presStyleCnt="2" custLinFactY="-10024" custLinFactNeighborX="-6866" custLinFactNeighborY="-100000"/>
      <dgm:spPr/>
    </dgm:pt>
    <dgm:pt modelId="{395F5D8E-D660-4F42-AF2E-7EB6315D2FF3}" type="pres">
      <dgm:prSet presAssocID="{74256BAD-266A-4CC8-AB2C-91AB461545DA}" presName="hierChild3" presStyleCnt="0"/>
      <dgm:spPr/>
    </dgm:pt>
    <dgm:pt modelId="{5C2DF7A6-263B-4E07-AB75-6E6FBC586177}" type="pres">
      <dgm:prSet presAssocID="{8E27D422-14B9-4327-970B-ABB2F6FF5814}" presName="Name19" presStyleLbl="parChTrans1D3" presStyleIdx="2" presStyleCnt="4"/>
      <dgm:spPr/>
    </dgm:pt>
    <dgm:pt modelId="{0FAFA093-D8CF-4BA2-B546-B0DADDD2890F}" type="pres">
      <dgm:prSet presAssocID="{01445E5D-C1FF-4826-B36F-702B11120BE9}" presName="Name21" presStyleCnt="0"/>
      <dgm:spPr/>
    </dgm:pt>
    <dgm:pt modelId="{5FC61207-4A2A-440D-98CE-4830D937B51C}" type="pres">
      <dgm:prSet presAssocID="{01445E5D-C1FF-4826-B36F-702B11120BE9}" presName="level2Shape" presStyleLbl="node3" presStyleIdx="2" presStyleCnt="4" custLinFactNeighborX="-35324" custLinFactNeighborY="44546"/>
      <dgm:spPr/>
    </dgm:pt>
    <dgm:pt modelId="{A849F46A-489C-4048-BC68-9080EB0B0746}" type="pres">
      <dgm:prSet presAssocID="{01445E5D-C1FF-4826-B36F-702B11120BE9}" presName="hierChild3" presStyleCnt="0"/>
      <dgm:spPr/>
    </dgm:pt>
    <dgm:pt modelId="{DA1084BA-1B2F-4754-B924-2FB442548B5D}" type="pres">
      <dgm:prSet presAssocID="{7EA47F47-089C-48D4-98D2-F4BA4D655F8D}" presName="Name19" presStyleLbl="parChTrans1D4" presStyleIdx="2" presStyleCnt="7"/>
      <dgm:spPr/>
    </dgm:pt>
    <dgm:pt modelId="{9C6C6FB1-6E19-4F03-B4DC-7EB1296B1660}" type="pres">
      <dgm:prSet presAssocID="{01BDF081-8E67-4107-890C-A7E5FE77EC6A}" presName="Name21" presStyleCnt="0"/>
      <dgm:spPr/>
    </dgm:pt>
    <dgm:pt modelId="{6840C3B2-5D87-4225-85F4-E416B2985A3C}" type="pres">
      <dgm:prSet presAssocID="{01BDF081-8E67-4107-890C-A7E5FE77EC6A}" presName="level2Shape" presStyleLbl="node4" presStyleIdx="2" presStyleCnt="7" custLinFactNeighborX="36623" custLinFactNeighborY="65086"/>
      <dgm:spPr/>
    </dgm:pt>
    <dgm:pt modelId="{BCE9AF34-C1C6-4F93-A30E-B279F8C4C868}" type="pres">
      <dgm:prSet presAssocID="{01BDF081-8E67-4107-890C-A7E5FE77EC6A}" presName="hierChild3" presStyleCnt="0"/>
      <dgm:spPr/>
    </dgm:pt>
    <dgm:pt modelId="{EE415BB9-C195-4C21-89E9-D3FF081D4B80}" type="pres">
      <dgm:prSet presAssocID="{50CB0577-EB1B-4487-8025-CB8E20D395FA}" presName="Name19" presStyleLbl="parChTrans1D4" presStyleIdx="3" presStyleCnt="7"/>
      <dgm:spPr/>
    </dgm:pt>
    <dgm:pt modelId="{2C0E88AE-2332-4431-84FE-768736C40342}" type="pres">
      <dgm:prSet presAssocID="{9119EAE5-33C1-4D76-A0B1-E22823E26883}" presName="Name21" presStyleCnt="0"/>
      <dgm:spPr/>
    </dgm:pt>
    <dgm:pt modelId="{707C0A76-6FE3-4E77-A531-554F3BBE9BA5}" type="pres">
      <dgm:prSet presAssocID="{9119EAE5-33C1-4D76-A0B1-E22823E26883}" presName="level2Shape" presStyleLbl="node4" presStyleIdx="3" presStyleCnt="7" custLinFactY="2231" custLinFactNeighborX="95963" custLinFactNeighborY="100000"/>
      <dgm:spPr/>
    </dgm:pt>
    <dgm:pt modelId="{37253C7D-54DD-4B9B-9913-2AF92D326F6C}" type="pres">
      <dgm:prSet presAssocID="{9119EAE5-33C1-4D76-A0B1-E22823E26883}" presName="hierChild3" presStyleCnt="0"/>
      <dgm:spPr/>
    </dgm:pt>
    <dgm:pt modelId="{AD4C6D5B-7303-48D1-8301-CFB4223FBCFC}" type="pres">
      <dgm:prSet presAssocID="{93A9395F-6431-4255-95E5-E14E97649BEA}" presName="Name19" presStyleLbl="parChTrans1D4" presStyleIdx="4" presStyleCnt="7"/>
      <dgm:spPr/>
    </dgm:pt>
    <dgm:pt modelId="{912D42F5-9399-43C7-A108-7B99E5C4E3F6}" type="pres">
      <dgm:prSet presAssocID="{8222CD75-B8DE-4FF4-83D9-659A303EB3FD}" presName="Name21" presStyleCnt="0"/>
      <dgm:spPr/>
    </dgm:pt>
    <dgm:pt modelId="{28FD5245-0C52-4DBE-BF63-3C8C182EFF46}" type="pres">
      <dgm:prSet presAssocID="{8222CD75-B8DE-4FF4-83D9-659A303EB3FD}" presName="level2Shape" presStyleLbl="node4" presStyleIdx="4" presStyleCnt="7" custLinFactY="2945" custLinFactNeighborX="-12657" custLinFactNeighborY="100000"/>
      <dgm:spPr/>
    </dgm:pt>
    <dgm:pt modelId="{0BA6325D-D9A8-4896-AAF9-96E47DDC7E31}" type="pres">
      <dgm:prSet presAssocID="{8222CD75-B8DE-4FF4-83D9-659A303EB3FD}" presName="hierChild3" presStyleCnt="0"/>
      <dgm:spPr/>
    </dgm:pt>
    <dgm:pt modelId="{0DA9EA46-F4FE-4F5D-9CF8-FB928EB40209}" type="pres">
      <dgm:prSet presAssocID="{99D770DA-02B4-47CD-8BE9-C7E088544B3B}" presName="Name19" presStyleLbl="parChTrans1D4" presStyleIdx="5" presStyleCnt="7"/>
      <dgm:spPr/>
    </dgm:pt>
    <dgm:pt modelId="{A4666B76-1158-4FAE-B6C4-C3777F3A8693}" type="pres">
      <dgm:prSet presAssocID="{FFEF0BD1-DE03-46A7-BCD7-F342D814618C}" presName="Name21" presStyleCnt="0"/>
      <dgm:spPr/>
    </dgm:pt>
    <dgm:pt modelId="{B3D2AA17-CE6B-4E27-A74E-FFC066F4CF34}" type="pres">
      <dgm:prSet presAssocID="{FFEF0BD1-DE03-46A7-BCD7-F342D814618C}" presName="level2Shape" presStyleLbl="node4" presStyleIdx="5" presStyleCnt="7" custLinFactNeighborX="7912" custLinFactNeighborY="66244"/>
      <dgm:spPr/>
    </dgm:pt>
    <dgm:pt modelId="{F565CB1F-4231-40FA-AC61-D7BBE37FB103}" type="pres">
      <dgm:prSet presAssocID="{FFEF0BD1-DE03-46A7-BCD7-F342D814618C}" presName="hierChild3" presStyleCnt="0"/>
      <dgm:spPr/>
    </dgm:pt>
    <dgm:pt modelId="{0278B013-9324-47DF-9D28-A95B9CA62026}" type="pres">
      <dgm:prSet presAssocID="{F9805257-0022-4A1B-AF62-A76E0B91BCF8}" presName="Name19" presStyleLbl="parChTrans1D4" presStyleIdx="6" presStyleCnt="7"/>
      <dgm:spPr/>
    </dgm:pt>
    <dgm:pt modelId="{D2CA6358-107F-470C-83EC-52AF779D2BB5}" type="pres">
      <dgm:prSet presAssocID="{2D4DCCBE-9620-4F30-8A8B-BB79274B8865}" presName="Name21" presStyleCnt="0"/>
      <dgm:spPr/>
    </dgm:pt>
    <dgm:pt modelId="{3C4BC45F-3F8A-4D19-BE0D-942C9E4C8681}" type="pres">
      <dgm:prSet presAssocID="{2D4DCCBE-9620-4F30-8A8B-BB79274B8865}" presName="level2Shape" presStyleLbl="node4" presStyleIdx="6" presStyleCnt="7" custLinFactY="100000" custLinFactNeighborX="7424" custLinFactNeighborY="187882"/>
      <dgm:spPr/>
    </dgm:pt>
    <dgm:pt modelId="{00A1BF06-D963-4A21-A89A-DABD7402CDDE}" type="pres">
      <dgm:prSet presAssocID="{2D4DCCBE-9620-4F30-8A8B-BB79274B8865}" presName="hierChild3" presStyleCnt="0"/>
      <dgm:spPr/>
    </dgm:pt>
    <dgm:pt modelId="{4C79992A-C606-4B62-8A1E-12247D9EAA96}" type="pres">
      <dgm:prSet presAssocID="{92AB0AB2-5FF1-464F-BEBC-2A75A0E33C5A}" presName="Name19" presStyleLbl="parChTrans1D3" presStyleIdx="3" presStyleCnt="4"/>
      <dgm:spPr/>
    </dgm:pt>
    <dgm:pt modelId="{B61D4B4E-6A1F-41A7-977F-40FA54AB5400}" type="pres">
      <dgm:prSet presAssocID="{59820ADF-6E46-4B79-AF34-13382880D400}" presName="Name21" presStyleCnt="0"/>
      <dgm:spPr/>
    </dgm:pt>
    <dgm:pt modelId="{CF34A139-4DFF-43C5-9340-86913AFD9761}" type="pres">
      <dgm:prSet presAssocID="{59820ADF-6E46-4B79-AF34-13382880D400}" presName="level2Shape" presStyleLbl="node3" presStyleIdx="3" presStyleCnt="4" custLinFactNeighborX="13647" custLinFactNeighborY="44748"/>
      <dgm:spPr/>
    </dgm:pt>
    <dgm:pt modelId="{74577DCB-8BFB-47A4-B03F-C8C9D2463017}" type="pres">
      <dgm:prSet presAssocID="{59820ADF-6E46-4B79-AF34-13382880D400}" presName="hierChild3" presStyleCnt="0"/>
      <dgm:spPr/>
    </dgm:pt>
    <dgm:pt modelId="{A47E2295-280B-4EA7-BE44-3E078DD409F3}" type="pres">
      <dgm:prSet presAssocID="{FE7FE6A4-8117-43B9-90D1-0B85AAC753BB}" presName="bgShapesFlow" presStyleCnt="0"/>
      <dgm:spPr/>
    </dgm:pt>
    <dgm:pt modelId="{D7A06BC5-807F-4676-9806-D81D5F476A5A}" type="pres">
      <dgm:prSet presAssocID="{04973FD9-214F-40AC-851E-26DA5F98F15B}" presName="rectComp" presStyleCnt="0"/>
      <dgm:spPr/>
    </dgm:pt>
    <dgm:pt modelId="{156E32D0-8CC0-4AE1-8DD6-32998318CE52}" type="pres">
      <dgm:prSet presAssocID="{04973FD9-214F-40AC-851E-26DA5F98F15B}" presName="bgRect" presStyleLbl="bgShp" presStyleIdx="0" presStyleCnt="7" custScaleX="71493" custScaleY="80409" custLinFactNeighborX="-14028" custLinFactNeighborY="-98596"/>
      <dgm:spPr/>
    </dgm:pt>
    <dgm:pt modelId="{70DDCD3E-B28F-4C58-91EB-C2DB2E7B5FF4}" type="pres">
      <dgm:prSet presAssocID="{04973FD9-214F-40AC-851E-26DA5F98F15B}" presName="bgRectTx" presStyleLbl="bgShp" presStyleIdx="0" presStyleCnt="7">
        <dgm:presLayoutVars>
          <dgm:bulletEnabled val="1"/>
        </dgm:presLayoutVars>
      </dgm:prSet>
      <dgm:spPr/>
    </dgm:pt>
    <dgm:pt modelId="{146E611E-AA91-4D8D-8F1B-7188D64F3742}" type="pres">
      <dgm:prSet presAssocID="{04973FD9-214F-40AC-851E-26DA5F98F15B}" presName="spComp" presStyleCnt="0"/>
      <dgm:spPr/>
    </dgm:pt>
    <dgm:pt modelId="{35214CB5-7829-4C95-9236-A32E89D1C8DA}" type="pres">
      <dgm:prSet presAssocID="{04973FD9-214F-40AC-851E-26DA5F98F15B}" presName="vSp" presStyleCnt="0"/>
      <dgm:spPr/>
    </dgm:pt>
    <dgm:pt modelId="{C7226AB9-074B-4E33-BCCE-FE0A299610F5}" type="pres">
      <dgm:prSet presAssocID="{7C221074-8432-4495-9265-D4081B985FF4}" presName="rectComp" presStyleCnt="0"/>
      <dgm:spPr/>
    </dgm:pt>
    <dgm:pt modelId="{536E6ADF-DBCB-4523-8755-486866041264}" type="pres">
      <dgm:prSet presAssocID="{7C221074-8432-4495-9265-D4081B985FF4}" presName="bgRect" presStyleLbl="bgShp" presStyleIdx="1" presStyleCnt="7" custScaleX="88103" custScaleY="79762" custLinFactNeighborX="-5949" custLinFactNeighborY="-63533"/>
      <dgm:spPr/>
    </dgm:pt>
    <dgm:pt modelId="{E4E2DCA5-7264-4C93-BDBB-E9AFD3EB6C80}" type="pres">
      <dgm:prSet presAssocID="{7C221074-8432-4495-9265-D4081B985FF4}" presName="bgRectTx" presStyleLbl="bgShp" presStyleIdx="1" presStyleCnt="7">
        <dgm:presLayoutVars>
          <dgm:bulletEnabled val="1"/>
        </dgm:presLayoutVars>
      </dgm:prSet>
      <dgm:spPr/>
    </dgm:pt>
    <dgm:pt modelId="{A4FD5418-EBAC-4A26-A742-6BAF10252083}" type="pres">
      <dgm:prSet presAssocID="{7C221074-8432-4495-9265-D4081B985FF4}" presName="spComp" presStyleCnt="0"/>
      <dgm:spPr/>
    </dgm:pt>
    <dgm:pt modelId="{8DEFDA1C-CF45-4699-8D4A-EA4F1B62CCBD}" type="pres">
      <dgm:prSet presAssocID="{7C221074-8432-4495-9265-D4081B985FF4}" presName="vSp" presStyleCnt="0"/>
      <dgm:spPr/>
    </dgm:pt>
    <dgm:pt modelId="{2B0666B1-3359-49EB-83CB-F0E2398717CE}" type="pres">
      <dgm:prSet presAssocID="{8D866D95-34AC-4176-859E-E36C00CD1333}" presName="rectComp" presStyleCnt="0"/>
      <dgm:spPr/>
    </dgm:pt>
    <dgm:pt modelId="{F8734ED9-20F3-483E-8F20-A990831FDD1E}" type="pres">
      <dgm:prSet presAssocID="{8D866D95-34AC-4176-859E-E36C00CD1333}" presName="bgRect" presStyleLbl="bgShp" presStyleIdx="2" presStyleCnt="7" custScaleX="62748" custScaleY="81233" custLinFactNeighborX="-18551" custLinFactNeighborY="-29949"/>
      <dgm:spPr/>
    </dgm:pt>
    <dgm:pt modelId="{48752855-2AB0-4577-87A3-2446E082AB8E}" type="pres">
      <dgm:prSet presAssocID="{8D866D95-34AC-4176-859E-E36C00CD1333}" presName="bgRectTx" presStyleLbl="bgShp" presStyleIdx="2" presStyleCnt="7">
        <dgm:presLayoutVars>
          <dgm:bulletEnabled val="1"/>
        </dgm:presLayoutVars>
      </dgm:prSet>
      <dgm:spPr/>
    </dgm:pt>
    <dgm:pt modelId="{496F9702-9CFE-4D63-A809-1CAFE97750A9}" type="pres">
      <dgm:prSet presAssocID="{8D866D95-34AC-4176-859E-E36C00CD1333}" presName="spComp" presStyleCnt="0"/>
      <dgm:spPr/>
    </dgm:pt>
    <dgm:pt modelId="{16121134-55C9-4CEE-8D64-70EDD1AB059B}" type="pres">
      <dgm:prSet presAssocID="{8D866D95-34AC-4176-859E-E36C00CD1333}" presName="vSp" presStyleCnt="0"/>
      <dgm:spPr/>
    </dgm:pt>
    <dgm:pt modelId="{3814511D-112B-48C1-A61B-CC13C2BD530C}" type="pres">
      <dgm:prSet presAssocID="{07228677-CBAC-4E0A-85AB-949C0613B646}" presName="rectComp" presStyleCnt="0"/>
      <dgm:spPr/>
    </dgm:pt>
    <dgm:pt modelId="{DCEE6199-1ADD-4A78-866D-D9B5DF369132}" type="pres">
      <dgm:prSet presAssocID="{07228677-CBAC-4E0A-85AB-949C0613B646}" presName="bgRect" presStyleLbl="bgShp" presStyleIdx="3" presStyleCnt="7" custScaleX="99446" custScaleY="80070" custLinFactNeighborX="-335" custLinFactNeighborY="-9470"/>
      <dgm:spPr/>
    </dgm:pt>
    <dgm:pt modelId="{DFE0812D-A475-4073-BFB7-4416741B3DFE}" type="pres">
      <dgm:prSet presAssocID="{07228677-CBAC-4E0A-85AB-949C0613B646}" presName="bgRectTx" presStyleLbl="bgShp" presStyleIdx="3" presStyleCnt="7">
        <dgm:presLayoutVars>
          <dgm:bulletEnabled val="1"/>
        </dgm:presLayoutVars>
      </dgm:prSet>
      <dgm:spPr/>
    </dgm:pt>
    <dgm:pt modelId="{59CC16AB-0064-40E3-99A0-C439F24F91BF}" type="pres">
      <dgm:prSet presAssocID="{07228677-CBAC-4E0A-85AB-949C0613B646}" presName="spComp" presStyleCnt="0"/>
      <dgm:spPr/>
    </dgm:pt>
    <dgm:pt modelId="{1A1F3072-9CD7-4E28-9697-28B73219F547}" type="pres">
      <dgm:prSet presAssocID="{07228677-CBAC-4E0A-85AB-949C0613B646}" presName="vSp" presStyleCnt="0"/>
      <dgm:spPr/>
    </dgm:pt>
    <dgm:pt modelId="{58728103-A2FB-448B-84D7-75E97DC7DD8C}" type="pres">
      <dgm:prSet presAssocID="{1BB5944B-594A-4F91-9DCB-D5F6CAB178BB}" presName="rectComp" presStyleCnt="0"/>
      <dgm:spPr/>
    </dgm:pt>
    <dgm:pt modelId="{DD9DC20C-8F97-404A-8DDE-A16E98626F83}" type="pres">
      <dgm:prSet presAssocID="{1BB5944B-594A-4F91-9DCB-D5F6CAB178BB}" presName="bgRect" presStyleLbl="bgShp" presStyleIdx="4" presStyleCnt="7" custScaleX="91919" custScaleY="79368" custLinFactNeighborX="-3907" custLinFactNeighborY="27962"/>
      <dgm:spPr/>
    </dgm:pt>
    <dgm:pt modelId="{5F10ECC8-60D2-405D-B11A-0F039F29B562}" type="pres">
      <dgm:prSet presAssocID="{1BB5944B-594A-4F91-9DCB-D5F6CAB178BB}" presName="bgRectTx" presStyleLbl="bgShp" presStyleIdx="4" presStyleCnt="7">
        <dgm:presLayoutVars>
          <dgm:bulletEnabled val="1"/>
        </dgm:presLayoutVars>
      </dgm:prSet>
      <dgm:spPr/>
    </dgm:pt>
    <dgm:pt modelId="{8F186A17-9E0B-4398-94ED-2CEABA11E814}" type="pres">
      <dgm:prSet presAssocID="{1BB5944B-594A-4F91-9DCB-D5F6CAB178BB}" presName="spComp" presStyleCnt="0"/>
      <dgm:spPr/>
    </dgm:pt>
    <dgm:pt modelId="{FB10F68A-FB72-4E73-B317-2CE7B2CA2969}" type="pres">
      <dgm:prSet presAssocID="{1BB5944B-594A-4F91-9DCB-D5F6CAB178BB}" presName="vSp" presStyleCnt="0"/>
      <dgm:spPr/>
    </dgm:pt>
    <dgm:pt modelId="{7F2F68F6-BC16-4055-890C-EECC63CFDD35}" type="pres">
      <dgm:prSet presAssocID="{B80F084E-D124-4826-A0C6-258D89AAE631}" presName="rectComp" presStyleCnt="0"/>
      <dgm:spPr/>
    </dgm:pt>
    <dgm:pt modelId="{5EEA09CC-BF85-49BA-8B7D-612CB16A36AA}" type="pres">
      <dgm:prSet presAssocID="{B80F084E-D124-4826-A0C6-258D89AAE631}" presName="bgRect" presStyleLbl="bgShp" presStyleIdx="5" presStyleCnt="7" custScaleX="79800" custScaleY="83532" custLinFactNeighborX="-9979" custLinFactNeighborY="76282"/>
      <dgm:spPr/>
    </dgm:pt>
    <dgm:pt modelId="{CE246169-7F81-456A-A320-6C57E6A752BC}" type="pres">
      <dgm:prSet presAssocID="{B80F084E-D124-4826-A0C6-258D89AAE631}" presName="bgRectTx" presStyleLbl="bgShp" presStyleIdx="5" presStyleCnt="7">
        <dgm:presLayoutVars>
          <dgm:bulletEnabled val="1"/>
        </dgm:presLayoutVars>
      </dgm:prSet>
      <dgm:spPr/>
    </dgm:pt>
    <dgm:pt modelId="{A1FC8FC5-9843-43B2-B2B9-0FCFCA14AE78}" type="pres">
      <dgm:prSet presAssocID="{B80F084E-D124-4826-A0C6-258D89AAE631}" presName="spComp" presStyleCnt="0"/>
      <dgm:spPr/>
    </dgm:pt>
    <dgm:pt modelId="{AB322274-CBCC-40B9-982B-3B627BAB1021}" type="pres">
      <dgm:prSet presAssocID="{B80F084E-D124-4826-A0C6-258D89AAE631}" presName="vSp" presStyleCnt="0"/>
      <dgm:spPr/>
    </dgm:pt>
    <dgm:pt modelId="{081769F7-7EF2-499D-9E86-54C7586BAD8A}" type="pres">
      <dgm:prSet presAssocID="{FDBED823-8EA8-4C6E-82BD-60EB46979322}" presName="rectComp" presStyleCnt="0"/>
      <dgm:spPr/>
    </dgm:pt>
    <dgm:pt modelId="{563B9418-6F6D-4E5C-96AA-E60A8EC5A639}" type="pres">
      <dgm:prSet presAssocID="{FDBED823-8EA8-4C6E-82BD-60EB46979322}" presName="bgRect" presStyleLbl="bgShp" presStyleIdx="6" presStyleCnt="7" custScaleX="94918" custScaleY="83532" custLinFactY="28386" custLinFactNeighborX="-1821" custLinFactNeighborY="100000"/>
      <dgm:spPr/>
    </dgm:pt>
    <dgm:pt modelId="{4308EC4F-D6A7-4BB1-A008-0E1067F2E91E}" type="pres">
      <dgm:prSet presAssocID="{FDBED823-8EA8-4C6E-82BD-60EB46979322}" presName="bgRectTx" presStyleLbl="bgShp" presStyleIdx="6" presStyleCnt="7">
        <dgm:presLayoutVars>
          <dgm:bulletEnabled val="1"/>
        </dgm:presLayoutVars>
      </dgm:prSet>
      <dgm:spPr/>
    </dgm:pt>
  </dgm:ptLst>
  <dgm:cxnLst>
    <dgm:cxn modelId="{34163800-A803-4C08-805B-87591A186C23}" type="presOf" srcId="{04973FD9-214F-40AC-851E-26DA5F98F15B}" destId="{70DDCD3E-B28F-4C58-91EB-C2DB2E7B5FF4}" srcOrd="1" destOrd="0" presId="urn:microsoft.com/office/officeart/2005/8/layout/hierarchy6"/>
    <dgm:cxn modelId="{6A9A7502-CACF-4B24-AE2F-BC38BB931871}" type="presOf" srcId="{64DEEF0E-2F92-4AE5-910C-1F76C7C867E3}" destId="{864E67FD-D278-4324-B3DD-3192925F8EA2}" srcOrd="0" destOrd="0" presId="urn:microsoft.com/office/officeart/2005/8/layout/hierarchy6"/>
    <dgm:cxn modelId="{1278E503-800D-4D3F-8603-8F162FD8B15D}" type="presOf" srcId="{5E41D4FB-E772-4DAD-A765-C997AAE0B272}" destId="{6D2C9021-8D08-4C1D-9B77-E0357AF4E696}" srcOrd="0" destOrd="0" presId="urn:microsoft.com/office/officeart/2005/8/layout/hierarchy6"/>
    <dgm:cxn modelId="{1B33F506-B2D6-4B96-8DAA-B559732E4A5D}" type="presOf" srcId="{FDBED823-8EA8-4C6E-82BD-60EB46979322}" destId="{4308EC4F-D6A7-4BB1-A008-0E1067F2E91E}" srcOrd="1" destOrd="0" presId="urn:microsoft.com/office/officeart/2005/8/layout/hierarchy6"/>
    <dgm:cxn modelId="{A372B608-2301-4A15-8CC2-8D607C950D6F}" srcId="{FE7FE6A4-8117-43B9-90D1-0B85AAC753BB}" destId="{7C221074-8432-4495-9265-D4081B985FF4}" srcOrd="2" destOrd="0" parTransId="{9809763D-625C-4092-BC08-FF959B878294}" sibTransId="{4FC10E7E-A4B8-4DE2-8ABB-8AFDC0227B5E}"/>
    <dgm:cxn modelId="{69C5D708-9374-49A2-9F8E-0595C57D7E70}" type="presOf" srcId="{0C67B769-21FC-41AF-AB02-DD1A7162C883}" destId="{EB813CA5-BA49-4650-8EEE-8C471294A6E4}" srcOrd="0" destOrd="0" presId="urn:microsoft.com/office/officeart/2005/8/layout/hierarchy6"/>
    <dgm:cxn modelId="{C865320B-EDCC-4F8B-88F6-7AEC25C3387E}" type="presOf" srcId="{01445E5D-C1FF-4826-B36F-702B11120BE9}" destId="{5FC61207-4A2A-440D-98CE-4830D937B51C}" srcOrd="0" destOrd="0" presId="urn:microsoft.com/office/officeart/2005/8/layout/hierarchy6"/>
    <dgm:cxn modelId="{E2738D0E-A969-44D4-8710-DD81283C2884}" type="presOf" srcId="{07228677-CBAC-4E0A-85AB-949C0613B646}" destId="{DCEE6199-1ADD-4A78-866D-D9B5DF369132}" srcOrd="0" destOrd="0" presId="urn:microsoft.com/office/officeart/2005/8/layout/hierarchy6"/>
    <dgm:cxn modelId="{FF735711-D17F-42E3-99D7-9C8C25130A2C}" type="presOf" srcId="{7C221074-8432-4495-9265-D4081B985FF4}" destId="{E4E2DCA5-7264-4C93-BDBB-E9AFD3EB6C80}" srcOrd="1" destOrd="0" presId="urn:microsoft.com/office/officeart/2005/8/layout/hierarchy6"/>
    <dgm:cxn modelId="{1CF82118-49E2-4966-9154-A9D9846FCE0C}" type="presOf" srcId="{7C221074-8432-4495-9265-D4081B985FF4}" destId="{536E6ADF-DBCB-4523-8755-486866041264}" srcOrd="0" destOrd="0" presId="urn:microsoft.com/office/officeart/2005/8/layout/hierarchy6"/>
    <dgm:cxn modelId="{CDDD561A-4FB1-44DF-8C2F-2D2DA4F8E756}" type="presOf" srcId="{92AB0AB2-5FF1-464F-BEBC-2A75A0E33C5A}" destId="{4C79992A-C606-4B62-8A1E-12247D9EAA96}" srcOrd="0" destOrd="0" presId="urn:microsoft.com/office/officeart/2005/8/layout/hierarchy6"/>
    <dgm:cxn modelId="{E647591B-98F0-4F41-8CCC-96E0F880A421}" type="presOf" srcId="{B80F084E-D124-4826-A0C6-258D89AAE631}" destId="{5EEA09CC-BF85-49BA-8B7D-612CB16A36AA}" srcOrd="0" destOrd="0" presId="urn:microsoft.com/office/officeart/2005/8/layout/hierarchy6"/>
    <dgm:cxn modelId="{CE760227-3C5C-4BCD-886A-B5B0B599C97D}" srcId="{FE7FE6A4-8117-43B9-90D1-0B85AAC753BB}" destId="{FDBED823-8EA8-4C6E-82BD-60EB46979322}" srcOrd="7" destOrd="0" parTransId="{A74B6153-70A2-4491-9C12-95274C649219}" sibTransId="{C375C334-A12D-47C8-BAE9-F419DF910CCD}"/>
    <dgm:cxn modelId="{818BCE2C-F6B4-42CA-ABA2-DC68E13C7E04}" type="presOf" srcId="{4D2EEDF6-D3ED-4268-B706-D76452134056}" destId="{C52F925D-6501-4F5F-9317-62C0FEFBC39C}" srcOrd="0" destOrd="0" presId="urn:microsoft.com/office/officeart/2005/8/layout/hierarchy6"/>
    <dgm:cxn modelId="{A4D66E2D-28F5-49AC-923A-9FC35546F6AA}" srcId="{FE7FE6A4-8117-43B9-90D1-0B85AAC753BB}" destId="{0C67B769-21FC-41AF-AB02-DD1A7162C883}" srcOrd="0" destOrd="0" parTransId="{3663E0D0-282B-425C-A620-08467FF3B0F5}" sibTransId="{DE83CD5C-6A94-4452-B0CB-D1174F184192}"/>
    <dgm:cxn modelId="{D59E1930-48BC-45F0-984D-97AFD4CDB83D}" type="presOf" srcId="{8D866D95-34AC-4176-859E-E36C00CD1333}" destId="{48752855-2AB0-4577-87A3-2446E082AB8E}" srcOrd="1" destOrd="0" presId="urn:microsoft.com/office/officeart/2005/8/layout/hierarchy6"/>
    <dgm:cxn modelId="{48C22835-2A54-4E0E-8900-E35038142D1E}" type="presOf" srcId="{8E27D422-14B9-4327-970B-ABB2F6FF5814}" destId="{5C2DF7A6-263B-4E07-AB75-6E6FBC586177}" srcOrd="0" destOrd="0" presId="urn:microsoft.com/office/officeart/2005/8/layout/hierarchy6"/>
    <dgm:cxn modelId="{1816633D-7353-4197-B973-12FE91B3DF6C}" srcId="{01445E5D-C1FF-4826-B36F-702B11120BE9}" destId="{FFEF0BD1-DE03-46A7-BCD7-F342D814618C}" srcOrd="1" destOrd="0" parTransId="{99D770DA-02B4-47CD-8BE9-C7E088544B3B}" sibTransId="{76CB08BF-DBDA-4E56-8EE6-D5FEA9ACB642}"/>
    <dgm:cxn modelId="{EDBCFC41-735B-4EAC-A558-195E1079EF4B}" type="presOf" srcId="{B80F084E-D124-4826-A0C6-258D89AAE631}" destId="{CE246169-7F81-456A-A320-6C57E6A752BC}" srcOrd="1" destOrd="0" presId="urn:microsoft.com/office/officeart/2005/8/layout/hierarchy6"/>
    <dgm:cxn modelId="{45141A62-487A-4C0D-8477-65A564CC179D}" srcId="{58D2AFE7-5806-45F9-83AC-540191092D15}" destId="{3D00DAA7-0925-4B6C-8328-8DF08D8EEF08}" srcOrd="0" destOrd="0" parTransId="{4D2EEDF6-D3ED-4268-B706-D76452134056}" sibTransId="{30646829-9F0F-42A0-B3BF-35525CED9AD9}"/>
    <dgm:cxn modelId="{31C4A663-90E0-4EC8-BF38-8EE6F5799287}" srcId="{FE7FE6A4-8117-43B9-90D1-0B85AAC753BB}" destId="{04973FD9-214F-40AC-851E-26DA5F98F15B}" srcOrd="1" destOrd="0" parTransId="{1DB7E9A5-42ED-4EFE-B59A-BE9AB5445392}" sibTransId="{15D29F06-DB74-42F4-948A-8FB4CD003C61}"/>
    <dgm:cxn modelId="{0676C963-9187-4136-90B4-A5EB9153FE1B}" srcId="{64DEEF0E-2F92-4AE5-910C-1F76C7C867E3}" destId="{5E41D4FB-E772-4DAD-A765-C997AAE0B272}" srcOrd="0" destOrd="0" parTransId="{4D50F03D-49F3-4A8E-AAFD-8B412DC06677}" sibTransId="{2A430B2C-3955-4132-856C-EC280BB75610}"/>
    <dgm:cxn modelId="{5C397F65-BC20-4F7E-8B2F-CD1BAA29F5BD}" type="presOf" srcId="{1BB5944B-594A-4F91-9DCB-D5F6CAB178BB}" destId="{5F10ECC8-60D2-405D-B11A-0F039F29B562}" srcOrd="1" destOrd="0" presId="urn:microsoft.com/office/officeart/2005/8/layout/hierarchy6"/>
    <dgm:cxn modelId="{10D0DF65-D9EC-4757-848D-D2FC1FF0D22E}" type="presOf" srcId="{07228677-CBAC-4E0A-85AB-949C0613B646}" destId="{DFE0812D-A475-4073-BFB7-4416741B3DFE}" srcOrd="1" destOrd="0" presId="urn:microsoft.com/office/officeart/2005/8/layout/hierarchy6"/>
    <dgm:cxn modelId="{42912848-D270-42A7-B33B-39ED49B5EFE4}" srcId="{FE7FE6A4-8117-43B9-90D1-0B85AAC753BB}" destId="{07228677-CBAC-4E0A-85AB-949C0613B646}" srcOrd="4" destOrd="0" parTransId="{7F7AABC5-0B26-41FE-B7C8-8520A6A9E74D}" sibTransId="{EFABE055-D8DD-416F-B9EE-024502E0F143}"/>
    <dgm:cxn modelId="{FB42D569-C31A-4731-9428-7413400984C5}" type="presOf" srcId="{F9805257-0022-4A1B-AF62-A76E0B91BCF8}" destId="{0278B013-9324-47DF-9D28-A95B9CA62026}" srcOrd="0" destOrd="0" presId="urn:microsoft.com/office/officeart/2005/8/layout/hierarchy6"/>
    <dgm:cxn modelId="{C051A86A-58E7-4C46-923C-4444BF2D7DBE}" type="presOf" srcId="{7EA47F47-089C-48D4-98D2-F4BA4D655F8D}" destId="{DA1084BA-1B2F-4754-B924-2FB442548B5D}" srcOrd="0" destOrd="0" presId="urn:microsoft.com/office/officeart/2005/8/layout/hierarchy6"/>
    <dgm:cxn modelId="{B1761B4B-1873-4A30-A7AF-DDC5E978CCE2}" srcId="{74256BAD-266A-4CC8-AB2C-91AB461545DA}" destId="{01445E5D-C1FF-4826-B36F-702B11120BE9}" srcOrd="0" destOrd="0" parTransId="{8E27D422-14B9-4327-970B-ABB2F6FF5814}" sibTransId="{E420230D-24AC-4C04-B0BF-E421021ADFAC}"/>
    <dgm:cxn modelId="{A67AD14C-C3C3-495C-96EE-65B24511CA97}" type="presOf" srcId="{93A9395F-6431-4255-95E5-E14E97649BEA}" destId="{AD4C6D5B-7303-48D1-8301-CFB4223FBCFC}" srcOrd="0" destOrd="0" presId="urn:microsoft.com/office/officeart/2005/8/layout/hierarchy6"/>
    <dgm:cxn modelId="{991B8651-68CF-4FE9-8337-6D5CD6069555}" type="presOf" srcId="{8D866D95-34AC-4176-859E-E36C00CD1333}" destId="{F8734ED9-20F3-483E-8F20-A990831FDD1E}" srcOrd="0" destOrd="0" presId="urn:microsoft.com/office/officeart/2005/8/layout/hierarchy6"/>
    <dgm:cxn modelId="{CF86D671-0F0C-4396-B0D7-99F1270CABFD}" srcId="{9542541A-7C6C-4F9E-B50A-3C444DA191A7}" destId="{64DEEF0E-2F92-4AE5-910C-1F76C7C867E3}" srcOrd="0" destOrd="0" parTransId="{6CFEA9BB-F3EE-4BE6-ABC1-82B9CFC7EB90}" sibTransId="{71873F5F-4ED9-49BE-B7B4-7F37BD725C40}"/>
    <dgm:cxn modelId="{67B70153-1C52-4F29-B0B0-75D933F52A2F}" srcId="{FE7FE6A4-8117-43B9-90D1-0B85AAC753BB}" destId="{B80F084E-D124-4826-A0C6-258D89AAE631}" srcOrd="6" destOrd="0" parTransId="{86ED274D-28D4-4C42-B97E-C0A6B471165F}" sibTransId="{04C194A7-F5F3-40C2-8FFE-CFB3D07AD5B0}"/>
    <dgm:cxn modelId="{BA333374-E562-47F5-AE6C-B1FF330CFB3C}" type="presOf" srcId="{04973FD9-214F-40AC-851E-26DA5F98F15B}" destId="{156E32D0-8CC0-4AE1-8DD6-32998318CE52}" srcOrd="0" destOrd="0" presId="urn:microsoft.com/office/officeart/2005/8/layout/hierarchy6"/>
    <dgm:cxn modelId="{6AB89A75-1A33-4D0C-A088-E3A9DB7988A0}" type="presOf" srcId="{4D50F03D-49F3-4A8E-AAFD-8B412DC06677}" destId="{A4163CA2-8A07-4955-A94E-4D93F14849F1}" srcOrd="0" destOrd="0" presId="urn:microsoft.com/office/officeart/2005/8/layout/hierarchy6"/>
    <dgm:cxn modelId="{FFEA1957-DBC7-4558-90AB-4155F2771D8F}" type="presOf" srcId="{59820ADF-6E46-4B79-AF34-13382880D400}" destId="{CF34A139-4DFF-43C5-9340-86913AFD9761}" srcOrd="0" destOrd="0" presId="urn:microsoft.com/office/officeart/2005/8/layout/hierarchy6"/>
    <dgm:cxn modelId="{6A357259-15DE-423A-9AE0-1585720E5A19}" srcId="{74256BAD-266A-4CC8-AB2C-91AB461545DA}" destId="{59820ADF-6E46-4B79-AF34-13382880D400}" srcOrd="1" destOrd="0" parTransId="{92AB0AB2-5FF1-464F-BEBC-2A75A0E33C5A}" sibTransId="{9A0375D9-5451-4FB8-B699-FB08F572B593}"/>
    <dgm:cxn modelId="{3C7CBA86-BBC9-4505-8A7B-F4102E93B330}" srcId="{01445E5D-C1FF-4826-B36F-702B11120BE9}" destId="{01BDF081-8E67-4107-890C-A7E5FE77EC6A}" srcOrd="0" destOrd="0" parTransId="{7EA47F47-089C-48D4-98D2-F4BA4D655F8D}" sibTransId="{23160456-8526-4602-B83B-66A09B3DB1C8}"/>
    <dgm:cxn modelId="{EB2D578C-D335-433B-B89F-E8C4D444ECE9}" type="presOf" srcId="{FE7FE6A4-8117-43B9-90D1-0B85AAC753BB}" destId="{D48FEDA1-39E8-4DB8-BDA5-3758F018454C}" srcOrd="0" destOrd="0" presId="urn:microsoft.com/office/officeart/2005/8/layout/hierarchy6"/>
    <dgm:cxn modelId="{A1A7468D-F11D-4CEF-8B39-E17B51D0B860}" type="presOf" srcId="{58D2AFE7-5806-45F9-83AC-540191092D15}" destId="{2C5A1DAA-C79E-4148-8246-206DA569BF2E}" srcOrd="0" destOrd="0" presId="urn:microsoft.com/office/officeart/2005/8/layout/hierarchy6"/>
    <dgm:cxn modelId="{D7EC428F-CBE9-4210-9657-CD7B06F445C9}" type="presOf" srcId="{1BB5944B-594A-4F91-9DCB-D5F6CAB178BB}" destId="{DD9DC20C-8F97-404A-8DDE-A16E98626F83}" srcOrd="0" destOrd="0" presId="urn:microsoft.com/office/officeart/2005/8/layout/hierarchy6"/>
    <dgm:cxn modelId="{FBA6F28F-45AA-4CF3-ADF6-307EB266FAB4}" type="presOf" srcId="{6CFEA9BB-F3EE-4BE6-ABC1-82B9CFC7EB90}" destId="{CB215D7E-086F-4B40-BA75-334240DE7B8C}" srcOrd="0" destOrd="0" presId="urn:microsoft.com/office/officeart/2005/8/layout/hierarchy6"/>
    <dgm:cxn modelId="{4747AB94-A97F-40B9-BCA0-8D1AAB87CCE8}" type="presOf" srcId="{AD7D8B67-D2E4-4C38-B914-D9D607E25F07}" destId="{8CCA4A64-B5FE-4029-AE7F-615CB85F7BBF}" srcOrd="0" destOrd="0" presId="urn:microsoft.com/office/officeart/2005/8/layout/hierarchy6"/>
    <dgm:cxn modelId="{7C8F9595-B1E6-484C-9615-B90EBDDC118F}" type="presOf" srcId="{FDBED823-8EA8-4C6E-82BD-60EB46979322}" destId="{563B9418-6F6D-4E5C-96AA-E60A8EC5A639}" srcOrd="0" destOrd="0" presId="urn:microsoft.com/office/officeart/2005/8/layout/hierarchy6"/>
    <dgm:cxn modelId="{FBC3309B-2361-4DCB-8F14-036943470860}" srcId="{01BDF081-8E67-4107-890C-A7E5FE77EC6A}" destId="{9119EAE5-33C1-4D76-A0B1-E22823E26883}" srcOrd="0" destOrd="0" parTransId="{50CB0577-EB1B-4487-8025-CB8E20D395FA}" sibTransId="{61B0F3AC-D6D3-4696-AFDA-4CD23F3EB160}"/>
    <dgm:cxn modelId="{4A26FF9E-3291-4614-A841-0D36727DD6DC}" type="presOf" srcId="{99D770DA-02B4-47CD-8BE9-C7E088544B3B}" destId="{0DA9EA46-F4FE-4F5D-9CF8-FB928EB40209}" srcOrd="0" destOrd="0" presId="urn:microsoft.com/office/officeart/2005/8/layout/hierarchy6"/>
    <dgm:cxn modelId="{F2A2CFA1-A622-45BF-B5E5-B1DFED4C95AF}" type="presOf" srcId="{2D4DCCBE-9620-4F30-8A8B-BB79274B8865}" destId="{3C4BC45F-3F8A-4D19-BE0D-942C9E4C8681}" srcOrd="0" destOrd="0" presId="urn:microsoft.com/office/officeart/2005/8/layout/hierarchy6"/>
    <dgm:cxn modelId="{54A15DA3-958E-4680-8C77-CD0D16AFBB08}" srcId="{0C67B769-21FC-41AF-AB02-DD1A7162C883}" destId="{9542541A-7C6C-4F9E-B50A-3C444DA191A7}" srcOrd="0" destOrd="0" parTransId="{76DCCAB3-EF1D-41CB-BB83-BC5E55A4C10E}" sibTransId="{14F59463-1A7B-4196-92B3-93DF6B999E6B}"/>
    <dgm:cxn modelId="{69A427A4-8A38-46C1-9999-8196F3F37524}" type="presOf" srcId="{01BDF081-8E67-4107-890C-A7E5FE77EC6A}" destId="{6840C3B2-5D87-4225-85F4-E416B2985A3C}" srcOrd="0" destOrd="0" presId="urn:microsoft.com/office/officeart/2005/8/layout/hierarchy6"/>
    <dgm:cxn modelId="{555146AE-86A6-4F4D-8F84-215460061D33}" type="presOf" srcId="{FFEF0BD1-DE03-46A7-BCD7-F342D814618C}" destId="{B3D2AA17-CE6B-4E27-A74E-FFC066F4CF34}" srcOrd="0" destOrd="0" presId="urn:microsoft.com/office/officeart/2005/8/layout/hierarchy6"/>
    <dgm:cxn modelId="{7169BDB2-0594-4ED4-A019-F510BDA268A3}" type="presOf" srcId="{9542541A-7C6C-4F9E-B50A-3C444DA191A7}" destId="{22835467-09A0-4EB6-B841-0DA70FFAA9A2}" srcOrd="0" destOrd="0" presId="urn:microsoft.com/office/officeart/2005/8/layout/hierarchy6"/>
    <dgm:cxn modelId="{B05C6BB4-2266-43A3-A2A5-AC6DA85F5326}" srcId="{FE7FE6A4-8117-43B9-90D1-0B85AAC753BB}" destId="{1BB5944B-594A-4F91-9DCB-D5F6CAB178BB}" srcOrd="5" destOrd="0" parTransId="{04FC86D2-30B0-4324-BBBB-9044F28A1471}" sibTransId="{52FD02DB-BFC7-4B75-BA80-EACA6AFE4B1F}"/>
    <dgm:cxn modelId="{73C73FC0-C011-4091-89BD-0715ECD2710E}" type="presOf" srcId="{74256BAD-266A-4CC8-AB2C-91AB461545DA}" destId="{95042E12-8CCF-4388-9B35-CD53921833CE}" srcOrd="0" destOrd="0" presId="urn:microsoft.com/office/officeart/2005/8/layout/hierarchy6"/>
    <dgm:cxn modelId="{9420BAC7-FD3D-468B-9E66-4BD160BF72F6}" type="presOf" srcId="{A855079C-B880-4C42-BA28-4BD558B32882}" destId="{46960B8E-9A62-45DF-A367-C7CDC853EA61}" srcOrd="0" destOrd="0" presId="urn:microsoft.com/office/officeart/2005/8/layout/hierarchy6"/>
    <dgm:cxn modelId="{98447CCA-6975-4611-8D23-17A3FEB501FE}" type="presOf" srcId="{9119EAE5-33C1-4D76-A0B1-E22823E26883}" destId="{707C0A76-6FE3-4E77-A531-554F3BBE9BA5}" srcOrd="0" destOrd="0" presId="urn:microsoft.com/office/officeart/2005/8/layout/hierarchy6"/>
    <dgm:cxn modelId="{EFA33BDB-601C-4C09-B4D2-30E2A9044B9D}" type="presOf" srcId="{76DCCAB3-EF1D-41CB-BB83-BC5E55A4C10E}" destId="{9511BE71-26A8-4B1F-9389-B2DBA5C2D555}" srcOrd="0" destOrd="0" presId="urn:microsoft.com/office/officeart/2005/8/layout/hierarchy6"/>
    <dgm:cxn modelId="{718DEBDD-A5C1-4EB5-B4EA-67E3DE0AC10A}" type="presOf" srcId="{3D00DAA7-0925-4B6C-8328-8DF08D8EEF08}" destId="{40B39BBA-BD2A-4361-BB0F-63C7E751BCC5}" srcOrd="0" destOrd="0" presId="urn:microsoft.com/office/officeart/2005/8/layout/hierarchy6"/>
    <dgm:cxn modelId="{62CA9FE1-5F1F-4116-B9B2-F3CF6EF54224}" srcId="{0C67B769-21FC-41AF-AB02-DD1A7162C883}" destId="{74256BAD-266A-4CC8-AB2C-91AB461545DA}" srcOrd="1" destOrd="0" parTransId="{A855079C-B880-4C42-BA28-4BD558B32882}" sibTransId="{59A12C06-72BD-48DA-A1C9-8D66D55E5A88}"/>
    <dgm:cxn modelId="{5D4260E5-D044-456D-95B8-56FF168D72A8}" srcId="{01BDF081-8E67-4107-890C-A7E5FE77EC6A}" destId="{8222CD75-B8DE-4FF4-83D9-659A303EB3FD}" srcOrd="1" destOrd="0" parTransId="{93A9395F-6431-4255-95E5-E14E97649BEA}" sibTransId="{5F3F0332-B505-4005-9C46-9D147D13422B}"/>
    <dgm:cxn modelId="{DEB805E9-7570-4C4A-A813-A738EF277F95}" type="presOf" srcId="{8222CD75-B8DE-4FF4-83D9-659A303EB3FD}" destId="{28FD5245-0C52-4DBE-BF63-3C8C182EFF46}" srcOrd="0" destOrd="0" presId="urn:microsoft.com/office/officeart/2005/8/layout/hierarchy6"/>
    <dgm:cxn modelId="{ED9A68EB-88D3-4D0A-8A40-CA5CFF18255C}" type="presOf" srcId="{50CB0577-EB1B-4487-8025-CB8E20D395FA}" destId="{EE415BB9-C195-4C21-89E9-D3FF081D4B80}" srcOrd="0" destOrd="0" presId="urn:microsoft.com/office/officeart/2005/8/layout/hierarchy6"/>
    <dgm:cxn modelId="{133636ED-5AF0-48E9-9AAA-4FE373CBB12D}" srcId="{FFEF0BD1-DE03-46A7-BCD7-F342D814618C}" destId="{2D4DCCBE-9620-4F30-8A8B-BB79274B8865}" srcOrd="0" destOrd="0" parTransId="{F9805257-0022-4A1B-AF62-A76E0B91BCF8}" sibTransId="{C032BFCC-8566-4AF1-A8D7-300B40799AAF}"/>
    <dgm:cxn modelId="{F9BEFAF5-BAA0-4F43-966A-9DE45D74BD57}" srcId="{FE7FE6A4-8117-43B9-90D1-0B85AAC753BB}" destId="{8D866D95-34AC-4176-859E-E36C00CD1333}" srcOrd="3" destOrd="0" parTransId="{3BC99DE9-AA29-4946-85D0-EC26940F1B36}" sibTransId="{1BCCD251-2CA4-4788-894B-C015DECF7FEF}"/>
    <dgm:cxn modelId="{DDB443FF-3362-46E9-8ECA-F37F935E9B82}" srcId="{9542541A-7C6C-4F9E-B50A-3C444DA191A7}" destId="{58D2AFE7-5806-45F9-83AC-540191092D15}" srcOrd="1" destOrd="0" parTransId="{AD7D8B67-D2E4-4C38-B914-D9D607E25F07}" sibTransId="{BB6FF275-A90C-4196-806E-D080C69E6C66}"/>
    <dgm:cxn modelId="{05FE370B-925F-4CC8-AE2F-B46F603CB149}" type="presParOf" srcId="{D48FEDA1-39E8-4DB8-BDA5-3758F018454C}" destId="{7A9F0D0C-98BC-4391-AE24-E89ECFCD5844}" srcOrd="0" destOrd="0" presId="urn:microsoft.com/office/officeart/2005/8/layout/hierarchy6"/>
    <dgm:cxn modelId="{B9AD1846-6D23-4F38-8107-901A54F61BB0}" type="presParOf" srcId="{7A9F0D0C-98BC-4391-AE24-E89ECFCD5844}" destId="{5BA54E1B-8150-43BF-A653-39C60A560DA9}" srcOrd="0" destOrd="0" presId="urn:microsoft.com/office/officeart/2005/8/layout/hierarchy6"/>
    <dgm:cxn modelId="{1134BA64-19E8-479E-B053-646D87536E6A}" type="presParOf" srcId="{7A9F0D0C-98BC-4391-AE24-E89ECFCD5844}" destId="{BFF925FD-E33F-4356-A9E4-EE8024B5AE1E}" srcOrd="1" destOrd="0" presId="urn:microsoft.com/office/officeart/2005/8/layout/hierarchy6"/>
    <dgm:cxn modelId="{942AD0CD-8BEA-4538-AFE7-9C36956F99CE}" type="presParOf" srcId="{BFF925FD-E33F-4356-A9E4-EE8024B5AE1E}" destId="{BCBA9ACA-5547-4969-B60F-0F8F3B87E9BB}" srcOrd="0" destOrd="0" presId="urn:microsoft.com/office/officeart/2005/8/layout/hierarchy6"/>
    <dgm:cxn modelId="{023B4FB8-CD4B-4122-AF3D-44AE24B8ED6D}" type="presParOf" srcId="{BCBA9ACA-5547-4969-B60F-0F8F3B87E9BB}" destId="{EB813CA5-BA49-4650-8EEE-8C471294A6E4}" srcOrd="0" destOrd="0" presId="urn:microsoft.com/office/officeart/2005/8/layout/hierarchy6"/>
    <dgm:cxn modelId="{13F84406-F876-477F-95F6-6A72410A95FA}" type="presParOf" srcId="{BCBA9ACA-5547-4969-B60F-0F8F3B87E9BB}" destId="{6ED14B23-EED1-421D-95DF-C2E1C9222936}" srcOrd="1" destOrd="0" presId="urn:microsoft.com/office/officeart/2005/8/layout/hierarchy6"/>
    <dgm:cxn modelId="{25A3EC3F-8202-4238-B34B-47AB5E5C8DFF}" type="presParOf" srcId="{6ED14B23-EED1-421D-95DF-C2E1C9222936}" destId="{9511BE71-26A8-4B1F-9389-B2DBA5C2D555}" srcOrd="0" destOrd="0" presId="urn:microsoft.com/office/officeart/2005/8/layout/hierarchy6"/>
    <dgm:cxn modelId="{9B95602C-DB91-40A3-A47E-E681D612AC03}" type="presParOf" srcId="{6ED14B23-EED1-421D-95DF-C2E1C9222936}" destId="{960BABFF-D58E-4B7A-872F-EE2A6E9E9862}" srcOrd="1" destOrd="0" presId="urn:microsoft.com/office/officeart/2005/8/layout/hierarchy6"/>
    <dgm:cxn modelId="{D0965752-BDBE-4595-9054-B7145C7F743D}" type="presParOf" srcId="{960BABFF-D58E-4B7A-872F-EE2A6E9E9862}" destId="{22835467-09A0-4EB6-B841-0DA70FFAA9A2}" srcOrd="0" destOrd="0" presId="urn:microsoft.com/office/officeart/2005/8/layout/hierarchy6"/>
    <dgm:cxn modelId="{34B8366D-B8C6-42E5-A316-A484DBB8D1B1}" type="presParOf" srcId="{960BABFF-D58E-4B7A-872F-EE2A6E9E9862}" destId="{47B103EF-D8AA-4BD9-BD94-56B1530DA136}" srcOrd="1" destOrd="0" presId="urn:microsoft.com/office/officeart/2005/8/layout/hierarchy6"/>
    <dgm:cxn modelId="{5A38AEB3-F6A0-4E76-86AF-C0FD6A44D178}" type="presParOf" srcId="{47B103EF-D8AA-4BD9-BD94-56B1530DA136}" destId="{CB215D7E-086F-4B40-BA75-334240DE7B8C}" srcOrd="0" destOrd="0" presId="urn:microsoft.com/office/officeart/2005/8/layout/hierarchy6"/>
    <dgm:cxn modelId="{605A5AA3-7859-4533-A8A4-29A3DD9757CC}" type="presParOf" srcId="{47B103EF-D8AA-4BD9-BD94-56B1530DA136}" destId="{8680064A-2A33-45B7-A881-4813C8AA5BF3}" srcOrd="1" destOrd="0" presId="urn:microsoft.com/office/officeart/2005/8/layout/hierarchy6"/>
    <dgm:cxn modelId="{F24E4240-4D66-4655-B0F4-4BC2D9F2BCAA}" type="presParOf" srcId="{8680064A-2A33-45B7-A881-4813C8AA5BF3}" destId="{864E67FD-D278-4324-B3DD-3192925F8EA2}" srcOrd="0" destOrd="0" presId="urn:microsoft.com/office/officeart/2005/8/layout/hierarchy6"/>
    <dgm:cxn modelId="{477F96EB-5383-432F-874F-1BCADA1CF633}" type="presParOf" srcId="{8680064A-2A33-45B7-A881-4813C8AA5BF3}" destId="{43BE7114-0501-46D1-92E5-575A7007F789}" srcOrd="1" destOrd="0" presId="urn:microsoft.com/office/officeart/2005/8/layout/hierarchy6"/>
    <dgm:cxn modelId="{96235641-DA97-41C9-B01C-911D1889DF96}" type="presParOf" srcId="{43BE7114-0501-46D1-92E5-575A7007F789}" destId="{A4163CA2-8A07-4955-A94E-4D93F14849F1}" srcOrd="0" destOrd="0" presId="urn:microsoft.com/office/officeart/2005/8/layout/hierarchy6"/>
    <dgm:cxn modelId="{E9B12129-5F00-4732-9056-B79836E462B4}" type="presParOf" srcId="{43BE7114-0501-46D1-92E5-575A7007F789}" destId="{A34396B8-ADC5-47F1-8207-01D5CD9578BA}" srcOrd="1" destOrd="0" presId="urn:microsoft.com/office/officeart/2005/8/layout/hierarchy6"/>
    <dgm:cxn modelId="{5D84ECB0-9BB6-485F-8445-CE72A78ED4CD}" type="presParOf" srcId="{A34396B8-ADC5-47F1-8207-01D5CD9578BA}" destId="{6D2C9021-8D08-4C1D-9B77-E0357AF4E696}" srcOrd="0" destOrd="0" presId="urn:microsoft.com/office/officeart/2005/8/layout/hierarchy6"/>
    <dgm:cxn modelId="{5D1F56CB-8BF7-44DE-9D39-0DBB6E77B9CF}" type="presParOf" srcId="{A34396B8-ADC5-47F1-8207-01D5CD9578BA}" destId="{BA9ED323-C8C0-48D2-AB94-6FF14046ED01}" srcOrd="1" destOrd="0" presId="urn:microsoft.com/office/officeart/2005/8/layout/hierarchy6"/>
    <dgm:cxn modelId="{9F43C4F0-938D-416C-80E2-0D23B54939DA}" type="presParOf" srcId="{47B103EF-D8AA-4BD9-BD94-56B1530DA136}" destId="{8CCA4A64-B5FE-4029-AE7F-615CB85F7BBF}" srcOrd="2" destOrd="0" presId="urn:microsoft.com/office/officeart/2005/8/layout/hierarchy6"/>
    <dgm:cxn modelId="{A0595EBC-A5F0-46EA-AA83-994B945F52EC}" type="presParOf" srcId="{47B103EF-D8AA-4BD9-BD94-56B1530DA136}" destId="{C15D9DA4-4F93-4CDC-9DBF-5D2B77295163}" srcOrd="3" destOrd="0" presId="urn:microsoft.com/office/officeart/2005/8/layout/hierarchy6"/>
    <dgm:cxn modelId="{7499946F-EE81-4F57-A809-F9F68BEA4E25}" type="presParOf" srcId="{C15D9DA4-4F93-4CDC-9DBF-5D2B77295163}" destId="{2C5A1DAA-C79E-4148-8246-206DA569BF2E}" srcOrd="0" destOrd="0" presId="urn:microsoft.com/office/officeart/2005/8/layout/hierarchy6"/>
    <dgm:cxn modelId="{E46710F8-2DFB-47CC-B62F-18B40F91AA4C}" type="presParOf" srcId="{C15D9DA4-4F93-4CDC-9DBF-5D2B77295163}" destId="{A28FD6A3-BA58-45E5-B63E-767D4C66AA77}" srcOrd="1" destOrd="0" presId="urn:microsoft.com/office/officeart/2005/8/layout/hierarchy6"/>
    <dgm:cxn modelId="{C96A20D1-FF71-4C62-8119-401FF31F1032}" type="presParOf" srcId="{A28FD6A3-BA58-45E5-B63E-767D4C66AA77}" destId="{C52F925D-6501-4F5F-9317-62C0FEFBC39C}" srcOrd="0" destOrd="0" presId="urn:microsoft.com/office/officeart/2005/8/layout/hierarchy6"/>
    <dgm:cxn modelId="{C7C8F2C8-4220-4870-B0AD-3DB4A0F95FA5}" type="presParOf" srcId="{A28FD6A3-BA58-45E5-B63E-767D4C66AA77}" destId="{77672370-A227-49FA-A8C0-2BF278137A99}" srcOrd="1" destOrd="0" presId="urn:microsoft.com/office/officeart/2005/8/layout/hierarchy6"/>
    <dgm:cxn modelId="{BD8D8688-0FEC-4F5A-B487-48C57417BA8E}" type="presParOf" srcId="{77672370-A227-49FA-A8C0-2BF278137A99}" destId="{40B39BBA-BD2A-4361-BB0F-63C7E751BCC5}" srcOrd="0" destOrd="0" presId="urn:microsoft.com/office/officeart/2005/8/layout/hierarchy6"/>
    <dgm:cxn modelId="{588B77C5-8A21-4C0A-9536-648AB6248C23}" type="presParOf" srcId="{77672370-A227-49FA-A8C0-2BF278137A99}" destId="{9AB78443-F2B5-46A3-8F2A-D993EAFEA847}" srcOrd="1" destOrd="0" presId="urn:microsoft.com/office/officeart/2005/8/layout/hierarchy6"/>
    <dgm:cxn modelId="{FF2A5FF7-C20C-4036-A4CA-73AE97088B24}" type="presParOf" srcId="{6ED14B23-EED1-421D-95DF-C2E1C9222936}" destId="{46960B8E-9A62-45DF-A367-C7CDC853EA61}" srcOrd="2" destOrd="0" presId="urn:microsoft.com/office/officeart/2005/8/layout/hierarchy6"/>
    <dgm:cxn modelId="{CE0FF8CE-8602-44CE-961A-FA8C385589F1}" type="presParOf" srcId="{6ED14B23-EED1-421D-95DF-C2E1C9222936}" destId="{7EC6F484-4FC9-4F49-A3B2-1C0499A977D9}" srcOrd="3" destOrd="0" presId="urn:microsoft.com/office/officeart/2005/8/layout/hierarchy6"/>
    <dgm:cxn modelId="{BA7F2264-A95F-42DE-A405-BCE164A78631}" type="presParOf" srcId="{7EC6F484-4FC9-4F49-A3B2-1C0499A977D9}" destId="{95042E12-8CCF-4388-9B35-CD53921833CE}" srcOrd="0" destOrd="0" presId="urn:microsoft.com/office/officeart/2005/8/layout/hierarchy6"/>
    <dgm:cxn modelId="{73BC4492-9FB0-4D22-9777-2A8D421D2D2B}" type="presParOf" srcId="{7EC6F484-4FC9-4F49-A3B2-1C0499A977D9}" destId="{395F5D8E-D660-4F42-AF2E-7EB6315D2FF3}" srcOrd="1" destOrd="0" presId="urn:microsoft.com/office/officeart/2005/8/layout/hierarchy6"/>
    <dgm:cxn modelId="{9C8E2FBC-67D6-47D5-A883-67406AEE01A3}" type="presParOf" srcId="{395F5D8E-D660-4F42-AF2E-7EB6315D2FF3}" destId="{5C2DF7A6-263B-4E07-AB75-6E6FBC586177}" srcOrd="0" destOrd="0" presId="urn:microsoft.com/office/officeart/2005/8/layout/hierarchy6"/>
    <dgm:cxn modelId="{269C763B-D18D-4E16-B1DA-63B09BB195E4}" type="presParOf" srcId="{395F5D8E-D660-4F42-AF2E-7EB6315D2FF3}" destId="{0FAFA093-D8CF-4BA2-B546-B0DADDD2890F}" srcOrd="1" destOrd="0" presId="urn:microsoft.com/office/officeart/2005/8/layout/hierarchy6"/>
    <dgm:cxn modelId="{023C557C-0862-4D00-B6C9-44961BA832B4}" type="presParOf" srcId="{0FAFA093-D8CF-4BA2-B546-B0DADDD2890F}" destId="{5FC61207-4A2A-440D-98CE-4830D937B51C}" srcOrd="0" destOrd="0" presId="urn:microsoft.com/office/officeart/2005/8/layout/hierarchy6"/>
    <dgm:cxn modelId="{59FB3846-5C47-4D61-958A-E4F5AEA4FB21}" type="presParOf" srcId="{0FAFA093-D8CF-4BA2-B546-B0DADDD2890F}" destId="{A849F46A-489C-4048-BC68-9080EB0B0746}" srcOrd="1" destOrd="0" presId="urn:microsoft.com/office/officeart/2005/8/layout/hierarchy6"/>
    <dgm:cxn modelId="{7AEA528F-6F63-4C53-A150-BB1A90C97A72}" type="presParOf" srcId="{A849F46A-489C-4048-BC68-9080EB0B0746}" destId="{DA1084BA-1B2F-4754-B924-2FB442548B5D}" srcOrd="0" destOrd="0" presId="urn:microsoft.com/office/officeart/2005/8/layout/hierarchy6"/>
    <dgm:cxn modelId="{7E803881-4C8C-4905-87FA-C68FC604A3BB}" type="presParOf" srcId="{A849F46A-489C-4048-BC68-9080EB0B0746}" destId="{9C6C6FB1-6E19-4F03-B4DC-7EB1296B1660}" srcOrd="1" destOrd="0" presId="urn:microsoft.com/office/officeart/2005/8/layout/hierarchy6"/>
    <dgm:cxn modelId="{AAC70370-B423-4CAD-B857-129713E220D5}" type="presParOf" srcId="{9C6C6FB1-6E19-4F03-B4DC-7EB1296B1660}" destId="{6840C3B2-5D87-4225-85F4-E416B2985A3C}" srcOrd="0" destOrd="0" presId="urn:microsoft.com/office/officeart/2005/8/layout/hierarchy6"/>
    <dgm:cxn modelId="{4009A327-D4BA-4A01-84A0-9ED254CDDE7F}" type="presParOf" srcId="{9C6C6FB1-6E19-4F03-B4DC-7EB1296B1660}" destId="{BCE9AF34-C1C6-4F93-A30E-B279F8C4C868}" srcOrd="1" destOrd="0" presId="urn:microsoft.com/office/officeart/2005/8/layout/hierarchy6"/>
    <dgm:cxn modelId="{38A3BAE4-C92C-4CB0-AF52-9DD23C8FBB6A}" type="presParOf" srcId="{BCE9AF34-C1C6-4F93-A30E-B279F8C4C868}" destId="{EE415BB9-C195-4C21-89E9-D3FF081D4B80}" srcOrd="0" destOrd="0" presId="urn:microsoft.com/office/officeart/2005/8/layout/hierarchy6"/>
    <dgm:cxn modelId="{6CC23A11-F807-4798-8BCF-FBC073CFAD9A}" type="presParOf" srcId="{BCE9AF34-C1C6-4F93-A30E-B279F8C4C868}" destId="{2C0E88AE-2332-4431-84FE-768736C40342}" srcOrd="1" destOrd="0" presId="urn:microsoft.com/office/officeart/2005/8/layout/hierarchy6"/>
    <dgm:cxn modelId="{F2772930-ACBB-423B-BA8D-766BA4D12051}" type="presParOf" srcId="{2C0E88AE-2332-4431-84FE-768736C40342}" destId="{707C0A76-6FE3-4E77-A531-554F3BBE9BA5}" srcOrd="0" destOrd="0" presId="urn:microsoft.com/office/officeart/2005/8/layout/hierarchy6"/>
    <dgm:cxn modelId="{85DB0C70-1B92-48B6-917F-7649CD58E38D}" type="presParOf" srcId="{2C0E88AE-2332-4431-84FE-768736C40342}" destId="{37253C7D-54DD-4B9B-9913-2AF92D326F6C}" srcOrd="1" destOrd="0" presId="urn:microsoft.com/office/officeart/2005/8/layout/hierarchy6"/>
    <dgm:cxn modelId="{C54A51E5-0BF5-40B3-B91C-60DE720432C7}" type="presParOf" srcId="{BCE9AF34-C1C6-4F93-A30E-B279F8C4C868}" destId="{AD4C6D5B-7303-48D1-8301-CFB4223FBCFC}" srcOrd="2" destOrd="0" presId="urn:microsoft.com/office/officeart/2005/8/layout/hierarchy6"/>
    <dgm:cxn modelId="{2D7232A5-D912-4A38-887E-3FD8D6541DC4}" type="presParOf" srcId="{BCE9AF34-C1C6-4F93-A30E-B279F8C4C868}" destId="{912D42F5-9399-43C7-A108-7B99E5C4E3F6}" srcOrd="3" destOrd="0" presId="urn:microsoft.com/office/officeart/2005/8/layout/hierarchy6"/>
    <dgm:cxn modelId="{B2FFA6F7-5CFE-449F-9BC1-CD69E415D63C}" type="presParOf" srcId="{912D42F5-9399-43C7-A108-7B99E5C4E3F6}" destId="{28FD5245-0C52-4DBE-BF63-3C8C182EFF46}" srcOrd="0" destOrd="0" presId="urn:microsoft.com/office/officeart/2005/8/layout/hierarchy6"/>
    <dgm:cxn modelId="{85DAD603-7BA6-4912-97FF-51F09F3A8702}" type="presParOf" srcId="{912D42F5-9399-43C7-A108-7B99E5C4E3F6}" destId="{0BA6325D-D9A8-4896-AAF9-96E47DDC7E31}" srcOrd="1" destOrd="0" presId="urn:microsoft.com/office/officeart/2005/8/layout/hierarchy6"/>
    <dgm:cxn modelId="{3AE2442F-B963-498E-8292-90E75E43889F}" type="presParOf" srcId="{A849F46A-489C-4048-BC68-9080EB0B0746}" destId="{0DA9EA46-F4FE-4F5D-9CF8-FB928EB40209}" srcOrd="2" destOrd="0" presId="urn:microsoft.com/office/officeart/2005/8/layout/hierarchy6"/>
    <dgm:cxn modelId="{EB58FAF0-CF80-40F7-855B-6441D11F0139}" type="presParOf" srcId="{A849F46A-489C-4048-BC68-9080EB0B0746}" destId="{A4666B76-1158-4FAE-B6C4-C3777F3A8693}" srcOrd="3" destOrd="0" presId="urn:microsoft.com/office/officeart/2005/8/layout/hierarchy6"/>
    <dgm:cxn modelId="{5E17E01D-5E23-4569-AD75-41E307211A27}" type="presParOf" srcId="{A4666B76-1158-4FAE-B6C4-C3777F3A8693}" destId="{B3D2AA17-CE6B-4E27-A74E-FFC066F4CF34}" srcOrd="0" destOrd="0" presId="urn:microsoft.com/office/officeart/2005/8/layout/hierarchy6"/>
    <dgm:cxn modelId="{D3AD0AC3-0285-467F-AF0A-A66F1DC62233}" type="presParOf" srcId="{A4666B76-1158-4FAE-B6C4-C3777F3A8693}" destId="{F565CB1F-4231-40FA-AC61-D7BBE37FB103}" srcOrd="1" destOrd="0" presId="urn:microsoft.com/office/officeart/2005/8/layout/hierarchy6"/>
    <dgm:cxn modelId="{CBE938D4-4E2F-4F03-BC9C-0E66959A5394}" type="presParOf" srcId="{F565CB1F-4231-40FA-AC61-D7BBE37FB103}" destId="{0278B013-9324-47DF-9D28-A95B9CA62026}" srcOrd="0" destOrd="0" presId="urn:microsoft.com/office/officeart/2005/8/layout/hierarchy6"/>
    <dgm:cxn modelId="{6E9EB304-3EF1-4462-B196-167C8616B1E3}" type="presParOf" srcId="{F565CB1F-4231-40FA-AC61-D7BBE37FB103}" destId="{D2CA6358-107F-470C-83EC-52AF779D2BB5}" srcOrd="1" destOrd="0" presId="urn:microsoft.com/office/officeart/2005/8/layout/hierarchy6"/>
    <dgm:cxn modelId="{8347A1EB-5599-400B-9A53-BFEEA0D47E78}" type="presParOf" srcId="{D2CA6358-107F-470C-83EC-52AF779D2BB5}" destId="{3C4BC45F-3F8A-4D19-BE0D-942C9E4C8681}" srcOrd="0" destOrd="0" presId="urn:microsoft.com/office/officeart/2005/8/layout/hierarchy6"/>
    <dgm:cxn modelId="{B50F06EC-ECE8-494A-B398-898904564487}" type="presParOf" srcId="{D2CA6358-107F-470C-83EC-52AF779D2BB5}" destId="{00A1BF06-D963-4A21-A89A-DABD7402CDDE}" srcOrd="1" destOrd="0" presId="urn:microsoft.com/office/officeart/2005/8/layout/hierarchy6"/>
    <dgm:cxn modelId="{FBFBB12D-2679-4646-8E72-DE17B4A6AC05}" type="presParOf" srcId="{395F5D8E-D660-4F42-AF2E-7EB6315D2FF3}" destId="{4C79992A-C606-4B62-8A1E-12247D9EAA96}" srcOrd="2" destOrd="0" presId="urn:microsoft.com/office/officeart/2005/8/layout/hierarchy6"/>
    <dgm:cxn modelId="{435F1C88-52F9-4BBE-AB3C-1C5BA8DE4935}" type="presParOf" srcId="{395F5D8E-D660-4F42-AF2E-7EB6315D2FF3}" destId="{B61D4B4E-6A1F-41A7-977F-40FA54AB5400}" srcOrd="3" destOrd="0" presId="urn:microsoft.com/office/officeart/2005/8/layout/hierarchy6"/>
    <dgm:cxn modelId="{24C192BC-CE55-48E4-A72D-BCD9D3C1846B}" type="presParOf" srcId="{B61D4B4E-6A1F-41A7-977F-40FA54AB5400}" destId="{CF34A139-4DFF-43C5-9340-86913AFD9761}" srcOrd="0" destOrd="0" presId="urn:microsoft.com/office/officeart/2005/8/layout/hierarchy6"/>
    <dgm:cxn modelId="{088C83B1-65DB-4113-A629-9AA458659535}" type="presParOf" srcId="{B61D4B4E-6A1F-41A7-977F-40FA54AB5400}" destId="{74577DCB-8BFB-47A4-B03F-C8C9D2463017}" srcOrd="1" destOrd="0" presId="urn:microsoft.com/office/officeart/2005/8/layout/hierarchy6"/>
    <dgm:cxn modelId="{828E3C59-956E-4723-8096-9FE31CCC5473}" type="presParOf" srcId="{D48FEDA1-39E8-4DB8-BDA5-3758F018454C}" destId="{A47E2295-280B-4EA7-BE44-3E078DD409F3}" srcOrd="1" destOrd="0" presId="urn:microsoft.com/office/officeart/2005/8/layout/hierarchy6"/>
    <dgm:cxn modelId="{DF451245-CEAF-4181-BD3B-38B7A19CF089}" type="presParOf" srcId="{A47E2295-280B-4EA7-BE44-3E078DD409F3}" destId="{D7A06BC5-807F-4676-9806-D81D5F476A5A}" srcOrd="0" destOrd="0" presId="urn:microsoft.com/office/officeart/2005/8/layout/hierarchy6"/>
    <dgm:cxn modelId="{AA061109-FF2D-478E-9F30-80743B417781}" type="presParOf" srcId="{D7A06BC5-807F-4676-9806-D81D5F476A5A}" destId="{156E32D0-8CC0-4AE1-8DD6-32998318CE52}" srcOrd="0" destOrd="0" presId="urn:microsoft.com/office/officeart/2005/8/layout/hierarchy6"/>
    <dgm:cxn modelId="{20F16BC7-5361-4A42-A30E-5DE33C665923}" type="presParOf" srcId="{D7A06BC5-807F-4676-9806-D81D5F476A5A}" destId="{70DDCD3E-B28F-4C58-91EB-C2DB2E7B5FF4}" srcOrd="1" destOrd="0" presId="urn:microsoft.com/office/officeart/2005/8/layout/hierarchy6"/>
    <dgm:cxn modelId="{2B9FB8C3-EF84-4ED9-A521-0E263442111A}" type="presParOf" srcId="{A47E2295-280B-4EA7-BE44-3E078DD409F3}" destId="{146E611E-AA91-4D8D-8F1B-7188D64F3742}" srcOrd="1" destOrd="0" presId="urn:microsoft.com/office/officeart/2005/8/layout/hierarchy6"/>
    <dgm:cxn modelId="{471A0B99-6AA0-4927-8729-0E92294AE325}" type="presParOf" srcId="{146E611E-AA91-4D8D-8F1B-7188D64F3742}" destId="{35214CB5-7829-4C95-9236-A32E89D1C8DA}" srcOrd="0" destOrd="0" presId="urn:microsoft.com/office/officeart/2005/8/layout/hierarchy6"/>
    <dgm:cxn modelId="{455C8C0B-FEBF-4EC2-A619-BA250F314857}" type="presParOf" srcId="{A47E2295-280B-4EA7-BE44-3E078DD409F3}" destId="{C7226AB9-074B-4E33-BCCE-FE0A299610F5}" srcOrd="2" destOrd="0" presId="urn:microsoft.com/office/officeart/2005/8/layout/hierarchy6"/>
    <dgm:cxn modelId="{92C5DC41-8C31-4A03-B6E1-BCF570415004}" type="presParOf" srcId="{C7226AB9-074B-4E33-BCCE-FE0A299610F5}" destId="{536E6ADF-DBCB-4523-8755-486866041264}" srcOrd="0" destOrd="0" presId="urn:microsoft.com/office/officeart/2005/8/layout/hierarchy6"/>
    <dgm:cxn modelId="{6466937C-A312-4DD8-80D5-4AEBC62C7831}" type="presParOf" srcId="{C7226AB9-074B-4E33-BCCE-FE0A299610F5}" destId="{E4E2DCA5-7264-4C93-BDBB-E9AFD3EB6C80}" srcOrd="1" destOrd="0" presId="urn:microsoft.com/office/officeart/2005/8/layout/hierarchy6"/>
    <dgm:cxn modelId="{883FE3E5-16C1-4770-B877-D8B98B1A3D8A}" type="presParOf" srcId="{A47E2295-280B-4EA7-BE44-3E078DD409F3}" destId="{A4FD5418-EBAC-4A26-A742-6BAF10252083}" srcOrd="3" destOrd="0" presId="urn:microsoft.com/office/officeart/2005/8/layout/hierarchy6"/>
    <dgm:cxn modelId="{B1B1C730-E823-4A61-AAA1-75D0762EE9C4}" type="presParOf" srcId="{A4FD5418-EBAC-4A26-A742-6BAF10252083}" destId="{8DEFDA1C-CF45-4699-8D4A-EA4F1B62CCBD}" srcOrd="0" destOrd="0" presId="urn:microsoft.com/office/officeart/2005/8/layout/hierarchy6"/>
    <dgm:cxn modelId="{C53A5252-7095-43CE-B8B8-6702189B1788}" type="presParOf" srcId="{A47E2295-280B-4EA7-BE44-3E078DD409F3}" destId="{2B0666B1-3359-49EB-83CB-F0E2398717CE}" srcOrd="4" destOrd="0" presId="urn:microsoft.com/office/officeart/2005/8/layout/hierarchy6"/>
    <dgm:cxn modelId="{F986624F-4D43-4351-806E-A92C5FC4DCF8}" type="presParOf" srcId="{2B0666B1-3359-49EB-83CB-F0E2398717CE}" destId="{F8734ED9-20F3-483E-8F20-A990831FDD1E}" srcOrd="0" destOrd="0" presId="urn:microsoft.com/office/officeart/2005/8/layout/hierarchy6"/>
    <dgm:cxn modelId="{ED727297-2945-4E09-A3B8-062078A21395}" type="presParOf" srcId="{2B0666B1-3359-49EB-83CB-F0E2398717CE}" destId="{48752855-2AB0-4577-87A3-2446E082AB8E}" srcOrd="1" destOrd="0" presId="urn:microsoft.com/office/officeart/2005/8/layout/hierarchy6"/>
    <dgm:cxn modelId="{DB6CF4B4-5D5D-4191-9F61-B41873E360B2}" type="presParOf" srcId="{A47E2295-280B-4EA7-BE44-3E078DD409F3}" destId="{496F9702-9CFE-4D63-A809-1CAFE97750A9}" srcOrd="5" destOrd="0" presId="urn:microsoft.com/office/officeart/2005/8/layout/hierarchy6"/>
    <dgm:cxn modelId="{2FBD0169-1358-4C11-B9BC-0176F1F85EDC}" type="presParOf" srcId="{496F9702-9CFE-4D63-A809-1CAFE97750A9}" destId="{16121134-55C9-4CEE-8D64-70EDD1AB059B}" srcOrd="0" destOrd="0" presId="urn:microsoft.com/office/officeart/2005/8/layout/hierarchy6"/>
    <dgm:cxn modelId="{275E61D8-3827-4785-B0DB-8C4BFC3B77B4}" type="presParOf" srcId="{A47E2295-280B-4EA7-BE44-3E078DD409F3}" destId="{3814511D-112B-48C1-A61B-CC13C2BD530C}" srcOrd="6" destOrd="0" presId="urn:microsoft.com/office/officeart/2005/8/layout/hierarchy6"/>
    <dgm:cxn modelId="{6EF481F5-9D10-40FE-BA0B-815D4E45CDF4}" type="presParOf" srcId="{3814511D-112B-48C1-A61B-CC13C2BD530C}" destId="{DCEE6199-1ADD-4A78-866D-D9B5DF369132}" srcOrd="0" destOrd="0" presId="urn:microsoft.com/office/officeart/2005/8/layout/hierarchy6"/>
    <dgm:cxn modelId="{A5DE8D8D-6E23-41AA-AFDC-0BDA6D5F2F06}" type="presParOf" srcId="{3814511D-112B-48C1-A61B-CC13C2BD530C}" destId="{DFE0812D-A475-4073-BFB7-4416741B3DFE}" srcOrd="1" destOrd="0" presId="urn:microsoft.com/office/officeart/2005/8/layout/hierarchy6"/>
    <dgm:cxn modelId="{04E8EEA2-0B4A-4C51-9F1E-5A4F27E672EC}" type="presParOf" srcId="{A47E2295-280B-4EA7-BE44-3E078DD409F3}" destId="{59CC16AB-0064-40E3-99A0-C439F24F91BF}" srcOrd="7" destOrd="0" presId="urn:microsoft.com/office/officeart/2005/8/layout/hierarchy6"/>
    <dgm:cxn modelId="{9B7A6D01-737E-4F1C-B98F-4C7F0A7C3173}" type="presParOf" srcId="{59CC16AB-0064-40E3-99A0-C439F24F91BF}" destId="{1A1F3072-9CD7-4E28-9697-28B73219F547}" srcOrd="0" destOrd="0" presId="urn:microsoft.com/office/officeart/2005/8/layout/hierarchy6"/>
    <dgm:cxn modelId="{5FFA4528-C005-4CF7-BB70-3D2FF9E49423}" type="presParOf" srcId="{A47E2295-280B-4EA7-BE44-3E078DD409F3}" destId="{58728103-A2FB-448B-84D7-75E97DC7DD8C}" srcOrd="8" destOrd="0" presId="urn:microsoft.com/office/officeart/2005/8/layout/hierarchy6"/>
    <dgm:cxn modelId="{C1B1E2C9-0F40-4688-8435-7542D0B33514}" type="presParOf" srcId="{58728103-A2FB-448B-84D7-75E97DC7DD8C}" destId="{DD9DC20C-8F97-404A-8DDE-A16E98626F83}" srcOrd="0" destOrd="0" presId="urn:microsoft.com/office/officeart/2005/8/layout/hierarchy6"/>
    <dgm:cxn modelId="{2CC46F4D-0454-4590-A901-2EACC063E856}" type="presParOf" srcId="{58728103-A2FB-448B-84D7-75E97DC7DD8C}" destId="{5F10ECC8-60D2-405D-B11A-0F039F29B562}" srcOrd="1" destOrd="0" presId="urn:microsoft.com/office/officeart/2005/8/layout/hierarchy6"/>
    <dgm:cxn modelId="{8B87CF0E-ED58-44B5-90DC-E0DD901BD0E8}" type="presParOf" srcId="{A47E2295-280B-4EA7-BE44-3E078DD409F3}" destId="{8F186A17-9E0B-4398-94ED-2CEABA11E814}" srcOrd="9" destOrd="0" presId="urn:microsoft.com/office/officeart/2005/8/layout/hierarchy6"/>
    <dgm:cxn modelId="{CA30959F-5F03-44B3-82BB-403D1B4C0C41}" type="presParOf" srcId="{8F186A17-9E0B-4398-94ED-2CEABA11E814}" destId="{FB10F68A-FB72-4E73-B317-2CE7B2CA2969}" srcOrd="0" destOrd="0" presId="urn:microsoft.com/office/officeart/2005/8/layout/hierarchy6"/>
    <dgm:cxn modelId="{EF1D91A7-3CF5-4EAE-B4DC-DD57514212F8}" type="presParOf" srcId="{A47E2295-280B-4EA7-BE44-3E078DD409F3}" destId="{7F2F68F6-BC16-4055-890C-EECC63CFDD35}" srcOrd="10" destOrd="0" presId="urn:microsoft.com/office/officeart/2005/8/layout/hierarchy6"/>
    <dgm:cxn modelId="{D0B864C6-6AF6-480C-BC44-C83300A9F613}" type="presParOf" srcId="{7F2F68F6-BC16-4055-890C-EECC63CFDD35}" destId="{5EEA09CC-BF85-49BA-8B7D-612CB16A36AA}" srcOrd="0" destOrd="0" presId="urn:microsoft.com/office/officeart/2005/8/layout/hierarchy6"/>
    <dgm:cxn modelId="{7351C274-EC9A-460F-89AD-85263C06D524}" type="presParOf" srcId="{7F2F68F6-BC16-4055-890C-EECC63CFDD35}" destId="{CE246169-7F81-456A-A320-6C57E6A752BC}" srcOrd="1" destOrd="0" presId="urn:microsoft.com/office/officeart/2005/8/layout/hierarchy6"/>
    <dgm:cxn modelId="{E5610438-4377-4FA7-A495-BCEC3834525B}" type="presParOf" srcId="{A47E2295-280B-4EA7-BE44-3E078DD409F3}" destId="{A1FC8FC5-9843-43B2-B2B9-0FCFCA14AE78}" srcOrd="11" destOrd="0" presId="urn:microsoft.com/office/officeart/2005/8/layout/hierarchy6"/>
    <dgm:cxn modelId="{742024B1-FF2D-4194-908F-7DBAD2B0224B}" type="presParOf" srcId="{A1FC8FC5-9843-43B2-B2B9-0FCFCA14AE78}" destId="{AB322274-CBCC-40B9-982B-3B627BAB1021}" srcOrd="0" destOrd="0" presId="urn:microsoft.com/office/officeart/2005/8/layout/hierarchy6"/>
    <dgm:cxn modelId="{01A214B4-6926-4EB6-A443-2A1E675D50C7}" type="presParOf" srcId="{A47E2295-280B-4EA7-BE44-3E078DD409F3}" destId="{081769F7-7EF2-499D-9E86-54C7586BAD8A}" srcOrd="12" destOrd="0" presId="urn:microsoft.com/office/officeart/2005/8/layout/hierarchy6"/>
    <dgm:cxn modelId="{2A44955F-B716-49DB-B307-D3173B587B02}" type="presParOf" srcId="{081769F7-7EF2-499D-9E86-54C7586BAD8A}" destId="{563B9418-6F6D-4E5C-96AA-E60A8EC5A639}" srcOrd="0" destOrd="0" presId="urn:microsoft.com/office/officeart/2005/8/layout/hierarchy6"/>
    <dgm:cxn modelId="{EDD05563-7E92-42F0-A8F8-4D68D4E0F8FD}" type="presParOf" srcId="{081769F7-7EF2-499D-9E86-54C7586BAD8A}" destId="{4308EC4F-D6A7-4BB1-A008-0E1067F2E91E}" srcOrd="1" destOrd="0" presId="urn:microsoft.com/office/officeart/2005/8/layout/hierarchy6"/>
  </dgm:cxnLst>
  <dgm:bg/>
  <dgm:whole>
    <a:ln w="9525"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9418-6F6D-4E5C-96AA-E60A8EC5A639}">
      <dsp:nvSpPr>
        <dsp:cNvPr id="0" name=""/>
        <dsp:cNvSpPr/>
      </dsp:nvSpPr>
      <dsp:spPr>
        <a:xfrm>
          <a:off x="43511" y="4474899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sp:txBody>
      <dsp:txXfrm>
        <a:off x="55827" y="4487215"/>
        <a:ext cx="1696220" cy="395877"/>
      </dsp:txXfrm>
    </dsp:sp>
    <dsp:sp modelId="{5EEA09CC-BF85-49BA-8B7D-612CB16A36AA}">
      <dsp:nvSpPr>
        <dsp:cNvPr id="0" name=""/>
        <dsp:cNvSpPr/>
      </dsp:nvSpPr>
      <dsp:spPr>
        <a:xfrm>
          <a:off x="7312" y="3708190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sp:txBody>
      <dsp:txXfrm>
        <a:off x="19628" y="3720506"/>
        <a:ext cx="1422132" cy="395877"/>
      </dsp:txXfrm>
    </dsp:sp>
    <dsp:sp modelId="{DD9DC20C-8F97-404A-8DDE-A16E98626F83}">
      <dsp:nvSpPr>
        <dsp:cNvPr id="0" name=""/>
        <dsp:cNvSpPr/>
      </dsp:nvSpPr>
      <dsp:spPr>
        <a:xfrm>
          <a:off x="8067" y="2981493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sp:txBody>
      <dsp:txXfrm>
        <a:off x="19769" y="2993195"/>
        <a:ext cx="1643076" cy="376143"/>
      </dsp:txXfrm>
    </dsp:sp>
    <dsp:sp modelId="{DCEE6199-1ADD-4A78-866D-D9B5DF369132}">
      <dsp:nvSpPr>
        <dsp:cNvPr id="0" name=""/>
        <dsp:cNvSpPr/>
      </dsp:nvSpPr>
      <dsp:spPr>
        <a:xfrm>
          <a:off x="0" y="2306073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sp:txBody>
      <dsp:txXfrm>
        <a:off x="11806" y="2317879"/>
        <a:ext cx="1779332" cy="379469"/>
      </dsp:txXfrm>
    </dsp:sp>
    <dsp:sp modelId="{F8734ED9-20F3-483E-8F20-A990831FDD1E}">
      <dsp:nvSpPr>
        <dsp:cNvPr id="0" name=""/>
        <dsp:cNvSpPr/>
      </dsp:nvSpPr>
      <dsp:spPr>
        <a:xfrm>
          <a:off x="4532" y="1710141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sp:txBody>
      <dsp:txXfrm>
        <a:off x="16509" y="1722118"/>
        <a:ext cx="1113660" cy="384982"/>
      </dsp:txXfrm>
    </dsp:sp>
    <dsp:sp modelId="{536E6ADF-DBCB-4523-8755-486866041264}">
      <dsp:nvSpPr>
        <dsp:cNvPr id="0" name=""/>
        <dsp:cNvSpPr/>
      </dsp:nvSpPr>
      <dsp:spPr>
        <a:xfrm>
          <a:off x="0" y="1055643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sp:txBody>
      <dsp:txXfrm>
        <a:off x="11760" y="1067403"/>
        <a:ext cx="1573777" cy="378010"/>
      </dsp:txXfrm>
    </dsp:sp>
    <dsp:sp modelId="{156E32D0-8CC0-4AE1-8DD6-32998318CE52}">
      <dsp:nvSpPr>
        <dsp:cNvPr id="0" name=""/>
        <dsp:cNvSpPr/>
      </dsp:nvSpPr>
      <dsp:spPr>
        <a:xfrm>
          <a:off x="13627" y="390442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sp:txBody>
      <dsp:txXfrm>
        <a:off x="25483" y="402298"/>
        <a:ext cx="1272447" cy="381075"/>
      </dsp:txXfrm>
    </dsp:sp>
    <dsp:sp modelId="{EB813CA5-BA49-4650-8EEE-8C471294A6E4}">
      <dsp:nvSpPr>
        <dsp:cNvPr id="0" name=""/>
        <dsp:cNvSpPr/>
      </dsp:nvSpPr>
      <dsp:spPr>
        <a:xfrm>
          <a:off x="3719636" y="388651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sp:txBody>
      <dsp:txXfrm>
        <a:off x="3731923" y="400938"/>
        <a:ext cx="604689" cy="394935"/>
      </dsp:txXfrm>
    </dsp:sp>
    <dsp:sp modelId="{9511BE71-26A8-4B1F-9389-B2DBA5C2D555}">
      <dsp:nvSpPr>
        <dsp:cNvPr id="0" name=""/>
        <dsp:cNvSpPr/>
      </dsp:nvSpPr>
      <dsp:spPr>
        <a:xfrm>
          <a:off x="2996580" y="808161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35467-09A0-4EB6-B841-0DA70FFAA9A2}">
      <dsp:nvSpPr>
        <dsp:cNvPr id="0" name=""/>
        <dsp:cNvSpPr/>
      </dsp:nvSpPr>
      <dsp:spPr>
        <a:xfrm>
          <a:off x="2681948" y="105448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2694235" y="1066775"/>
        <a:ext cx="604689" cy="394935"/>
      </dsp:txXfrm>
    </dsp:sp>
    <dsp:sp modelId="{CB215D7E-086F-4B40-BA75-334240DE7B8C}">
      <dsp:nvSpPr>
        <dsp:cNvPr id="0" name=""/>
        <dsp:cNvSpPr/>
      </dsp:nvSpPr>
      <dsp:spPr>
        <a:xfrm>
          <a:off x="2115321" y="1473998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E67FD-D278-4324-B3DD-3192925F8EA2}">
      <dsp:nvSpPr>
        <dsp:cNvPr id="0" name=""/>
        <dsp:cNvSpPr/>
      </dsp:nvSpPr>
      <dsp:spPr>
        <a:xfrm>
          <a:off x="1800689" y="1715207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1812540" y="1727058"/>
        <a:ext cx="605561" cy="380931"/>
      </dsp:txXfrm>
    </dsp:sp>
    <dsp:sp modelId="{A4163CA2-8A07-4955-A94E-4D93F14849F1}">
      <dsp:nvSpPr>
        <dsp:cNvPr id="0" name=""/>
        <dsp:cNvSpPr/>
      </dsp:nvSpPr>
      <dsp:spPr>
        <a:xfrm>
          <a:off x="2069513" y="2119841"/>
          <a:ext cx="91440" cy="2357600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D2C9021-8D08-4C1D-9B77-E0357AF4E696}">
      <dsp:nvSpPr>
        <dsp:cNvPr id="0" name=""/>
        <dsp:cNvSpPr/>
      </dsp:nvSpPr>
      <dsp:spPr>
        <a:xfrm>
          <a:off x="1855523" y="447744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sp:txBody>
      <dsp:txXfrm>
        <a:off x="1867810" y="4489728"/>
        <a:ext cx="494845" cy="394935"/>
      </dsp:txXfrm>
    </dsp:sp>
    <dsp:sp modelId="{8CCA4A64-B5FE-4029-AE7F-615CB85F7BBF}">
      <dsp:nvSpPr>
        <dsp:cNvPr id="0" name=""/>
        <dsp:cNvSpPr/>
      </dsp:nvSpPr>
      <dsp:spPr>
        <a:xfrm>
          <a:off x="2996580" y="1473998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5A1DAA-C79E-4148-8246-206DA569BF2E}">
      <dsp:nvSpPr>
        <dsp:cNvPr id="0" name=""/>
        <dsp:cNvSpPr/>
      </dsp:nvSpPr>
      <dsp:spPr>
        <a:xfrm>
          <a:off x="3202620" y="1716801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3214907" y="1729088"/>
        <a:ext cx="604689" cy="394935"/>
      </dsp:txXfrm>
    </dsp:sp>
    <dsp:sp modelId="{C52F925D-6501-4F5F-9317-62C0FEFBC39C}">
      <dsp:nvSpPr>
        <dsp:cNvPr id="0" name=""/>
        <dsp:cNvSpPr/>
      </dsp:nvSpPr>
      <dsp:spPr>
        <a:xfrm>
          <a:off x="3471532" y="2136311"/>
          <a:ext cx="91440" cy="23493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B39BBA-BD2A-4361-BB0F-63C7E751BCC5}">
      <dsp:nvSpPr>
        <dsp:cNvPr id="0" name=""/>
        <dsp:cNvSpPr/>
      </dsp:nvSpPr>
      <dsp:spPr>
        <a:xfrm>
          <a:off x="3203759" y="4485684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sp:txBody>
      <dsp:txXfrm>
        <a:off x="3216046" y="4497971"/>
        <a:ext cx="604689" cy="394935"/>
      </dsp:txXfrm>
    </dsp:sp>
    <dsp:sp modelId="{46960B8E-9A62-45DF-A367-C7CDC853EA61}">
      <dsp:nvSpPr>
        <dsp:cNvPr id="0" name=""/>
        <dsp:cNvSpPr/>
      </dsp:nvSpPr>
      <dsp:spPr>
        <a:xfrm>
          <a:off x="4034268" y="808161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42E12-8CCF-4388-9B35-CD53921833CE}">
      <dsp:nvSpPr>
        <dsp:cNvPr id="0" name=""/>
        <dsp:cNvSpPr/>
      </dsp:nvSpPr>
      <dsp:spPr>
        <a:xfrm>
          <a:off x="4839191" y="1054488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4851478" y="1066775"/>
        <a:ext cx="604689" cy="394935"/>
      </dsp:txXfrm>
    </dsp:sp>
    <dsp:sp modelId="{5C2DF7A6-263B-4E07-AB75-6E6FBC586177}">
      <dsp:nvSpPr>
        <dsp:cNvPr id="0" name=""/>
        <dsp:cNvSpPr/>
      </dsp:nvSpPr>
      <dsp:spPr>
        <a:xfrm>
          <a:off x="4565726" y="1473998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61207-4A2A-440D-98CE-4830D937B51C}">
      <dsp:nvSpPr>
        <dsp:cNvPr id="0" name=""/>
        <dsp:cNvSpPr/>
      </dsp:nvSpPr>
      <dsp:spPr>
        <a:xfrm>
          <a:off x="4251094" y="229023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sp:txBody>
      <dsp:txXfrm>
        <a:off x="4263381" y="2302524"/>
        <a:ext cx="604689" cy="394935"/>
      </dsp:txXfrm>
    </dsp:sp>
    <dsp:sp modelId="{DA1084BA-1B2F-4754-B924-2FB442548B5D}">
      <dsp:nvSpPr>
        <dsp:cNvPr id="0" name=""/>
        <dsp:cNvSpPr/>
      </dsp:nvSpPr>
      <dsp:spPr>
        <a:xfrm>
          <a:off x="3891891" y="2709746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0C3B2-5D87-4225-85F4-E416B2985A3C}">
      <dsp:nvSpPr>
        <dsp:cNvPr id="0" name=""/>
        <dsp:cNvSpPr/>
      </dsp:nvSpPr>
      <dsp:spPr>
        <a:xfrm>
          <a:off x="3577259" y="2963717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sp:txBody>
      <dsp:txXfrm>
        <a:off x="3589546" y="2976004"/>
        <a:ext cx="604689" cy="394935"/>
      </dsp:txXfrm>
    </dsp:sp>
    <dsp:sp modelId="{EE415BB9-C195-4C21-89E9-D3FF081D4B80}">
      <dsp:nvSpPr>
        <dsp:cNvPr id="0" name=""/>
        <dsp:cNvSpPr/>
      </dsp:nvSpPr>
      <dsp:spPr>
        <a:xfrm>
          <a:off x="2834350" y="3383227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C0A76-6FE3-4E77-A531-554F3BBE9BA5}">
      <dsp:nvSpPr>
        <dsp:cNvPr id="0" name=""/>
        <dsp:cNvSpPr/>
      </dsp:nvSpPr>
      <dsp:spPr>
        <a:xfrm>
          <a:off x="2519718" y="370685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sp:txBody>
      <dsp:txXfrm>
        <a:off x="2532005" y="3719144"/>
        <a:ext cx="604689" cy="394935"/>
      </dsp:txXfrm>
    </dsp:sp>
    <dsp:sp modelId="{4A897860-ED4A-4A21-BE19-0D7DB5677324}">
      <dsp:nvSpPr>
        <dsp:cNvPr id="0" name=""/>
        <dsp:cNvSpPr/>
      </dsp:nvSpPr>
      <dsp:spPr>
        <a:xfrm>
          <a:off x="2785955" y="4126366"/>
          <a:ext cx="91440" cy="361961"/>
        </a:xfrm>
        <a:custGeom>
          <a:avLst/>
          <a:gdLst/>
          <a:ahLst/>
          <a:cxnLst/>
          <a:rect l="0" t="0" r="0" b="0"/>
          <a:pathLst>
            <a:path>
              <a:moveTo>
                <a:pt x="48394" y="0"/>
              </a:moveTo>
              <a:lnTo>
                <a:pt x="48394" y="148321"/>
              </a:lnTo>
              <a:lnTo>
                <a:pt x="45720" y="148321"/>
              </a:lnTo>
              <a:lnTo>
                <a:pt x="45720" y="296643"/>
              </a:lnTo>
            </a:path>
          </a:pathLst>
        </a:custGeom>
        <a:noFill/>
        <a:ln w="9525" cap="flat" cmpd="sng" algn="ctr">
          <a:solidFill>
            <a:srgbClr val="70AD47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215D629-2973-43AA-8138-BC775C8C25B8}">
      <dsp:nvSpPr>
        <dsp:cNvPr id="0" name=""/>
        <dsp:cNvSpPr/>
      </dsp:nvSpPr>
      <dsp:spPr>
        <a:xfrm>
          <a:off x="2578233" y="4488327"/>
          <a:ext cx="506884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119 HHs</a:t>
          </a:r>
        </a:p>
      </dsp:txBody>
      <dsp:txXfrm>
        <a:off x="2590520" y="4500614"/>
        <a:ext cx="482310" cy="394935"/>
      </dsp:txXfrm>
    </dsp:sp>
    <dsp:sp modelId="{AD4C6D5B-7303-48D1-8301-CFB4223FBCFC}">
      <dsp:nvSpPr>
        <dsp:cNvPr id="0" name=""/>
        <dsp:cNvSpPr/>
      </dsp:nvSpPr>
      <dsp:spPr>
        <a:xfrm>
          <a:off x="3891891" y="3383227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D5245-0C52-4DBE-BF63-3C8C182EFF46}">
      <dsp:nvSpPr>
        <dsp:cNvPr id="0" name=""/>
        <dsp:cNvSpPr/>
      </dsp:nvSpPr>
      <dsp:spPr>
        <a:xfrm>
          <a:off x="4189218" y="3709852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sp:txBody>
      <dsp:txXfrm>
        <a:off x="4201505" y="3722139"/>
        <a:ext cx="604689" cy="394935"/>
      </dsp:txXfrm>
    </dsp:sp>
    <dsp:sp modelId="{0DA9EA46-F4FE-4F5D-9CF8-FB928EB40209}">
      <dsp:nvSpPr>
        <dsp:cNvPr id="0" name=""/>
        <dsp:cNvSpPr/>
      </dsp:nvSpPr>
      <dsp:spPr>
        <a:xfrm>
          <a:off x="4565726" y="2709746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D2AA17-CE6B-4E27-A74E-FFC066F4CF34}">
      <dsp:nvSpPr>
        <dsp:cNvPr id="0" name=""/>
        <dsp:cNvSpPr/>
      </dsp:nvSpPr>
      <dsp:spPr>
        <a:xfrm>
          <a:off x="5136695" y="2968575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sp:txBody>
      <dsp:txXfrm>
        <a:off x="5148982" y="2980862"/>
        <a:ext cx="604689" cy="394935"/>
      </dsp:txXfrm>
    </dsp:sp>
    <dsp:sp modelId="{0278B013-9324-47DF-9D28-A95B9CA62026}">
      <dsp:nvSpPr>
        <dsp:cNvPr id="0" name=""/>
        <dsp:cNvSpPr/>
      </dsp:nvSpPr>
      <dsp:spPr>
        <a:xfrm>
          <a:off x="5402536" y="3388084"/>
          <a:ext cx="91440" cy="1097595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C4BC45F-3F8A-4D19-BE0D-942C9E4C8681}">
      <dsp:nvSpPr>
        <dsp:cNvPr id="0" name=""/>
        <dsp:cNvSpPr/>
      </dsp:nvSpPr>
      <dsp:spPr>
        <a:xfrm>
          <a:off x="5133624" y="448568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sp:txBody>
      <dsp:txXfrm>
        <a:off x="5145911" y="4497967"/>
        <a:ext cx="604689" cy="394935"/>
      </dsp:txXfrm>
    </dsp:sp>
    <dsp:sp modelId="{4C79992A-C606-4B62-8A1E-12247D9EAA96}">
      <dsp:nvSpPr>
        <dsp:cNvPr id="0" name=""/>
        <dsp:cNvSpPr/>
      </dsp:nvSpPr>
      <dsp:spPr>
        <a:xfrm>
          <a:off x="5153823" y="1473998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4A139-4DFF-43C5-9340-86913AFD9761}">
      <dsp:nvSpPr>
        <dsp:cNvPr id="0" name=""/>
        <dsp:cNvSpPr/>
      </dsp:nvSpPr>
      <dsp:spPr>
        <a:xfrm>
          <a:off x="5377294" y="229108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5389581" y="2303371"/>
        <a:ext cx="604689" cy="394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9418-6F6D-4E5C-96AA-E60A8EC5A639}">
      <dsp:nvSpPr>
        <dsp:cNvPr id="0" name=""/>
        <dsp:cNvSpPr/>
      </dsp:nvSpPr>
      <dsp:spPr>
        <a:xfrm>
          <a:off x="43511" y="4405669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sp:txBody>
      <dsp:txXfrm>
        <a:off x="55827" y="4417985"/>
        <a:ext cx="1696220" cy="395877"/>
      </dsp:txXfrm>
    </dsp:sp>
    <dsp:sp modelId="{5EEA09CC-BF85-49BA-8B7D-612CB16A36AA}">
      <dsp:nvSpPr>
        <dsp:cNvPr id="0" name=""/>
        <dsp:cNvSpPr/>
      </dsp:nvSpPr>
      <dsp:spPr>
        <a:xfrm>
          <a:off x="7312" y="3638961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sp:txBody>
      <dsp:txXfrm>
        <a:off x="19628" y="3651277"/>
        <a:ext cx="1422132" cy="395877"/>
      </dsp:txXfrm>
    </dsp:sp>
    <dsp:sp modelId="{DD9DC20C-8F97-404A-8DDE-A16E98626F83}">
      <dsp:nvSpPr>
        <dsp:cNvPr id="0" name=""/>
        <dsp:cNvSpPr/>
      </dsp:nvSpPr>
      <dsp:spPr>
        <a:xfrm>
          <a:off x="8067" y="2912263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sp:txBody>
      <dsp:txXfrm>
        <a:off x="19769" y="2923965"/>
        <a:ext cx="1643076" cy="376143"/>
      </dsp:txXfrm>
    </dsp:sp>
    <dsp:sp modelId="{DCEE6199-1ADD-4A78-866D-D9B5DF369132}">
      <dsp:nvSpPr>
        <dsp:cNvPr id="0" name=""/>
        <dsp:cNvSpPr/>
      </dsp:nvSpPr>
      <dsp:spPr>
        <a:xfrm>
          <a:off x="0" y="2236843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sp:txBody>
      <dsp:txXfrm>
        <a:off x="11806" y="2248649"/>
        <a:ext cx="1779332" cy="379469"/>
      </dsp:txXfrm>
    </dsp:sp>
    <dsp:sp modelId="{F8734ED9-20F3-483E-8F20-A990831FDD1E}">
      <dsp:nvSpPr>
        <dsp:cNvPr id="0" name=""/>
        <dsp:cNvSpPr/>
      </dsp:nvSpPr>
      <dsp:spPr>
        <a:xfrm>
          <a:off x="4532" y="1640912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sp:txBody>
      <dsp:txXfrm>
        <a:off x="16509" y="1652889"/>
        <a:ext cx="1113660" cy="384982"/>
      </dsp:txXfrm>
    </dsp:sp>
    <dsp:sp modelId="{536E6ADF-DBCB-4523-8755-486866041264}">
      <dsp:nvSpPr>
        <dsp:cNvPr id="0" name=""/>
        <dsp:cNvSpPr/>
      </dsp:nvSpPr>
      <dsp:spPr>
        <a:xfrm>
          <a:off x="0" y="986413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sp:txBody>
      <dsp:txXfrm>
        <a:off x="11760" y="998173"/>
        <a:ext cx="1573777" cy="378010"/>
      </dsp:txXfrm>
    </dsp:sp>
    <dsp:sp modelId="{156E32D0-8CC0-4AE1-8DD6-32998318CE52}">
      <dsp:nvSpPr>
        <dsp:cNvPr id="0" name=""/>
        <dsp:cNvSpPr/>
      </dsp:nvSpPr>
      <dsp:spPr>
        <a:xfrm>
          <a:off x="13627" y="321212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sp:txBody>
      <dsp:txXfrm>
        <a:off x="25483" y="333068"/>
        <a:ext cx="1272447" cy="381075"/>
      </dsp:txXfrm>
    </dsp:sp>
    <dsp:sp modelId="{EB813CA5-BA49-4650-8EEE-8C471294A6E4}">
      <dsp:nvSpPr>
        <dsp:cNvPr id="0" name=""/>
        <dsp:cNvSpPr/>
      </dsp:nvSpPr>
      <dsp:spPr>
        <a:xfrm>
          <a:off x="3719636" y="319422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sp:txBody>
      <dsp:txXfrm>
        <a:off x="3731923" y="331709"/>
        <a:ext cx="604689" cy="394935"/>
      </dsp:txXfrm>
    </dsp:sp>
    <dsp:sp modelId="{9511BE71-26A8-4B1F-9389-B2DBA5C2D555}">
      <dsp:nvSpPr>
        <dsp:cNvPr id="0" name=""/>
        <dsp:cNvSpPr/>
      </dsp:nvSpPr>
      <dsp:spPr>
        <a:xfrm>
          <a:off x="2996580" y="738931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35467-09A0-4EB6-B841-0DA70FFAA9A2}">
      <dsp:nvSpPr>
        <dsp:cNvPr id="0" name=""/>
        <dsp:cNvSpPr/>
      </dsp:nvSpPr>
      <dsp:spPr>
        <a:xfrm>
          <a:off x="2681948" y="985259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2694235" y="997546"/>
        <a:ext cx="604689" cy="394935"/>
      </dsp:txXfrm>
    </dsp:sp>
    <dsp:sp modelId="{CB215D7E-086F-4B40-BA75-334240DE7B8C}">
      <dsp:nvSpPr>
        <dsp:cNvPr id="0" name=""/>
        <dsp:cNvSpPr/>
      </dsp:nvSpPr>
      <dsp:spPr>
        <a:xfrm>
          <a:off x="2115321" y="1404768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E67FD-D278-4324-B3DD-3192925F8EA2}">
      <dsp:nvSpPr>
        <dsp:cNvPr id="0" name=""/>
        <dsp:cNvSpPr/>
      </dsp:nvSpPr>
      <dsp:spPr>
        <a:xfrm>
          <a:off x="1800689" y="1645978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1812540" y="1657829"/>
        <a:ext cx="605561" cy="380931"/>
      </dsp:txXfrm>
    </dsp:sp>
    <dsp:sp modelId="{A4163CA2-8A07-4955-A94E-4D93F14849F1}">
      <dsp:nvSpPr>
        <dsp:cNvPr id="0" name=""/>
        <dsp:cNvSpPr/>
      </dsp:nvSpPr>
      <dsp:spPr>
        <a:xfrm>
          <a:off x="2069513" y="2050611"/>
          <a:ext cx="91440" cy="2357600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D2C9021-8D08-4C1D-9B77-E0357AF4E696}">
      <dsp:nvSpPr>
        <dsp:cNvPr id="0" name=""/>
        <dsp:cNvSpPr/>
      </dsp:nvSpPr>
      <dsp:spPr>
        <a:xfrm>
          <a:off x="1833443" y="4408212"/>
          <a:ext cx="563581" cy="386707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sp:txBody>
      <dsp:txXfrm>
        <a:off x="1844769" y="4419538"/>
        <a:ext cx="540929" cy="364055"/>
      </dsp:txXfrm>
    </dsp:sp>
    <dsp:sp modelId="{8CCA4A64-B5FE-4029-AE7F-615CB85F7BBF}">
      <dsp:nvSpPr>
        <dsp:cNvPr id="0" name=""/>
        <dsp:cNvSpPr/>
      </dsp:nvSpPr>
      <dsp:spPr>
        <a:xfrm>
          <a:off x="2996580" y="1404768"/>
          <a:ext cx="639904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5A1DAA-C79E-4148-8246-206DA569BF2E}">
      <dsp:nvSpPr>
        <dsp:cNvPr id="0" name=""/>
        <dsp:cNvSpPr/>
      </dsp:nvSpPr>
      <dsp:spPr>
        <a:xfrm>
          <a:off x="3321853" y="1647572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3334140" y="1659859"/>
        <a:ext cx="604689" cy="394935"/>
      </dsp:txXfrm>
    </dsp:sp>
    <dsp:sp modelId="{C52F925D-6501-4F5F-9317-62C0FEFBC39C}">
      <dsp:nvSpPr>
        <dsp:cNvPr id="0" name=""/>
        <dsp:cNvSpPr/>
      </dsp:nvSpPr>
      <dsp:spPr>
        <a:xfrm>
          <a:off x="3518391" y="2067081"/>
          <a:ext cx="118093" cy="23493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B39BBA-BD2A-4361-BB0F-63C7E751BCC5}">
      <dsp:nvSpPr>
        <dsp:cNvPr id="0" name=""/>
        <dsp:cNvSpPr/>
      </dsp:nvSpPr>
      <dsp:spPr>
        <a:xfrm>
          <a:off x="3203759" y="4416455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sp:txBody>
      <dsp:txXfrm>
        <a:off x="3216046" y="4428742"/>
        <a:ext cx="604689" cy="394935"/>
      </dsp:txXfrm>
    </dsp:sp>
    <dsp:sp modelId="{46960B8E-9A62-45DF-A367-C7CDC853EA61}">
      <dsp:nvSpPr>
        <dsp:cNvPr id="0" name=""/>
        <dsp:cNvSpPr/>
      </dsp:nvSpPr>
      <dsp:spPr>
        <a:xfrm>
          <a:off x="4034268" y="738931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42E12-8CCF-4388-9B35-CD53921833CE}">
      <dsp:nvSpPr>
        <dsp:cNvPr id="0" name=""/>
        <dsp:cNvSpPr/>
      </dsp:nvSpPr>
      <dsp:spPr>
        <a:xfrm>
          <a:off x="4839191" y="985259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4851478" y="997546"/>
        <a:ext cx="604689" cy="394935"/>
      </dsp:txXfrm>
    </dsp:sp>
    <dsp:sp modelId="{5C2DF7A6-263B-4E07-AB75-6E6FBC586177}">
      <dsp:nvSpPr>
        <dsp:cNvPr id="0" name=""/>
        <dsp:cNvSpPr/>
      </dsp:nvSpPr>
      <dsp:spPr>
        <a:xfrm>
          <a:off x="4565726" y="1404768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61207-4A2A-440D-98CE-4830D937B51C}">
      <dsp:nvSpPr>
        <dsp:cNvPr id="0" name=""/>
        <dsp:cNvSpPr/>
      </dsp:nvSpPr>
      <dsp:spPr>
        <a:xfrm>
          <a:off x="4251094" y="222100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sp:txBody>
      <dsp:txXfrm>
        <a:off x="4263381" y="2233294"/>
        <a:ext cx="604689" cy="394935"/>
      </dsp:txXfrm>
    </dsp:sp>
    <dsp:sp modelId="{DA1084BA-1B2F-4754-B924-2FB442548B5D}">
      <dsp:nvSpPr>
        <dsp:cNvPr id="0" name=""/>
        <dsp:cNvSpPr/>
      </dsp:nvSpPr>
      <dsp:spPr>
        <a:xfrm>
          <a:off x="4404930" y="2640517"/>
          <a:ext cx="160795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0C3B2-5D87-4225-85F4-E416B2985A3C}">
      <dsp:nvSpPr>
        <dsp:cNvPr id="0" name=""/>
        <dsp:cNvSpPr/>
      </dsp:nvSpPr>
      <dsp:spPr>
        <a:xfrm>
          <a:off x="4090298" y="2894488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sp:txBody>
      <dsp:txXfrm>
        <a:off x="4102585" y="2906775"/>
        <a:ext cx="604689" cy="394935"/>
      </dsp:txXfrm>
    </dsp:sp>
    <dsp:sp modelId="{EE415BB9-C195-4C21-89E9-D3FF081D4B80}">
      <dsp:nvSpPr>
        <dsp:cNvPr id="0" name=""/>
        <dsp:cNvSpPr/>
      </dsp:nvSpPr>
      <dsp:spPr>
        <a:xfrm>
          <a:off x="4323594" y="3313997"/>
          <a:ext cx="91440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C0A76-6FE3-4E77-A531-554F3BBE9BA5}">
      <dsp:nvSpPr>
        <dsp:cNvPr id="0" name=""/>
        <dsp:cNvSpPr/>
      </dsp:nvSpPr>
      <dsp:spPr>
        <a:xfrm>
          <a:off x="4054682" y="363762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sp:txBody>
      <dsp:txXfrm>
        <a:off x="4066969" y="3649914"/>
        <a:ext cx="604689" cy="394935"/>
      </dsp:txXfrm>
    </dsp:sp>
    <dsp:sp modelId="{AD4C6D5B-7303-48D1-8301-CFB4223FBCFC}">
      <dsp:nvSpPr>
        <dsp:cNvPr id="0" name=""/>
        <dsp:cNvSpPr/>
      </dsp:nvSpPr>
      <dsp:spPr>
        <a:xfrm>
          <a:off x="4404930" y="3313997"/>
          <a:ext cx="98920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D5245-0C52-4DBE-BF63-3C8C182EFF46}">
      <dsp:nvSpPr>
        <dsp:cNvPr id="0" name=""/>
        <dsp:cNvSpPr/>
      </dsp:nvSpPr>
      <dsp:spPr>
        <a:xfrm>
          <a:off x="4189218" y="3640623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sp:txBody>
      <dsp:txXfrm>
        <a:off x="4201505" y="3652910"/>
        <a:ext cx="604689" cy="394935"/>
      </dsp:txXfrm>
    </dsp:sp>
    <dsp:sp modelId="{0DA9EA46-F4FE-4F5D-9CF8-FB928EB40209}">
      <dsp:nvSpPr>
        <dsp:cNvPr id="0" name=""/>
        <dsp:cNvSpPr/>
      </dsp:nvSpPr>
      <dsp:spPr>
        <a:xfrm>
          <a:off x="4565726" y="2640517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D2AA17-CE6B-4E27-A74E-FFC066F4CF34}">
      <dsp:nvSpPr>
        <dsp:cNvPr id="0" name=""/>
        <dsp:cNvSpPr/>
      </dsp:nvSpPr>
      <dsp:spPr>
        <a:xfrm>
          <a:off x="5136695" y="2899346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sp:txBody>
      <dsp:txXfrm>
        <a:off x="5148982" y="2911633"/>
        <a:ext cx="604689" cy="394935"/>
      </dsp:txXfrm>
    </dsp:sp>
    <dsp:sp modelId="{0278B013-9324-47DF-9D28-A95B9CA62026}">
      <dsp:nvSpPr>
        <dsp:cNvPr id="0" name=""/>
        <dsp:cNvSpPr/>
      </dsp:nvSpPr>
      <dsp:spPr>
        <a:xfrm>
          <a:off x="5402536" y="3318855"/>
          <a:ext cx="91440" cy="1097595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C4BC45F-3F8A-4D19-BE0D-942C9E4C8681}">
      <dsp:nvSpPr>
        <dsp:cNvPr id="0" name=""/>
        <dsp:cNvSpPr/>
      </dsp:nvSpPr>
      <dsp:spPr>
        <a:xfrm>
          <a:off x="5133624" y="4416451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sp:txBody>
      <dsp:txXfrm>
        <a:off x="5145911" y="4428738"/>
        <a:ext cx="604689" cy="394935"/>
      </dsp:txXfrm>
    </dsp:sp>
    <dsp:sp modelId="{4C79992A-C606-4B62-8A1E-12247D9EAA96}">
      <dsp:nvSpPr>
        <dsp:cNvPr id="0" name=""/>
        <dsp:cNvSpPr/>
      </dsp:nvSpPr>
      <dsp:spPr>
        <a:xfrm>
          <a:off x="5153823" y="1404768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4A139-4DFF-43C5-9340-86913AFD9761}">
      <dsp:nvSpPr>
        <dsp:cNvPr id="0" name=""/>
        <dsp:cNvSpPr/>
      </dsp:nvSpPr>
      <dsp:spPr>
        <a:xfrm>
          <a:off x="5377294" y="2221855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5389581" y="2234142"/>
        <a:ext cx="604689" cy="394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29/05/2024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29/05/2024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8793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340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361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1828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116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8489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745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7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9148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  <p:sldLayoutId id="2147483676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2" y="1165399"/>
            <a:ext cx="9483725" cy="741309"/>
          </a:xfrm>
        </p:spPr>
        <p:txBody>
          <a:bodyPr>
            <a:normAutofit/>
          </a:bodyPr>
          <a:lstStyle/>
          <a:p>
            <a:r>
              <a:rPr lang="en-US"/>
              <a:t>Remote CARI (</a:t>
            </a:r>
            <a:r>
              <a:rPr lang="en-US" err="1"/>
              <a:t>rCARI</a:t>
            </a:r>
            <a:r>
              <a:rPr lang="en-US"/>
              <a:t>) Validation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157412" y="1999748"/>
            <a:ext cx="8765692" cy="1655762"/>
          </a:xfrm>
        </p:spPr>
        <p:txBody>
          <a:bodyPr/>
          <a:lstStyle/>
          <a:p>
            <a:r>
              <a:rPr lang="en-US" dirty="0"/>
              <a:t>Preliminary Results from CAR, Myanmar &amp; Ecuador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908615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Open Sans"/>
                <a:ea typeface="Open Sans"/>
                <a:cs typeface="Open Sans"/>
              </a:rPr>
              <a:t>RAM-N – rCARI Team | Oct 2023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285398"/>
            <a:ext cx="11009542" cy="1288256"/>
          </a:xfrm>
        </p:spPr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96" y="1451547"/>
            <a:ext cx="4956048" cy="4500561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CARI and rCARI aggregate indicators in a similar way and the only difference is in the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Economic Vulnerability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endParaRPr lang="en-US" sz="2400" b="1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To date, rCARI is not validated against the conventional CARI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485" y="407504"/>
            <a:ext cx="6616765" cy="636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96" y="1570382"/>
            <a:ext cx="10401808" cy="424401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Validate and calibrate rCARI with the standard CARI methodology</a:t>
            </a:r>
          </a:p>
          <a:p>
            <a:pPr marL="0" indent="0">
              <a:spcAft>
                <a:spcPts val="800"/>
              </a:spcAft>
              <a:buNone/>
            </a:pPr>
            <a:endParaRPr lang="en-GB" sz="2400" b="1" dirty="0">
              <a:solidFill>
                <a:srgbClr val="0070BA"/>
              </a:solidFill>
              <a:latin typeface="Open Sans"/>
              <a:ea typeface="MS Mincho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2400" b="1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Specific objectives:</a:t>
            </a: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the results produced by rCARI and CARI</a:t>
            </a: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food security indicators </a:t>
            </a: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collected remotely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(FCS, rCSI, LCS, FES, income sources and income change) against the F2F modality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26" y="668994"/>
            <a:ext cx="11006856" cy="1288256"/>
          </a:xfrm>
        </p:spPr>
        <p:txBody>
          <a:bodyPr/>
          <a:lstStyle/>
          <a:p>
            <a:r>
              <a:rPr lang="en-GB" dirty="0"/>
              <a:t>Main Research 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EF35892-2378-D494-50FA-77FAF1AE8F71}"/>
              </a:ext>
            </a:extLst>
          </p:cNvPr>
          <p:cNvGrpSpPr/>
          <p:nvPr/>
        </p:nvGrpSpPr>
        <p:grpSpPr>
          <a:xfrm>
            <a:off x="3419061" y="793957"/>
            <a:ext cx="7971182" cy="5596904"/>
            <a:chOff x="3229925" y="1657983"/>
            <a:chExt cx="5545458" cy="35864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4921BA-4A3F-FBE5-1A2D-3C31295DC19E}"/>
                </a:ext>
              </a:extLst>
            </p:cNvPr>
            <p:cNvGrpSpPr/>
            <p:nvPr/>
          </p:nvGrpSpPr>
          <p:grpSpPr>
            <a:xfrm>
              <a:off x="3305984" y="1657983"/>
              <a:ext cx="5469399" cy="3586485"/>
              <a:chOff x="22475" y="-51529"/>
              <a:chExt cx="5186154" cy="3855623"/>
            </a:xfrm>
          </p:grpSpPr>
          <p:sp>
            <p:nvSpPr>
              <p:cNvPr id="5" name="Text Box 8">
                <a:extLst>
                  <a:ext uri="{FF2B5EF4-FFF2-40B4-BE49-F238E27FC236}">
                    <a16:creationId xmlns:a16="http://schemas.microsoft.com/office/drawing/2014/main" id="{737C9D44-A49D-A9B0-795F-4A69F518F8D7}"/>
                  </a:ext>
                </a:extLst>
              </p:cNvPr>
              <p:cNvSpPr txBox="1"/>
              <p:nvPr/>
            </p:nvSpPr>
            <p:spPr>
              <a:xfrm>
                <a:off x="285048" y="2418094"/>
                <a:ext cx="1590306" cy="327491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Sampled Households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 Box 2">
                <a:extLst>
                  <a:ext uri="{FF2B5EF4-FFF2-40B4-BE49-F238E27FC236}">
                    <a16:creationId xmlns:a16="http://schemas.microsoft.com/office/drawing/2014/main" id="{0CD8D586-DCEA-38DE-9DB9-53AF960C8548}"/>
                  </a:ext>
                </a:extLst>
              </p:cNvPr>
              <p:cNvSpPr txBox="1"/>
              <p:nvPr/>
            </p:nvSpPr>
            <p:spPr>
              <a:xfrm>
                <a:off x="414827" y="-49667"/>
                <a:ext cx="1265590" cy="28142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Study-Country</a:t>
                </a:r>
                <a:r>
                  <a:rPr lang="en-GB" sz="16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			</a:t>
                </a:r>
              </a:p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7" name="Arrow: Up 6">
                <a:extLst>
                  <a:ext uri="{FF2B5EF4-FFF2-40B4-BE49-F238E27FC236}">
                    <a16:creationId xmlns:a16="http://schemas.microsoft.com/office/drawing/2014/main" id="{C9D67147-F6F9-8246-46BF-A546369123B0}"/>
                  </a:ext>
                </a:extLst>
              </p:cNvPr>
              <p:cNvSpPr/>
              <p:nvPr/>
            </p:nvSpPr>
            <p:spPr>
              <a:xfrm rot="10800000">
                <a:off x="932846" y="231761"/>
                <a:ext cx="242715" cy="313469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" name="Arrow: Up 7">
                <a:extLst>
                  <a:ext uri="{FF2B5EF4-FFF2-40B4-BE49-F238E27FC236}">
                    <a16:creationId xmlns:a16="http://schemas.microsoft.com/office/drawing/2014/main" id="{01639503-92DC-9FDC-804E-11FB2906CC55}"/>
                  </a:ext>
                </a:extLst>
              </p:cNvPr>
              <p:cNvSpPr/>
              <p:nvPr/>
            </p:nvSpPr>
            <p:spPr>
              <a:xfrm rot="10800000">
                <a:off x="912600" y="812628"/>
                <a:ext cx="264792" cy="336550"/>
              </a:xfrm>
              <a:prstGeom prst="upArrow">
                <a:avLst/>
              </a:prstGeom>
              <a:solidFill>
                <a:srgbClr val="FFFFFE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B39131E2-1680-C040-BB2E-EFF3EF8DCA79}"/>
                  </a:ext>
                </a:extLst>
              </p:cNvPr>
              <p:cNvSpPr txBox="1"/>
              <p:nvPr/>
            </p:nvSpPr>
            <p:spPr>
              <a:xfrm>
                <a:off x="22475" y="1144675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Admin2 Districts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Arrow: Up 9">
                <a:extLst>
                  <a:ext uri="{FF2B5EF4-FFF2-40B4-BE49-F238E27FC236}">
                    <a16:creationId xmlns:a16="http://schemas.microsoft.com/office/drawing/2014/main" id="{0BF28807-709E-8AAD-95D9-B098D2B1A2B1}"/>
                  </a:ext>
                </a:extLst>
              </p:cNvPr>
              <p:cNvSpPr/>
              <p:nvPr/>
            </p:nvSpPr>
            <p:spPr>
              <a:xfrm rot="10800000">
                <a:off x="941897" y="1428979"/>
                <a:ext cx="223021" cy="369593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7CBD16F1-1AF8-5DB8-D035-4491C52E0BBD}"/>
                  </a:ext>
                </a:extLst>
              </p:cNvPr>
              <p:cNvSpPr txBox="1"/>
              <p:nvPr/>
            </p:nvSpPr>
            <p:spPr>
              <a:xfrm>
                <a:off x="132649" y="532827"/>
                <a:ext cx="1907959" cy="286832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Livelihood Zones/Admin1 Area 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E6FB7428-94C4-A6D9-386D-79FA8AE624B9}"/>
                  </a:ext>
                </a:extLst>
              </p:cNvPr>
              <p:cNvSpPr txBox="1"/>
              <p:nvPr/>
            </p:nvSpPr>
            <p:spPr>
              <a:xfrm>
                <a:off x="22475" y="1812799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Admin3 Villages/Communities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Arrow: Up 12">
                <a:extLst>
                  <a:ext uri="{FF2B5EF4-FFF2-40B4-BE49-F238E27FC236}">
                    <a16:creationId xmlns:a16="http://schemas.microsoft.com/office/drawing/2014/main" id="{24258C1D-FB17-2F73-BB32-6F812F230275}"/>
                  </a:ext>
                </a:extLst>
              </p:cNvPr>
              <p:cNvSpPr/>
              <p:nvPr/>
            </p:nvSpPr>
            <p:spPr>
              <a:xfrm rot="10800000">
                <a:off x="932846" y="2097105"/>
                <a:ext cx="258884" cy="318374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F8526570-F905-CD9B-1DE6-A402E855E769}"/>
                  </a:ext>
                </a:extLst>
              </p:cNvPr>
              <p:cNvSpPr/>
              <p:nvPr/>
            </p:nvSpPr>
            <p:spPr>
              <a:xfrm>
                <a:off x="2595494" y="-51529"/>
                <a:ext cx="2572690" cy="559234"/>
              </a:xfrm>
              <a:prstGeom prst="wedgeRoundRectCallout">
                <a:avLst>
                  <a:gd name="adj1" fmla="val -71530"/>
                  <a:gd name="adj2" fmla="val 67350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Simple random sampling to select </a:t>
                </a:r>
                <a:r>
                  <a:rPr lang="en-GB" sz="1200" b="1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at least 2 regions /livelihood zones </a:t>
                </a: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based on the food security situation.</a:t>
                </a:r>
                <a:endParaRPr lang="en-GB" sz="20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Speech Bubble: Rectangle with Corners Rounded 30">
                <a:extLst>
                  <a:ext uri="{FF2B5EF4-FFF2-40B4-BE49-F238E27FC236}">
                    <a16:creationId xmlns:a16="http://schemas.microsoft.com/office/drawing/2014/main" id="{614394D9-E434-778B-7473-0A6541FB4AEB}"/>
                  </a:ext>
                </a:extLst>
              </p:cNvPr>
              <p:cNvSpPr/>
              <p:nvPr/>
            </p:nvSpPr>
            <p:spPr>
              <a:xfrm>
                <a:off x="2153322" y="686687"/>
                <a:ext cx="3035631" cy="713425"/>
              </a:xfrm>
              <a:custGeom>
                <a:avLst/>
                <a:gdLst>
                  <a:gd name="connsiteX0" fmla="*/ 0 w 2876344"/>
                  <a:gd name="connsiteY0" fmla="*/ 97367 h 584188"/>
                  <a:gd name="connsiteX1" fmla="*/ 97367 w 2876344"/>
                  <a:gd name="connsiteY1" fmla="*/ 0 h 584188"/>
                  <a:gd name="connsiteX2" fmla="*/ 479391 w 2876344"/>
                  <a:gd name="connsiteY2" fmla="*/ 0 h 584188"/>
                  <a:gd name="connsiteX3" fmla="*/ 479391 w 2876344"/>
                  <a:gd name="connsiteY3" fmla="*/ 0 h 584188"/>
                  <a:gd name="connsiteX4" fmla="*/ 1198477 w 2876344"/>
                  <a:gd name="connsiteY4" fmla="*/ 0 h 584188"/>
                  <a:gd name="connsiteX5" fmla="*/ 2778977 w 2876344"/>
                  <a:gd name="connsiteY5" fmla="*/ 0 h 584188"/>
                  <a:gd name="connsiteX6" fmla="*/ 2876344 w 2876344"/>
                  <a:gd name="connsiteY6" fmla="*/ 97367 h 584188"/>
                  <a:gd name="connsiteX7" fmla="*/ 2876344 w 2876344"/>
                  <a:gd name="connsiteY7" fmla="*/ 340776 h 584188"/>
                  <a:gd name="connsiteX8" fmla="*/ 2876344 w 2876344"/>
                  <a:gd name="connsiteY8" fmla="*/ 340776 h 584188"/>
                  <a:gd name="connsiteX9" fmla="*/ 2876344 w 2876344"/>
                  <a:gd name="connsiteY9" fmla="*/ 486823 h 584188"/>
                  <a:gd name="connsiteX10" fmla="*/ 2876344 w 2876344"/>
                  <a:gd name="connsiteY10" fmla="*/ 486821 h 584188"/>
                  <a:gd name="connsiteX11" fmla="*/ 2778977 w 2876344"/>
                  <a:gd name="connsiteY11" fmla="*/ 584188 h 584188"/>
                  <a:gd name="connsiteX12" fmla="*/ 1198477 w 2876344"/>
                  <a:gd name="connsiteY12" fmla="*/ 584188 h 584188"/>
                  <a:gd name="connsiteX13" fmla="*/ 479391 w 2876344"/>
                  <a:gd name="connsiteY13" fmla="*/ 584188 h 584188"/>
                  <a:gd name="connsiteX14" fmla="*/ 479391 w 2876344"/>
                  <a:gd name="connsiteY14" fmla="*/ 584188 h 584188"/>
                  <a:gd name="connsiteX15" fmla="*/ 97367 w 2876344"/>
                  <a:gd name="connsiteY15" fmla="*/ 584188 h 584188"/>
                  <a:gd name="connsiteX16" fmla="*/ 0 w 2876344"/>
                  <a:gd name="connsiteY16" fmla="*/ 486821 h 584188"/>
                  <a:gd name="connsiteX17" fmla="*/ 0 w 2876344"/>
                  <a:gd name="connsiteY17" fmla="*/ 486823 h 584188"/>
                  <a:gd name="connsiteX18" fmla="*/ -629689 w 2876344"/>
                  <a:gd name="connsiteY18" fmla="*/ 577879 h 584188"/>
                  <a:gd name="connsiteX19" fmla="*/ 0 w 2876344"/>
                  <a:gd name="connsiteY19" fmla="*/ 340776 h 584188"/>
                  <a:gd name="connsiteX20" fmla="*/ 0 w 2876344"/>
                  <a:gd name="connsiteY20" fmla="*/ 97367 h 584188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7223 w 3393567"/>
                  <a:gd name="connsiteY17" fmla="*/ 486823 h 851710"/>
                  <a:gd name="connsiteX18" fmla="*/ 0 w 3393567"/>
                  <a:gd name="connsiteY18" fmla="*/ 851710 h 851710"/>
                  <a:gd name="connsiteX19" fmla="*/ 517223 w 3393567"/>
                  <a:gd name="connsiteY19" fmla="*/ 340776 h 851710"/>
                  <a:gd name="connsiteX20" fmla="*/ 517223 w 3393567"/>
                  <a:gd name="connsiteY20" fmla="*/ 97367 h 851710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7223 w 3393567"/>
                  <a:gd name="connsiteY17" fmla="*/ 486823 h 851710"/>
                  <a:gd name="connsiteX18" fmla="*/ 0 w 3393567"/>
                  <a:gd name="connsiteY18" fmla="*/ 851710 h 851710"/>
                  <a:gd name="connsiteX19" fmla="*/ 512333 w 3393567"/>
                  <a:gd name="connsiteY19" fmla="*/ 277208 h 851710"/>
                  <a:gd name="connsiteX20" fmla="*/ 517223 w 3393567"/>
                  <a:gd name="connsiteY20" fmla="*/ 97367 h 851710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2333 w 3393567"/>
                  <a:gd name="connsiteY17" fmla="*/ 437925 h 851710"/>
                  <a:gd name="connsiteX18" fmla="*/ 0 w 3393567"/>
                  <a:gd name="connsiteY18" fmla="*/ 851710 h 851710"/>
                  <a:gd name="connsiteX19" fmla="*/ 512333 w 3393567"/>
                  <a:gd name="connsiteY19" fmla="*/ 277208 h 851710"/>
                  <a:gd name="connsiteX20" fmla="*/ 517223 w 3393567"/>
                  <a:gd name="connsiteY20" fmla="*/ 97367 h 8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93567" h="851710">
                    <a:moveTo>
                      <a:pt x="517223" y="97367"/>
                    </a:moveTo>
                    <a:cubicBezTo>
                      <a:pt x="517223" y="43593"/>
                      <a:pt x="560816" y="0"/>
                      <a:pt x="614590" y="0"/>
                    </a:cubicBezTo>
                    <a:lnTo>
                      <a:pt x="996614" y="0"/>
                    </a:lnTo>
                    <a:lnTo>
                      <a:pt x="996614" y="0"/>
                    </a:lnTo>
                    <a:lnTo>
                      <a:pt x="1715700" y="0"/>
                    </a:lnTo>
                    <a:lnTo>
                      <a:pt x="3296200" y="0"/>
                    </a:lnTo>
                    <a:cubicBezTo>
                      <a:pt x="3349974" y="0"/>
                      <a:pt x="3393567" y="43593"/>
                      <a:pt x="3393567" y="97367"/>
                    </a:cubicBezTo>
                    <a:lnTo>
                      <a:pt x="3393567" y="340776"/>
                    </a:lnTo>
                    <a:lnTo>
                      <a:pt x="3393567" y="340776"/>
                    </a:lnTo>
                    <a:lnTo>
                      <a:pt x="3393567" y="486823"/>
                    </a:lnTo>
                    <a:lnTo>
                      <a:pt x="3393567" y="486821"/>
                    </a:lnTo>
                    <a:cubicBezTo>
                      <a:pt x="3393567" y="540595"/>
                      <a:pt x="3349974" y="584188"/>
                      <a:pt x="3296200" y="584188"/>
                    </a:cubicBezTo>
                    <a:lnTo>
                      <a:pt x="1715700" y="584188"/>
                    </a:lnTo>
                    <a:lnTo>
                      <a:pt x="996614" y="584188"/>
                    </a:lnTo>
                    <a:lnTo>
                      <a:pt x="996614" y="584188"/>
                    </a:lnTo>
                    <a:lnTo>
                      <a:pt x="614590" y="584188"/>
                    </a:lnTo>
                    <a:cubicBezTo>
                      <a:pt x="560816" y="584188"/>
                      <a:pt x="517223" y="540595"/>
                      <a:pt x="517223" y="486821"/>
                    </a:cubicBezTo>
                    <a:lnTo>
                      <a:pt x="512333" y="437925"/>
                    </a:lnTo>
                    <a:lnTo>
                      <a:pt x="0" y="851710"/>
                    </a:lnTo>
                    <a:lnTo>
                      <a:pt x="512333" y="277208"/>
                    </a:lnTo>
                    <a:lnTo>
                      <a:pt x="517223" y="97367"/>
                    </a:lnTo>
                    <a:close/>
                  </a:path>
                </a:pathLst>
              </a:cu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554355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  Based on the number of regions selected, draw a list of 	districts from the selected regions and 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select minimum 	of 4 districts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Equally distributed in the Admin1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Speech Bubble: Rectangle with Corners Rounded 15">
                <a:extLst>
                  <a:ext uri="{FF2B5EF4-FFF2-40B4-BE49-F238E27FC236}">
                    <a16:creationId xmlns:a16="http://schemas.microsoft.com/office/drawing/2014/main" id="{3B004D5D-C036-CE5B-9E0D-EBA11EA6250D}"/>
                  </a:ext>
                </a:extLst>
              </p:cNvPr>
              <p:cNvSpPr/>
              <p:nvPr/>
            </p:nvSpPr>
            <p:spPr>
              <a:xfrm>
                <a:off x="2595494" y="1400112"/>
                <a:ext cx="2613135" cy="586133"/>
              </a:xfrm>
              <a:prstGeom prst="wedgeRoundRectCallout">
                <a:avLst>
                  <a:gd name="adj1" fmla="val -65259"/>
                  <a:gd name="adj2" fmla="val 55147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In the same manner, list all the smallest administrative units within the Admin2 (e.g., villages) and randomly select </a:t>
                </a:r>
                <a:r>
                  <a:rPr lang="en-GB" sz="1200" b="1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20 ADMIN3 Units as sampling clusters.</a:t>
                </a: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GB" sz="20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Speech Bubble: Rectangle with Corners Rounded 16">
                <a:extLst>
                  <a:ext uri="{FF2B5EF4-FFF2-40B4-BE49-F238E27FC236}">
                    <a16:creationId xmlns:a16="http://schemas.microsoft.com/office/drawing/2014/main" id="{D11FAE89-4AB7-D485-D8A2-0FA22C96BC99}"/>
                  </a:ext>
                </a:extLst>
              </p:cNvPr>
              <p:cNvSpPr/>
              <p:nvPr/>
            </p:nvSpPr>
            <p:spPr>
              <a:xfrm>
                <a:off x="2822081" y="3216142"/>
                <a:ext cx="2376896" cy="587952"/>
              </a:xfrm>
              <a:prstGeom prst="wedgeRoundRectCallout">
                <a:avLst>
                  <a:gd name="adj1" fmla="val -76067"/>
                  <a:gd name="adj2" fmla="val -1309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Control Group will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receive the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Face-2-Face modules while Treated Group will receive the Remote modules simultaneously.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73FE96-34B6-643C-35D6-74804ABCE7CB}"/>
                </a:ext>
              </a:extLst>
            </p:cNvPr>
            <p:cNvGrpSpPr/>
            <p:nvPr/>
          </p:nvGrpSpPr>
          <p:grpSpPr>
            <a:xfrm>
              <a:off x="3229925" y="3628700"/>
              <a:ext cx="5545458" cy="1543589"/>
              <a:chOff x="-208283" y="-54149"/>
              <a:chExt cx="5545458" cy="154362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D19CA78-1B62-5A7F-4DA9-455266F686F8}"/>
                  </a:ext>
                </a:extLst>
              </p:cNvPr>
              <p:cNvGrpSpPr/>
              <p:nvPr/>
            </p:nvGrpSpPr>
            <p:grpSpPr>
              <a:xfrm>
                <a:off x="-208283" y="577012"/>
                <a:ext cx="2380365" cy="912461"/>
                <a:chOff x="-151107" y="-364370"/>
                <a:chExt cx="2404114" cy="898877"/>
              </a:xfrm>
            </p:grpSpPr>
            <p:sp>
              <p:nvSpPr>
                <p:cNvPr id="21" name="Speech Bubble: Rectangle with Corners Rounded 20">
                  <a:extLst>
                    <a:ext uri="{FF2B5EF4-FFF2-40B4-BE49-F238E27FC236}">
                      <a16:creationId xmlns:a16="http://schemas.microsoft.com/office/drawing/2014/main" id="{B3B76EB0-5246-0D8C-ABA4-2CFB6587BAA7}"/>
                    </a:ext>
                  </a:extLst>
                </p:cNvPr>
                <p:cNvSpPr/>
                <p:nvPr/>
              </p:nvSpPr>
              <p:spPr>
                <a:xfrm>
                  <a:off x="1326328" y="49153"/>
                  <a:ext cx="926679" cy="485354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Group Control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(</a:t>
                  </a:r>
                  <a:r>
                    <a:rPr lang="en-GB" sz="12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Remote)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Speech Bubble: Rectangle with Corners Rounded 21">
                  <a:extLst>
                    <a:ext uri="{FF2B5EF4-FFF2-40B4-BE49-F238E27FC236}">
                      <a16:creationId xmlns:a16="http://schemas.microsoft.com/office/drawing/2014/main" id="{1306DAD5-74B8-1B39-3114-55DE3DFA1D97}"/>
                    </a:ext>
                  </a:extLst>
                </p:cNvPr>
                <p:cNvSpPr/>
                <p:nvPr/>
              </p:nvSpPr>
              <p:spPr>
                <a:xfrm>
                  <a:off x="-151107" y="23332"/>
                  <a:ext cx="926679" cy="485763"/>
                </a:xfrm>
                <a:prstGeom prst="wedgeRoundRectCallout">
                  <a:avLst>
                    <a:gd name="adj1" fmla="val -2846"/>
                    <a:gd name="adj2" fmla="val 24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Group Treated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(</a:t>
                  </a:r>
                  <a:r>
                    <a:rPr lang="en-GB" sz="12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F2F</a:t>
                  </a: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Arrow: Left-Right-Up 22">
                  <a:extLst>
                    <a:ext uri="{FF2B5EF4-FFF2-40B4-BE49-F238E27FC236}">
                      <a16:creationId xmlns:a16="http://schemas.microsoft.com/office/drawing/2014/main" id="{030490AA-BF51-D621-7570-655692D165E4}"/>
                    </a:ext>
                  </a:extLst>
                </p:cNvPr>
                <p:cNvSpPr/>
                <p:nvPr/>
              </p:nvSpPr>
              <p:spPr>
                <a:xfrm>
                  <a:off x="775571" y="-364370"/>
                  <a:ext cx="553527" cy="723304"/>
                </a:xfrm>
                <a:prstGeom prst="leftRightUpArrow">
                  <a:avLst>
                    <a:gd name="adj1" fmla="val 19774"/>
                    <a:gd name="adj2" fmla="val 21387"/>
                    <a:gd name="adj3" fmla="val 29408"/>
                  </a:avLst>
                </a:prstGeom>
                <a:solidFill>
                  <a:srgbClr val="FFFFFF"/>
                </a:solidFill>
                <a:ln>
                  <a:solidFill>
                    <a:srgbClr val="0070B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20" name="Speech Bubble: Rectangle with Corners Rounded 19">
                <a:extLst>
                  <a:ext uri="{FF2B5EF4-FFF2-40B4-BE49-F238E27FC236}">
                    <a16:creationId xmlns:a16="http://schemas.microsoft.com/office/drawing/2014/main" id="{97F46167-A644-7B36-5C95-F3E89E13529B}"/>
                  </a:ext>
                </a:extLst>
              </p:cNvPr>
              <p:cNvSpPr/>
              <p:nvPr/>
            </p:nvSpPr>
            <p:spPr>
              <a:xfrm>
                <a:off x="2647950" y="-54149"/>
                <a:ext cx="2689225" cy="1001078"/>
              </a:xfrm>
              <a:prstGeom prst="wedgeRoundRectCallout">
                <a:avLst>
                  <a:gd name="adj1" fmla="val -80150"/>
                  <a:gd name="adj2" fmla="val -744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From each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PSU, 100 households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will be randomly selected. Final sampled households (2000) will be randomized into two groups, i.e.,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Control Group 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Treated Group (1000 households per group)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The interviews will be conducted simultaneous to avoid significant changes that may affect the food security between the groups.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6" y="2445989"/>
            <a:ext cx="3900023" cy="2067230"/>
          </a:xfrm>
        </p:spPr>
        <p:txBody>
          <a:bodyPr/>
          <a:lstStyle/>
          <a:p>
            <a:r>
              <a:rPr lang="en-GB" sz="2800" dirty="0"/>
              <a:t>Overall sampling framework</a:t>
            </a:r>
          </a:p>
        </p:txBody>
      </p:sp>
    </p:spTree>
    <p:extLst>
      <p:ext uri="{BB962C8B-B14F-4D97-AF65-F5344CB8AC3E}">
        <p14:creationId xmlns:p14="http://schemas.microsoft.com/office/powerpoint/2010/main" val="148374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75" y="2137512"/>
            <a:ext cx="11008379" cy="1115625"/>
          </a:xfrm>
        </p:spPr>
        <p:txBody>
          <a:bodyPr/>
          <a:lstStyle/>
          <a:p>
            <a:r>
              <a:rPr lang="en-GB" sz="2000" dirty="0"/>
              <a:t>Experimental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C10B166-C624-C74D-55EB-337080D15D3D}"/>
              </a:ext>
            </a:extLst>
          </p:cNvPr>
          <p:cNvSpPr txBox="1"/>
          <p:nvPr/>
        </p:nvSpPr>
        <p:spPr>
          <a:xfrm>
            <a:off x="7963993" y="2426513"/>
            <a:ext cx="2895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</a:t>
            </a:r>
            <a:r>
              <a:rPr lang="en-US" b="1" baseline="30000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</a:t>
            </a:r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Random Assignment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E7E15-B4A1-E60F-1DC3-8A4905028DD8}"/>
              </a:ext>
            </a:extLst>
          </p:cNvPr>
          <p:cNvSpPr txBox="1"/>
          <p:nvPr/>
        </p:nvSpPr>
        <p:spPr>
          <a:xfrm>
            <a:off x="9156688" y="5394427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</a:t>
            </a:r>
            <a:r>
              <a:rPr lang="en-US" b="1" baseline="30000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nd</a:t>
            </a:r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Random Assignment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2DF42A-ABC6-49D7-6506-2A399396AF3F}"/>
              </a:ext>
            </a:extLst>
          </p:cNvPr>
          <p:cNvGrpSpPr/>
          <p:nvPr/>
        </p:nvGrpSpPr>
        <p:grpSpPr>
          <a:xfrm>
            <a:off x="2065927" y="633672"/>
            <a:ext cx="6920780" cy="5590655"/>
            <a:chOff x="1926779" y="1267344"/>
            <a:chExt cx="6920780" cy="55906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EE7676-0C97-5601-EDF9-F44557AC3417}"/>
                </a:ext>
              </a:extLst>
            </p:cNvPr>
            <p:cNvGrpSpPr/>
            <p:nvPr/>
          </p:nvGrpSpPr>
          <p:grpSpPr>
            <a:xfrm>
              <a:off x="1926779" y="2736357"/>
              <a:ext cx="6920780" cy="4121642"/>
              <a:chOff x="1092200" y="1828774"/>
              <a:chExt cx="6920780" cy="412164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60F1896-1466-4105-B802-82071799A00B}"/>
                  </a:ext>
                </a:extLst>
              </p:cNvPr>
              <p:cNvCxnSpPr>
                <a:cxnSpLocks/>
                <a:stCxn id="9" idx="2"/>
                <a:endCxn id="7" idx="0"/>
              </p:cNvCxnSpPr>
              <p:nvPr/>
            </p:nvCxnSpPr>
            <p:spPr>
              <a:xfrm flipH="1">
                <a:off x="2757587" y="3059696"/>
                <a:ext cx="1611653" cy="123092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59EBAA2-DCB2-1066-C49D-16416B1BE106}"/>
                  </a:ext>
                </a:extLst>
              </p:cNvPr>
              <p:cNvGrpSpPr/>
              <p:nvPr/>
            </p:nvGrpSpPr>
            <p:grpSpPr>
              <a:xfrm>
                <a:off x="4682206" y="4311201"/>
                <a:ext cx="3330774" cy="1639215"/>
                <a:chOff x="4919254" y="4191297"/>
                <a:chExt cx="3330774" cy="1639215"/>
              </a:xfrm>
            </p:grpSpPr>
            <p:sp>
              <p:nvSpPr>
                <p:cNvPr id="25" name="Speech Bubble: Rectangle with Corners Rounded 6">
                  <a:extLst>
                    <a:ext uri="{FF2B5EF4-FFF2-40B4-BE49-F238E27FC236}">
                      <a16:creationId xmlns:a16="http://schemas.microsoft.com/office/drawing/2014/main" id="{D4F18B0C-7E08-2DFA-2D85-1A2DF7C9DBE4}"/>
                    </a:ext>
                  </a:extLst>
                </p:cNvPr>
                <p:cNvSpPr/>
                <p:nvPr/>
              </p:nvSpPr>
              <p:spPr>
                <a:xfrm>
                  <a:off x="4919254" y="4191297"/>
                  <a:ext cx="3330774" cy="1639215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2000" b="1" dirty="0">
                      <a:solidFill>
                        <a:srgbClr val="002060"/>
                      </a:solidFill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Remote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BE5976E-B8EE-C91A-61C7-41EE920339DA}"/>
                    </a:ext>
                  </a:extLst>
                </p:cNvPr>
                <p:cNvSpPr/>
                <p:nvPr/>
              </p:nvSpPr>
              <p:spPr>
                <a:xfrm>
                  <a:off x="5107886" y="4606104"/>
                  <a:ext cx="2953510" cy="472154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solidFill>
                    <a:srgbClr val="57C5F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Long-modules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8ED16F-1385-C386-3999-5DBC532DC256}"/>
                    </a:ext>
                  </a:extLst>
                </p:cNvPr>
                <p:cNvSpPr/>
                <p:nvPr/>
              </p:nvSpPr>
              <p:spPr>
                <a:xfrm>
                  <a:off x="5107886" y="5155893"/>
                  <a:ext cx="2953511" cy="496362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Short Modules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5E2DAA7-5DBC-B96B-EF30-53E608FAC5A7}"/>
                  </a:ext>
                </a:extLst>
              </p:cNvPr>
              <p:cNvGrpSpPr/>
              <p:nvPr/>
            </p:nvGrpSpPr>
            <p:grpSpPr>
              <a:xfrm>
                <a:off x="1092200" y="4290617"/>
                <a:ext cx="3330774" cy="1659799"/>
                <a:chOff x="752210" y="4179035"/>
                <a:chExt cx="3330774" cy="1659799"/>
              </a:xfrm>
            </p:grpSpPr>
            <p:sp>
              <p:nvSpPr>
                <p:cNvPr id="7" name="Speech Bubble: Rectangle with Corners Rounded 6">
                  <a:extLst>
                    <a:ext uri="{FF2B5EF4-FFF2-40B4-BE49-F238E27FC236}">
                      <a16:creationId xmlns:a16="http://schemas.microsoft.com/office/drawing/2014/main" id="{93750393-C4E8-2A3B-967F-A064AE94C8AB}"/>
                    </a:ext>
                  </a:extLst>
                </p:cNvPr>
                <p:cNvSpPr/>
                <p:nvPr/>
              </p:nvSpPr>
              <p:spPr>
                <a:xfrm>
                  <a:off x="752210" y="4179035"/>
                  <a:ext cx="3330774" cy="1659799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F2F</a:t>
                  </a:r>
                  <a:endParaRPr lang="en-GB" sz="2000" dirty="0">
                    <a:solidFill>
                      <a:srgbClr val="002060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74D01CA-E7C1-205C-7EDF-BEF60690F3B2}"/>
                    </a:ext>
                  </a:extLst>
                </p:cNvPr>
                <p:cNvSpPr/>
                <p:nvPr/>
              </p:nvSpPr>
              <p:spPr>
                <a:xfrm>
                  <a:off x="940842" y="4611591"/>
                  <a:ext cx="2953510" cy="472154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Long-modules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C28ED0F-3DF9-473D-5DD5-50D48ED082FA}"/>
                    </a:ext>
                  </a:extLst>
                </p:cNvPr>
                <p:cNvSpPr/>
                <p:nvPr/>
              </p:nvSpPr>
              <p:spPr>
                <a:xfrm>
                  <a:off x="940841" y="5164215"/>
                  <a:ext cx="2953511" cy="496362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solidFill>
                    <a:srgbClr val="007CC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Short Modules</a:t>
                  </a:r>
                </a:p>
              </p:txBody>
            </p:sp>
          </p:grpSp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5C2CACA0-144C-1FA4-3B93-3821251A134B}"/>
                  </a:ext>
                </a:extLst>
              </p:cNvPr>
              <p:cNvSpPr/>
              <p:nvPr/>
            </p:nvSpPr>
            <p:spPr>
              <a:xfrm>
                <a:off x="2676932" y="1828774"/>
                <a:ext cx="3384615" cy="1230922"/>
              </a:xfrm>
              <a:prstGeom prst="wedgeRoundRectCallout">
                <a:avLst>
                  <a:gd name="adj1" fmla="val -20611"/>
                  <a:gd name="adj2" fmla="val 49015"/>
                  <a:gd name="adj3" fmla="val 16667"/>
                </a:avLst>
              </a:prstGeom>
              <a:solidFill>
                <a:srgbClr val="007CC5"/>
              </a:solidFill>
              <a:ln>
                <a:solidFill>
                  <a:srgbClr val="007CC5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1200</a:t>
                </a:r>
                <a:r>
                  <a:rPr lang="zh-TW" altLang="en-US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GB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Sampled Households </a:t>
                </a:r>
              </a:p>
              <a:p>
                <a:pPr algn="ctr"/>
                <a:r>
                  <a:rPr lang="en-GB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(+ ~20%</a:t>
                </a:r>
                <a:r>
                  <a:rPr lang="zh-TW" altLang="en-US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US" altLang="zh-TW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for</a:t>
                </a:r>
                <a:r>
                  <a:rPr lang="zh-CN" altLang="en-US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US" altLang="zh-CN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non-response</a:t>
                </a:r>
                <a:r>
                  <a:rPr lang="en-GB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)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BD0F997-4148-528C-D6B2-9C613B3C7706}"/>
                  </a:ext>
                </a:extLst>
              </p:cNvPr>
              <p:cNvCxnSpPr>
                <a:cxnSpLocks/>
                <a:stCxn id="9" idx="2"/>
                <a:endCxn id="25" idx="0"/>
              </p:cNvCxnSpPr>
              <p:nvPr/>
            </p:nvCxnSpPr>
            <p:spPr>
              <a:xfrm>
                <a:off x="4369240" y="3059696"/>
                <a:ext cx="1978353" cy="12515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6E95D51D-A3C2-CD0F-31BA-36DE4A850411}"/>
                </a:ext>
              </a:extLst>
            </p:cNvPr>
            <p:cNvSpPr/>
            <p:nvPr/>
          </p:nvSpPr>
          <p:spPr>
            <a:xfrm>
              <a:off x="3794055" y="1267344"/>
              <a:ext cx="2888148" cy="79754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rgbClr val="007CC5"/>
            </a:solidFill>
            <a:ln>
              <a:solidFill>
                <a:srgbClr val="007CC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b="1" dirty="0">
                  <a:solidFill>
                    <a:srgbClr val="FFFFF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Listing of HHs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8FBBD6-EA21-932E-06E7-072E72A9DAB2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29" y="2067339"/>
              <a:ext cx="0" cy="664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A871E0-F985-1862-2E96-44A4628DBEA0}"/>
              </a:ext>
            </a:extLst>
          </p:cNvPr>
          <p:cNvSpPr txBox="1"/>
          <p:nvPr/>
        </p:nvSpPr>
        <p:spPr>
          <a:xfrm>
            <a:off x="7455431" y="709279"/>
            <a:ext cx="4143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Contact details &amp; baseline demographics collected</a:t>
            </a:r>
          </a:p>
        </p:txBody>
      </p:sp>
    </p:spTree>
    <p:extLst>
      <p:ext uri="{BB962C8B-B14F-4D97-AF65-F5344CB8AC3E}">
        <p14:creationId xmlns:p14="http://schemas.microsoft.com/office/powerpoint/2010/main" val="47596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403D1D6D-6292-E639-D4AF-073B49922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849036"/>
              </p:ext>
            </p:extLst>
          </p:nvPr>
        </p:nvGraphicFramePr>
        <p:xfrm>
          <a:off x="3876261" y="1588270"/>
          <a:ext cx="7838661" cy="3500841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2385391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461053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302026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421295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268896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5585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FFFFFF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Aggregation Methodology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Indicator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(FES)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(Income)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(F2F)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 source &amp; income change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8F16BC6-4EB0-D038-A32F-D9023BF1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2254126"/>
            <a:ext cx="4025348" cy="2349747"/>
          </a:xfrm>
        </p:spPr>
        <p:txBody>
          <a:bodyPr/>
          <a:lstStyle/>
          <a:p>
            <a:r>
              <a:rPr lang="en-GB" sz="2800" dirty="0"/>
              <a:t>Aggregation methods to be tested</a:t>
            </a:r>
          </a:p>
        </p:txBody>
      </p:sp>
    </p:spTree>
    <p:extLst>
      <p:ext uri="{BB962C8B-B14F-4D97-AF65-F5344CB8AC3E}">
        <p14:creationId xmlns:p14="http://schemas.microsoft.com/office/powerpoint/2010/main" val="103154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38" y="1495863"/>
            <a:ext cx="11008379" cy="1273730"/>
          </a:xfrm>
        </p:spPr>
        <p:txBody>
          <a:bodyPr/>
          <a:lstStyle/>
          <a:p>
            <a:r>
              <a:rPr lang="en-GB" dirty="0"/>
              <a:t>Study Design Caveats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408080-6780-95D1-DE2E-434D7DF66BC7}"/>
              </a:ext>
            </a:extLst>
          </p:cNvPr>
          <p:cNvSpPr txBox="1"/>
          <p:nvPr/>
        </p:nvSpPr>
        <p:spPr>
          <a:xfrm>
            <a:off x="651986" y="2769593"/>
            <a:ext cx="6832179" cy="1544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Mobile phone penetration</a:t>
            </a:r>
          </a:p>
          <a:p>
            <a:pPr marL="984250" lvl="3" indent="-268288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Mobile phone network</a:t>
            </a:r>
          </a:p>
          <a:p>
            <a:pPr marL="1609725" lvl="6" indent="3683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Response rate of mobile surveys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15E3B-A317-2B96-8370-007D27E127CC}"/>
              </a:ext>
            </a:extLst>
          </p:cNvPr>
          <p:cNvSpPr txBox="1"/>
          <p:nvPr/>
        </p:nvSpPr>
        <p:spPr>
          <a:xfrm>
            <a:off x="3253066" y="5588298"/>
            <a:ext cx="7471255" cy="556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Corrected statistically through weighting</a:t>
            </a:r>
          </a:p>
        </p:txBody>
      </p:sp>
    </p:spTree>
    <p:extLst>
      <p:ext uri="{BB962C8B-B14F-4D97-AF65-F5344CB8AC3E}">
        <p14:creationId xmlns:p14="http://schemas.microsoft.com/office/powerpoint/2010/main" val="8369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38" y="1495863"/>
            <a:ext cx="11008379" cy="1273730"/>
          </a:xfrm>
        </p:spPr>
        <p:txBody>
          <a:bodyPr/>
          <a:lstStyle/>
          <a:p>
            <a:r>
              <a:rPr lang="en-GB" dirty="0"/>
              <a:t>Study Design Caveats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215E3B-A317-2B96-8370-007D27E127CC}"/>
              </a:ext>
            </a:extLst>
          </p:cNvPr>
          <p:cNvSpPr txBox="1"/>
          <p:nvPr/>
        </p:nvSpPr>
        <p:spPr>
          <a:xfrm>
            <a:off x="390596" y="2703778"/>
            <a:ext cx="11517166" cy="1935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Current study insulated from these effects</a:t>
            </a:r>
          </a:p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	Nationally representative sample</a:t>
            </a:r>
          </a:p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US" sz="2800" b="0" i="0" kern="1200" dirty="0">
                <a:solidFill>
                  <a:srgbClr val="00206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   </a:t>
            </a:r>
            <a:r>
              <a:rPr lang="en-US" sz="4000" b="0" i="0" kern="1200" dirty="0">
                <a:solidFill>
                  <a:srgbClr val="00206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✓</a:t>
            </a:r>
            <a:r>
              <a:rPr lang="en-US" sz="2800" b="0" i="0" kern="1200" dirty="0">
                <a:solidFill>
                  <a:srgbClr val="00206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Test remote collection of F2F indicators using same population</a:t>
            </a: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21E7C27-0E56-9287-E78F-E752CA7EC760}"/>
              </a:ext>
            </a:extLst>
          </p:cNvPr>
          <p:cNvSpPr/>
          <p:nvPr/>
        </p:nvSpPr>
        <p:spPr>
          <a:xfrm>
            <a:off x="745435" y="3373106"/>
            <a:ext cx="506895" cy="450686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60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30225"/>
            <a:ext cx="10548938" cy="655930"/>
          </a:xfrm>
        </p:spPr>
        <p:txBody>
          <a:bodyPr/>
          <a:lstStyle/>
          <a:p>
            <a:r>
              <a:rPr lang="en-GB" dirty="0"/>
              <a:t>Tentative Workplan 2023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4DC19564-DA97-85B7-C134-AB5663E5E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5192"/>
              </p:ext>
            </p:extLst>
          </p:nvPr>
        </p:nvGraphicFramePr>
        <p:xfrm>
          <a:off x="1092205" y="1318130"/>
          <a:ext cx="10548933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4827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2766482773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3745430968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812068250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713016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      </a:t>
                      </a:r>
                      <a:r>
                        <a:rPr lang="zh-CN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     </a:t>
                      </a:r>
                      <a:r>
                        <a:rPr lang="en-US" altLang="zh-CN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Time</a:t>
                      </a:r>
                    </a:p>
                    <a:p>
                      <a:pPr algn="l"/>
                      <a:r>
                        <a:rPr lang="en-GB" sz="1400" b="1">
                          <a:solidFill>
                            <a:srgbClr val="0070BA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Countries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Jan - Apr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Jun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Aug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Status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247033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Overall Design &amp; Planning</a:t>
                      </a:r>
                      <a:endParaRPr lang="en-GB" sz="1400" b="1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✓</a:t>
                      </a:r>
                      <a:endParaRPr lang="en-GB" sz="140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356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  <a:r>
                        <a:rPr lang="zh-CN" altLang="en-US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endParaRPr lang="en-GB" sz="1200" kern="1200" dirty="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2344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Burkina Faso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 Ready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Listing Ready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On-hold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7072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Lebanon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5149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Mauritania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810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Guatemala </a:t>
                      </a:r>
                      <a:endParaRPr lang="en-GB" sz="1400" b="1">
                        <a:solidFill>
                          <a:schemeClr val="accent6">
                            <a:lumMod val="75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658595"/>
                  </a:ext>
                </a:extLst>
              </a:tr>
              <a:tr h="303594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Cleaning &amp;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Pilot</a:t>
                      </a:r>
                    </a:p>
                  </a:txBody>
                  <a:tcPr anchor="ctr"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 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Comparison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Ongoing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196758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Report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accent1">
                            <a:lumMod val="75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Ongoing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23" y="530225"/>
            <a:ext cx="10993304" cy="1286645"/>
          </a:xfrm>
        </p:spPr>
        <p:txBody>
          <a:bodyPr anchor="ctr">
            <a:normAutofit/>
          </a:bodyPr>
          <a:lstStyle/>
          <a:p>
            <a:r>
              <a:rPr lang="en-GB" dirty="0"/>
              <a:t>Sample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B895958-F1DD-9FAC-D58D-B6234CC9C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204344"/>
              </p:ext>
            </p:extLst>
          </p:nvPr>
        </p:nvGraphicFramePr>
        <p:xfrm>
          <a:off x="1092200" y="1816870"/>
          <a:ext cx="10542126" cy="4074879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568102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499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Country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1,665 (27.2%)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2,372 (38.8%)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2,080 (34.0%)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6,117 (100.0%)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Survey Progress</a:t>
                      </a: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Not Completed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572 (34.4%)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956 (40.3%)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835 (40.1%)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2,363 (38.6%)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Completed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1,093 (65.6%)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1,416 (59.7%)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1,245 (59.9%)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3,754 (61.4%)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399857"/>
                  </a:ext>
                </a:extLst>
              </a:tr>
              <a:tr h="429599"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Survey Modality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Face-to-Face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 (55.8%)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760 (53.7%)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969 (77.8%)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2,339 (62.3%)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2903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Remote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 (44.2%)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656 (46.3%)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276 (22.2%)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1,415 (37.7%)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8F8510D-4F5B-1C05-9E49-E3797DA58C4A}"/>
              </a:ext>
            </a:extLst>
          </p:cNvPr>
          <p:cNvSpPr txBox="1"/>
          <p:nvPr/>
        </p:nvSpPr>
        <p:spPr>
          <a:xfrm>
            <a:off x="1092199" y="5891749"/>
            <a:ext cx="6096000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 dirty="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 dirty="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rCARI survey 2023</a:t>
            </a:r>
            <a:endParaRPr lang="en-GB" dirty="0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5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479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53646E-6FED-CFF5-990E-258CD0670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433497"/>
              </p:ext>
            </p:extLst>
          </p:nvPr>
        </p:nvGraphicFramePr>
        <p:xfrm>
          <a:off x="12396757" y="1094414"/>
          <a:ext cx="6043295" cy="5171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DB6E653-E9D0-308B-28AC-1239DB93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59826"/>
            <a:ext cx="4478609" cy="2240774"/>
          </a:xfrm>
        </p:spPr>
        <p:txBody>
          <a:bodyPr>
            <a:normAutofit/>
          </a:bodyPr>
          <a:lstStyle/>
          <a:p>
            <a:r>
              <a:rPr lang="en-US" dirty="0"/>
              <a:t>Sampling &amp; completion </a:t>
            </a:r>
            <a:endParaRPr lang="en-GB" dirty="0"/>
          </a:p>
        </p:txBody>
      </p:sp>
      <p:pic>
        <p:nvPicPr>
          <p:cNvPr id="3" name="Picture 2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760D8C4C-5BD9-40A8-597B-B87710A02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27" y="2069"/>
            <a:ext cx="7981274" cy="685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7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BFD192-0546-ABF6-B3E1-041E14EE9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824248"/>
              </p:ext>
            </p:extLst>
          </p:nvPr>
        </p:nvGraphicFramePr>
        <p:xfrm>
          <a:off x="2032422" y="2510970"/>
          <a:ext cx="8622326" cy="2134772"/>
        </p:xfrm>
        <a:graphic>
          <a:graphicData uri="http://schemas.openxmlformats.org/drawingml/2006/table">
            <a:tbl>
              <a:tblPr firstRow="1" firstCol="1" bandRow="1"/>
              <a:tblGrid>
                <a:gridCol w="1344190">
                  <a:extLst>
                    <a:ext uri="{9D8B030D-6E8A-4147-A177-3AD203B41FA5}">
                      <a16:colId xmlns:a16="http://schemas.microsoft.com/office/drawing/2014/main" val="1866820704"/>
                    </a:ext>
                  </a:extLst>
                </a:gridCol>
                <a:gridCol w="1732794">
                  <a:extLst>
                    <a:ext uri="{9D8B030D-6E8A-4147-A177-3AD203B41FA5}">
                      <a16:colId xmlns:a16="http://schemas.microsoft.com/office/drawing/2014/main" val="4281747817"/>
                    </a:ext>
                  </a:extLst>
                </a:gridCol>
                <a:gridCol w="970248">
                  <a:extLst>
                    <a:ext uri="{9D8B030D-6E8A-4147-A177-3AD203B41FA5}">
                      <a16:colId xmlns:a16="http://schemas.microsoft.com/office/drawing/2014/main" val="806161697"/>
                    </a:ext>
                  </a:extLst>
                </a:gridCol>
                <a:gridCol w="1171590">
                  <a:extLst>
                    <a:ext uri="{9D8B030D-6E8A-4147-A177-3AD203B41FA5}">
                      <a16:colId xmlns:a16="http://schemas.microsoft.com/office/drawing/2014/main" val="123905891"/>
                    </a:ext>
                  </a:extLst>
                </a:gridCol>
                <a:gridCol w="912259">
                  <a:extLst>
                    <a:ext uri="{9D8B030D-6E8A-4147-A177-3AD203B41FA5}">
                      <a16:colId xmlns:a16="http://schemas.microsoft.com/office/drawing/2014/main" val="3452156177"/>
                    </a:ext>
                  </a:extLst>
                </a:gridCol>
                <a:gridCol w="1228975">
                  <a:extLst>
                    <a:ext uri="{9D8B030D-6E8A-4147-A177-3AD203B41FA5}">
                      <a16:colId xmlns:a16="http://schemas.microsoft.com/office/drawing/2014/main" val="157313095"/>
                    </a:ext>
                  </a:extLst>
                </a:gridCol>
                <a:gridCol w="1262270">
                  <a:extLst>
                    <a:ext uri="{9D8B030D-6E8A-4147-A177-3AD203B41FA5}">
                      <a16:colId xmlns:a16="http://schemas.microsoft.com/office/drawing/2014/main" val="3603180549"/>
                    </a:ext>
                  </a:extLst>
                </a:gridCol>
              </a:tblGrid>
              <a:tr h="6676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Completed Count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 Count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Count</a:t>
                      </a:r>
                      <a:endParaRPr lang="en-GB" sz="2400" b="1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951283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Face2Face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9.3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91.7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1057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23404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331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54.4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46.6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608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283216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419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25.2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74.8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1665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03556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4DF6B13-2A3F-62E0-7659-F39391BA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3589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dirty="0"/>
              <a:t>Sample Completion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0A590B-BC1D-F7F7-5741-B7DB5A8EC6BA}"/>
              </a:ext>
            </a:extLst>
          </p:cNvPr>
          <p:cNvSpPr/>
          <p:nvPr/>
        </p:nvSpPr>
        <p:spPr>
          <a:xfrm>
            <a:off x="6313714" y="3214076"/>
            <a:ext cx="1883230" cy="142252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BE5C2-8078-86E5-FC72-CA7EC2A7E64D}"/>
              </a:ext>
            </a:extLst>
          </p:cNvPr>
          <p:cNvSpPr txBox="1"/>
          <p:nvPr/>
        </p:nvSpPr>
        <p:spPr>
          <a:xfrm>
            <a:off x="2032422" y="4636598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22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2" y="2578608"/>
            <a:ext cx="4157550" cy="1755576"/>
          </a:xfrm>
        </p:spPr>
        <p:txBody>
          <a:bodyPr/>
          <a:lstStyle/>
          <a:p>
            <a:r>
              <a:rPr lang="en-US" dirty="0"/>
              <a:t>Balance tests for full sample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657DE8-4C75-5026-F952-83BCA7FBA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188877"/>
              </p:ext>
            </p:extLst>
          </p:nvPr>
        </p:nvGraphicFramePr>
        <p:xfrm>
          <a:off x="3831336" y="347272"/>
          <a:ext cx="7808976" cy="6126680"/>
        </p:xfrm>
        <a:graphic>
          <a:graphicData uri="http://schemas.openxmlformats.org/drawingml/2006/table">
            <a:tbl>
              <a:tblPr/>
              <a:tblGrid>
                <a:gridCol w="4242816">
                  <a:extLst>
                    <a:ext uri="{9D8B030D-6E8A-4147-A177-3AD203B41FA5}">
                      <a16:colId xmlns:a16="http://schemas.microsoft.com/office/drawing/2014/main" val="2991238573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36177431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193102557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3127327150"/>
                    </a:ext>
                  </a:extLst>
                </a:gridCol>
              </a:tblGrid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(1) 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(2) 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(1)-(2)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367978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Remote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Pairwise t-test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602812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99073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List respondent age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38.50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39.34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-0.84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39783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(0.43)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(0.79)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26058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head is the respondent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0.77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17796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8646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Female Household Head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77817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00693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Married Household Head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76785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887803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head years of education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4.66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6.03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-1.37***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124078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(0.28)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81523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Displaced household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85464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89881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size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6.57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7.36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-0.78***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80941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(0.21)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61669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household member younger than 15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3.48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-0.32**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37328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42624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household member older than 60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7442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11955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Has household member with disability/chronic disease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02215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6781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rooms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2.26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2.62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-0.36***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29023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95415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Crowding Index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3.60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3.30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27899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011693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has impoverished roof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56919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40713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has impoverished floor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43485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689589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16029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65C711-AA96-7235-B353-A495A7B91488}"/>
              </a:ext>
            </a:extLst>
          </p:cNvPr>
          <p:cNvSpPr/>
          <p:nvPr/>
        </p:nvSpPr>
        <p:spPr>
          <a:xfrm>
            <a:off x="3721608" y="2459736"/>
            <a:ext cx="7808976" cy="144475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839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728190-440C-45AA-4A21-8B2FC04E4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78689"/>
              </p:ext>
            </p:extLst>
          </p:nvPr>
        </p:nvGraphicFramePr>
        <p:xfrm>
          <a:off x="3867912" y="351299"/>
          <a:ext cx="7863839" cy="6259813"/>
        </p:xfrm>
        <a:graphic>
          <a:graphicData uri="http://schemas.openxmlformats.org/drawingml/2006/table">
            <a:tbl>
              <a:tblPr/>
              <a:tblGrid>
                <a:gridCol w="4098467">
                  <a:extLst>
                    <a:ext uri="{9D8B030D-6E8A-4147-A177-3AD203B41FA5}">
                      <a16:colId xmlns:a16="http://schemas.microsoft.com/office/drawing/2014/main" val="2301633686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1997416010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3303286668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3560217852"/>
                    </a:ext>
                  </a:extLst>
                </a:gridCol>
              </a:tblGrid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(1) 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(2) 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(1)-(2)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53876"/>
                  </a:ext>
                </a:extLst>
              </a:tr>
              <a:tr h="233889"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F2F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Remote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Pairwise t-test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744447"/>
                  </a:ext>
                </a:extLst>
              </a:tr>
              <a:tr h="244533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Mean/(SE)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Mean/(SE)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 difference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10704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List respondent age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36.27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39.03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-2.76**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77231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(0.73)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(0.99)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76308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head is the respondent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878048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942997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Female Household Head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575395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40914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Married Household Head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46420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70806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head years of education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7.55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7.92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-0.38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0387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(0.37)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79246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Displaced household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862348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90873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size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7.72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8.39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-0.67**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22538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0424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household member younger than 15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4.04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4.31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1669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(0.16)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44318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household member older than 60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3434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97745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Has household member with disability/chronic disease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533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15982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rooms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2.89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3.13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-0.24**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60146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87396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Crowding Index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2.97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84299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(0.09)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1972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has impoverished roof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0.68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156175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54685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has impoverished floor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148027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179218"/>
                  </a:ext>
                </a:extLst>
              </a:tr>
              <a:tr h="36130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observations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451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17764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2" y="2002536"/>
            <a:ext cx="3791790" cy="2331648"/>
          </a:xfrm>
        </p:spPr>
        <p:txBody>
          <a:bodyPr/>
          <a:lstStyle/>
          <a:p>
            <a:r>
              <a:rPr lang="en-US" dirty="0"/>
              <a:t>Balance tests for</a:t>
            </a:r>
            <a:br>
              <a:rPr lang="en-US" dirty="0"/>
            </a:br>
            <a:r>
              <a:rPr lang="en-US" dirty="0"/>
              <a:t>- Phone owner group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A7B8F7-438B-081B-836A-8FDDF7DA4BAC}"/>
              </a:ext>
            </a:extLst>
          </p:cNvPr>
          <p:cNvSpPr/>
          <p:nvPr/>
        </p:nvSpPr>
        <p:spPr>
          <a:xfrm>
            <a:off x="3831336" y="3220278"/>
            <a:ext cx="7751142" cy="29101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78876E-5251-4766-C642-3C1BAB550DBB}"/>
              </a:ext>
            </a:extLst>
          </p:cNvPr>
          <p:cNvSpPr/>
          <p:nvPr/>
        </p:nvSpPr>
        <p:spPr>
          <a:xfrm>
            <a:off x="3831336" y="4748916"/>
            <a:ext cx="7751142" cy="35502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243254-D96C-A7E0-C41B-9C402C8A1869}"/>
              </a:ext>
            </a:extLst>
          </p:cNvPr>
          <p:cNvSpPr/>
          <p:nvPr/>
        </p:nvSpPr>
        <p:spPr>
          <a:xfrm>
            <a:off x="3831336" y="1011899"/>
            <a:ext cx="7808976" cy="40542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538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90CDD4-B15D-F0BA-71BB-AC501D1D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734276"/>
              </p:ext>
            </p:extLst>
          </p:nvPr>
        </p:nvGraphicFramePr>
        <p:xfrm>
          <a:off x="859974" y="1415143"/>
          <a:ext cx="11179622" cy="4772417"/>
        </p:xfrm>
        <a:graphic>
          <a:graphicData uri="http://schemas.openxmlformats.org/drawingml/2006/table">
            <a:tbl>
              <a:tblPr firstRow="1" firstCol="1" bandRow="1"/>
              <a:tblGrid>
                <a:gridCol w="3106529">
                  <a:extLst>
                    <a:ext uri="{9D8B030D-6E8A-4147-A177-3AD203B41FA5}">
                      <a16:colId xmlns:a16="http://schemas.microsoft.com/office/drawing/2014/main" val="3090765479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998459055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206210948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401089234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420717472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332876202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719097645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672189199"/>
                    </a:ext>
                  </a:extLst>
                </a:gridCol>
              </a:tblGrid>
              <a:tr h="407593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22418"/>
                  </a:ext>
                </a:extLst>
              </a:tr>
              <a:tr h="69754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99869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911362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-0.22**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-0.18***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197419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311725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8598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S-FI)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3228496"/>
                  </a:ext>
                </a:extLst>
              </a:tr>
              <a:tr h="330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45649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6B9BE1BA-366D-1BA9-DC1B-DA7B78E8C202}"/>
              </a:ext>
            </a:extLst>
          </p:cNvPr>
          <p:cNvSpPr/>
          <p:nvPr/>
        </p:nvSpPr>
        <p:spPr>
          <a:xfrm>
            <a:off x="824937" y="5205479"/>
            <a:ext cx="11179621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678661-4B6F-98A4-7DCE-22CD13AB1153}"/>
              </a:ext>
            </a:extLst>
          </p:cNvPr>
          <p:cNvSpPr/>
          <p:nvPr/>
        </p:nvSpPr>
        <p:spPr>
          <a:xfrm>
            <a:off x="9808031" y="1807029"/>
            <a:ext cx="955137" cy="438053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96A7F-EE33-B84F-234F-74D4E5BEC832}"/>
              </a:ext>
            </a:extLst>
          </p:cNvPr>
          <p:cNvSpPr txBox="1"/>
          <p:nvPr/>
        </p:nvSpPr>
        <p:spPr>
          <a:xfrm>
            <a:off x="2252921" y="6187560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31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3D0A8-2386-F08E-75E8-33501E64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47338"/>
              </p:ext>
            </p:extLst>
          </p:nvPr>
        </p:nvGraphicFramePr>
        <p:xfrm>
          <a:off x="4041100" y="714970"/>
          <a:ext cx="8019836" cy="5401368"/>
        </p:xfrm>
        <a:graphic>
          <a:graphicData uri="http://schemas.openxmlformats.org/drawingml/2006/table">
            <a:tbl>
              <a:tblPr firstRow="1" firstCol="1" bandRow="1"/>
              <a:tblGrid>
                <a:gridCol w="4090261">
                  <a:extLst>
                    <a:ext uri="{9D8B030D-6E8A-4147-A177-3AD203B41FA5}">
                      <a16:colId xmlns:a16="http://schemas.microsoft.com/office/drawing/2014/main" val="3881511217"/>
                    </a:ext>
                  </a:extLst>
                </a:gridCol>
                <a:gridCol w="1151880">
                  <a:extLst>
                    <a:ext uri="{9D8B030D-6E8A-4147-A177-3AD203B41FA5}">
                      <a16:colId xmlns:a16="http://schemas.microsoft.com/office/drawing/2014/main" val="1239420874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1897968781"/>
                    </a:ext>
                  </a:extLst>
                </a:gridCol>
                <a:gridCol w="1621300">
                  <a:extLst>
                    <a:ext uri="{9D8B030D-6E8A-4147-A177-3AD203B41FA5}">
                      <a16:colId xmlns:a16="http://schemas.microsoft.com/office/drawing/2014/main" val="151705805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55469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Consumption Score-FCS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39.31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6845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Coping Strategies Index-rCSI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13.52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(0.34)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17.04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-3.51***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216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72773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6990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8864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833219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39966"/>
                  </a:ext>
                </a:extLst>
              </a:tr>
              <a:tr h="343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711982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94FE39-A35A-D660-F096-B3803757D0BC}"/>
              </a:ext>
            </a:extLst>
          </p:cNvPr>
          <p:cNvSpPr/>
          <p:nvPr/>
        </p:nvSpPr>
        <p:spPr>
          <a:xfrm>
            <a:off x="4041097" y="2111828"/>
            <a:ext cx="8019835" cy="24313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556F04F-D5F0-BC85-479D-244A35489755}"/>
              </a:ext>
            </a:extLst>
          </p:cNvPr>
          <p:cNvSpPr/>
          <p:nvPr/>
        </p:nvSpPr>
        <p:spPr>
          <a:xfrm>
            <a:off x="4041101" y="1488816"/>
            <a:ext cx="8019833" cy="593394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B7D4C59-D2C9-0214-D52F-65ADFF4929E1}"/>
              </a:ext>
            </a:extLst>
          </p:cNvPr>
          <p:cNvSpPr/>
          <p:nvPr/>
        </p:nvSpPr>
        <p:spPr>
          <a:xfrm>
            <a:off x="4041097" y="5166172"/>
            <a:ext cx="8019835" cy="592953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A31DFC57-6C6C-6A4F-916D-DCF8477AA720}"/>
              </a:ext>
            </a:extLst>
          </p:cNvPr>
          <p:cNvSpPr/>
          <p:nvPr/>
        </p:nvSpPr>
        <p:spPr>
          <a:xfrm>
            <a:off x="4041099" y="4562333"/>
            <a:ext cx="8019833" cy="592953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AE502-2F77-6D86-F4B9-38725262DE7D}"/>
              </a:ext>
            </a:extLst>
          </p:cNvPr>
          <p:cNvSpPr txBox="1"/>
          <p:nvPr/>
        </p:nvSpPr>
        <p:spPr>
          <a:xfrm>
            <a:off x="4041097" y="608231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3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B34341-ACA4-A61C-AACD-8F9D6EC1F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11342"/>
              </p:ext>
            </p:extLst>
          </p:nvPr>
        </p:nvGraphicFramePr>
        <p:xfrm>
          <a:off x="1110343" y="1016315"/>
          <a:ext cx="10874828" cy="5211955"/>
        </p:xfrm>
        <a:graphic>
          <a:graphicData uri="http://schemas.openxmlformats.org/drawingml/2006/table">
            <a:tbl>
              <a:tblPr firstRow="1" firstCol="1" bandRow="1"/>
              <a:tblGrid>
                <a:gridCol w="3635828">
                  <a:extLst>
                    <a:ext uri="{9D8B030D-6E8A-4147-A177-3AD203B41FA5}">
                      <a16:colId xmlns:a16="http://schemas.microsoft.com/office/drawing/2014/main" val="1735494729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25443726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6404953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15861580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7938823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7544494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1988854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Poor/Border line - 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- FCG 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070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9951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800" b="1" kern="12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0344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rCSI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13.31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(0.39)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16.66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14.35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(0.65)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17.68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(0.88)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-3.33**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-3.33***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527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3651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895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4122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-0.21***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-0.14***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0321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894736"/>
                  </a:ext>
                </a:extLst>
              </a:tr>
              <a:tr h="33965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781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955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798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78554B-CE24-3F21-77D8-115436A6D0B5}"/>
              </a:ext>
            </a:extLst>
          </p:cNvPr>
          <p:cNvSpPr txBox="1"/>
          <p:nvPr/>
        </p:nvSpPr>
        <p:spPr>
          <a:xfrm>
            <a:off x="2057404" y="6195612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79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D13452-505C-FB35-D2BF-C785AE158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447110"/>
              </p:ext>
            </p:extLst>
          </p:nvPr>
        </p:nvGraphicFramePr>
        <p:xfrm>
          <a:off x="3461657" y="828674"/>
          <a:ext cx="8501743" cy="5200652"/>
        </p:xfrm>
        <a:graphic>
          <a:graphicData uri="http://schemas.openxmlformats.org/drawingml/2006/table">
            <a:tbl>
              <a:tblPr firstRow="1" firstCol="1" bandRow="1"/>
              <a:tblGrid>
                <a:gridCol w="4124909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610298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-0.33**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-0.29***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-1.20***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A63B20C-B421-BFBF-6CE4-8F9FC41B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76999"/>
            <a:ext cx="3222240" cy="2545371"/>
          </a:xfrm>
        </p:spPr>
        <p:txBody>
          <a:bodyPr/>
          <a:lstStyle/>
          <a:p>
            <a:r>
              <a:rPr lang="en-US" dirty="0"/>
              <a:t>FG consumption by modality </a:t>
            </a:r>
            <a:endParaRPr lang="en-GB" dirty="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706585C5-5CCC-FE17-E39B-B99E585B3DD0}"/>
              </a:ext>
            </a:extLst>
          </p:cNvPr>
          <p:cNvSpPr/>
          <p:nvPr/>
        </p:nvSpPr>
        <p:spPr>
          <a:xfrm>
            <a:off x="10537371" y="1632855"/>
            <a:ext cx="1467187" cy="39809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4F116-EC5C-956A-C17F-4480C55C03F8}"/>
              </a:ext>
            </a:extLst>
          </p:cNvPr>
          <p:cNvSpPr txBox="1"/>
          <p:nvPr/>
        </p:nvSpPr>
        <p:spPr>
          <a:xfrm>
            <a:off x="3409613" y="598950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0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522693"/>
              </p:ext>
            </p:extLst>
          </p:nvPr>
        </p:nvGraphicFramePr>
        <p:xfrm>
          <a:off x="4169229" y="2033349"/>
          <a:ext cx="7161199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265047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3017229"/>
            <a:ext cx="3485191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E2EC85C3-77B3-6EBF-B8E8-679D624D832B}"/>
              </a:ext>
            </a:extLst>
          </p:cNvPr>
          <p:cNvSpPr/>
          <p:nvPr/>
        </p:nvSpPr>
        <p:spPr>
          <a:xfrm>
            <a:off x="9895899" y="2841172"/>
            <a:ext cx="1109559" cy="15457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BB66-52B6-D1C9-8426-C2593CADD5B9}"/>
              </a:ext>
            </a:extLst>
          </p:cNvPr>
          <p:cNvSpPr txBox="1"/>
          <p:nvPr/>
        </p:nvSpPr>
        <p:spPr>
          <a:xfrm>
            <a:off x="4169229" y="4757433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49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9790"/>
              </p:ext>
            </p:extLst>
          </p:nvPr>
        </p:nvGraphicFramePr>
        <p:xfrm>
          <a:off x="3722914" y="1958891"/>
          <a:ext cx="7683309" cy="3346857"/>
        </p:xfrm>
        <a:graphic>
          <a:graphicData uri="http://schemas.openxmlformats.org/drawingml/2006/table">
            <a:tbl>
              <a:tblPr firstRow="1" firstCol="1" bandRow="1"/>
              <a:tblGrid>
                <a:gridCol w="317258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718390"/>
            <a:ext cx="3211285" cy="1827857"/>
          </a:xfrm>
        </p:spPr>
        <p:txBody>
          <a:bodyPr/>
          <a:lstStyle/>
          <a:p>
            <a:r>
              <a:rPr lang="en-US" dirty="0"/>
              <a:t>FCG + rCSI by modality 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D67623-F4D4-6D6E-92DC-FEA185796297}"/>
              </a:ext>
            </a:extLst>
          </p:cNvPr>
          <p:cNvSpPr/>
          <p:nvPr/>
        </p:nvSpPr>
        <p:spPr>
          <a:xfrm>
            <a:off x="3722914" y="3254827"/>
            <a:ext cx="7683309" cy="112122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D6B7C8-58B5-B620-4E13-5DFCF3724BBA}"/>
              </a:ext>
            </a:extLst>
          </p:cNvPr>
          <p:cNvSpPr/>
          <p:nvPr/>
        </p:nvSpPr>
        <p:spPr>
          <a:xfrm>
            <a:off x="3722914" y="4425254"/>
            <a:ext cx="7683309" cy="500743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C96D-7C17-3DDA-A5FA-EA3DE0BECA14}"/>
              </a:ext>
            </a:extLst>
          </p:cNvPr>
          <p:cNvSpPr txBox="1"/>
          <p:nvPr/>
        </p:nvSpPr>
        <p:spPr>
          <a:xfrm>
            <a:off x="3624947" y="5268385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816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EA471-3ADD-76F3-1E3B-51018EB4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70365"/>
              </p:ext>
            </p:extLst>
          </p:nvPr>
        </p:nvGraphicFramePr>
        <p:xfrm>
          <a:off x="2601686" y="628584"/>
          <a:ext cx="9457680" cy="5655966"/>
        </p:xfrm>
        <a:graphic>
          <a:graphicData uri="http://schemas.openxmlformats.org/drawingml/2006/table">
            <a:tbl>
              <a:tblPr firstRow="1" firstCol="1" bandRow="1"/>
              <a:tblGrid>
                <a:gridCol w="5181600">
                  <a:extLst>
                    <a:ext uri="{9D8B030D-6E8A-4147-A177-3AD203B41FA5}">
                      <a16:colId xmlns:a16="http://schemas.microsoft.com/office/drawing/2014/main" val="326127740"/>
                    </a:ext>
                  </a:extLst>
                </a:gridCol>
                <a:gridCol w="1382485">
                  <a:extLst>
                    <a:ext uri="{9D8B030D-6E8A-4147-A177-3AD203B41FA5}">
                      <a16:colId xmlns:a16="http://schemas.microsoft.com/office/drawing/2014/main" val="3474106582"/>
                    </a:ext>
                  </a:extLst>
                </a:gridCol>
                <a:gridCol w="1111814">
                  <a:extLst>
                    <a:ext uri="{9D8B030D-6E8A-4147-A177-3AD203B41FA5}">
                      <a16:colId xmlns:a16="http://schemas.microsoft.com/office/drawing/2014/main" val="4079712457"/>
                    </a:ext>
                  </a:extLst>
                </a:gridCol>
                <a:gridCol w="1781781">
                  <a:extLst>
                    <a:ext uri="{9D8B030D-6E8A-4147-A177-3AD203B41FA5}">
                      <a16:colId xmlns:a16="http://schemas.microsoft.com/office/drawing/2014/main" val="3186583632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842246"/>
                  </a:ext>
                </a:extLst>
              </a:tr>
              <a:tr h="2218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205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6218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279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90790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16985"/>
                  </a:ext>
                </a:extLst>
              </a:tr>
              <a:tr h="1917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46737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 50%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69730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 – 65%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12399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 –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37108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&gt;=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06383"/>
                  </a:ext>
                </a:extLst>
              </a:tr>
              <a:tr h="30443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889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8FCC79-7DD7-12F4-89C1-69696042ABF3}"/>
              </a:ext>
            </a:extLst>
          </p:cNvPr>
          <p:cNvSpPr txBox="1"/>
          <p:nvPr/>
        </p:nvSpPr>
        <p:spPr>
          <a:xfrm>
            <a:off x="2601686" y="6284550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2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615356"/>
              </p:ext>
            </p:extLst>
          </p:nvPr>
        </p:nvGraphicFramePr>
        <p:xfrm>
          <a:off x="4898571" y="292013"/>
          <a:ext cx="6955970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2830286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397157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498441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-0.20***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-0.22***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-0.12***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-0.14***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LCS strategy adoption by modality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384971" y="887183"/>
            <a:ext cx="1469569" cy="484414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80207-1EE9-D6ED-F7F4-AFE4AE8711CC}"/>
              </a:ext>
            </a:extLst>
          </p:cNvPr>
          <p:cNvSpPr txBox="1"/>
          <p:nvPr/>
        </p:nvSpPr>
        <p:spPr>
          <a:xfrm>
            <a:off x="4887689" y="613922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85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B886-5CD9-8C78-572A-0BF2625A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77938"/>
          </a:xfrm>
        </p:spPr>
        <p:txBody>
          <a:bodyPr/>
          <a:lstStyle/>
          <a:p>
            <a:r>
              <a:rPr lang="en-GB" dirty="0"/>
              <a:t>CAR- Phone </a:t>
            </a:r>
            <a:r>
              <a:rPr lang="en-GB"/>
              <a:t>Owners Only</a:t>
            </a:r>
            <a:endParaRPr lang="en-GB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615A3E3-73F6-573A-4F9F-BC11257267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3954578"/>
              </p:ext>
            </p:extLst>
          </p:nvPr>
        </p:nvGraphicFramePr>
        <p:xfrm>
          <a:off x="2562723" y="1686404"/>
          <a:ext cx="6043295" cy="4997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7221111-13F2-1B78-F98D-CDFB75520077}"/>
              </a:ext>
            </a:extLst>
          </p:cNvPr>
          <p:cNvSpPr/>
          <p:nvPr/>
        </p:nvSpPr>
        <p:spPr>
          <a:xfrm>
            <a:off x="6619461" y="2502768"/>
            <a:ext cx="1966679" cy="4049486"/>
          </a:xfrm>
          <a:prstGeom prst="rect">
            <a:avLst/>
          </a:prstGeom>
          <a:solidFill>
            <a:srgbClr val="FFFF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851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E214CE-1CD5-10DB-ED81-143343CE3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26628"/>
              </p:ext>
            </p:extLst>
          </p:nvPr>
        </p:nvGraphicFramePr>
        <p:xfrm>
          <a:off x="863757" y="1044978"/>
          <a:ext cx="11141773" cy="4748275"/>
        </p:xfrm>
        <a:graphic>
          <a:graphicData uri="http://schemas.openxmlformats.org/drawingml/2006/table">
            <a:tbl>
              <a:tblPr firstRow="1" firstCol="1" bandRow="1"/>
              <a:tblGrid>
                <a:gridCol w="3045235">
                  <a:extLst>
                    <a:ext uri="{9D8B030D-6E8A-4147-A177-3AD203B41FA5}">
                      <a16:colId xmlns:a16="http://schemas.microsoft.com/office/drawing/2014/main" val="1813885321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65000989"/>
                    </a:ext>
                  </a:extLst>
                </a:gridCol>
                <a:gridCol w="1012068">
                  <a:extLst>
                    <a:ext uri="{9D8B030D-6E8A-4147-A177-3AD203B41FA5}">
                      <a16:colId xmlns:a16="http://schemas.microsoft.com/office/drawing/2014/main" val="3872656584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361850353"/>
                    </a:ext>
                  </a:extLst>
                </a:gridCol>
                <a:gridCol w="1012068">
                  <a:extLst>
                    <a:ext uri="{9D8B030D-6E8A-4147-A177-3AD203B41FA5}">
                      <a16:colId xmlns:a16="http://schemas.microsoft.com/office/drawing/2014/main" val="3376318347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906804158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285007698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3355228153"/>
                    </a:ext>
                  </a:extLst>
                </a:gridCol>
                <a:gridCol w="1012067">
                  <a:extLst>
                    <a:ext uri="{9D8B030D-6E8A-4147-A177-3AD203B41FA5}">
                      <a16:colId xmlns:a16="http://schemas.microsoft.com/office/drawing/2014/main" val="2023963084"/>
                    </a:ext>
                  </a:extLst>
                </a:gridCol>
              </a:tblGrid>
              <a:tr h="745598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REMOTE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Paired t-test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37940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CARI-FES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CARI-Inc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CARI-Inc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CARI-FES</a:t>
                      </a:r>
                      <a:endParaRPr lang="en-GB" sz="14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(8)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9076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Food 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4326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9550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Marginally Food 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0.21***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297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472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Moderately Food Insecure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4025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7189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Severely Food Insecure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009938"/>
                  </a:ext>
                </a:extLst>
              </a:tr>
              <a:tr h="267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793221"/>
                  </a:ext>
                </a:extLst>
              </a:tr>
              <a:tr h="2893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Group (M + S-FI)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0.71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-0.21***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8960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237408"/>
                  </a:ext>
                </a:extLst>
              </a:tr>
              <a:tr h="39333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800" b="1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751987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E55ACB4-27C7-8AF7-7F0B-531ED03F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732" y="7463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5134334-8F54-1C75-460F-7E46B41FD407}"/>
              </a:ext>
            </a:extLst>
          </p:cNvPr>
          <p:cNvSpPr/>
          <p:nvPr/>
        </p:nvSpPr>
        <p:spPr>
          <a:xfrm>
            <a:off x="833939" y="4827579"/>
            <a:ext cx="11141765" cy="5435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A048F-AB84-9958-8E86-A250F5B8DDE8}"/>
              </a:ext>
            </a:extLst>
          </p:cNvPr>
          <p:cNvSpPr txBox="1"/>
          <p:nvPr/>
        </p:nvSpPr>
        <p:spPr>
          <a:xfrm>
            <a:off x="1917310" y="6048154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75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5C97BF-1916-20FA-76B2-F10279C2E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761750"/>
              </p:ext>
            </p:extLst>
          </p:nvPr>
        </p:nvGraphicFramePr>
        <p:xfrm>
          <a:off x="4060371" y="655969"/>
          <a:ext cx="7815944" cy="5298515"/>
        </p:xfrm>
        <a:graphic>
          <a:graphicData uri="http://schemas.openxmlformats.org/drawingml/2006/table">
            <a:tbl>
              <a:tblPr firstRow="1" firstCol="1" bandRow="1"/>
              <a:tblGrid>
                <a:gridCol w="3897086">
                  <a:extLst>
                    <a:ext uri="{9D8B030D-6E8A-4147-A177-3AD203B41FA5}">
                      <a16:colId xmlns:a16="http://schemas.microsoft.com/office/drawing/2014/main" val="4054671759"/>
                    </a:ext>
                  </a:extLst>
                </a:gridCol>
                <a:gridCol w="1211252">
                  <a:extLst>
                    <a:ext uri="{9D8B030D-6E8A-4147-A177-3AD203B41FA5}">
                      <a16:colId xmlns:a16="http://schemas.microsoft.com/office/drawing/2014/main" val="3160113844"/>
                    </a:ext>
                  </a:extLst>
                </a:gridCol>
                <a:gridCol w="1211252">
                  <a:extLst>
                    <a:ext uri="{9D8B030D-6E8A-4147-A177-3AD203B41FA5}">
                      <a16:colId xmlns:a16="http://schemas.microsoft.com/office/drawing/2014/main" val="2049500306"/>
                    </a:ext>
                  </a:extLst>
                </a:gridCol>
                <a:gridCol w="1496354">
                  <a:extLst>
                    <a:ext uri="{9D8B030D-6E8A-4147-A177-3AD203B41FA5}">
                      <a16:colId xmlns:a16="http://schemas.microsoft.com/office/drawing/2014/main" val="1964772843"/>
                    </a:ext>
                  </a:extLst>
                </a:gridCol>
              </a:tblGrid>
              <a:tr h="7535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744373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Food Consumption Score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39.76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47.63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-7.87***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573923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(1.39)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34958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Consumption Strategies Index (rCSI)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14.35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17.27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-2.92***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511788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(0.58)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(0.71)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928341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None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0.11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0.09**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489414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320322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Stress level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0.61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19862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07524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Crisis level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-0.13***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378219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06370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Emergency level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-0.15***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64666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38762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305967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00623"/>
                  </a:ext>
                </a:extLst>
              </a:tr>
              <a:tr h="3648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83554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276A796-85A0-0F7F-D883-F34240ED51EA}"/>
              </a:ext>
            </a:extLst>
          </p:cNvPr>
          <p:cNvGrpSpPr/>
          <p:nvPr/>
        </p:nvGrpSpPr>
        <p:grpSpPr>
          <a:xfrm>
            <a:off x="10689771" y="1436913"/>
            <a:ext cx="936172" cy="4114800"/>
            <a:chOff x="10722428" y="1948543"/>
            <a:chExt cx="936172" cy="41148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B1C3CD8-1A66-FDF9-4F1F-18E97D1C4F98}"/>
                </a:ext>
              </a:extLst>
            </p:cNvPr>
            <p:cNvSpPr/>
            <p:nvPr/>
          </p:nvSpPr>
          <p:spPr>
            <a:xfrm>
              <a:off x="10722429" y="4180114"/>
              <a:ext cx="936171" cy="18832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179BEAF-0FE6-A20C-82BD-2A1FC7B28D63}"/>
                </a:ext>
              </a:extLst>
            </p:cNvPr>
            <p:cNvSpPr/>
            <p:nvPr/>
          </p:nvSpPr>
          <p:spPr>
            <a:xfrm>
              <a:off x="10722428" y="1948543"/>
              <a:ext cx="936171" cy="111034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16AACB-5EFF-7769-2E1B-7995B5A33EB2}"/>
              </a:ext>
            </a:extLst>
          </p:cNvPr>
          <p:cNvSpPr/>
          <p:nvPr/>
        </p:nvSpPr>
        <p:spPr>
          <a:xfrm>
            <a:off x="10689770" y="2628900"/>
            <a:ext cx="936171" cy="9525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602F11-9768-30D5-12EA-2E9E00CD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25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25CC5-4348-E663-2608-97A37B87441C}"/>
              </a:ext>
            </a:extLst>
          </p:cNvPr>
          <p:cNvSpPr txBox="1"/>
          <p:nvPr/>
        </p:nvSpPr>
        <p:spPr>
          <a:xfrm>
            <a:off x="4060371" y="5915959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75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69137"/>
              </p:ext>
            </p:extLst>
          </p:nvPr>
        </p:nvGraphicFramePr>
        <p:xfrm>
          <a:off x="4898571" y="313782"/>
          <a:ext cx="6955970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2830286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397157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498441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0.28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-0.18***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-0.20***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-0.07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-0.11***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-0.06***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LCS strategy adoption by modality (Phone-owners)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384971" y="898066"/>
            <a:ext cx="1469569" cy="493712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97B000-257A-F0BD-51C9-2AF1D4706979}"/>
              </a:ext>
            </a:extLst>
          </p:cNvPr>
          <p:cNvSpPr txBox="1"/>
          <p:nvPr/>
        </p:nvSpPr>
        <p:spPr>
          <a:xfrm>
            <a:off x="4800604" y="6166433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9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238490-36A9-E32B-4C21-C087B568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40201"/>
              </p:ext>
            </p:extLst>
          </p:nvPr>
        </p:nvGraphicFramePr>
        <p:xfrm>
          <a:off x="2667009" y="649170"/>
          <a:ext cx="9394371" cy="5708088"/>
        </p:xfrm>
        <a:graphic>
          <a:graphicData uri="http://schemas.openxmlformats.org/drawingml/2006/table">
            <a:tbl>
              <a:tblPr firstRow="1" firstCol="1" bandRow="1"/>
              <a:tblGrid>
                <a:gridCol w="5290457">
                  <a:extLst>
                    <a:ext uri="{9D8B030D-6E8A-4147-A177-3AD203B41FA5}">
                      <a16:colId xmlns:a16="http://schemas.microsoft.com/office/drawing/2014/main" val="330750981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82059344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363043458"/>
                    </a:ext>
                  </a:extLst>
                </a:gridCol>
                <a:gridCol w="1730828">
                  <a:extLst>
                    <a:ext uri="{9D8B030D-6E8A-4147-A177-3AD203B41FA5}">
                      <a16:colId xmlns:a16="http://schemas.microsoft.com/office/drawing/2014/main" val="234241585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425590"/>
                  </a:ext>
                </a:extLst>
              </a:tr>
              <a:tr h="3791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413067"/>
                  </a:ext>
                </a:extLst>
              </a:tr>
              <a:tr h="19899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0.19***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0322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8210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0.42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-0.08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79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3285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0.12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-0.11***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5397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392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924653"/>
                  </a:ext>
                </a:extLst>
              </a:tr>
              <a:tr h="1637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488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0487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50%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981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312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50 - 65%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7908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482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65 - 75%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91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8302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&gt;= 75%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-0.10**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371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055081"/>
                  </a:ext>
                </a:extLst>
              </a:tr>
              <a:tr h="35933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13185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0D05B52C-7A01-DA80-3121-D0D26ECAB55D}"/>
              </a:ext>
            </a:extLst>
          </p:cNvPr>
          <p:cNvGrpSpPr/>
          <p:nvPr/>
        </p:nvGrpSpPr>
        <p:grpSpPr>
          <a:xfrm>
            <a:off x="2612571" y="2741208"/>
            <a:ext cx="9350827" cy="3247923"/>
            <a:chOff x="2340429" y="2710545"/>
            <a:chExt cx="9350827" cy="324792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A273C8-0B13-6ECE-80B7-69148F963FE2}"/>
                </a:ext>
              </a:extLst>
            </p:cNvPr>
            <p:cNvSpPr/>
            <p:nvPr/>
          </p:nvSpPr>
          <p:spPr>
            <a:xfrm>
              <a:off x="2383970" y="2710545"/>
              <a:ext cx="9307286" cy="5116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A6EC10C-AD52-59F5-AE49-E0785088A3EB}"/>
                </a:ext>
              </a:extLst>
            </p:cNvPr>
            <p:cNvSpPr/>
            <p:nvPr/>
          </p:nvSpPr>
          <p:spPr>
            <a:xfrm>
              <a:off x="2340429" y="5446839"/>
              <a:ext cx="9307286" cy="5116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88BD7E-BFF8-6E40-8CEA-9C92DE6A8A19}"/>
              </a:ext>
            </a:extLst>
          </p:cNvPr>
          <p:cNvSpPr/>
          <p:nvPr/>
        </p:nvSpPr>
        <p:spPr>
          <a:xfrm>
            <a:off x="2667009" y="1756582"/>
            <a:ext cx="9307286" cy="511629"/>
          </a:xfrm>
          <a:prstGeom prst="roundRect">
            <a:avLst/>
          </a:prstGeom>
          <a:noFill/>
          <a:ln w="28575">
            <a:solidFill>
              <a:srgbClr val="5A9E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3EC4540-7AC2-6564-DB09-4009D025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B3DA8-AD4D-7D5E-7BA8-B45B012CD259}"/>
              </a:ext>
            </a:extLst>
          </p:cNvPr>
          <p:cNvSpPr txBox="1"/>
          <p:nvPr/>
        </p:nvSpPr>
        <p:spPr>
          <a:xfrm>
            <a:off x="2667009" y="6308682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7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</a:t>
            </a:r>
            <a:r>
              <a:rPr lang="en-US"/>
              <a:t>Key</a:t>
            </a:r>
            <a:r>
              <a:rPr lang="en-US" dirty="0"/>
              <a:t> </a:t>
            </a:r>
            <a:r>
              <a:rPr lang="en-US"/>
              <a:t>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55514" y="1816870"/>
            <a:ext cx="9993086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Compared to CARI, </a:t>
            </a:r>
            <a:r>
              <a:rPr lang="en-GB" sz="2000" err="1"/>
              <a:t>rCARI</a:t>
            </a:r>
            <a:r>
              <a:rPr lang="en-GB" sz="2000" dirty="0"/>
              <a:t> significantly underestimates the number of food insecurity between 10 and 23 percentage points depending on the indicator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When FES is used, it </a:t>
            </a:r>
            <a:r>
              <a:rPr lang="en-GB" sz="2000" err="1"/>
              <a:t>rCARI</a:t>
            </a:r>
            <a:r>
              <a:rPr lang="en-GB" sz="2000" dirty="0"/>
              <a:t> underreports by 10%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Under reports by 23% if income and income change indicator is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Income module implemented in F2F, 19% points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Results are largely driven by the FCS, </a:t>
            </a:r>
            <a:r>
              <a:rPr lang="en-GB" sz="2000" err="1"/>
              <a:t>rCSI</a:t>
            </a:r>
            <a:r>
              <a:rPr lang="en-GB" sz="2000" dirty="0"/>
              <a:t> and adoption of the emergency LCS strategies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Households in the remote arm have significantly higher and varied food consumption, and less vulnerable in terms of FES </a:t>
            </a:r>
          </a:p>
        </p:txBody>
      </p:sp>
    </p:spTree>
    <p:extLst>
      <p:ext uri="{BB962C8B-B14F-4D97-AF65-F5344CB8AC3E}">
        <p14:creationId xmlns:p14="http://schemas.microsoft.com/office/powerpoint/2010/main" val="860340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F275E-E259-F2EC-CCD3-2627469E3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85425"/>
              </p:ext>
            </p:extLst>
          </p:nvPr>
        </p:nvGraphicFramePr>
        <p:xfrm>
          <a:off x="4100980" y="152216"/>
          <a:ext cx="7249886" cy="6596927"/>
        </p:xfrm>
        <a:graphic>
          <a:graphicData uri="http://schemas.openxmlformats.org/drawingml/2006/table">
            <a:tbl>
              <a:tblPr/>
              <a:tblGrid>
                <a:gridCol w="3345795">
                  <a:extLst>
                    <a:ext uri="{9D8B030D-6E8A-4147-A177-3AD203B41FA5}">
                      <a16:colId xmlns:a16="http://schemas.microsoft.com/office/drawing/2014/main" val="1179489999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519246396"/>
                    </a:ext>
                  </a:extLst>
                </a:gridCol>
                <a:gridCol w="1063487">
                  <a:extLst>
                    <a:ext uri="{9D8B030D-6E8A-4147-A177-3AD203B41FA5}">
                      <a16:colId xmlns:a16="http://schemas.microsoft.com/office/drawing/2014/main" val="3779415470"/>
                    </a:ext>
                  </a:extLst>
                </a:gridCol>
                <a:gridCol w="1369613">
                  <a:extLst>
                    <a:ext uri="{9D8B030D-6E8A-4147-A177-3AD203B41FA5}">
                      <a16:colId xmlns:a16="http://schemas.microsoft.com/office/drawing/2014/main" val="2718088163"/>
                    </a:ext>
                  </a:extLst>
                </a:gridCol>
              </a:tblGrid>
              <a:tr h="272182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(1) 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(2) 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(1)-(2)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480534"/>
                  </a:ext>
                </a:extLst>
              </a:tr>
              <a:tr h="230640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Attrition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Completed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Pairwise t-test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501279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 difference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72193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List respondent age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38.46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38.69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-0.23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523656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(0.49)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(0.38)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3560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head is the respondent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86125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02084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Female Household Head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62561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09327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Married Household Head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0.13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134773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41905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head years of education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4.05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4.97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-0.92***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7720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(0.13)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696690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Displaced household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51379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858934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size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6.30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6.75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-0.45***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77708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(0.09)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62481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household member younger than 15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3.24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3.55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-0.31***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58019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(0.07)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(0.06)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29599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household member older than 60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461396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380226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 household member with disability/chronic disease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33652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68482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rooms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2.07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-0.27***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29768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00545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Crowding Index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3.92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3.58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0.34***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47697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(0.10)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(0.07)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39137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has impoverished roof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0.03*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824130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34074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has impoverished floor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386108"/>
                  </a:ext>
                </a:extLst>
              </a:tr>
              <a:tr h="164102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376672"/>
                  </a:ext>
                </a:extLst>
              </a:tr>
              <a:tr h="270368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observations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1245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2080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42741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E18E7AA-2D7E-FB6A-C328-6D5D8BF6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3429000" cy="1805345"/>
          </a:xfrm>
        </p:spPr>
        <p:txBody>
          <a:bodyPr/>
          <a:lstStyle/>
          <a:p>
            <a:r>
              <a:rPr lang="en-US" dirty="0"/>
              <a:t>Balancing test – attrition sample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48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Myanmar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938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table of survey assignment&#10;&#10;Description automatically generated">
            <a:extLst>
              <a:ext uri="{FF2B5EF4-FFF2-40B4-BE49-F238E27FC236}">
                <a16:creationId xmlns:a16="http://schemas.microsoft.com/office/drawing/2014/main" id="{B9AC66A6-50FD-F745-C7A6-35F805CF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518" y="1155038"/>
            <a:ext cx="7772400" cy="4544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94" y="2853000"/>
            <a:ext cx="3791790" cy="1152000"/>
          </a:xfrm>
        </p:spPr>
        <p:txBody>
          <a:bodyPr/>
          <a:lstStyle/>
          <a:p>
            <a:r>
              <a:rPr lang="en-US"/>
              <a:t>Balance Tests for Randomization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87BD5D-5E44-D650-9D63-23F917E8919A}"/>
              </a:ext>
            </a:extLst>
          </p:cNvPr>
          <p:cNvSpPr/>
          <p:nvPr/>
        </p:nvSpPr>
        <p:spPr>
          <a:xfrm>
            <a:off x="4248673" y="3806496"/>
            <a:ext cx="7392465" cy="1227417"/>
          </a:xfrm>
          <a:prstGeom prst="roundRect">
            <a:avLst/>
          </a:prstGeom>
          <a:noFill/>
          <a:ln w="28575"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B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1FD0D4-3ACF-F0B9-C558-681283CF05FA}"/>
              </a:ext>
            </a:extLst>
          </p:cNvPr>
          <p:cNvSpPr/>
          <p:nvPr/>
        </p:nvSpPr>
        <p:spPr>
          <a:xfrm>
            <a:off x="4270342" y="3031559"/>
            <a:ext cx="7370796" cy="395505"/>
          </a:xfrm>
          <a:prstGeom prst="roundRect">
            <a:avLst/>
          </a:prstGeom>
          <a:noFill/>
          <a:ln w="28575"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1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40542"/>
              </p:ext>
            </p:extLst>
          </p:nvPr>
        </p:nvGraphicFramePr>
        <p:xfrm>
          <a:off x="1092201" y="1551519"/>
          <a:ext cx="10542125" cy="3794809"/>
        </p:xfrm>
        <a:graphic>
          <a:graphicData uri="http://schemas.openxmlformats.org/drawingml/2006/table">
            <a:tbl>
              <a:tblPr firstRow="1" firstCol="1" bandRow="1"/>
              <a:tblGrid>
                <a:gridCol w="3668335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220980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security category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74790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(4)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 - (2)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(6)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 - (3)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(7)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 (4)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4134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1143005" y="4497620"/>
            <a:ext cx="10548938" cy="4161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5FB691-23A2-724B-6C1B-433C03D438D8}"/>
              </a:ext>
            </a:extLst>
          </p:cNvPr>
          <p:cNvSpPr/>
          <p:nvPr/>
        </p:nvSpPr>
        <p:spPr>
          <a:xfrm>
            <a:off x="9671902" y="1861457"/>
            <a:ext cx="1023064" cy="348487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96B58-3FCE-F174-4470-1C05A6AAF637}"/>
              </a:ext>
            </a:extLst>
          </p:cNvPr>
          <p:cNvSpPr txBox="1"/>
          <p:nvPr/>
        </p:nvSpPr>
        <p:spPr>
          <a:xfrm>
            <a:off x="1092200" y="5346264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63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able of numbers and text&#10;&#10;Description automatically generated">
            <a:extLst>
              <a:ext uri="{FF2B5EF4-FFF2-40B4-BE49-F238E27FC236}">
                <a16:creationId xmlns:a16="http://schemas.microsoft.com/office/drawing/2014/main" id="{80BC7B68-63FB-37E5-9445-C9B0112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608219"/>
            <a:ext cx="7772400" cy="56415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76D1B6F-AC30-3654-22D1-B4F03C2C75A4}"/>
              </a:ext>
            </a:extLst>
          </p:cNvPr>
          <p:cNvSpPr/>
          <p:nvPr/>
        </p:nvSpPr>
        <p:spPr>
          <a:xfrm>
            <a:off x="4473229" y="2389917"/>
            <a:ext cx="7369902" cy="16705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33DC40FD-1136-7FA9-C475-9D9121718C02}"/>
              </a:ext>
            </a:extLst>
          </p:cNvPr>
          <p:cNvSpPr/>
          <p:nvPr/>
        </p:nvSpPr>
        <p:spPr>
          <a:xfrm>
            <a:off x="4483863" y="1535039"/>
            <a:ext cx="7359268" cy="34834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A12273C7-9671-F36A-E606-74B0CEBE0972}"/>
              </a:ext>
            </a:extLst>
          </p:cNvPr>
          <p:cNvSpPr/>
          <p:nvPr/>
        </p:nvSpPr>
        <p:spPr>
          <a:xfrm>
            <a:off x="4483862" y="1910295"/>
            <a:ext cx="7369902" cy="422234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90853CE8-E01B-99D0-A5EB-E08374D0F1E1}"/>
              </a:ext>
            </a:extLst>
          </p:cNvPr>
          <p:cNvSpPr/>
          <p:nvPr/>
        </p:nvSpPr>
        <p:spPr>
          <a:xfrm>
            <a:off x="4483862" y="5015291"/>
            <a:ext cx="7359268" cy="422234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9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EB915C-AE9E-21CE-CB34-035965F29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040401"/>
              </p:ext>
            </p:extLst>
          </p:nvPr>
        </p:nvGraphicFramePr>
        <p:xfrm>
          <a:off x="657449" y="530225"/>
          <a:ext cx="10983689" cy="5241764"/>
        </p:xfrm>
        <a:graphic>
          <a:graphicData uri="http://schemas.openxmlformats.org/drawingml/2006/table">
            <a:tbl>
              <a:tblPr firstRow="1" firstCol="1" bandRow="1"/>
              <a:tblGrid>
                <a:gridCol w="3559631">
                  <a:extLst>
                    <a:ext uri="{9D8B030D-6E8A-4147-A177-3AD203B41FA5}">
                      <a16:colId xmlns:a16="http://schemas.microsoft.com/office/drawing/2014/main" val="3252119246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2876365272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3325533124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742148993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92139805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501437271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382123765"/>
                    </a:ext>
                  </a:extLst>
                </a:gridCol>
              </a:tblGrid>
              <a:tr h="687444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i="0" u="none" strike="noStrike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Poor/Borderline - FCG 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- FCG 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indent="-73152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929081"/>
                  </a:ext>
                </a:extLst>
              </a:tr>
              <a:tr h="295861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i="0" u="none" strike="noStrike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(4)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(3)-(4)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65398"/>
                  </a:ext>
                </a:extLst>
              </a:tr>
              <a:tr h="608648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Indicator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1" kern="12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01880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8.03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10.89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(0.55)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3.18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(0.27)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7.46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(0.57)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-2.86***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-4.28***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97736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None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0.31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0.11***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65293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Stress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-0.07*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96934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Crisis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0.24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0.24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15642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Emergency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0.11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-0.11***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325413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Expenditure Share: FES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0.67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25672"/>
                  </a:ext>
                </a:extLst>
              </a:tr>
              <a:tr h="448067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283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251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327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232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534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569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1774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59459E-BFE2-29FC-2B49-89B462160672}"/>
              </a:ext>
            </a:extLst>
          </p:cNvPr>
          <p:cNvSpPr/>
          <p:nvPr/>
        </p:nvSpPr>
        <p:spPr>
          <a:xfrm>
            <a:off x="657450" y="4211185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9CE62F-9BCA-CE43-950C-21B6143433F3}"/>
              </a:ext>
            </a:extLst>
          </p:cNvPr>
          <p:cNvSpPr/>
          <p:nvPr/>
        </p:nvSpPr>
        <p:spPr>
          <a:xfrm>
            <a:off x="657450" y="2111827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52D1CA-017B-F128-AF9D-C2784B2B76D7}"/>
              </a:ext>
            </a:extLst>
          </p:cNvPr>
          <p:cNvSpPr/>
          <p:nvPr/>
        </p:nvSpPr>
        <p:spPr>
          <a:xfrm>
            <a:off x="657448" y="3151107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3C8D7-CA76-7CB6-3E3B-42A5F53FF449}"/>
              </a:ext>
            </a:extLst>
          </p:cNvPr>
          <p:cNvSpPr txBox="1"/>
          <p:nvPr/>
        </p:nvSpPr>
        <p:spPr>
          <a:xfrm>
            <a:off x="1092200" y="5782465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54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631422"/>
              </p:ext>
            </p:extLst>
          </p:nvPr>
        </p:nvGraphicFramePr>
        <p:xfrm>
          <a:off x="1092200" y="530225"/>
          <a:ext cx="10123849" cy="5493989"/>
        </p:xfrm>
        <a:graphic>
          <a:graphicData uri="http://schemas.openxmlformats.org/drawingml/2006/table">
            <a:tbl>
              <a:tblPr firstRow="1" firstCol="1" bandRow="1"/>
              <a:tblGrid>
                <a:gridCol w="5463988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893325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8388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Indicator disaggregated by food groups over the last 7 days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-0.00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1.63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(0.07)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-0.20**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3.01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-0.06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1.73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6.67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(0.07)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-0.03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661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FD7092-52BF-22E4-447A-F54AB7E3603D}"/>
              </a:ext>
            </a:extLst>
          </p:cNvPr>
          <p:cNvSpPr/>
          <p:nvPr/>
        </p:nvSpPr>
        <p:spPr>
          <a:xfrm>
            <a:off x="1092200" y="4071257"/>
            <a:ext cx="10123849" cy="1012372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2098F1-1081-6D41-5B07-8D1BA1AD3D77}"/>
              </a:ext>
            </a:extLst>
          </p:cNvPr>
          <p:cNvSpPr/>
          <p:nvPr/>
        </p:nvSpPr>
        <p:spPr>
          <a:xfrm>
            <a:off x="1092200" y="1870755"/>
            <a:ext cx="10123849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02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89A90B-877E-1B6F-4346-2353736CD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839442"/>
              </p:ext>
            </p:extLst>
          </p:nvPr>
        </p:nvGraphicFramePr>
        <p:xfrm>
          <a:off x="3973286" y="530225"/>
          <a:ext cx="7794171" cy="5778486"/>
        </p:xfrm>
        <a:graphic>
          <a:graphicData uri="http://schemas.openxmlformats.org/drawingml/2006/table">
            <a:tbl>
              <a:tblPr firstRow="1" firstCol="1" bandRow="1"/>
              <a:tblGrid>
                <a:gridCol w="3483428">
                  <a:extLst>
                    <a:ext uri="{9D8B030D-6E8A-4147-A177-3AD203B41FA5}">
                      <a16:colId xmlns:a16="http://schemas.microsoft.com/office/drawing/2014/main" val="3099269303"/>
                    </a:ext>
                  </a:extLst>
                </a:gridCol>
                <a:gridCol w="1186543">
                  <a:extLst>
                    <a:ext uri="{9D8B030D-6E8A-4147-A177-3AD203B41FA5}">
                      <a16:colId xmlns:a16="http://schemas.microsoft.com/office/drawing/2014/main" val="1200934435"/>
                    </a:ext>
                  </a:extLst>
                </a:gridCol>
                <a:gridCol w="1318834">
                  <a:extLst>
                    <a:ext uri="{9D8B030D-6E8A-4147-A177-3AD203B41FA5}">
                      <a16:colId xmlns:a16="http://schemas.microsoft.com/office/drawing/2014/main" val="1113706178"/>
                    </a:ext>
                  </a:extLst>
                </a:gridCol>
                <a:gridCol w="1805366">
                  <a:extLst>
                    <a:ext uri="{9D8B030D-6E8A-4147-A177-3AD203B41FA5}">
                      <a16:colId xmlns:a16="http://schemas.microsoft.com/office/drawing/2014/main" val="1962020666"/>
                    </a:ext>
                  </a:extLst>
                </a:gridCol>
              </a:tblGrid>
              <a:tr h="8169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LCS-Strategy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066836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Lcs_stress_DomAsset_yn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-0.20***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13233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8671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Lcs_stress_HealthEdu_yn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-0.22***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724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943184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Lcs_stress_Saving_yn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-0.12***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554293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777998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Lcs_stress_BorrowCash_yn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0.36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099870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856135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Lcs_crisis_ProdAssets_yn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-0.14***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68972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85630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Lcs_crisis_DomMigration_yn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454904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361481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Lcs_crisis_OutSchool_yn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-0.04***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194841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310529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Lcs_em_ResAsset_yn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-0.15***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288455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365138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Lcs_em_Begged_yn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028591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662519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Lcs_em_IllegalAct_yn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-0.03***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2409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015961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6535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275A65D-BF18-2F15-BB99-997F1835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LCS adoption by modality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02A158-8BE9-AD8E-6CEE-420B6CF9A4D8}"/>
              </a:ext>
            </a:extLst>
          </p:cNvPr>
          <p:cNvSpPr/>
          <p:nvPr/>
        </p:nvSpPr>
        <p:spPr>
          <a:xfrm>
            <a:off x="10229656" y="1334566"/>
            <a:ext cx="1251857" cy="49530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01C04-606E-2911-E84B-B6B6714B2F3F}"/>
              </a:ext>
            </a:extLst>
          </p:cNvPr>
          <p:cNvSpPr txBox="1"/>
          <p:nvPr/>
        </p:nvSpPr>
        <p:spPr>
          <a:xfrm>
            <a:off x="3973286" y="6327774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025539"/>
              </p:ext>
            </p:extLst>
          </p:nvPr>
        </p:nvGraphicFramePr>
        <p:xfrm>
          <a:off x="1092201" y="1808163"/>
          <a:ext cx="10548936" cy="3451994"/>
        </p:xfrm>
        <a:graphic>
          <a:graphicData uri="http://schemas.openxmlformats.org/drawingml/2006/table">
            <a:tbl>
              <a:tblPr firstRow="1" firstCol="1" bandRow="1"/>
              <a:tblGrid>
                <a:gridCol w="5330672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568757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576161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2073346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953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Group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437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6"/>
            <a:ext cx="11009541" cy="1277938"/>
          </a:xfrm>
        </p:spPr>
        <p:txBody>
          <a:bodyPr/>
          <a:lstStyle/>
          <a:p>
            <a:r>
              <a:rPr lang="en-US"/>
              <a:t>FCS Group by Modality 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D849E-3DA4-76F9-85C6-7FE004402C20}"/>
              </a:ext>
            </a:extLst>
          </p:cNvPr>
          <p:cNvSpPr txBox="1"/>
          <p:nvPr/>
        </p:nvSpPr>
        <p:spPr>
          <a:xfrm>
            <a:off x="1092200" y="5260157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635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62256"/>
              </p:ext>
            </p:extLst>
          </p:nvPr>
        </p:nvGraphicFramePr>
        <p:xfrm>
          <a:off x="1092200" y="1808163"/>
          <a:ext cx="10468203" cy="3857346"/>
        </p:xfrm>
        <a:graphic>
          <a:graphicData uri="http://schemas.openxmlformats.org/drawingml/2006/table">
            <a:tbl>
              <a:tblPr firstRow="1" firstCol="1" bandRow="1"/>
              <a:tblGrid>
                <a:gridCol w="5289876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556751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564099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2057477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960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Group + 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4316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77938"/>
          </a:xfrm>
        </p:spPr>
        <p:txBody>
          <a:bodyPr/>
          <a:lstStyle/>
          <a:p>
            <a:r>
              <a:rPr lang="en-US"/>
              <a:t>FCG + </a:t>
            </a:r>
            <a:r>
              <a:rPr lang="en-US" err="1"/>
              <a:t>rCSI</a:t>
            </a:r>
            <a:r>
              <a:rPr lang="en-US"/>
              <a:t> by Modality 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77B6F-22D2-2CF3-EB3E-0CBDAB86FD52}"/>
              </a:ext>
            </a:extLst>
          </p:cNvPr>
          <p:cNvSpPr txBox="1"/>
          <p:nvPr/>
        </p:nvSpPr>
        <p:spPr>
          <a:xfrm>
            <a:off x="1092200" y="5665509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23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86645"/>
          </a:xfrm>
        </p:spPr>
        <p:txBody>
          <a:bodyPr/>
          <a:lstStyle/>
          <a:p>
            <a:r>
              <a:rPr lang="en-US"/>
              <a:t>Income Sources vs. FES </a:t>
            </a:r>
            <a:endParaRPr lang="en-GB"/>
          </a:p>
        </p:txBody>
      </p:sp>
      <p:pic>
        <p:nvPicPr>
          <p:cNvPr id="5" name="Picture 4" descr="A screenshot of a report&#10;&#10;Description automatically generated">
            <a:extLst>
              <a:ext uri="{FF2B5EF4-FFF2-40B4-BE49-F238E27FC236}">
                <a16:creationId xmlns:a16="http://schemas.microsoft.com/office/drawing/2014/main" id="{8C3E88A8-ADB3-3025-0851-E619646600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50"/>
          <a:stretch/>
        </p:blipFill>
        <p:spPr>
          <a:xfrm>
            <a:off x="2626682" y="1573540"/>
            <a:ext cx="6718300" cy="4920026"/>
          </a:xfrm>
          <a:prstGeom prst="rect">
            <a:avLst/>
          </a:prstGeom>
        </p:spPr>
      </p:pic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072D0C57-2C19-A30F-0C53-2EA29138166C}"/>
              </a:ext>
            </a:extLst>
          </p:cNvPr>
          <p:cNvSpPr/>
          <p:nvPr/>
        </p:nvSpPr>
        <p:spPr>
          <a:xfrm>
            <a:off x="6656508" y="3222498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907C91D2-5089-C86A-A5F5-9A2E6B7347C8}"/>
              </a:ext>
            </a:extLst>
          </p:cNvPr>
          <p:cNvSpPr/>
          <p:nvPr/>
        </p:nvSpPr>
        <p:spPr>
          <a:xfrm>
            <a:off x="5603441" y="4846027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66885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2ED49B-1A38-F4BD-C4D5-2BE2DDE09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16130"/>
              </p:ext>
            </p:extLst>
          </p:nvPr>
        </p:nvGraphicFramePr>
        <p:xfrm>
          <a:off x="3572758" y="1244694"/>
          <a:ext cx="8068380" cy="4505657"/>
        </p:xfrm>
        <a:graphic>
          <a:graphicData uri="http://schemas.openxmlformats.org/drawingml/2006/table">
            <a:tbl>
              <a:tblPr firstRow="1" firstCol="1" bandRow="1"/>
              <a:tblGrid>
                <a:gridCol w="3983940">
                  <a:extLst>
                    <a:ext uri="{9D8B030D-6E8A-4147-A177-3AD203B41FA5}">
                      <a16:colId xmlns:a16="http://schemas.microsoft.com/office/drawing/2014/main" val="1853884252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731280233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4006202985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3270489438"/>
                    </a:ext>
                  </a:extLst>
                </a:gridCol>
              </a:tblGrid>
              <a:tr h="13340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 Indicator disaggregated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619187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Relied on less preferred food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1.92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2.86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(0.10)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-0.94***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69501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Borrowed food/relied on help from families and</a:t>
                      </a:r>
                      <a:r>
                        <a:rPr lang="zh-CN" altLang="en-US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altLang="zh-CN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friends</a:t>
                      </a:r>
                      <a:endParaRPr lang="en-GB" sz="1600" kern="12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742903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Reduced portion size of meals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-0.18**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18825"/>
                  </a:ext>
                </a:extLst>
              </a:tr>
              <a:tr h="6008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Restrict consumption of adults for children to eat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-0.72***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46493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Reduced the number of meals per day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(0.04)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-0.60***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04403"/>
                  </a:ext>
                </a:extLst>
              </a:tr>
              <a:tr h="46773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051838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B2688DA-168E-75F7-5ADE-A4153ECC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8" y="2439957"/>
            <a:ext cx="3169942" cy="2349747"/>
          </a:xfrm>
        </p:spPr>
        <p:txBody>
          <a:bodyPr/>
          <a:lstStyle/>
          <a:p>
            <a:r>
              <a:rPr lang="en-GB" dirty="0"/>
              <a:t>Disaggregated </a:t>
            </a:r>
            <a:r>
              <a:rPr lang="en-GB" err="1"/>
              <a:t>rCSI</a:t>
            </a:r>
            <a:r>
              <a:rPr lang="en-GB" dirty="0"/>
              <a:t> Strategies by modality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4429D-6069-8A61-A969-B9E725D3DFB8}"/>
              </a:ext>
            </a:extLst>
          </p:cNvPr>
          <p:cNvSpPr txBox="1"/>
          <p:nvPr/>
        </p:nvSpPr>
        <p:spPr>
          <a:xfrm>
            <a:off x="3572758" y="5750351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011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06" y="530225"/>
            <a:ext cx="11003632" cy="1277938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key 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02638-203D-B2B7-27A3-1DE160F39D26}"/>
              </a:ext>
            </a:extLst>
          </p:cNvPr>
          <p:cNvSpPr txBox="1"/>
          <p:nvPr/>
        </p:nvSpPr>
        <p:spPr>
          <a:xfrm>
            <a:off x="1099457" y="1808163"/>
            <a:ext cx="999308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err="1"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 systematically overstate the number of food insecurity compared to CARI by between 7 and 17 percentage points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The magnitude depends on whether FES (17%) or income and income change (7%) indicator is used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Remote households reported better food consumption (FCS), exaggerate their vulnerability (</a:t>
            </a:r>
            <a:r>
              <a:rPr lang="en-GB" sz="2000" err="1">
                <a:latin typeface="Open Sans" pitchFamily="2" charset="0"/>
                <a:ea typeface="Open Sans" pitchFamily="2" charset="0"/>
                <a:cs typeface="Open Sans" pitchFamily="2" charset="0"/>
              </a:rPr>
              <a:t>rCSI</a:t>
            </a: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 &amp; FES) and adopted more stress and emergency coping strategies (LCS)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601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86645"/>
          </a:xfrm>
        </p:spPr>
        <p:txBody>
          <a:bodyPr/>
          <a:lstStyle/>
          <a:p>
            <a:r>
              <a:rPr lang="en-US"/>
              <a:t>Income Sources vs. FES </a:t>
            </a:r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EE57D2-63CB-E563-C85A-58D618C3E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967731"/>
              </p:ext>
            </p:extLst>
          </p:nvPr>
        </p:nvGraphicFramePr>
        <p:xfrm>
          <a:off x="1092198" y="1689462"/>
          <a:ext cx="10548940" cy="449883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648233">
                  <a:extLst>
                    <a:ext uri="{9D8B030D-6E8A-4147-A177-3AD203B41FA5}">
                      <a16:colId xmlns:a16="http://schemas.microsoft.com/office/drawing/2014/main" val="3562892312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3000565077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2458977132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1795220101"/>
                    </a:ext>
                  </a:extLst>
                </a:gridCol>
              </a:tblGrid>
              <a:tr h="28066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(1) 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(2) 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739059871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4263027188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Variable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79409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522665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Expenditure Share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0.71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3339040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644318726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&lt;50%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0.13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259744706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136130757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50-65%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103133419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102056415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65-75%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968712547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600036389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&gt;= 75%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-0.15***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658430320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80932314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Number of observations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232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842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4198614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3F817CE-0D70-6E89-D21E-16C793B2221B}"/>
              </a:ext>
            </a:extLst>
          </p:cNvPr>
          <p:cNvSpPr txBox="1"/>
          <p:nvPr/>
        </p:nvSpPr>
        <p:spPr>
          <a:xfrm>
            <a:off x="2074883" y="6075911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7433E-0B48-058D-20DF-612F37FFB36F}"/>
              </a:ext>
            </a:extLst>
          </p:cNvPr>
          <p:cNvSpPr txBox="1"/>
          <p:nvPr/>
        </p:nvSpPr>
        <p:spPr>
          <a:xfrm>
            <a:off x="7315200" y="13585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63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Ecuador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6640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DEEB99-E4B6-473C-4800-CCABC37E6329}"/>
              </a:ext>
            </a:extLst>
          </p:cNvPr>
          <p:cNvSpPr/>
          <p:nvPr/>
        </p:nvSpPr>
        <p:spPr>
          <a:xfrm>
            <a:off x="3659654" y="5601742"/>
            <a:ext cx="7049195" cy="644786"/>
          </a:xfrm>
          <a:prstGeom prst="roundRect">
            <a:avLst/>
          </a:prstGeom>
          <a:solidFill>
            <a:srgbClr val="CFD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Final Completion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8B93F-29FC-6071-0645-C537C0C81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658" b="6329"/>
          <a:stretch/>
        </p:blipFill>
        <p:spPr>
          <a:xfrm>
            <a:off x="3659654" y="0"/>
            <a:ext cx="7190598" cy="55987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A71E150-1F5E-059C-A516-10948A83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4126"/>
            <a:ext cx="3758588" cy="2349747"/>
          </a:xfrm>
        </p:spPr>
        <p:txBody>
          <a:bodyPr>
            <a:normAutofit/>
          </a:bodyPr>
          <a:lstStyle/>
          <a:p>
            <a:r>
              <a:rPr lang="en-GB" sz="4000" dirty="0"/>
              <a:t>Sampling </a:t>
            </a:r>
          </a:p>
        </p:txBody>
      </p:sp>
      <p:sp>
        <p:nvSpPr>
          <p:cNvPr id="2" name="Speech Bubble: Rectangle with Corners Rounded 8">
            <a:extLst>
              <a:ext uri="{FF2B5EF4-FFF2-40B4-BE49-F238E27FC236}">
                <a16:creationId xmlns:a16="http://schemas.microsoft.com/office/drawing/2014/main" id="{83B05395-351C-6EC7-91F2-B7E07F167CB1}"/>
              </a:ext>
            </a:extLst>
          </p:cNvPr>
          <p:cNvSpPr/>
          <p:nvPr/>
        </p:nvSpPr>
        <p:spPr>
          <a:xfrm>
            <a:off x="5986021" y="5598736"/>
            <a:ext cx="1640264" cy="64478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Completed Remote</a:t>
            </a:r>
          </a:p>
          <a:p>
            <a:pPr algn="ctr"/>
            <a:r>
              <a:rPr lang="en-GB" sz="1400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656 HH</a:t>
            </a:r>
          </a:p>
        </p:txBody>
      </p:sp>
      <p:sp>
        <p:nvSpPr>
          <p:cNvPr id="5" name="Speech Bubble: Rectangle with Corners Rounded 8">
            <a:extLst>
              <a:ext uri="{FF2B5EF4-FFF2-40B4-BE49-F238E27FC236}">
                <a16:creationId xmlns:a16="http://schemas.microsoft.com/office/drawing/2014/main" id="{97A2FAD9-BFF6-ED2C-D9DE-5D306ACEE2D6}"/>
              </a:ext>
            </a:extLst>
          </p:cNvPr>
          <p:cNvSpPr/>
          <p:nvPr/>
        </p:nvSpPr>
        <p:spPr>
          <a:xfrm>
            <a:off x="9136144" y="5598736"/>
            <a:ext cx="1572705" cy="64478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5B183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Completed </a:t>
            </a:r>
          </a:p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F2F</a:t>
            </a:r>
          </a:p>
          <a:p>
            <a:pPr algn="ctr"/>
            <a:r>
              <a:rPr lang="en-GB" sz="1400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760 HH</a:t>
            </a:r>
          </a:p>
        </p:txBody>
      </p:sp>
    </p:spTree>
    <p:extLst>
      <p:ext uri="{BB962C8B-B14F-4D97-AF65-F5344CB8AC3E}">
        <p14:creationId xmlns:p14="http://schemas.microsoft.com/office/powerpoint/2010/main" val="40670600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3000"/>
            <a:ext cx="3791790" cy="1152000"/>
          </a:xfrm>
        </p:spPr>
        <p:txBody>
          <a:bodyPr/>
          <a:lstStyle/>
          <a:p>
            <a:r>
              <a:rPr lang="en-US" dirty="0"/>
              <a:t>Balance Tests for Randomization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AB26F1-4130-4EC0-16CB-1D4071F06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16083"/>
              </p:ext>
            </p:extLst>
          </p:nvPr>
        </p:nvGraphicFramePr>
        <p:xfrm>
          <a:off x="3791790" y="790955"/>
          <a:ext cx="7849347" cy="5032902"/>
        </p:xfrm>
        <a:graphic>
          <a:graphicData uri="http://schemas.openxmlformats.org/drawingml/2006/table">
            <a:tbl>
              <a:tblPr firstRow="1" firstCol="1" bandRow="1"/>
              <a:tblGrid>
                <a:gridCol w="3495888">
                  <a:extLst>
                    <a:ext uri="{9D8B030D-6E8A-4147-A177-3AD203B41FA5}">
                      <a16:colId xmlns:a16="http://schemas.microsoft.com/office/drawing/2014/main" val="1602485112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2993465257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3919788932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2649130307"/>
                    </a:ext>
                  </a:extLst>
                </a:gridCol>
              </a:tblGrid>
              <a:tr h="110642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Variable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328939"/>
                  </a:ext>
                </a:extLst>
              </a:tr>
              <a:tr h="74632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Respondent Age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xxx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43.00</a:t>
                      </a:r>
                      <a:endParaRPr lang="en-US" sz="1600" dirty="0"/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xxx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29705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Female Respondent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530763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Head of Household Respondent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27316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Household Size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4.57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926938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Number of household members contributing to 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708592"/>
                  </a:ext>
                </a:extLst>
              </a:tr>
              <a:tr h="4424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65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D7F3088-D006-2F8A-6DB6-FF01394B1259}"/>
              </a:ext>
            </a:extLst>
          </p:cNvPr>
          <p:cNvSpPr txBox="1"/>
          <p:nvPr/>
        </p:nvSpPr>
        <p:spPr>
          <a:xfrm>
            <a:off x="3712029" y="5823857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6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377178"/>
              </p:ext>
            </p:extLst>
          </p:nvPr>
        </p:nvGraphicFramePr>
        <p:xfrm>
          <a:off x="872996" y="1327365"/>
          <a:ext cx="10994133" cy="4703803"/>
        </p:xfrm>
        <a:graphic>
          <a:graphicData uri="http://schemas.openxmlformats.org/drawingml/2006/table">
            <a:tbl>
              <a:tblPr firstRow="1" firstCol="1" bandRow="1"/>
              <a:tblGrid>
                <a:gridCol w="2882575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44525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  <a:endParaRPr lang="en-GB" sz="16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82906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 (4)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3924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872996" y="5027107"/>
            <a:ext cx="11042194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F3C2A9-25BA-B46F-0CF2-3628A1DD6A13}"/>
              </a:ext>
            </a:extLst>
          </p:cNvPr>
          <p:cNvSpPr/>
          <p:nvPr/>
        </p:nvSpPr>
        <p:spPr>
          <a:xfrm>
            <a:off x="9699171" y="1807029"/>
            <a:ext cx="955137" cy="4224139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A42D9-F090-2236-8D37-2E59F58B0EB0}"/>
              </a:ext>
            </a:extLst>
          </p:cNvPr>
          <p:cNvSpPr txBox="1"/>
          <p:nvPr/>
        </p:nvSpPr>
        <p:spPr>
          <a:xfrm>
            <a:off x="2116719" y="6031168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8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/>
              <a:t>Other Food Security Outcome Indicators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3D0A8-2386-F08E-75E8-33501E64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442195"/>
              </p:ext>
            </p:extLst>
          </p:nvPr>
        </p:nvGraphicFramePr>
        <p:xfrm>
          <a:off x="4041100" y="1161288"/>
          <a:ext cx="8019836" cy="4877534"/>
        </p:xfrm>
        <a:graphic>
          <a:graphicData uri="http://schemas.openxmlformats.org/drawingml/2006/table">
            <a:tbl>
              <a:tblPr firstRow="1" firstCol="1" bandRow="1"/>
              <a:tblGrid>
                <a:gridCol w="4090261">
                  <a:extLst>
                    <a:ext uri="{9D8B030D-6E8A-4147-A177-3AD203B41FA5}">
                      <a16:colId xmlns:a16="http://schemas.microsoft.com/office/drawing/2014/main" val="3881511217"/>
                    </a:ext>
                  </a:extLst>
                </a:gridCol>
                <a:gridCol w="1151880">
                  <a:extLst>
                    <a:ext uri="{9D8B030D-6E8A-4147-A177-3AD203B41FA5}">
                      <a16:colId xmlns:a16="http://schemas.microsoft.com/office/drawing/2014/main" val="1239420874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1897968781"/>
                    </a:ext>
                  </a:extLst>
                </a:gridCol>
                <a:gridCol w="1621300">
                  <a:extLst>
                    <a:ext uri="{9D8B030D-6E8A-4147-A177-3AD203B41FA5}">
                      <a16:colId xmlns:a16="http://schemas.microsoft.com/office/drawing/2014/main" val="151705805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55469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Consumption Score-FCS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52.54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(0.94)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-6.25***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6845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Coping Strategies Index-rCSI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19.86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216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72773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6990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8864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833219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39966"/>
                  </a:ext>
                </a:extLst>
              </a:tr>
              <a:tr h="343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711982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94FE39-A35A-D660-F096-B3803757D0BC}"/>
              </a:ext>
            </a:extLst>
          </p:cNvPr>
          <p:cNvSpPr/>
          <p:nvPr/>
        </p:nvSpPr>
        <p:spPr>
          <a:xfrm>
            <a:off x="4041100" y="2404872"/>
            <a:ext cx="8019835" cy="21990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556F04F-D5F0-BC85-479D-244A35489755}"/>
              </a:ext>
            </a:extLst>
          </p:cNvPr>
          <p:cNvSpPr/>
          <p:nvPr/>
        </p:nvSpPr>
        <p:spPr>
          <a:xfrm>
            <a:off x="4041101" y="1881146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B7D4C59-D2C9-0214-D52F-65ADFF4929E1}"/>
              </a:ext>
            </a:extLst>
          </p:cNvPr>
          <p:cNvSpPr/>
          <p:nvPr/>
        </p:nvSpPr>
        <p:spPr>
          <a:xfrm>
            <a:off x="4041099" y="5179883"/>
            <a:ext cx="8019835" cy="516828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A31DFC57-6C6C-6A4F-916D-DCF8477AA720}"/>
              </a:ext>
            </a:extLst>
          </p:cNvPr>
          <p:cNvSpPr/>
          <p:nvPr/>
        </p:nvSpPr>
        <p:spPr>
          <a:xfrm>
            <a:off x="4041097" y="4634066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7E146-6AFF-5432-5D5B-082ECECFACF7}"/>
              </a:ext>
            </a:extLst>
          </p:cNvPr>
          <p:cNvSpPr txBox="1"/>
          <p:nvPr/>
        </p:nvSpPr>
        <p:spPr>
          <a:xfrm>
            <a:off x="3962404" y="5986649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0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66B1E7-3749-E6E5-000B-1B81EB9F1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3741"/>
              </p:ext>
            </p:extLst>
          </p:nvPr>
        </p:nvGraphicFramePr>
        <p:xfrm>
          <a:off x="1077686" y="816327"/>
          <a:ext cx="10983685" cy="5332115"/>
        </p:xfrm>
        <a:graphic>
          <a:graphicData uri="http://schemas.openxmlformats.org/drawingml/2006/table">
            <a:tbl>
              <a:tblPr firstRow="1" firstCol="1" bandRow="1"/>
              <a:tblGrid>
                <a:gridCol w="3550506">
                  <a:extLst>
                    <a:ext uri="{9D8B030D-6E8A-4147-A177-3AD203B41FA5}">
                      <a16:colId xmlns:a16="http://schemas.microsoft.com/office/drawing/2014/main" val="109921309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30862381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28750115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3977780956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171008240"/>
                    </a:ext>
                  </a:extLst>
                </a:gridCol>
                <a:gridCol w="1059355">
                  <a:extLst>
                    <a:ext uri="{9D8B030D-6E8A-4147-A177-3AD203B41FA5}">
                      <a16:colId xmlns:a16="http://schemas.microsoft.com/office/drawing/2014/main" val="3237385298"/>
                    </a:ext>
                  </a:extLst>
                </a:gridCol>
                <a:gridCol w="1199840">
                  <a:extLst>
                    <a:ext uri="{9D8B030D-6E8A-4147-A177-3AD203B41FA5}">
                      <a16:colId xmlns:a16="http://schemas.microsoft.com/office/drawing/2014/main" val="5524550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Poor/Border line - FCG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- FCG 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5886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7759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9149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rCSI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21.36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(0.65)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17.57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(0.70)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18.55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19.07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3.79***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2919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9839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797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1323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-0.45***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-0.54***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85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0.72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69321"/>
                  </a:ext>
                </a:extLst>
              </a:tr>
              <a:tr h="3582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353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815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8088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2652E8-8B83-A962-C52A-499A89F094E0}"/>
              </a:ext>
            </a:extLst>
          </p:cNvPr>
          <p:cNvSpPr/>
          <p:nvPr/>
        </p:nvSpPr>
        <p:spPr>
          <a:xfrm>
            <a:off x="1077686" y="4637313"/>
            <a:ext cx="10961914" cy="113211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4C5B2A-BDF9-506F-62E1-2828B6F77325}"/>
              </a:ext>
            </a:extLst>
          </p:cNvPr>
          <p:cNvSpPr/>
          <p:nvPr/>
        </p:nvSpPr>
        <p:spPr>
          <a:xfrm>
            <a:off x="1099457" y="2917371"/>
            <a:ext cx="10961914" cy="1687285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D2ECB-1368-AAD9-FB5F-B3D093FA6694}"/>
              </a:ext>
            </a:extLst>
          </p:cNvPr>
          <p:cNvSpPr txBox="1"/>
          <p:nvPr/>
        </p:nvSpPr>
        <p:spPr>
          <a:xfrm>
            <a:off x="1981204" y="6079127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59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890230"/>
              </p:ext>
            </p:extLst>
          </p:nvPr>
        </p:nvGraphicFramePr>
        <p:xfrm>
          <a:off x="3461657" y="828674"/>
          <a:ext cx="8501743" cy="5200652"/>
        </p:xfrm>
        <a:graphic>
          <a:graphicData uri="http://schemas.openxmlformats.org/drawingml/2006/table">
            <a:tbl>
              <a:tblPr firstRow="1" firstCol="1" bandRow="1"/>
              <a:tblGrid>
                <a:gridCol w="4124909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610298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4.93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-0.82***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-0.32**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84A94C-2CEE-C2FF-D832-19F73E4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77000"/>
            <a:ext cx="3222240" cy="2142600"/>
          </a:xfrm>
        </p:spPr>
        <p:txBody>
          <a:bodyPr/>
          <a:lstStyle/>
          <a:p>
            <a:r>
              <a:rPr lang="en-US" dirty="0"/>
              <a:t>FG consumption by modality 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FFCA3-6903-19B5-8D1A-B0920169D46D}"/>
              </a:ext>
            </a:extLst>
          </p:cNvPr>
          <p:cNvSpPr txBox="1"/>
          <p:nvPr/>
        </p:nvSpPr>
        <p:spPr>
          <a:xfrm>
            <a:off x="3396348" y="6007554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1931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4900"/>
              </p:ext>
            </p:extLst>
          </p:nvPr>
        </p:nvGraphicFramePr>
        <p:xfrm>
          <a:off x="4103915" y="313794"/>
          <a:ext cx="7783283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3166908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376387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676659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-0.13***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-0.49***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 adoption by modality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417629" y="898078"/>
            <a:ext cx="1469569" cy="484414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76AE82-2A87-6803-CB4F-E0BF2E856E3D}"/>
              </a:ext>
            </a:extLst>
          </p:cNvPr>
          <p:cNvSpPr txBox="1"/>
          <p:nvPr/>
        </p:nvSpPr>
        <p:spPr>
          <a:xfrm>
            <a:off x="4071257" y="617889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2153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099624"/>
              </p:ext>
            </p:extLst>
          </p:nvPr>
        </p:nvGraphicFramePr>
        <p:xfrm>
          <a:off x="4169229" y="2033349"/>
          <a:ext cx="7161199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265047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77000"/>
            <a:ext cx="3485191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EB1F7-C4E1-2B2B-8F61-8E26E821CCB8}"/>
              </a:ext>
            </a:extLst>
          </p:cNvPr>
          <p:cNvSpPr txBox="1"/>
          <p:nvPr/>
        </p:nvSpPr>
        <p:spPr>
          <a:xfrm>
            <a:off x="4169229" y="482465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372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303759"/>
              </p:ext>
            </p:extLst>
          </p:nvPr>
        </p:nvGraphicFramePr>
        <p:xfrm>
          <a:off x="3722914" y="1958891"/>
          <a:ext cx="7683309" cy="3346857"/>
        </p:xfrm>
        <a:graphic>
          <a:graphicData uri="http://schemas.openxmlformats.org/drawingml/2006/table">
            <a:tbl>
              <a:tblPr firstRow="1" firstCol="1" bandRow="1"/>
              <a:tblGrid>
                <a:gridCol w="317258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718390"/>
            <a:ext cx="3211285" cy="1827857"/>
          </a:xfrm>
        </p:spPr>
        <p:txBody>
          <a:bodyPr/>
          <a:lstStyle/>
          <a:p>
            <a:r>
              <a:rPr lang="en-US" dirty="0"/>
              <a:t>FCG + rCSI by modality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C88101-6CA2-994D-4D16-0C06F0C65ACF}"/>
              </a:ext>
            </a:extLst>
          </p:cNvPr>
          <p:cNvSpPr txBox="1"/>
          <p:nvPr/>
        </p:nvSpPr>
        <p:spPr>
          <a:xfrm>
            <a:off x="3722914" y="530574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892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EA471-3ADD-76F3-1E3B-51018EB4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824167"/>
              </p:ext>
            </p:extLst>
          </p:nvPr>
        </p:nvGraphicFramePr>
        <p:xfrm>
          <a:off x="2601686" y="628584"/>
          <a:ext cx="9369613" cy="5600831"/>
        </p:xfrm>
        <a:graphic>
          <a:graphicData uri="http://schemas.openxmlformats.org/drawingml/2006/table">
            <a:tbl>
              <a:tblPr firstRow="1" firstCol="1" bandRow="1"/>
              <a:tblGrid>
                <a:gridCol w="5093533">
                  <a:extLst>
                    <a:ext uri="{9D8B030D-6E8A-4147-A177-3AD203B41FA5}">
                      <a16:colId xmlns:a16="http://schemas.microsoft.com/office/drawing/2014/main" val="326127740"/>
                    </a:ext>
                  </a:extLst>
                </a:gridCol>
                <a:gridCol w="1382485">
                  <a:extLst>
                    <a:ext uri="{9D8B030D-6E8A-4147-A177-3AD203B41FA5}">
                      <a16:colId xmlns:a16="http://schemas.microsoft.com/office/drawing/2014/main" val="3474106582"/>
                    </a:ext>
                  </a:extLst>
                </a:gridCol>
                <a:gridCol w="1111814">
                  <a:extLst>
                    <a:ext uri="{9D8B030D-6E8A-4147-A177-3AD203B41FA5}">
                      <a16:colId xmlns:a16="http://schemas.microsoft.com/office/drawing/2014/main" val="4079712457"/>
                    </a:ext>
                  </a:extLst>
                </a:gridCol>
                <a:gridCol w="1781781">
                  <a:extLst>
                    <a:ext uri="{9D8B030D-6E8A-4147-A177-3AD203B41FA5}">
                      <a16:colId xmlns:a16="http://schemas.microsoft.com/office/drawing/2014/main" val="3186583632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842246"/>
                  </a:ext>
                </a:extLst>
              </a:tr>
              <a:tr h="2218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205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6218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279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90790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16985"/>
                  </a:ext>
                </a:extLst>
              </a:tr>
              <a:tr h="1917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46737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 50%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69730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 – 65%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12399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 –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37108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&gt;=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06383"/>
                  </a:ext>
                </a:extLst>
              </a:tr>
              <a:tr h="2419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889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0DDAB38-61DE-CC4E-8549-3135BE231353}"/>
              </a:ext>
            </a:extLst>
          </p:cNvPr>
          <p:cNvSpPr txBox="1"/>
          <p:nvPr/>
        </p:nvSpPr>
        <p:spPr>
          <a:xfrm>
            <a:off x="2601686" y="615278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8589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key 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120830" y="1816870"/>
            <a:ext cx="999308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Compared to CARI, the rCARI results are dependent on the indicator combination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Significantly overstate the food insecurity/vulnerability if FES (17%) is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When FES is replaced by income and income change, the difference is not significantly different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Food consumption is higher and varied for remote respondents compared to F2F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Results are driven by LCS (crisis and emergency), rCSI and FES.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Significantly more remote households vulnerable in terms of FES, and are also adopting more emergency LCS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91961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5FE424-DDE7-5EA9-4990-570BBC9D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880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8" ma:contentTypeDescription="Create a new document." ma:contentTypeScope="" ma:versionID="ad2f6bf157231b83579321204f69ffe0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e944df982cebb5615fc5ff0a850bebfa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</documentManagement>
</p:properties>
</file>

<file path=customXml/itemProps1.xml><?xml version="1.0" encoding="utf-8"?>
<ds:datastoreItem xmlns:ds="http://schemas.openxmlformats.org/officeDocument/2006/customXml" ds:itemID="{B964363F-FEA7-4AE9-A5D4-02FC637897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256dcf-74b5-4e0f-b2ab-e17546be8a80"/>
    <ds:schemaRef ds:uri="3940b711-dc1d-4235-b0a5-48d487f0d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2CF057-9F0A-4CCB-B937-805ED701A0E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940b711-dc1d-4235-b0a5-48d487f0d3b9"/>
    <ds:schemaRef ds:uri="http://purl.org/dc/terms/"/>
    <ds:schemaRef ds:uri="http://schemas.microsoft.com/office/2006/documentManagement/types"/>
    <ds:schemaRef ds:uri="http://purl.org/dc/elements/1.1/"/>
    <ds:schemaRef ds:uri="49256dcf-74b5-4e0f-b2ab-e17546be8a8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5985</TotalTime>
  <Words>7034</Words>
  <Application>Microsoft Office PowerPoint</Application>
  <PresentationFormat>Widescreen</PresentationFormat>
  <Paragraphs>2556</Paragraphs>
  <Slides>56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HALDEN SOLID</vt:lpstr>
      <vt:lpstr>Open Sans</vt:lpstr>
      <vt:lpstr>Open Sans Extrabold</vt:lpstr>
      <vt:lpstr>Theme2</vt:lpstr>
      <vt:lpstr>Remote CARI (rCARI) Validation Study</vt:lpstr>
      <vt:lpstr>Background</vt:lpstr>
      <vt:lpstr>Main Research Objective</vt:lpstr>
      <vt:lpstr>Overall sampling framework</vt:lpstr>
      <vt:lpstr>Experimental Design</vt:lpstr>
      <vt:lpstr>Aggregation methods to be tested</vt:lpstr>
      <vt:lpstr>Study Design Caveats</vt:lpstr>
      <vt:lpstr>Study Design Caveats</vt:lpstr>
      <vt:lpstr>Tentative Workplan 2023</vt:lpstr>
      <vt:lpstr>Sample Completion</vt:lpstr>
      <vt:lpstr>CAR Results </vt:lpstr>
      <vt:lpstr>Sampling &amp; completion </vt:lpstr>
      <vt:lpstr>Sample Completion</vt:lpstr>
      <vt:lpstr>Balance tests for full sample</vt:lpstr>
      <vt:lpstr>Balance tests for - Phone owner group</vt:lpstr>
      <vt:lpstr>CARI vs. rCARI Disaggregation</vt:lpstr>
      <vt:lpstr>Other Food Security Outcome Indicators</vt:lpstr>
      <vt:lpstr>PowerPoint Presentation</vt:lpstr>
      <vt:lpstr>FG consumption by modality </vt:lpstr>
      <vt:lpstr>FCG by modality </vt:lpstr>
      <vt:lpstr>FCG + rCSI by modality </vt:lpstr>
      <vt:lpstr>Income Sources vs. FES </vt:lpstr>
      <vt:lpstr>LCS strategy adoption by modality </vt:lpstr>
      <vt:lpstr>CAR- Phone Owners Only</vt:lpstr>
      <vt:lpstr>CARI vs. rCARI Disaggregation</vt:lpstr>
      <vt:lpstr>Other Food Security Outcome Indicators</vt:lpstr>
      <vt:lpstr>LCS strategy adoption by modality (Phone-owners) </vt:lpstr>
      <vt:lpstr>Income Sources vs. FES </vt:lpstr>
      <vt:lpstr>Summary and Key Points</vt:lpstr>
      <vt:lpstr>Balancing test – attrition sample</vt:lpstr>
      <vt:lpstr>Myanmar Results </vt:lpstr>
      <vt:lpstr>Balance Tests for Randomization</vt:lpstr>
      <vt:lpstr>CARI vs. rCARI Disaggregation</vt:lpstr>
      <vt:lpstr>Other Food Security Outcome Indicators</vt:lpstr>
      <vt:lpstr>PowerPoint Presentation</vt:lpstr>
      <vt:lpstr>PowerPoint Presentation</vt:lpstr>
      <vt:lpstr>LCS adoption by modality</vt:lpstr>
      <vt:lpstr>FCS Group by Modality </vt:lpstr>
      <vt:lpstr>FCG + rCSI by Modality </vt:lpstr>
      <vt:lpstr>Income Sources vs. FES </vt:lpstr>
      <vt:lpstr>Disaggregated rCSI Strategies by modality</vt:lpstr>
      <vt:lpstr>Summary and key points</vt:lpstr>
      <vt:lpstr>Income Sources vs. FES </vt:lpstr>
      <vt:lpstr>Ecuador Results </vt:lpstr>
      <vt:lpstr>Sampling </vt:lpstr>
      <vt:lpstr>Balance Tests for Randomization</vt:lpstr>
      <vt:lpstr>CARI vs. rCARI Disaggregation</vt:lpstr>
      <vt:lpstr>Other Food Security Outcome Indicators</vt:lpstr>
      <vt:lpstr>PowerPoint Presentation</vt:lpstr>
      <vt:lpstr>FG consumption by modality </vt:lpstr>
      <vt:lpstr>LC adoption by modality </vt:lpstr>
      <vt:lpstr>FCG by modality </vt:lpstr>
      <vt:lpstr>FCG + rCSI by modality </vt:lpstr>
      <vt:lpstr>Income Sources vs. FES </vt:lpstr>
      <vt:lpstr>Summary and key points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2</cp:revision>
  <dcterms:created xsi:type="dcterms:W3CDTF">2018-08-20T09:35:59Z</dcterms:created>
  <dcterms:modified xsi:type="dcterms:W3CDTF">2024-05-29T08:43:35Z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